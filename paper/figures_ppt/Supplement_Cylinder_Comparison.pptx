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b8a09bc4cd49fd" /><Relationship Type="http://schemas.openxmlformats.org/officeDocument/2006/relationships/extended-properties" Target="/docProps/app.xml" Id="Rf6a75c15b1944152" /><Relationship Type="http://schemas.openxmlformats.org/officeDocument/2006/relationships/officeDocument" Target="/ppt/presentation.xml" Id="R01b5fd9f33aa4c09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f7a399c305bf4389"/>
  </p:sldMasterIdLst>
  <p:notesMasterIdLst>
    <p:notesMasterId r:id="R1abdbaa634dc45b2"/>
  </p:notesMasterIdLst>
  <p:sldIdLst>
    <p:sldId id="256" r:id="R3ba1fd4769104db3"/>
  </p:sldIdLst>
  <p:sldSz cx="12801600" cy="8096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81e563b4724dad" /><Relationship Type="http://schemas.openxmlformats.org/officeDocument/2006/relationships/slideMaster" Target="/ppt/slideMasters/slideMaster1.xml" Id="Rf7a399c305bf4389" /><Relationship Type="http://schemas.openxmlformats.org/officeDocument/2006/relationships/notesMaster" Target="/ppt/notesMasters/notesMaster1.xml" Id="R1abdbaa634dc45b2" /><Relationship Type="http://schemas.openxmlformats.org/officeDocument/2006/relationships/presProps" Target="/ppt/presProps.xml" Id="Rcc0c4138d2c54cdd" /><Relationship Type="http://schemas.openxmlformats.org/officeDocument/2006/relationships/tableStyles" Target="/ppt/tableStyles.xml" Id="Rfd560b5ef93e4050" /><Relationship Type="http://schemas.openxmlformats.org/officeDocument/2006/relationships/slide" Target="/ppt/slides/slide1.xml" Id="R3ba1fd4769104d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d1906dfa4248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cf47a062284e87" /><Relationship Type="http://schemas.openxmlformats.org/officeDocument/2006/relationships/notesMaster" Target="/ppt/notesMasters/notesMaster1.xml" Id="Raf764dadd40e4bcb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{"dataset": "Cylinder", "source": "02-RG-MTM/results/paper1_suite/square-cylinder3d", "source_page": "https://tinoweinkauf.net/notes/squarecylinder.html", "data_credit": "Camarri, Salvetti, Buffoni and Iollo (2005); uniform resampling by Tino Weinkauf, used by von Funck et al. (2008).", "frames": 102, "input_shape_xyz": [135, 64, 48], "maps": "Saved 2048-row previews, no artificial point or trajectory overlay. Metrics use complete saved maps.", "color": "coolwarm, common symmetric logarithmic normalization; linear within Q +/-0.02; fixed global range +/-20.46343994140625. This display transform does not change Q.", "volumes": "True three-dimensional isosurfaces from the original cropped Q arrays at frame 0,51,101. Q=0.1 translucent and Q=0.5 opaque; same physical aspect, orthographic camera, levels and opacity for all three. Native frame edges project the actual volume corners.", "reference": "fixed x direction. TMTM ordinate is native map coordinate; RG ordinate is normalized physical reference position."}</a:t>
            </a:r>
          </a:p>
          <a:p>
            <a:r>
              <a:t>Temporal display revision: intermediate time columns interpolate existing saved profiles for display only. Integer-frame profiles, native extrema and metrics are unchanged before pixel integration. Broad bands and true order changes remain visible. See evidence/temporal_display20261023/provenance.json.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8d05a4b36043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4183fe789f45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4c73802c84a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f86f5776344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ad6e5ba1947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15615f3e54e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AF8954-5708-4441-83CE-AFA81F01AE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3058583"/>
            <a:ext cx="10241280" cy="1169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2A570A-5968-40FF-AAFA-ADE6AA9E74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4452938"/>
            <a:ext cx="8961120" cy="89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2C9DFC-E080-4410-B402-BA83D3D5A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3373438"/>
            <a:ext cx="10241280" cy="134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4B4E55-8579-4E3A-96FB-51AE9E056B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629708"/>
            <a:ext cx="11361420" cy="989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238939-E128-4381-BFFB-900CC99670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248958"/>
            <a:ext cx="11361420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D26522-6E2A-4497-8299-D58F950B8B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629708"/>
            <a:ext cx="11361420" cy="989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3ECF15-5CAB-41E7-A59A-49A4AFCFE6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248958"/>
            <a:ext cx="5280660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A25704-83D3-43BB-BE76-4B71AFB0C4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2248958"/>
            <a:ext cx="5280660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615682-E115-4601-8DBC-94492119E8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629708"/>
            <a:ext cx="11361420" cy="989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A838AB-6BD9-4AA0-B9C4-5C52D4EA3C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248958"/>
            <a:ext cx="5280660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b9171635634217" /><Relationship Type="http://schemas.openxmlformats.org/officeDocument/2006/relationships/slideLayout" Target="/ppt/slideLayouts/slideLayout1.xml" Id="Re5b79948d8fa48f4" /><Relationship Type="http://schemas.openxmlformats.org/officeDocument/2006/relationships/slideLayout" Target="/ppt/slideLayouts/slideLayout2.xml" Id="Rfe8b05b103424f44" /><Relationship Type="http://schemas.openxmlformats.org/officeDocument/2006/relationships/slideLayout" Target="/ppt/slideLayouts/slideLayout3.xml" Id="R5cd74810b3ef4d07" /><Relationship Type="http://schemas.openxmlformats.org/officeDocument/2006/relationships/slideLayout" Target="/ppt/slideLayouts/slideLayout4.xml" Id="Re2b4c453c86346d3" /><Relationship Type="http://schemas.openxmlformats.org/officeDocument/2006/relationships/slideLayout" Target="/ppt/slideLayouts/slideLayout5.xml" Id="R11ee15471e554774" /><Relationship Type="http://schemas.openxmlformats.org/officeDocument/2006/relationships/slideLayout" Target="/ppt/slideLayouts/slideLayout6.xml" Id="Ra200ff03db5f42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b79948d8fa48f4"/>
    <p:sldLayoutId xmlns:r="http://schemas.openxmlformats.org/officeDocument/2006/relationships" id="2147483650" r:id="Rfe8b05b103424f44"/>
    <p:sldLayoutId xmlns:r="http://schemas.openxmlformats.org/officeDocument/2006/relationships" id="2147483651" r:id="R5cd74810b3ef4d07"/>
    <p:sldLayoutId xmlns:r="http://schemas.openxmlformats.org/officeDocument/2006/relationships" id="2147483652" r:id="Re2b4c453c86346d3"/>
    <p:sldLayoutId xmlns:r="http://schemas.openxmlformats.org/officeDocument/2006/relationships" id="2147483653" r:id="R11ee15471e554774"/>
    <p:sldLayoutId xmlns:r="http://schemas.openxmlformats.org/officeDocument/2006/relationships" id="2147483654" r:id="Ra200ff03db5f42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8401bc63240ee" /><Relationship Type="http://schemas.openxmlformats.org/officeDocument/2006/relationships/image" Target="/ppt/media/image.png" Id="R8e3dec1e95f9483e" /><Relationship Type="http://schemas.openxmlformats.org/officeDocument/2006/relationships/image" Target="/ppt/media/image2.png" Id="Rc89e92be5cdc423c" /><Relationship Type="http://schemas.openxmlformats.org/officeDocument/2006/relationships/image" Target="/ppt/media/image3.png" Id="Rb8703c6751794a98" /><Relationship Type="http://schemas.openxmlformats.org/officeDocument/2006/relationships/image" Target="/ppt/media/image4.png" Id="R138068ddb6b5406d" /><Relationship Type="http://schemas.openxmlformats.org/officeDocument/2006/relationships/image" Target="/ppt/media/image5.png" Id="R2b4eca6935d043f3" /><Relationship Type="http://schemas.openxmlformats.org/officeDocument/2006/relationships/image" Target="/ppt/media/image6.png" Id="R17bff3a3749c4f88" /><Relationship Type="http://schemas.openxmlformats.org/officeDocument/2006/relationships/image" Target="/ppt/media/image7.png" Id="Re4e1a71f2c4345da" /><Relationship Type="http://schemas.openxmlformats.org/officeDocument/2006/relationships/image" Target="/ppt/media/image8.png" Id="R64c7f2824b0b4d00" /><Relationship Type="http://schemas.openxmlformats.org/officeDocument/2006/relationships/notesSlide" Target="/ppt/notesSlides/notesSlide1.xml" Id="R7c2aaec7c99f4f08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4" name="text_000">
            <a:extLst>
              <a:ext uri="{FF2B5EF4-FFF2-40B4-BE49-F238E27FC236}">
                <ns2:creationId id="{65851BDF-2F4F-491D-8F16-0E608154FCF3}"/>
              </a:ext>
            </a:extLst>
          </p:cNvPr>
          <p:cNvSpPr>
            <a:spLocks noGrp="1"/>
          </p:cNvSpPr>
          <p:nvPr/>
        </p:nvSpPr>
        <p:spPr>
          <a:xfrm rot="0">
            <a:off x="361950" y="952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TMTM</a:t>
            </a:r>
          </a:p>
        </p:txBody>
      </p:sp>
      <p:pic>
        <p:nvPicPr>
          <p:cNvPr id="2" name="">
            <a:extLst>
              <a:ext uri="{FF2B5EF4-FFF2-40B4-BE49-F238E27FC236}">
                <ns2:creationId id="{769EA4DC-65D9-47E8-83E4-078F948890AB}"/>
              </a:ext>
            </a:extLst>
          </p:cNvPr>
          <p:cNvPicPr>
            <a:picLocks noChangeAspect="1"/>
          </p:cNvPicPr>
          <p:nvPr/>
        </p:nvPicPr>
        <p:blipFill>
          <a:blip r:embed="R8e3dec1e95f9483e"/>
          <a:stretch/>
        </p:blipFill>
        <p:spPr>
          <a:xfrm>
            <a:off x="647700" y="476250"/>
            <a:ext cx="5048250" cy="1352550"/>
          </a:xfrm>
          <a:prstGeom prst="rect">
            <a:avLst/>
          </a:prstGeom>
        </p:spPr>
      </p:pic>
      <p:sp>
        <p:nvSpPr>
          <p:cNvPr id="3" name="line_002">
            <a:extLst>
              <a:ext uri="{FF2B5EF4-FFF2-40B4-BE49-F238E27FC236}">
                <ns2:creationId id="{2C7869FA-3B6A-4FFC-94C9-EE6C07EAF908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4" name="text_003">
            <a:extLst>
              <a:ext uri="{FF2B5EF4-FFF2-40B4-BE49-F238E27FC236}">
                <ns2:creationId id="{47A796BE-7377-4351-B515-82573AB43959}"/>
              </a:ext>
            </a:extLst>
          </p:cNvPr>
          <p:cNvSpPr>
            <a:spLocks noGrp="1"/>
          </p:cNvSpPr>
          <p:nvPr/>
        </p:nvSpPr>
        <p:spPr>
          <a:xfrm rot="0">
            <a:off x="333375" y="173355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line_004">
            <a:extLst>
              <a:ext uri="{FF2B5EF4-FFF2-40B4-BE49-F238E27FC236}">
                <ns2:creationId id="{4EAAD576-95EE-46AE-A79B-3997BDBE0EB0}"/>
              </a:ext>
            </a:extLst>
          </p:cNvPr>
          <p:cNvSpPr>
            <a:spLocks noGrp="1"/>
          </p:cNvSpPr>
          <p:nvPr/>
        </p:nvSpPr>
        <p:spPr>
          <a:xfrm>
            <a:off x="609600" y="11525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6" name="text_005">
            <a:extLst>
              <a:ext uri="{FF2B5EF4-FFF2-40B4-BE49-F238E27FC236}">
                <ns2:creationId id="{B06883D6-7000-4BC7-8F62-6A40F5C15821}"/>
              </a:ext>
            </a:extLst>
          </p:cNvPr>
          <p:cNvSpPr>
            <a:spLocks noGrp="1"/>
          </p:cNvSpPr>
          <p:nvPr/>
        </p:nvSpPr>
        <p:spPr>
          <a:xfrm rot="0">
            <a:off x="333375" y="1057275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7" name="line_006">
            <a:extLst>
              <a:ext uri="{FF2B5EF4-FFF2-40B4-BE49-F238E27FC236}">
                <ns2:creationId id="{0F0D1668-3331-4AE0-9DEF-BB9B1D020D49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8" name="text_007">
            <a:extLst>
              <a:ext uri="{FF2B5EF4-FFF2-40B4-BE49-F238E27FC236}">
                <ns2:creationId id="{A0F84FFE-9D60-4354-8D7C-DB23348825C2}"/>
              </a:ext>
            </a:extLst>
          </p:cNvPr>
          <p:cNvSpPr>
            <a:spLocks noGrp="1"/>
          </p:cNvSpPr>
          <p:nvPr/>
        </p:nvSpPr>
        <p:spPr>
          <a:xfrm rot="0">
            <a:off x="333375" y="38100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line_008">
            <a:extLst>
              <a:ext uri="{FF2B5EF4-FFF2-40B4-BE49-F238E27FC236}">
                <ns2:creationId id="{2F4B4369-CD04-4350-BE37-B1B2BCAAFA88}"/>
              </a:ext>
            </a:extLst>
          </p:cNvPr>
          <p:cNvSpPr>
            <a:spLocks noGrp="1"/>
          </p:cNvSpPr>
          <p:nvPr/>
        </p:nvSpPr>
        <p:spPr>
          <a:xfrm>
            <a:off x="672446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10" name="text_009">
            <a:extLst>
              <a:ext uri="{FF2B5EF4-FFF2-40B4-BE49-F238E27FC236}">
                <ns2:creationId id="{EE572197-18B9-44FE-9731-B071A18EA953}"/>
              </a:ext>
            </a:extLst>
          </p:cNvPr>
          <p:cNvSpPr>
            <a:spLocks noGrp="1"/>
          </p:cNvSpPr>
          <p:nvPr/>
        </p:nvSpPr>
        <p:spPr>
          <a:xfrm rot="0">
            <a:off x="481946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line_010">
            <a:extLst>
              <a:ext uri="{FF2B5EF4-FFF2-40B4-BE49-F238E27FC236}">
                <ns2:creationId id="{29F4FE15-17DF-4476-94A0-625502FA6394}"/>
              </a:ext>
            </a:extLst>
          </p:cNvPr>
          <p:cNvSpPr>
            <a:spLocks noGrp="1"/>
          </p:cNvSpPr>
          <p:nvPr/>
        </p:nvSpPr>
        <p:spPr>
          <a:xfrm>
            <a:off x="1909763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12" name="text_011">
            <a:extLst>
              <a:ext uri="{FF2B5EF4-FFF2-40B4-BE49-F238E27FC236}">
                <ns2:creationId id="{7E4BBAF0-7E7C-460B-B887-C5E21D219755}"/>
              </a:ext>
            </a:extLst>
          </p:cNvPr>
          <p:cNvSpPr>
            <a:spLocks noGrp="1"/>
          </p:cNvSpPr>
          <p:nvPr/>
        </p:nvSpPr>
        <p:spPr>
          <a:xfrm rot="0">
            <a:off x="1719263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" name="line_012">
            <a:extLst>
              <a:ext uri="{FF2B5EF4-FFF2-40B4-BE49-F238E27FC236}">
                <ns2:creationId id="{E8A6AED4-370D-42A8-B5F0-6C5E8C16B37C}"/>
              </a:ext>
            </a:extLst>
          </p:cNvPr>
          <p:cNvSpPr>
            <a:spLocks noGrp="1"/>
          </p:cNvSpPr>
          <p:nvPr/>
        </p:nvSpPr>
        <p:spPr>
          <a:xfrm>
            <a:off x="3196571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14" name="text_013">
            <a:extLst>
              <a:ext uri="{FF2B5EF4-FFF2-40B4-BE49-F238E27FC236}">
                <ns2:creationId id="{44C4768A-FE2C-4433-9ECF-2108793DB784}"/>
              </a:ext>
            </a:extLst>
          </p:cNvPr>
          <p:cNvSpPr>
            <a:spLocks noGrp="1"/>
          </p:cNvSpPr>
          <p:nvPr/>
        </p:nvSpPr>
        <p:spPr>
          <a:xfrm rot="0">
            <a:off x="3006071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15" name="line_014">
            <a:extLst>
              <a:ext uri="{FF2B5EF4-FFF2-40B4-BE49-F238E27FC236}">
                <ns2:creationId id="{44B0EBFC-8567-438D-8636-B65D4168A01F}"/>
              </a:ext>
            </a:extLst>
          </p:cNvPr>
          <p:cNvSpPr>
            <a:spLocks noGrp="1"/>
          </p:cNvSpPr>
          <p:nvPr/>
        </p:nvSpPr>
        <p:spPr>
          <a:xfrm>
            <a:off x="4384395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16" name="text_015">
            <a:extLst>
              <a:ext uri="{FF2B5EF4-FFF2-40B4-BE49-F238E27FC236}">
                <ns2:creationId id="{47D1B028-A245-4132-A9FF-706AECEBEEC5}"/>
              </a:ext>
            </a:extLst>
          </p:cNvPr>
          <p:cNvSpPr>
            <a:spLocks noGrp="1"/>
          </p:cNvSpPr>
          <p:nvPr/>
        </p:nvSpPr>
        <p:spPr>
          <a:xfrm rot="0">
            <a:off x="4193895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7" name="line_016">
            <a:extLst>
              <a:ext uri="{FF2B5EF4-FFF2-40B4-BE49-F238E27FC236}">
                <ns2:creationId id="{6B25960A-E265-462C-8A1C-BEE7CE87EE4E}"/>
              </a:ext>
            </a:extLst>
          </p:cNvPr>
          <p:cNvSpPr>
            <a:spLocks noGrp="1"/>
          </p:cNvSpPr>
          <p:nvPr/>
        </p:nvSpPr>
        <p:spPr>
          <a:xfrm>
            <a:off x="5671204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18" name="text_017">
            <a:extLst>
              <a:ext uri="{FF2B5EF4-FFF2-40B4-BE49-F238E27FC236}">
                <ns2:creationId id="{5C774710-2DE1-4D62-A876-B4DC12DE0DB3}"/>
              </a:ext>
            </a:extLst>
          </p:cNvPr>
          <p:cNvSpPr>
            <a:spLocks noGrp="1"/>
          </p:cNvSpPr>
          <p:nvPr/>
        </p:nvSpPr>
        <p:spPr>
          <a:xfrm rot="0">
            <a:off x="5480704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19" name="line_018">
            <a:extLst>
              <a:ext uri="{FF2B5EF4-FFF2-40B4-BE49-F238E27FC236}">
                <ns2:creationId id="{2DDED5A3-CF4E-49E1-94E6-F0226B25F9B6}"/>
              </a:ext>
            </a:extLst>
          </p:cNvPr>
          <p:cNvSpPr>
            <a:spLocks noGrp="1"/>
          </p:cNvSpPr>
          <p:nvPr/>
        </p:nvSpPr>
        <p:spPr>
          <a:xfrm>
            <a:off x="672446" y="4762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20" name="line_019">
            <a:extLst>
              <a:ext uri="{FF2B5EF4-FFF2-40B4-BE49-F238E27FC236}">
                <ns2:creationId id="{E0061FED-F465-4F82-867B-0EF49452D47B}"/>
              </a:ext>
            </a:extLst>
          </p:cNvPr>
          <p:cNvSpPr>
            <a:spLocks noGrp="1"/>
          </p:cNvSpPr>
          <p:nvPr/>
        </p:nvSpPr>
        <p:spPr>
          <a:xfrm>
            <a:off x="3196571" y="4762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21" name="line_020">
            <a:extLst>
              <a:ext uri="{FF2B5EF4-FFF2-40B4-BE49-F238E27FC236}">
                <ns2:creationId id="{13B61324-D44E-45A4-A6DD-5C81E59D3C45}"/>
              </a:ext>
            </a:extLst>
          </p:cNvPr>
          <p:cNvSpPr>
            <a:spLocks noGrp="1"/>
          </p:cNvSpPr>
          <p:nvPr/>
        </p:nvSpPr>
        <p:spPr>
          <a:xfrm>
            <a:off x="5671204" y="4762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23" name="text_022">
            <a:extLst>
              <a:ext uri="{FF2B5EF4-FFF2-40B4-BE49-F238E27FC236}">
                <ns2:creationId id="{A1D1EA4F-AB33-4E90-9CF5-8DB468E06EB1}"/>
              </a:ext>
            </a:extLst>
          </p:cNvPr>
          <p:cNvSpPr>
            <a:spLocks noGrp="1"/>
          </p:cNvSpPr>
          <p:nvPr/>
        </p:nvSpPr>
        <p:spPr>
          <a:xfrm rot="0">
            <a:off x="2505075" y="20955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(frame)</a:t>
            </a:r>
          </a:p>
        </p:txBody>
      </p:sp>
      <p:sp>
        <p:nvSpPr>
          <p:cNvPr id="24" name="text_023">
            <a:extLst>
              <a:ext uri="{FF2B5EF4-FFF2-40B4-BE49-F238E27FC236}">
                <ns2:creationId id="{B144289B-0190-43E7-B756-3C4740512633}"/>
              </a:ext>
            </a:extLst>
          </p:cNvPr>
          <p:cNvSpPr>
            <a:spLocks noGrp="1"/>
          </p:cNvSpPr>
          <p:nvPr/>
        </p:nvSpPr>
        <p:spPr>
          <a:xfrm rot="0">
            <a:off x="6800850" y="952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RG-MTM-P</a:t>
            </a:r>
          </a:p>
        </p:txBody>
      </p:sp>
      <p:pic>
        <p:nvPicPr>
          <p:cNvPr id="25" name="">
            <a:extLst>
              <a:ext uri="{FF2B5EF4-FFF2-40B4-BE49-F238E27FC236}">
                <ns2:creationId id="{83617B4F-7EA8-487B-99BB-67548F2B8777}"/>
              </a:ext>
            </a:extLst>
          </p:cNvPr>
          <p:cNvPicPr>
            <a:picLocks noChangeAspect="1"/>
          </p:cNvPicPr>
          <p:nvPr/>
        </p:nvPicPr>
        <p:blipFill>
          <a:blip r:embed="Rc89e92be5cdc423c"/>
          <a:stretch/>
        </p:blipFill>
        <p:spPr>
          <a:xfrm>
            <a:off x="7086600" y="476250"/>
            <a:ext cx="5048250" cy="1352550"/>
          </a:xfrm>
          <a:prstGeom prst="rect">
            <a:avLst/>
          </a:prstGeom>
        </p:spPr>
      </p:pic>
      <p:sp>
        <p:nvSpPr>
          <p:cNvPr id="26" name="line_025">
            <a:extLst>
              <a:ext uri="{FF2B5EF4-FFF2-40B4-BE49-F238E27FC236}">
                <ns2:creationId id="{FEB4A91D-A822-4538-A917-51D3851DC589}"/>
              </a:ext>
            </a:extLst>
          </p:cNvPr>
          <p:cNvSpPr>
            <a:spLocks noGrp="1"/>
          </p:cNvSpPr>
          <p:nvPr/>
        </p:nvSpPr>
        <p:spPr>
          <a:xfrm>
            <a:off x="7048500" y="18288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7" name="text_026">
            <a:extLst>
              <a:ext uri="{FF2B5EF4-FFF2-40B4-BE49-F238E27FC236}">
                <ns2:creationId id="{F492141D-33D2-486E-AB51-D3679B3E635C}"/>
              </a:ext>
            </a:extLst>
          </p:cNvPr>
          <p:cNvSpPr>
            <a:spLocks noGrp="1"/>
          </p:cNvSpPr>
          <p:nvPr/>
        </p:nvSpPr>
        <p:spPr>
          <a:xfrm rot="0">
            <a:off x="6772275" y="173355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line_027">
            <a:extLst>
              <a:ext uri="{FF2B5EF4-FFF2-40B4-BE49-F238E27FC236}">
                <ns2:creationId id="{C38967E5-E4D1-4F6E-80A8-C230BE6DEA55}"/>
              </a:ext>
            </a:extLst>
          </p:cNvPr>
          <p:cNvSpPr>
            <a:spLocks noGrp="1"/>
          </p:cNvSpPr>
          <p:nvPr/>
        </p:nvSpPr>
        <p:spPr>
          <a:xfrm>
            <a:off x="7048500" y="11525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9" name="text_028">
            <a:extLst>
              <a:ext uri="{FF2B5EF4-FFF2-40B4-BE49-F238E27FC236}">
                <ns2:creationId id="{B657F5B5-6E60-46A2-84F6-3FE5FFEB8543}"/>
              </a:ext>
            </a:extLst>
          </p:cNvPr>
          <p:cNvSpPr>
            <a:spLocks noGrp="1"/>
          </p:cNvSpPr>
          <p:nvPr/>
        </p:nvSpPr>
        <p:spPr>
          <a:xfrm rot="0">
            <a:off x="6772275" y="1057275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30" name="line_029">
            <a:extLst>
              <a:ext uri="{FF2B5EF4-FFF2-40B4-BE49-F238E27FC236}">
                <ns2:creationId id="{F528E9CA-21EA-4B98-9E43-560B8E85280B}"/>
              </a:ext>
            </a:extLst>
          </p:cNvPr>
          <p:cNvSpPr>
            <a:spLocks noGrp="1"/>
          </p:cNvSpPr>
          <p:nvPr/>
        </p:nvSpPr>
        <p:spPr>
          <a:xfrm>
            <a:off x="7048500" y="4762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31" name="text_030">
            <a:extLst>
              <a:ext uri="{FF2B5EF4-FFF2-40B4-BE49-F238E27FC236}">
                <ns2:creationId id="{511BDC6B-CD8D-4A48-AA83-1A7A2A8DBFA9}"/>
              </a:ext>
            </a:extLst>
          </p:cNvPr>
          <p:cNvSpPr>
            <a:spLocks noGrp="1"/>
          </p:cNvSpPr>
          <p:nvPr/>
        </p:nvSpPr>
        <p:spPr>
          <a:xfrm rot="0">
            <a:off x="6772275" y="38100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line_031">
            <a:extLst>
              <a:ext uri="{FF2B5EF4-FFF2-40B4-BE49-F238E27FC236}">
                <ns2:creationId id="{135B7EC1-A708-451C-9328-EB7459F494FB}"/>
              </a:ext>
            </a:extLst>
          </p:cNvPr>
          <p:cNvSpPr>
            <a:spLocks noGrp="1"/>
          </p:cNvSpPr>
          <p:nvPr/>
        </p:nvSpPr>
        <p:spPr>
          <a:xfrm>
            <a:off x="7111346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33" name="text_032">
            <a:extLst>
              <a:ext uri="{FF2B5EF4-FFF2-40B4-BE49-F238E27FC236}">
                <ns2:creationId id="{20F598E5-35C8-4F3A-82E1-615BF2F500E0}"/>
              </a:ext>
            </a:extLst>
          </p:cNvPr>
          <p:cNvSpPr>
            <a:spLocks noGrp="1"/>
          </p:cNvSpPr>
          <p:nvPr/>
        </p:nvSpPr>
        <p:spPr>
          <a:xfrm rot="0">
            <a:off x="6920846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line_033">
            <a:extLst>
              <a:ext uri="{FF2B5EF4-FFF2-40B4-BE49-F238E27FC236}">
                <ns2:creationId id="{C5CB54E6-D22C-4065-9E30-4AD4925EBF0D}"/>
              </a:ext>
            </a:extLst>
          </p:cNvPr>
          <p:cNvSpPr>
            <a:spLocks noGrp="1"/>
          </p:cNvSpPr>
          <p:nvPr/>
        </p:nvSpPr>
        <p:spPr>
          <a:xfrm>
            <a:off x="8348663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35" name="text_034">
            <a:extLst>
              <a:ext uri="{FF2B5EF4-FFF2-40B4-BE49-F238E27FC236}">
                <ns2:creationId id="{47FE10D8-5D3B-408E-BDF7-EAFC53E89304}"/>
              </a:ext>
            </a:extLst>
          </p:cNvPr>
          <p:cNvSpPr>
            <a:spLocks noGrp="1"/>
          </p:cNvSpPr>
          <p:nvPr/>
        </p:nvSpPr>
        <p:spPr>
          <a:xfrm rot="0">
            <a:off x="8158163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6" name="line_035">
            <a:extLst>
              <a:ext uri="{FF2B5EF4-FFF2-40B4-BE49-F238E27FC236}">
                <ns2:creationId id="{C261428F-1438-4922-8CD3-25B469789E33}"/>
              </a:ext>
            </a:extLst>
          </p:cNvPr>
          <p:cNvSpPr>
            <a:spLocks noGrp="1"/>
          </p:cNvSpPr>
          <p:nvPr/>
        </p:nvSpPr>
        <p:spPr>
          <a:xfrm>
            <a:off x="9635471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37" name="text_036">
            <a:extLst>
              <a:ext uri="{FF2B5EF4-FFF2-40B4-BE49-F238E27FC236}">
                <ns2:creationId id="{F3275149-63A9-4C33-8965-40451CE7BDA0}"/>
              </a:ext>
            </a:extLst>
          </p:cNvPr>
          <p:cNvSpPr>
            <a:spLocks noGrp="1"/>
          </p:cNvSpPr>
          <p:nvPr/>
        </p:nvSpPr>
        <p:spPr>
          <a:xfrm rot="0">
            <a:off x="9444971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38" name="line_037">
            <a:extLst>
              <a:ext uri="{FF2B5EF4-FFF2-40B4-BE49-F238E27FC236}">
                <ns2:creationId id="{738E17F9-AA12-4010-AEA4-4EC80F9D6705}"/>
              </a:ext>
            </a:extLst>
          </p:cNvPr>
          <p:cNvSpPr>
            <a:spLocks noGrp="1"/>
          </p:cNvSpPr>
          <p:nvPr/>
        </p:nvSpPr>
        <p:spPr>
          <a:xfrm>
            <a:off x="10823295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39" name="text_038">
            <a:extLst>
              <a:ext uri="{FF2B5EF4-FFF2-40B4-BE49-F238E27FC236}">
                <ns2:creationId id="{3728DFA7-FA5E-4964-9F7A-25993D3D0CB6}"/>
              </a:ext>
            </a:extLst>
          </p:cNvPr>
          <p:cNvSpPr>
            <a:spLocks noGrp="1"/>
          </p:cNvSpPr>
          <p:nvPr/>
        </p:nvSpPr>
        <p:spPr>
          <a:xfrm rot="0">
            <a:off x="10632795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0" name="line_039">
            <a:extLst>
              <a:ext uri="{FF2B5EF4-FFF2-40B4-BE49-F238E27FC236}">
                <ns2:creationId id="{70687624-E2A5-4E4E-BA0C-E1B3E3FECCDC}"/>
              </a:ext>
            </a:extLst>
          </p:cNvPr>
          <p:cNvSpPr>
            <a:spLocks noGrp="1"/>
          </p:cNvSpPr>
          <p:nvPr/>
        </p:nvSpPr>
        <p:spPr>
          <a:xfrm>
            <a:off x="12110104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41" name="text_040">
            <a:extLst>
              <a:ext uri="{FF2B5EF4-FFF2-40B4-BE49-F238E27FC236}">
                <ns2:creationId id="{C6C29706-9802-4AD8-A155-2846562548A1}"/>
              </a:ext>
            </a:extLst>
          </p:cNvPr>
          <p:cNvSpPr>
            <a:spLocks noGrp="1"/>
          </p:cNvSpPr>
          <p:nvPr/>
        </p:nvSpPr>
        <p:spPr>
          <a:xfrm rot="0">
            <a:off x="11919604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42" name="line_041">
            <a:extLst>
              <a:ext uri="{FF2B5EF4-FFF2-40B4-BE49-F238E27FC236}">
                <ns2:creationId id="{8B061A2B-B8E4-4D32-8E2B-A54B58F7B884}"/>
              </a:ext>
            </a:extLst>
          </p:cNvPr>
          <p:cNvSpPr>
            <a:spLocks noGrp="1"/>
          </p:cNvSpPr>
          <p:nvPr/>
        </p:nvSpPr>
        <p:spPr>
          <a:xfrm>
            <a:off x="7111346" y="4762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43" name="line_042">
            <a:extLst>
              <a:ext uri="{FF2B5EF4-FFF2-40B4-BE49-F238E27FC236}">
                <ns2:creationId id="{D3443B76-3660-4470-A81D-907FC8AC2141}"/>
              </a:ext>
            </a:extLst>
          </p:cNvPr>
          <p:cNvSpPr>
            <a:spLocks noGrp="1"/>
          </p:cNvSpPr>
          <p:nvPr/>
        </p:nvSpPr>
        <p:spPr>
          <a:xfrm>
            <a:off x="9635471" y="4762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44" name="line_043">
            <a:extLst>
              <a:ext uri="{FF2B5EF4-FFF2-40B4-BE49-F238E27FC236}">
                <ns2:creationId id="{1AFD9DFB-F8C6-4281-9BF9-85805117D787}"/>
              </a:ext>
            </a:extLst>
          </p:cNvPr>
          <p:cNvSpPr>
            <a:spLocks noGrp="1"/>
          </p:cNvSpPr>
          <p:nvPr/>
        </p:nvSpPr>
        <p:spPr>
          <a:xfrm>
            <a:off x="12110104" y="4762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46" name="text_045">
            <a:extLst>
              <a:ext uri="{FF2B5EF4-FFF2-40B4-BE49-F238E27FC236}">
                <ns2:creationId id="{E95273D0-3723-41E1-9AAE-CFE60F427A98}"/>
              </a:ext>
            </a:extLst>
          </p:cNvPr>
          <p:cNvSpPr>
            <a:spLocks noGrp="1"/>
          </p:cNvSpPr>
          <p:nvPr/>
        </p:nvSpPr>
        <p:spPr>
          <a:xfrm rot="0">
            <a:off x="8943975" y="20955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(frame)</a:t>
            </a:r>
          </a:p>
        </p:txBody>
      </p:sp>
      <p:sp>
        <p:nvSpPr>
          <p:cNvPr id="47" name="text_046">
            <a:extLst>
              <a:ext uri="{FF2B5EF4-FFF2-40B4-BE49-F238E27FC236}">
                <ns2:creationId id="{2116CAC9-9764-440D-A2CA-5562709B860D}"/>
              </a:ext>
            </a:extLst>
          </p:cNvPr>
          <p:cNvSpPr>
            <a:spLocks noGrp="1"/>
          </p:cNvSpPr>
          <p:nvPr/>
        </p:nvSpPr>
        <p:spPr>
          <a:xfrm rot="0">
            <a:off x="361950" y="20764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RG-MTM-R, 2%</a:t>
            </a:r>
          </a:p>
        </p:txBody>
      </p:sp>
      <p:pic>
        <p:nvPicPr>
          <p:cNvPr id="48" name="">
            <a:extLst>
              <a:ext uri="{FF2B5EF4-FFF2-40B4-BE49-F238E27FC236}">
                <ns2:creationId id="{7F8C3545-25B0-4B78-8706-9750288AD987}"/>
              </a:ext>
            </a:extLst>
          </p:cNvPr>
          <p:cNvPicPr>
            <a:picLocks noChangeAspect="1"/>
          </p:cNvPicPr>
          <p:nvPr/>
        </p:nvPicPr>
        <p:blipFill>
          <a:blip r:embed="Rb8703c6751794a98"/>
          <a:stretch/>
        </p:blipFill>
        <p:spPr>
          <a:xfrm>
            <a:off x="647700" y="2457450"/>
            <a:ext cx="5048250" cy="1352550"/>
          </a:xfrm>
          <a:prstGeom prst="rect">
            <a:avLst/>
          </a:prstGeom>
        </p:spPr>
      </p:pic>
      <p:sp>
        <p:nvSpPr>
          <p:cNvPr id="49" name="line_048">
            <a:extLst>
              <a:ext uri="{FF2B5EF4-FFF2-40B4-BE49-F238E27FC236}">
                <ns2:creationId id="{27D299CB-C31A-4C0C-8CE5-31F8970EC4BD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50" name="text_049">
            <a:extLst>
              <a:ext uri="{FF2B5EF4-FFF2-40B4-BE49-F238E27FC236}">
                <ns2:creationId id="{42F2DB3C-24E3-4140-B231-686CE8006D26}"/>
              </a:ext>
            </a:extLst>
          </p:cNvPr>
          <p:cNvSpPr>
            <a:spLocks noGrp="1"/>
          </p:cNvSpPr>
          <p:nvPr/>
        </p:nvSpPr>
        <p:spPr>
          <a:xfrm rot="0">
            <a:off x="333375" y="371475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1" name="line_050">
            <a:extLst>
              <a:ext uri="{FF2B5EF4-FFF2-40B4-BE49-F238E27FC236}">
                <ns2:creationId id="{E721F4D6-83E2-4FB0-A275-339EC5303738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52" name="text_051">
            <a:extLst>
              <a:ext uri="{FF2B5EF4-FFF2-40B4-BE49-F238E27FC236}">
                <ns2:creationId id="{E0F36864-52D9-419C-94C3-AA0248BB1B95}"/>
              </a:ext>
            </a:extLst>
          </p:cNvPr>
          <p:cNvSpPr>
            <a:spLocks noGrp="1"/>
          </p:cNvSpPr>
          <p:nvPr/>
        </p:nvSpPr>
        <p:spPr>
          <a:xfrm rot="0">
            <a:off x="333375" y="3038475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53" name="line_052">
            <a:extLst>
              <a:ext uri="{FF2B5EF4-FFF2-40B4-BE49-F238E27FC236}">
                <ns2:creationId id="{126F8538-03D9-45F4-B7EC-2A6E0F8939DA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54" name="text_053">
            <a:extLst>
              <a:ext uri="{FF2B5EF4-FFF2-40B4-BE49-F238E27FC236}">
                <ns2:creationId id="{CA3E9716-27D2-470E-AAC3-C4F6D55C6B15}"/>
              </a:ext>
            </a:extLst>
          </p:cNvPr>
          <p:cNvSpPr>
            <a:spLocks noGrp="1"/>
          </p:cNvSpPr>
          <p:nvPr/>
        </p:nvSpPr>
        <p:spPr>
          <a:xfrm rot="0">
            <a:off x="333375" y="236220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5" name="line_054">
            <a:extLst>
              <a:ext uri="{FF2B5EF4-FFF2-40B4-BE49-F238E27FC236}">
                <ns2:creationId id="{D8C13444-9B5A-41D5-8B83-273B37A7FF43}"/>
              </a:ext>
            </a:extLst>
          </p:cNvPr>
          <p:cNvSpPr>
            <a:spLocks noGrp="1"/>
          </p:cNvSpPr>
          <p:nvPr/>
        </p:nvSpPr>
        <p:spPr>
          <a:xfrm>
            <a:off x="672446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56" name="text_055">
            <a:extLst>
              <a:ext uri="{FF2B5EF4-FFF2-40B4-BE49-F238E27FC236}">
                <ns2:creationId id="{CEF63648-34BA-4192-B51D-A7C00554B634}"/>
              </a:ext>
            </a:extLst>
          </p:cNvPr>
          <p:cNvSpPr>
            <a:spLocks noGrp="1"/>
          </p:cNvSpPr>
          <p:nvPr/>
        </p:nvSpPr>
        <p:spPr>
          <a:xfrm rot="0">
            <a:off x="481946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line_056">
            <a:extLst>
              <a:ext uri="{FF2B5EF4-FFF2-40B4-BE49-F238E27FC236}">
                <ns2:creationId id="{161A6F31-322E-4950-85F7-4D7C42012B23}"/>
              </a:ext>
            </a:extLst>
          </p:cNvPr>
          <p:cNvSpPr>
            <a:spLocks noGrp="1"/>
          </p:cNvSpPr>
          <p:nvPr/>
        </p:nvSpPr>
        <p:spPr>
          <a:xfrm>
            <a:off x="1909763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58" name="text_057">
            <a:extLst>
              <a:ext uri="{FF2B5EF4-FFF2-40B4-BE49-F238E27FC236}">
                <ns2:creationId id="{4B3FE683-8356-4899-B599-2E0CAEDA9CDC}"/>
              </a:ext>
            </a:extLst>
          </p:cNvPr>
          <p:cNvSpPr>
            <a:spLocks noGrp="1"/>
          </p:cNvSpPr>
          <p:nvPr/>
        </p:nvSpPr>
        <p:spPr>
          <a:xfrm rot="0">
            <a:off x="1719263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9" name="line_058">
            <a:extLst>
              <a:ext uri="{FF2B5EF4-FFF2-40B4-BE49-F238E27FC236}">
                <ns2:creationId id="{669FD478-4D69-42D8-A8F9-C5737FBE7986}"/>
              </a:ext>
            </a:extLst>
          </p:cNvPr>
          <p:cNvSpPr>
            <a:spLocks noGrp="1"/>
          </p:cNvSpPr>
          <p:nvPr/>
        </p:nvSpPr>
        <p:spPr>
          <a:xfrm>
            <a:off x="3196571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60" name="text_059">
            <a:extLst>
              <a:ext uri="{FF2B5EF4-FFF2-40B4-BE49-F238E27FC236}">
                <ns2:creationId id="{C1490A32-AA6E-4D65-BC3C-81B4745D9307}"/>
              </a:ext>
            </a:extLst>
          </p:cNvPr>
          <p:cNvSpPr>
            <a:spLocks noGrp="1"/>
          </p:cNvSpPr>
          <p:nvPr/>
        </p:nvSpPr>
        <p:spPr>
          <a:xfrm rot="0">
            <a:off x="3006071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61" name="line_060">
            <a:extLst>
              <a:ext uri="{FF2B5EF4-FFF2-40B4-BE49-F238E27FC236}">
                <ns2:creationId id="{82BCA5DF-71D3-4730-B1B8-25380DFAC838}"/>
              </a:ext>
            </a:extLst>
          </p:cNvPr>
          <p:cNvSpPr>
            <a:spLocks noGrp="1"/>
          </p:cNvSpPr>
          <p:nvPr/>
        </p:nvSpPr>
        <p:spPr>
          <a:xfrm>
            <a:off x="4384395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62" name="text_061">
            <a:extLst>
              <a:ext uri="{FF2B5EF4-FFF2-40B4-BE49-F238E27FC236}">
                <ns2:creationId id="{82D984A7-B625-4F77-9A90-F5C9A064F553}"/>
              </a:ext>
            </a:extLst>
          </p:cNvPr>
          <p:cNvSpPr>
            <a:spLocks noGrp="1"/>
          </p:cNvSpPr>
          <p:nvPr/>
        </p:nvSpPr>
        <p:spPr>
          <a:xfrm rot="0">
            <a:off x="4193895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63" name="line_062">
            <a:extLst>
              <a:ext uri="{FF2B5EF4-FFF2-40B4-BE49-F238E27FC236}">
                <ns2:creationId id="{C2F2F8E0-1D2B-4DC3-A93B-30EEBF465A18}"/>
              </a:ext>
            </a:extLst>
          </p:cNvPr>
          <p:cNvSpPr>
            <a:spLocks noGrp="1"/>
          </p:cNvSpPr>
          <p:nvPr/>
        </p:nvSpPr>
        <p:spPr>
          <a:xfrm>
            <a:off x="5671204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64" name="text_063">
            <a:extLst>
              <a:ext uri="{FF2B5EF4-FFF2-40B4-BE49-F238E27FC236}">
                <ns2:creationId id="{AD6BF4E2-52CA-4BD1-B6CF-EB83469E8ED4}"/>
              </a:ext>
            </a:extLst>
          </p:cNvPr>
          <p:cNvSpPr>
            <a:spLocks noGrp="1"/>
          </p:cNvSpPr>
          <p:nvPr/>
        </p:nvSpPr>
        <p:spPr>
          <a:xfrm rot="0">
            <a:off x="5480704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65" name="line_064">
            <a:extLst>
              <a:ext uri="{FF2B5EF4-FFF2-40B4-BE49-F238E27FC236}">
                <ns2:creationId id="{FEA47045-692D-430E-B22E-C1BE988347BF}"/>
              </a:ext>
            </a:extLst>
          </p:cNvPr>
          <p:cNvSpPr>
            <a:spLocks noGrp="1"/>
          </p:cNvSpPr>
          <p:nvPr/>
        </p:nvSpPr>
        <p:spPr>
          <a:xfrm>
            <a:off x="672446" y="24574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66" name="line_065">
            <a:extLst>
              <a:ext uri="{FF2B5EF4-FFF2-40B4-BE49-F238E27FC236}">
                <ns2:creationId id="{FD904681-BEC5-4F09-894F-E3FA147D1A15}"/>
              </a:ext>
            </a:extLst>
          </p:cNvPr>
          <p:cNvSpPr>
            <a:spLocks noGrp="1"/>
          </p:cNvSpPr>
          <p:nvPr/>
        </p:nvSpPr>
        <p:spPr>
          <a:xfrm>
            <a:off x="3196571" y="24574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67" name="line_066">
            <a:extLst>
              <a:ext uri="{FF2B5EF4-FFF2-40B4-BE49-F238E27FC236}">
                <ns2:creationId id="{0D22ECB9-EA24-4E1A-843E-5028B60AB29E}"/>
              </a:ext>
            </a:extLst>
          </p:cNvPr>
          <p:cNvSpPr>
            <a:spLocks noGrp="1"/>
          </p:cNvSpPr>
          <p:nvPr/>
        </p:nvSpPr>
        <p:spPr>
          <a:xfrm>
            <a:off x="5671204" y="24574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69" name="text_068">
            <a:extLst>
              <a:ext uri="{FF2B5EF4-FFF2-40B4-BE49-F238E27FC236}">
                <ns2:creationId id="{FD3B7E66-F7A7-4EB2-B0BE-EA191BD1E121}"/>
              </a:ext>
            </a:extLst>
          </p:cNvPr>
          <p:cNvSpPr>
            <a:spLocks noGrp="1"/>
          </p:cNvSpPr>
          <p:nvPr/>
        </p:nvSpPr>
        <p:spPr>
          <a:xfrm rot="0">
            <a:off x="2505075" y="40767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(frame)</a:t>
            </a:r>
          </a:p>
        </p:txBody>
      </p:sp>
      <p:sp>
        <p:nvSpPr>
          <p:cNvPr id="70" name="text_069">
            <a:extLst>
              <a:ext uri="{FF2B5EF4-FFF2-40B4-BE49-F238E27FC236}">
                <ns2:creationId id="{30E6A09C-A474-454C-AE53-1668F96FDBBE}"/>
              </a:ext>
            </a:extLst>
          </p:cNvPr>
          <p:cNvSpPr>
            <a:spLocks noGrp="1"/>
          </p:cNvSpPr>
          <p:nvPr/>
        </p:nvSpPr>
        <p:spPr>
          <a:xfrm rot="0">
            <a:off x="6800850" y="20764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RG-MTM-R, 20%</a:t>
            </a:r>
          </a:p>
        </p:txBody>
      </p:sp>
      <p:pic>
        <p:nvPicPr>
          <p:cNvPr id="71" name="">
            <a:extLst>
              <a:ext uri="{FF2B5EF4-FFF2-40B4-BE49-F238E27FC236}">
                <ns2:creationId id="{B44D8678-2330-4C20-8663-66A5EFF07BA3}"/>
              </a:ext>
            </a:extLst>
          </p:cNvPr>
          <p:cNvPicPr>
            <a:picLocks noChangeAspect="1"/>
          </p:cNvPicPr>
          <p:nvPr/>
        </p:nvPicPr>
        <p:blipFill>
          <a:blip r:embed="R138068ddb6b5406d"/>
          <a:stretch/>
        </p:blipFill>
        <p:spPr>
          <a:xfrm>
            <a:off x="7086600" y="2457450"/>
            <a:ext cx="5048250" cy="1352550"/>
          </a:xfrm>
          <a:prstGeom prst="rect">
            <a:avLst/>
          </a:prstGeom>
        </p:spPr>
      </p:pic>
      <p:sp>
        <p:nvSpPr>
          <p:cNvPr id="72" name="line_071">
            <a:extLst>
              <a:ext uri="{FF2B5EF4-FFF2-40B4-BE49-F238E27FC236}">
                <ns2:creationId id="{71567291-8DAE-49A4-A91E-7AE4D8FCBD9F}"/>
              </a:ext>
            </a:extLst>
          </p:cNvPr>
          <p:cNvSpPr>
            <a:spLocks noGrp="1"/>
          </p:cNvSpPr>
          <p:nvPr/>
        </p:nvSpPr>
        <p:spPr>
          <a:xfrm>
            <a:off x="7048500" y="38100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73" name="text_072">
            <a:extLst>
              <a:ext uri="{FF2B5EF4-FFF2-40B4-BE49-F238E27FC236}">
                <ns2:creationId id="{57D408CD-B186-4721-B5E3-BE5BB8CCEF1D}"/>
              </a:ext>
            </a:extLst>
          </p:cNvPr>
          <p:cNvSpPr>
            <a:spLocks noGrp="1"/>
          </p:cNvSpPr>
          <p:nvPr/>
        </p:nvSpPr>
        <p:spPr>
          <a:xfrm rot="0">
            <a:off x="6772275" y="371475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4" name="line_073">
            <a:extLst>
              <a:ext uri="{FF2B5EF4-FFF2-40B4-BE49-F238E27FC236}">
                <ns2:creationId id="{274AD069-C3BA-43B6-BAC7-DD6E8DF95766}"/>
              </a:ext>
            </a:extLst>
          </p:cNvPr>
          <p:cNvSpPr>
            <a:spLocks noGrp="1"/>
          </p:cNvSpPr>
          <p:nvPr/>
        </p:nvSpPr>
        <p:spPr>
          <a:xfrm>
            <a:off x="7048500" y="31337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75" name="text_074">
            <a:extLst>
              <a:ext uri="{FF2B5EF4-FFF2-40B4-BE49-F238E27FC236}">
                <ns2:creationId id="{66C42432-BD1B-4327-9EE0-0CA68CB93BBC}"/>
              </a:ext>
            </a:extLst>
          </p:cNvPr>
          <p:cNvSpPr>
            <a:spLocks noGrp="1"/>
          </p:cNvSpPr>
          <p:nvPr/>
        </p:nvSpPr>
        <p:spPr>
          <a:xfrm rot="0">
            <a:off x="6772275" y="3038475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76" name="line_075">
            <a:extLst>
              <a:ext uri="{FF2B5EF4-FFF2-40B4-BE49-F238E27FC236}">
                <ns2:creationId id="{B566ACA4-175E-4B55-BC20-5CEC44DCA050}"/>
              </a:ext>
            </a:extLst>
          </p:cNvPr>
          <p:cNvSpPr>
            <a:spLocks noGrp="1"/>
          </p:cNvSpPr>
          <p:nvPr/>
        </p:nvSpPr>
        <p:spPr>
          <a:xfrm>
            <a:off x="7048500" y="24574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77" name="text_076">
            <a:extLst>
              <a:ext uri="{FF2B5EF4-FFF2-40B4-BE49-F238E27FC236}">
                <ns2:creationId id="{9701DF8F-CFF6-47C9-89A4-3EEEAC329F5A}"/>
              </a:ext>
            </a:extLst>
          </p:cNvPr>
          <p:cNvSpPr>
            <a:spLocks noGrp="1"/>
          </p:cNvSpPr>
          <p:nvPr/>
        </p:nvSpPr>
        <p:spPr>
          <a:xfrm rot="0">
            <a:off x="6772275" y="236220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8" name="line_077">
            <a:extLst>
              <a:ext uri="{FF2B5EF4-FFF2-40B4-BE49-F238E27FC236}">
                <ns2:creationId id="{FDB60AAA-FD31-418D-A78D-CB9B8D0436BD}"/>
              </a:ext>
            </a:extLst>
          </p:cNvPr>
          <p:cNvSpPr>
            <a:spLocks noGrp="1"/>
          </p:cNvSpPr>
          <p:nvPr/>
        </p:nvSpPr>
        <p:spPr>
          <a:xfrm>
            <a:off x="7111346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79" name="text_078">
            <a:extLst>
              <a:ext uri="{FF2B5EF4-FFF2-40B4-BE49-F238E27FC236}">
                <ns2:creationId id="{A1CAB620-3565-469B-8487-CB6207A13540}"/>
              </a:ext>
            </a:extLst>
          </p:cNvPr>
          <p:cNvSpPr>
            <a:spLocks noGrp="1"/>
          </p:cNvSpPr>
          <p:nvPr/>
        </p:nvSpPr>
        <p:spPr>
          <a:xfrm rot="0">
            <a:off x="6920846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0" name="line_079">
            <a:extLst>
              <a:ext uri="{FF2B5EF4-FFF2-40B4-BE49-F238E27FC236}">
                <ns2:creationId id="{D55E2353-CE59-4FE0-9C18-186BA2AE45F5}"/>
              </a:ext>
            </a:extLst>
          </p:cNvPr>
          <p:cNvSpPr>
            <a:spLocks noGrp="1"/>
          </p:cNvSpPr>
          <p:nvPr/>
        </p:nvSpPr>
        <p:spPr>
          <a:xfrm>
            <a:off x="8348663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81" name="text_080">
            <a:extLst>
              <a:ext uri="{FF2B5EF4-FFF2-40B4-BE49-F238E27FC236}">
                <ns2:creationId id="{A4002257-4D2F-4721-87F7-C5928883210F}"/>
              </a:ext>
            </a:extLst>
          </p:cNvPr>
          <p:cNvSpPr>
            <a:spLocks noGrp="1"/>
          </p:cNvSpPr>
          <p:nvPr/>
        </p:nvSpPr>
        <p:spPr>
          <a:xfrm rot="0">
            <a:off x="8158163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2" name="line_081">
            <a:extLst>
              <a:ext uri="{FF2B5EF4-FFF2-40B4-BE49-F238E27FC236}">
                <ns2:creationId id="{7A75AE35-B703-4F67-B35C-D8154814A0FE}"/>
              </a:ext>
            </a:extLst>
          </p:cNvPr>
          <p:cNvSpPr>
            <a:spLocks noGrp="1"/>
          </p:cNvSpPr>
          <p:nvPr/>
        </p:nvSpPr>
        <p:spPr>
          <a:xfrm>
            <a:off x="9635471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83" name="text_082">
            <a:extLst>
              <a:ext uri="{FF2B5EF4-FFF2-40B4-BE49-F238E27FC236}">
                <ns2:creationId id="{F4A28DFD-1145-44DB-96BA-491512ED308F}"/>
              </a:ext>
            </a:extLst>
          </p:cNvPr>
          <p:cNvSpPr>
            <a:spLocks noGrp="1"/>
          </p:cNvSpPr>
          <p:nvPr/>
        </p:nvSpPr>
        <p:spPr>
          <a:xfrm rot="0">
            <a:off x="9444971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84" name="line_083">
            <a:extLst>
              <a:ext uri="{FF2B5EF4-FFF2-40B4-BE49-F238E27FC236}">
                <ns2:creationId id="{FAB17A6A-4FB9-43C4-B01B-DBD3724BCB9B}"/>
              </a:ext>
            </a:extLst>
          </p:cNvPr>
          <p:cNvSpPr>
            <a:spLocks noGrp="1"/>
          </p:cNvSpPr>
          <p:nvPr/>
        </p:nvSpPr>
        <p:spPr>
          <a:xfrm>
            <a:off x="10823295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85" name="text_084">
            <a:extLst>
              <a:ext uri="{FF2B5EF4-FFF2-40B4-BE49-F238E27FC236}">
                <ns2:creationId id="{77B0BDA2-404F-47E6-8FA5-186CC4075436}"/>
              </a:ext>
            </a:extLst>
          </p:cNvPr>
          <p:cNvSpPr>
            <a:spLocks noGrp="1"/>
          </p:cNvSpPr>
          <p:nvPr/>
        </p:nvSpPr>
        <p:spPr>
          <a:xfrm rot="0">
            <a:off x="10632795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86" name="line_085">
            <a:extLst>
              <a:ext uri="{FF2B5EF4-FFF2-40B4-BE49-F238E27FC236}">
                <ns2:creationId id="{8DB6B261-4CF6-42C4-BE15-0FF0AD645CDB}"/>
              </a:ext>
            </a:extLst>
          </p:cNvPr>
          <p:cNvSpPr>
            <a:spLocks noGrp="1"/>
          </p:cNvSpPr>
          <p:nvPr/>
        </p:nvSpPr>
        <p:spPr>
          <a:xfrm>
            <a:off x="12110104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87" name="text_086">
            <a:extLst>
              <a:ext uri="{FF2B5EF4-FFF2-40B4-BE49-F238E27FC236}">
                <ns2:creationId id="{51E44707-F784-4E15-91DF-6EBC5D7777D3}"/>
              </a:ext>
            </a:extLst>
          </p:cNvPr>
          <p:cNvSpPr>
            <a:spLocks noGrp="1"/>
          </p:cNvSpPr>
          <p:nvPr/>
        </p:nvSpPr>
        <p:spPr>
          <a:xfrm rot="0">
            <a:off x="11919604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88" name="line_087">
            <a:extLst>
              <a:ext uri="{FF2B5EF4-FFF2-40B4-BE49-F238E27FC236}">
                <ns2:creationId id="{90B96168-3CCF-4220-BCB2-6FF6207CD6E6}"/>
              </a:ext>
            </a:extLst>
          </p:cNvPr>
          <p:cNvSpPr>
            <a:spLocks noGrp="1"/>
          </p:cNvSpPr>
          <p:nvPr/>
        </p:nvSpPr>
        <p:spPr>
          <a:xfrm>
            <a:off x="7111346" y="24574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89" name="line_088">
            <a:extLst>
              <a:ext uri="{FF2B5EF4-FFF2-40B4-BE49-F238E27FC236}">
                <ns2:creationId id="{A201F905-093F-4AC3-9781-564FB0C6D546}"/>
              </a:ext>
            </a:extLst>
          </p:cNvPr>
          <p:cNvSpPr>
            <a:spLocks noGrp="1"/>
          </p:cNvSpPr>
          <p:nvPr/>
        </p:nvSpPr>
        <p:spPr>
          <a:xfrm>
            <a:off x="9635471" y="24574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90" name="line_089">
            <a:extLst>
              <a:ext uri="{FF2B5EF4-FFF2-40B4-BE49-F238E27FC236}">
                <ns2:creationId id="{F9EDF745-8F54-41DE-B28C-B116443C5E05}"/>
              </a:ext>
            </a:extLst>
          </p:cNvPr>
          <p:cNvSpPr>
            <a:spLocks noGrp="1"/>
          </p:cNvSpPr>
          <p:nvPr/>
        </p:nvSpPr>
        <p:spPr>
          <a:xfrm>
            <a:off x="12110104" y="24574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92" name="text_091">
            <a:extLst>
              <a:ext uri="{FF2B5EF4-FFF2-40B4-BE49-F238E27FC236}">
                <ns2:creationId id="{48A89672-975B-4B59-A5AD-B26D2076358A}"/>
              </a:ext>
            </a:extLst>
          </p:cNvPr>
          <p:cNvSpPr>
            <a:spLocks noGrp="1"/>
          </p:cNvSpPr>
          <p:nvPr/>
        </p:nvSpPr>
        <p:spPr>
          <a:xfrm rot="0">
            <a:off x="8943975" y="40767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(frame)</a:t>
            </a:r>
          </a:p>
        </p:txBody>
      </p:sp>
      <p:pic>
        <p:nvPicPr>
          <p:cNvPr id="93" name="">
            <a:extLst>
              <a:ext uri="{FF2B5EF4-FFF2-40B4-BE49-F238E27FC236}">
                <ns2:creationId id="{0BD3CF15-B0DA-4A6F-ADB5-F41180AA0844}"/>
              </a:ext>
            </a:extLst>
          </p:cNvPr>
          <p:cNvPicPr>
            <a:picLocks noChangeAspect="1"/>
          </p:cNvPicPr>
          <p:nvPr/>
        </p:nvPicPr>
        <p:blipFill>
          <a:blip r:embed="R2b4eca6935d043f3"/>
          <a:stretch/>
        </p:blipFill>
        <p:spPr>
          <a:xfrm>
            <a:off x="4267200" y="4448175"/>
            <a:ext cx="4286250" cy="104775"/>
          </a:xfrm>
          <a:prstGeom prst="rect">
            <a:avLst/>
          </a:prstGeom>
        </p:spPr>
      </p:pic>
      <p:sp>
        <p:nvSpPr>
          <p:cNvPr id="94" name="text_093">
            <a:extLst>
              <a:ext uri="{FF2B5EF4-FFF2-40B4-BE49-F238E27FC236}">
                <ns2:creationId id="{EE407924-CE5A-46D0-8870-B750F9952F96}"/>
              </a:ext>
            </a:extLst>
          </p:cNvPr>
          <p:cNvSpPr>
            <a:spLocks noGrp="1"/>
          </p:cNvSpPr>
          <p:nvPr/>
        </p:nvSpPr>
        <p:spPr>
          <a:xfrm rot="0">
            <a:off x="3943350" y="4371975"/>
            <a:ext cx="28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95" name="line_094">
            <a:extLst>
              <a:ext uri="{FF2B5EF4-FFF2-40B4-BE49-F238E27FC236}">
                <ns2:creationId id="{432781C9-2174-42BD-8D34-B9F944F711AC}"/>
              </a:ext>
            </a:extLst>
          </p:cNvPr>
          <p:cNvSpPr>
            <a:spLocks noGrp="1"/>
          </p:cNvSpPr>
          <p:nvPr/>
        </p:nvSpPr>
        <p:spPr>
          <a:xfrm>
            <a:off x="4272374" y="4552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96" name="text_095">
            <a:extLst>
              <a:ext uri="{FF2B5EF4-FFF2-40B4-BE49-F238E27FC236}">
                <ns2:creationId id="{61106ADF-1D54-43D6-84A2-2992DD46C7D1}"/>
              </a:ext>
            </a:extLst>
          </p:cNvPr>
          <p:cNvSpPr>
            <a:spLocks noGrp="1"/>
          </p:cNvSpPr>
          <p:nvPr/>
        </p:nvSpPr>
        <p:spPr>
          <a:xfrm rot="0">
            <a:off x="4015199" y="46101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-20</a:t>
            </a:r>
          </a:p>
        </p:txBody>
      </p:sp>
      <p:sp>
        <p:nvSpPr>
          <p:cNvPr id="97" name="line_096">
            <a:extLst>
              <a:ext uri="{FF2B5EF4-FFF2-40B4-BE49-F238E27FC236}">
                <ns2:creationId id="{160BACE5-0CC5-4E4E-BD09-65A5A767D4C3}"/>
              </a:ext>
            </a:extLst>
          </p:cNvPr>
          <p:cNvSpPr>
            <a:spLocks noGrp="1"/>
          </p:cNvSpPr>
          <p:nvPr/>
        </p:nvSpPr>
        <p:spPr>
          <a:xfrm>
            <a:off x="4948964" y="4552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98" name="text_097">
            <a:extLst>
              <a:ext uri="{FF2B5EF4-FFF2-40B4-BE49-F238E27FC236}">
                <ns2:creationId id="{AFC1F400-0836-4C52-9CCF-4DCD339F8FAE}"/>
              </a:ext>
            </a:extLst>
          </p:cNvPr>
          <p:cNvSpPr>
            <a:spLocks noGrp="1"/>
          </p:cNvSpPr>
          <p:nvPr/>
        </p:nvSpPr>
        <p:spPr>
          <a:xfrm rot="0">
            <a:off x="4691789" y="46101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99" name="line_098">
            <a:extLst>
              <a:ext uri="{FF2B5EF4-FFF2-40B4-BE49-F238E27FC236}">
                <ns2:creationId id="{6CECF6E9-A2BE-48C5-AB57-2A53E5900B5C}"/>
              </a:ext>
            </a:extLst>
          </p:cNvPr>
          <p:cNvSpPr>
            <a:spLocks noGrp="1"/>
          </p:cNvSpPr>
          <p:nvPr/>
        </p:nvSpPr>
        <p:spPr>
          <a:xfrm>
            <a:off x="5832500" y="4552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00" name="text_099">
            <a:extLst>
              <a:ext uri="{FF2B5EF4-FFF2-40B4-BE49-F238E27FC236}">
                <ns2:creationId id="{5690B890-D894-4D1F-8415-2A55AA10C254}"/>
              </a:ext>
            </a:extLst>
          </p:cNvPr>
          <p:cNvSpPr>
            <a:spLocks noGrp="1"/>
          </p:cNvSpPr>
          <p:nvPr/>
        </p:nvSpPr>
        <p:spPr>
          <a:xfrm rot="0">
            <a:off x="5575325" y="46101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-0.02</a:t>
            </a:r>
          </a:p>
        </p:txBody>
      </p:sp>
      <p:sp>
        <p:nvSpPr>
          <p:cNvPr id="101" name="line_100">
            <a:extLst>
              <a:ext uri="{FF2B5EF4-FFF2-40B4-BE49-F238E27FC236}">
                <ns2:creationId id="{627E54DE-B44B-4134-BAD8-997D867164B2}"/>
              </a:ext>
            </a:extLst>
          </p:cNvPr>
          <p:cNvSpPr>
            <a:spLocks noGrp="1"/>
          </p:cNvSpPr>
          <p:nvPr/>
        </p:nvSpPr>
        <p:spPr>
          <a:xfrm>
            <a:off x="6410325" y="4552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02" name="text_101">
            <a:extLst>
              <a:ext uri="{FF2B5EF4-FFF2-40B4-BE49-F238E27FC236}">
                <ns2:creationId id="{30448FC9-BDEC-4AC5-84B3-360CC07A55A6}"/>
              </a:ext>
            </a:extLst>
          </p:cNvPr>
          <p:cNvSpPr>
            <a:spLocks noGrp="1"/>
          </p:cNvSpPr>
          <p:nvPr/>
        </p:nvSpPr>
        <p:spPr>
          <a:xfrm rot="0">
            <a:off x="6153150" y="46101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3" name="line_102">
            <a:extLst>
              <a:ext uri="{FF2B5EF4-FFF2-40B4-BE49-F238E27FC236}">
                <ns2:creationId id="{588645EF-3FD6-4DDF-860C-AF7241A3B60D}"/>
              </a:ext>
            </a:extLst>
          </p:cNvPr>
          <p:cNvSpPr>
            <a:spLocks noGrp="1"/>
          </p:cNvSpPr>
          <p:nvPr/>
        </p:nvSpPr>
        <p:spPr>
          <a:xfrm>
            <a:off x="6988150" y="4552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04" name="text_103">
            <a:extLst>
              <a:ext uri="{FF2B5EF4-FFF2-40B4-BE49-F238E27FC236}">
                <ns2:creationId id="{D3C2A28E-FA25-4B67-BA73-71E1F71F61C6}"/>
              </a:ext>
            </a:extLst>
          </p:cNvPr>
          <p:cNvSpPr>
            <a:spLocks noGrp="1"/>
          </p:cNvSpPr>
          <p:nvPr/>
        </p:nvSpPr>
        <p:spPr>
          <a:xfrm rot="0">
            <a:off x="6730975" y="46101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0.02</a:t>
            </a:r>
          </a:p>
        </p:txBody>
      </p:sp>
      <p:sp>
        <p:nvSpPr>
          <p:cNvPr id="105" name="line_104">
            <a:extLst>
              <a:ext uri="{FF2B5EF4-FFF2-40B4-BE49-F238E27FC236}">
                <ns2:creationId id="{FD22DC22-D361-49CC-8DF9-5F78CB46B712}"/>
              </a:ext>
            </a:extLst>
          </p:cNvPr>
          <p:cNvSpPr>
            <a:spLocks noGrp="1"/>
          </p:cNvSpPr>
          <p:nvPr/>
        </p:nvSpPr>
        <p:spPr>
          <a:xfrm>
            <a:off x="7871686" y="4552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06" name="text_105">
            <a:extLst>
              <a:ext uri="{FF2B5EF4-FFF2-40B4-BE49-F238E27FC236}">
                <ns2:creationId id="{0F605BAF-A6C3-453A-9ABE-D1D210D83BB9}"/>
              </a:ext>
            </a:extLst>
          </p:cNvPr>
          <p:cNvSpPr>
            <a:spLocks noGrp="1"/>
          </p:cNvSpPr>
          <p:nvPr/>
        </p:nvSpPr>
        <p:spPr>
          <a:xfrm rot="0">
            <a:off x="7614511" y="46101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7" name="line_106">
            <a:extLst>
              <a:ext uri="{FF2B5EF4-FFF2-40B4-BE49-F238E27FC236}">
                <ns2:creationId id="{C7074AED-0C7A-4EB5-94B7-00BDD40E59B7}"/>
              </a:ext>
            </a:extLst>
          </p:cNvPr>
          <p:cNvSpPr>
            <a:spLocks noGrp="1"/>
          </p:cNvSpPr>
          <p:nvPr/>
        </p:nvSpPr>
        <p:spPr>
          <a:xfrm>
            <a:off x="8548276" y="4552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08" name="text_107">
            <a:extLst>
              <a:ext uri="{FF2B5EF4-FFF2-40B4-BE49-F238E27FC236}">
                <ns2:creationId id="{A98E53D8-175A-43DF-A5A8-0D3B49890C19}"/>
              </a:ext>
            </a:extLst>
          </p:cNvPr>
          <p:cNvSpPr>
            <a:spLocks noGrp="1"/>
          </p:cNvSpPr>
          <p:nvPr/>
        </p:nvSpPr>
        <p:spPr>
          <a:xfrm rot="0">
            <a:off x="8291101" y="46101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0" name="text_109">
            <a:extLst>
              <a:ext uri="{FF2B5EF4-FFF2-40B4-BE49-F238E27FC236}">
                <ns2:creationId id="{475B1609-9660-4BF5-835D-9C095C6AF0AF}"/>
              </a:ext>
            </a:extLst>
          </p:cNvPr>
          <p:cNvSpPr>
            <a:spLocks noGrp="1"/>
          </p:cNvSpPr>
          <p:nvPr/>
        </p:nvSpPr>
        <p:spPr>
          <a:xfrm rot="0">
            <a:off x="190500" y="5153025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(e) Three-dimensional source fields</a:t>
            </a:r>
          </a:p>
        </p:txBody>
      </p:sp>
      <p:sp>
        <p:nvSpPr>
          <p:cNvPr id="112" name="text_111">
            <a:extLst>
              <a:ext uri="{FF2B5EF4-FFF2-40B4-BE49-F238E27FC236}">
                <ns2:creationId id="{6A606AA3-4C75-4940-9AFB-82B3BFDF77E1}"/>
              </a:ext>
            </a:extLst>
          </p:cNvPr>
          <p:cNvSpPr>
            <a:spLocks noGrp="1"/>
          </p:cNvSpPr>
          <p:nvPr/>
        </p:nvSpPr>
        <p:spPr>
          <a:xfrm rot="0">
            <a:off x="171450" y="5400675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0</a:t>
            </a:r>
          </a:p>
        </p:txBody>
      </p:sp>
      <p:pic>
        <p:nvPicPr>
          <p:cNvPr id="113" name="">
            <a:extLst>
              <a:ext uri="{FF2B5EF4-FFF2-40B4-BE49-F238E27FC236}">
                <ns2:creationId id="{07A7D8B4-CBA3-4965-B8BD-15AFA6AF8F92}"/>
              </a:ext>
            </a:extLst>
          </p:cNvPr>
          <p:cNvPicPr>
            <a:picLocks noChangeAspect="1"/>
          </p:cNvPicPr>
          <p:nvPr/>
        </p:nvPicPr>
        <p:blipFill>
          <a:blip r:embed="R17bff3a3749c4f88"/>
          <a:stretch/>
        </p:blipFill>
        <p:spPr>
          <a:xfrm>
            <a:off x="171450" y="5581650"/>
            <a:ext cx="4000500" cy="2280285"/>
          </a:xfrm>
          <a:prstGeom prst="rect">
            <a:avLst/>
          </a:prstGeom>
        </p:spPr>
      </p:pic>
      <p:sp>
        <p:nvSpPr>
          <p:cNvPr id="114" name="Cylinder_f0_domain_edge_0_1">
            <a:extLst>
              <a:ext uri="{FF2B5EF4-FFF2-40B4-BE49-F238E27FC236}">
                <ns2:creationId id="{24F8A28C-AB81-4D5B-AFF1-9DE2DE6D15C2}"/>
              </a:ext>
            </a:extLst>
          </p:cNvPr>
          <p:cNvSpPr>
            <a:spLocks noGrp="1"/>
          </p:cNvSpPr>
          <p:nvPr/>
        </p:nvSpPr>
        <p:spPr>
          <a:xfrm>
            <a:off x="932549" y="634836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15" name="Cylinder_f0_domain_edge_0_2">
            <a:extLst>
              <a:ext uri="{FF2B5EF4-FFF2-40B4-BE49-F238E27FC236}">
                <ns2:creationId id="{91EB6341-5CDE-4CB4-9837-6AD973E7B09E}"/>
              </a:ext>
            </a:extLst>
          </p:cNvPr>
          <p:cNvSpPr>
            <a:spLocks noGrp="1"/>
          </p:cNvSpPr>
          <p:nvPr/>
        </p:nvSpPr>
        <p:spPr>
          <a:xfrm>
            <a:off x="932549" y="6653127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16" name="Cylinder_f0_domain_edge_0_4">
            <a:extLst>
              <a:ext uri="{FF2B5EF4-FFF2-40B4-BE49-F238E27FC236}">
                <ns2:creationId id="{5D2D0068-C078-4B36-ADCB-742D012ACE5D}"/>
              </a:ext>
            </a:extLst>
          </p:cNvPr>
          <p:cNvSpPr>
            <a:spLocks noGrp="1"/>
          </p:cNvSpPr>
          <p:nvPr/>
        </p:nvSpPr>
        <p:spPr>
          <a:xfrm>
            <a:off x="932549" y="6943868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17" name="Cylinder_f0_domain_edge_1_3">
            <a:extLst>
              <a:ext uri="{FF2B5EF4-FFF2-40B4-BE49-F238E27FC236}">
                <ns2:creationId id="{ABF81A1D-4F5D-466B-9A4B-E7EE95130AC0}"/>
              </a:ext>
            </a:extLst>
          </p:cNvPr>
          <p:cNvSpPr>
            <a:spLocks noGrp="1"/>
          </p:cNvSpPr>
          <p:nvPr/>
        </p:nvSpPr>
        <p:spPr>
          <a:xfrm>
            <a:off x="932549" y="6057627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18" name="Cylinder_f0_domain_edge_1_5">
            <a:extLst>
              <a:ext uri="{FF2B5EF4-FFF2-40B4-BE49-F238E27FC236}">
                <ns2:creationId id="{6EE3CD32-D7E0-429C-B725-B08193BED29A}"/>
              </a:ext>
            </a:extLst>
          </p:cNvPr>
          <p:cNvSpPr>
            <a:spLocks noGrp="1"/>
          </p:cNvSpPr>
          <p:nvPr/>
        </p:nvSpPr>
        <p:spPr>
          <a:xfrm>
            <a:off x="932549" y="6348368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19" name="Cylinder_f0_domain_edge_2_3">
            <a:extLst>
              <a:ext uri="{FF2B5EF4-FFF2-40B4-BE49-F238E27FC236}">
                <ns2:creationId id="{49FD129A-384F-475F-AA9B-F4F6FA2A2A56}"/>
              </a:ext>
            </a:extLst>
          </p:cNvPr>
          <p:cNvSpPr>
            <a:spLocks noGrp="1"/>
          </p:cNvSpPr>
          <p:nvPr/>
        </p:nvSpPr>
        <p:spPr>
          <a:xfrm>
            <a:off x="1294461" y="6057627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0" name="Cylinder_f0_domain_edge_2_6">
            <a:extLst>
              <a:ext uri="{FF2B5EF4-FFF2-40B4-BE49-F238E27FC236}">
                <ns2:creationId id="{53F9C68E-FE3F-4B9C-AFE2-266E368B1201}"/>
              </a:ext>
            </a:extLst>
          </p:cNvPr>
          <p:cNvSpPr>
            <a:spLocks noGrp="1"/>
          </p:cNvSpPr>
          <p:nvPr/>
        </p:nvSpPr>
        <p:spPr>
          <a:xfrm>
            <a:off x="1294461" y="6653127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1" name="Cylinder_f0_domain_edge_3_7">
            <a:extLst>
              <a:ext uri="{FF2B5EF4-FFF2-40B4-BE49-F238E27FC236}">
                <ns2:creationId id="{0030D258-E735-499B-97F6-479FF8AC338B}"/>
              </a:ext>
            </a:extLst>
          </p:cNvPr>
          <p:cNvSpPr>
            <a:spLocks noGrp="1"/>
          </p:cNvSpPr>
          <p:nvPr/>
        </p:nvSpPr>
        <p:spPr>
          <a:xfrm>
            <a:off x="1294461" y="6057627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2" name="Cylinder_f0_domain_edge_4_5">
            <a:extLst>
              <a:ext uri="{FF2B5EF4-FFF2-40B4-BE49-F238E27FC236}">
                <ns2:creationId id="{6AF3B197-1634-42D9-B045-EB75D9F8A00B}"/>
              </a:ext>
            </a:extLst>
          </p:cNvPr>
          <p:cNvSpPr>
            <a:spLocks noGrp="1"/>
          </p:cNvSpPr>
          <p:nvPr/>
        </p:nvSpPr>
        <p:spPr>
          <a:xfrm>
            <a:off x="3110568" y="672882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3" name="Cylinder_f0_domain_edge_4_6">
            <a:extLst>
              <a:ext uri="{FF2B5EF4-FFF2-40B4-BE49-F238E27FC236}">
                <ns2:creationId id="{E366F8FA-8213-419E-97D1-D153A1331658}"/>
              </a:ext>
            </a:extLst>
          </p:cNvPr>
          <p:cNvSpPr>
            <a:spLocks noGrp="1"/>
          </p:cNvSpPr>
          <p:nvPr/>
        </p:nvSpPr>
        <p:spPr>
          <a:xfrm>
            <a:off x="3110568" y="7033588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4" name="Cylinder_f0_domain_edge_5_7">
            <a:extLst>
              <a:ext uri="{FF2B5EF4-FFF2-40B4-BE49-F238E27FC236}">
                <ns2:creationId id="{F26C717A-9208-4272-891B-FE1E433ABB42}"/>
              </a:ext>
            </a:extLst>
          </p:cNvPr>
          <p:cNvSpPr>
            <a:spLocks noGrp="1"/>
          </p:cNvSpPr>
          <p:nvPr/>
        </p:nvSpPr>
        <p:spPr>
          <a:xfrm>
            <a:off x="3110568" y="6438088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5" name="Cylinder_f0_domain_edge_6_7">
            <a:extLst>
              <a:ext uri="{FF2B5EF4-FFF2-40B4-BE49-F238E27FC236}">
                <ns2:creationId id="{1558EC07-4693-44AA-802C-865EE08DC09C}"/>
              </a:ext>
            </a:extLst>
          </p:cNvPr>
          <p:cNvSpPr>
            <a:spLocks noGrp="1"/>
          </p:cNvSpPr>
          <p:nvPr/>
        </p:nvSpPr>
        <p:spPr>
          <a:xfrm>
            <a:off x="3472480" y="643808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6" name="text_125">
            <a:extLst>
              <a:ext uri="{FF2B5EF4-FFF2-40B4-BE49-F238E27FC236}">
                <ns2:creationId id="{5F804E2E-7606-483C-8FBD-181752C403A7}"/>
              </a:ext>
            </a:extLst>
          </p:cNvPr>
          <p:cNvSpPr>
            <a:spLocks noGrp="1"/>
          </p:cNvSpPr>
          <p:nvPr/>
        </p:nvSpPr>
        <p:spPr>
          <a:xfrm rot="0">
            <a:off x="4400550" y="5400675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51</a:t>
            </a:r>
          </a:p>
        </p:txBody>
      </p:sp>
      <p:pic>
        <p:nvPicPr>
          <p:cNvPr id="127" name="">
            <a:extLst>
              <a:ext uri="{FF2B5EF4-FFF2-40B4-BE49-F238E27FC236}">
                <ns2:creationId id="{7B64B92A-DDA6-43F9-9B00-D181BB0D9A4F}"/>
              </a:ext>
            </a:extLst>
          </p:cNvPr>
          <p:cNvPicPr>
            <a:picLocks noChangeAspect="1"/>
          </p:cNvPicPr>
          <p:nvPr/>
        </p:nvPicPr>
        <p:blipFill>
          <a:blip r:embed="Re4e1a71f2c4345da"/>
          <a:stretch/>
        </p:blipFill>
        <p:spPr>
          <a:xfrm>
            <a:off x="4400550" y="5581650"/>
            <a:ext cx="4000500" cy="2280285"/>
          </a:xfrm>
          <a:prstGeom prst="rect">
            <a:avLst/>
          </a:prstGeom>
        </p:spPr>
      </p:pic>
      <p:sp>
        <p:nvSpPr>
          <p:cNvPr id="128" name="Cylinder_f51_domain_edge_0_1">
            <a:extLst>
              <a:ext uri="{FF2B5EF4-FFF2-40B4-BE49-F238E27FC236}">
                <ns2:creationId id="{1691E4EF-3268-4585-B2CD-BE38C7E27FB7}"/>
              </a:ext>
            </a:extLst>
          </p:cNvPr>
          <p:cNvSpPr>
            <a:spLocks noGrp="1"/>
          </p:cNvSpPr>
          <p:nvPr/>
        </p:nvSpPr>
        <p:spPr>
          <a:xfrm>
            <a:off x="5161649" y="634836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9" name="Cylinder_f51_domain_edge_0_2">
            <a:extLst>
              <a:ext uri="{FF2B5EF4-FFF2-40B4-BE49-F238E27FC236}">
                <ns2:creationId id="{D6E2A6C7-1879-49CC-8B36-C2F00A5C7063}"/>
              </a:ext>
            </a:extLst>
          </p:cNvPr>
          <p:cNvSpPr>
            <a:spLocks noGrp="1"/>
          </p:cNvSpPr>
          <p:nvPr/>
        </p:nvSpPr>
        <p:spPr>
          <a:xfrm>
            <a:off x="5161649" y="6653127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0" name="Cylinder_f51_domain_edge_0_4">
            <a:extLst>
              <a:ext uri="{FF2B5EF4-FFF2-40B4-BE49-F238E27FC236}">
                <ns2:creationId id="{11332E88-0413-4A5B-BA07-D15974F6C0BC}"/>
              </a:ext>
            </a:extLst>
          </p:cNvPr>
          <p:cNvSpPr>
            <a:spLocks noGrp="1"/>
          </p:cNvSpPr>
          <p:nvPr/>
        </p:nvSpPr>
        <p:spPr>
          <a:xfrm>
            <a:off x="5161649" y="6943868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1" name="Cylinder_f51_domain_edge_1_3">
            <a:extLst>
              <a:ext uri="{FF2B5EF4-FFF2-40B4-BE49-F238E27FC236}">
                <ns2:creationId id="{A3254D56-6B45-473E-8E47-45BC25D22CB0}"/>
              </a:ext>
            </a:extLst>
          </p:cNvPr>
          <p:cNvSpPr>
            <a:spLocks noGrp="1"/>
          </p:cNvSpPr>
          <p:nvPr/>
        </p:nvSpPr>
        <p:spPr>
          <a:xfrm>
            <a:off x="5161649" y="6057627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2" name="Cylinder_f51_domain_edge_1_5">
            <a:extLst>
              <a:ext uri="{FF2B5EF4-FFF2-40B4-BE49-F238E27FC236}">
                <ns2:creationId id="{19458D38-7D89-4103-BB71-FFB4D8272810}"/>
              </a:ext>
            </a:extLst>
          </p:cNvPr>
          <p:cNvSpPr>
            <a:spLocks noGrp="1"/>
          </p:cNvSpPr>
          <p:nvPr/>
        </p:nvSpPr>
        <p:spPr>
          <a:xfrm>
            <a:off x="5161649" y="6348368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3" name="Cylinder_f51_domain_edge_2_3">
            <a:extLst>
              <a:ext uri="{FF2B5EF4-FFF2-40B4-BE49-F238E27FC236}">
                <ns2:creationId id="{D9838F9F-00A9-4A94-AE63-00F7C816981A}"/>
              </a:ext>
            </a:extLst>
          </p:cNvPr>
          <p:cNvSpPr>
            <a:spLocks noGrp="1"/>
          </p:cNvSpPr>
          <p:nvPr/>
        </p:nvSpPr>
        <p:spPr>
          <a:xfrm>
            <a:off x="5523561" y="6057627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4" name="Cylinder_f51_domain_edge_2_6">
            <a:extLst>
              <a:ext uri="{FF2B5EF4-FFF2-40B4-BE49-F238E27FC236}">
                <ns2:creationId id="{49D0F9F4-DD09-4A4B-BCC5-8507A9ACFAD4}"/>
              </a:ext>
            </a:extLst>
          </p:cNvPr>
          <p:cNvSpPr>
            <a:spLocks noGrp="1"/>
          </p:cNvSpPr>
          <p:nvPr/>
        </p:nvSpPr>
        <p:spPr>
          <a:xfrm>
            <a:off x="5523561" y="6653127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5" name="Cylinder_f51_domain_edge_3_7">
            <a:extLst>
              <a:ext uri="{FF2B5EF4-FFF2-40B4-BE49-F238E27FC236}">
                <ns2:creationId id="{09DA81C3-3AEA-4B57-A7B0-76BCC04451C0}"/>
              </a:ext>
            </a:extLst>
          </p:cNvPr>
          <p:cNvSpPr>
            <a:spLocks noGrp="1"/>
          </p:cNvSpPr>
          <p:nvPr/>
        </p:nvSpPr>
        <p:spPr>
          <a:xfrm>
            <a:off x="5523561" y="6057627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6" name="Cylinder_f51_domain_edge_4_5">
            <a:extLst>
              <a:ext uri="{FF2B5EF4-FFF2-40B4-BE49-F238E27FC236}">
                <ns2:creationId id="{014904AA-3ED1-4FC0-A9A3-EA8C964DB33D}"/>
              </a:ext>
            </a:extLst>
          </p:cNvPr>
          <p:cNvSpPr>
            <a:spLocks noGrp="1"/>
          </p:cNvSpPr>
          <p:nvPr/>
        </p:nvSpPr>
        <p:spPr>
          <a:xfrm>
            <a:off x="7339668" y="672882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7" name="Cylinder_f51_domain_edge_4_6">
            <a:extLst>
              <a:ext uri="{FF2B5EF4-FFF2-40B4-BE49-F238E27FC236}">
                <ns2:creationId id="{D0DA17B3-64D3-4EB7-BC5A-58BAAA83AA7C}"/>
              </a:ext>
            </a:extLst>
          </p:cNvPr>
          <p:cNvSpPr>
            <a:spLocks noGrp="1"/>
          </p:cNvSpPr>
          <p:nvPr/>
        </p:nvSpPr>
        <p:spPr>
          <a:xfrm>
            <a:off x="7339668" y="7033588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8" name="Cylinder_f51_domain_edge_5_7">
            <a:extLst>
              <a:ext uri="{FF2B5EF4-FFF2-40B4-BE49-F238E27FC236}">
                <ns2:creationId id="{11E2FF85-84F0-4F6F-A61A-F0002DBFEAFA}"/>
              </a:ext>
            </a:extLst>
          </p:cNvPr>
          <p:cNvSpPr>
            <a:spLocks noGrp="1"/>
          </p:cNvSpPr>
          <p:nvPr/>
        </p:nvSpPr>
        <p:spPr>
          <a:xfrm>
            <a:off x="7339668" y="6438088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9" name="Cylinder_f51_domain_edge_6_7">
            <a:extLst>
              <a:ext uri="{FF2B5EF4-FFF2-40B4-BE49-F238E27FC236}">
                <ns2:creationId id="{30823C00-B782-49B7-9993-2D683A25E170}"/>
              </a:ext>
            </a:extLst>
          </p:cNvPr>
          <p:cNvSpPr>
            <a:spLocks noGrp="1"/>
          </p:cNvSpPr>
          <p:nvPr/>
        </p:nvSpPr>
        <p:spPr>
          <a:xfrm>
            <a:off x="7701580" y="643808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0" name="text_139">
            <a:extLst>
              <a:ext uri="{FF2B5EF4-FFF2-40B4-BE49-F238E27FC236}">
                <ns2:creationId id="{7CC19156-4517-4E6E-A6D4-AFCB8CCF17E1}"/>
              </a:ext>
            </a:extLst>
          </p:cNvPr>
          <p:cNvSpPr>
            <a:spLocks noGrp="1"/>
          </p:cNvSpPr>
          <p:nvPr/>
        </p:nvSpPr>
        <p:spPr>
          <a:xfrm rot="0">
            <a:off x="8629650" y="5400675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101</a:t>
            </a:r>
          </a:p>
        </p:txBody>
      </p:sp>
      <p:pic>
        <p:nvPicPr>
          <p:cNvPr id="141" name="">
            <a:extLst>
              <a:ext uri="{FF2B5EF4-FFF2-40B4-BE49-F238E27FC236}">
                <ns2:creationId id="{51B55DE2-3E67-44FF-BB19-9CD98481F8F9}"/>
              </a:ext>
            </a:extLst>
          </p:cNvPr>
          <p:cNvPicPr>
            <a:picLocks noChangeAspect="1"/>
          </p:cNvPicPr>
          <p:nvPr/>
        </p:nvPicPr>
        <p:blipFill>
          <a:blip r:embed="R64c7f2824b0b4d00"/>
          <a:stretch/>
        </p:blipFill>
        <p:spPr>
          <a:xfrm>
            <a:off x="8629650" y="5581650"/>
            <a:ext cx="4000500" cy="2280285"/>
          </a:xfrm>
          <a:prstGeom prst="rect">
            <a:avLst/>
          </a:prstGeom>
        </p:spPr>
      </p:pic>
      <p:sp>
        <p:nvSpPr>
          <p:cNvPr id="142" name="Cylinder_f101_domain_edge_0_1">
            <a:extLst>
              <a:ext uri="{FF2B5EF4-FFF2-40B4-BE49-F238E27FC236}">
                <ns2:creationId id="{DE253973-A7D8-4B33-9933-A80F8D4A0712}"/>
              </a:ext>
            </a:extLst>
          </p:cNvPr>
          <p:cNvSpPr>
            <a:spLocks noGrp="1"/>
          </p:cNvSpPr>
          <p:nvPr/>
        </p:nvSpPr>
        <p:spPr>
          <a:xfrm>
            <a:off x="9390749" y="634836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3" name="Cylinder_f101_domain_edge_0_2">
            <a:extLst>
              <a:ext uri="{FF2B5EF4-FFF2-40B4-BE49-F238E27FC236}">
                <ns2:creationId id="{4D2C84F0-8A29-43DD-A704-C8FE1B862F5B}"/>
              </a:ext>
            </a:extLst>
          </p:cNvPr>
          <p:cNvSpPr>
            <a:spLocks noGrp="1"/>
          </p:cNvSpPr>
          <p:nvPr/>
        </p:nvSpPr>
        <p:spPr>
          <a:xfrm>
            <a:off x="9390749" y="6653127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4" name="Cylinder_f101_domain_edge_0_4">
            <a:extLst>
              <a:ext uri="{FF2B5EF4-FFF2-40B4-BE49-F238E27FC236}">
                <ns2:creationId id="{5535D498-7159-47BC-9630-CBB34231BA73}"/>
              </a:ext>
            </a:extLst>
          </p:cNvPr>
          <p:cNvSpPr>
            <a:spLocks noGrp="1"/>
          </p:cNvSpPr>
          <p:nvPr/>
        </p:nvSpPr>
        <p:spPr>
          <a:xfrm>
            <a:off x="9390749" y="6943868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5" name="Cylinder_f101_domain_edge_1_3">
            <a:extLst>
              <a:ext uri="{FF2B5EF4-FFF2-40B4-BE49-F238E27FC236}">
                <ns2:creationId id="{CF2ABA1A-9CEE-4B01-B046-76EDCCE013D2}"/>
              </a:ext>
            </a:extLst>
          </p:cNvPr>
          <p:cNvSpPr>
            <a:spLocks noGrp="1"/>
          </p:cNvSpPr>
          <p:nvPr/>
        </p:nvSpPr>
        <p:spPr>
          <a:xfrm>
            <a:off x="9390749" y="6057627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6" name="Cylinder_f101_domain_edge_1_5">
            <a:extLst>
              <a:ext uri="{FF2B5EF4-FFF2-40B4-BE49-F238E27FC236}">
                <ns2:creationId id="{4787266F-A46A-4B43-BE9F-D82892721A9E}"/>
              </a:ext>
            </a:extLst>
          </p:cNvPr>
          <p:cNvSpPr>
            <a:spLocks noGrp="1"/>
          </p:cNvSpPr>
          <p:nvPr/>
        </p:nvSpPr>
        <p:spPr>
          <a:xfrm>
            <a:off x="9390749" y="6348368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7" name="Cylinder_f101_domain_edge_2_3">
            <a:extLst>
              <a:ext uri="{FF2B5EF4-FFF2-40B4-BE49-F238E27FC236}">
                <ns2:creationId id="{3E87F0D9-FF23-43AA-A3F4-50238D14D609}"/>
              </a:ext>
            </a:extLst>
          </p:cNvPr>
          <p:cNvSpPr>
            <a:spLocks noGrp="1"/>
          </p:cNvSpPr>
          <p:nvPr/>
        </p:nvSpPr>
        <p:spPr>
          <a:xfrm>
            <a:off x="9752661" y="6057627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8" name="Cylinder_f101_domain_edge_2_6">
            <a:extLst>
              <a:ext uri="{FF2B5EF4-FFF2-40B4-BE49-F238E27FC236}">
                <ns2:creationId id="{97E1FA8A-6B1C-4092-ADDA-EB564C3B1AF0}"/>
              </a:ext>
            </a:extLst>
          </p:cNvPr>
          <p:cNvSpPr>
            <a:spLocks noGrp="1"/>
          </p:cNvSpPr>
          <p:nvPr/>
        </p:nvSpPr>
        <p:spPr>
          <a:xfrm>
            <a:off x="9752661" y="6653127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9" name="Cylinder_f101_domain_edge_3_7">
            <a:extLst>
              <a:ext uri="{FF2B5EF4-FFF2-40B4-BE49-F238E27FC236}">
                <ns2:creationId id="{A5841936-903E-4AC3-ADEA-583DB65B65CF}"/>
              </a:ext>
            </a:extLst>
          </p:cNvPr>
          <p:cNvSpPr>
            <a:spLocks noGrp="1"/>
          </p:cNvSpPr>
          <p:nvPr/>
        </p:nvSpPr>
        <p:spPr>
          <a:xfrm>
            <a:off x="9752661" y="6057627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50" name="Cylinder_f101_domain_edge_4_5">
            <a:extLst>
              <a:ext uri="{FF2B5EF4-FFF2-40B4-BE49-F238E27FC236}">
                <ns2:creationId id="{60F12967-32DC-4590-94CE-702DED6207A0}"/>
              </a:ext>
            </a:extLst>
          </p:cNvPr>
          <p:cNvSpPr>
            <a:spLocks noGrp="1"/>
          </p:cNvSpPr>
          <p:nvPr/>
        </p:nvSpPr>
        <p:spPr>
          <a:xfrm>
            <a:off x="11568768" y="672882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51" name="Cylinder_f101_domain_edge_4_6">
            <a:extLst>
              <a:ext uri="{FF2B5EF4-FFF2-40B4-BE49-F238E27FC236}">
                <ns2:creationId id="{694381F9-3FA8-411E-85B2-996AF5FD3868}"/>
              </a:ext>
            </a:extLst>
          </p:cNvPr>
          <p:cNvSpPr>
            <a:spLocks noGrp="1"/>
          </p:cNvSpPr>
          <p:nvPr/>
        </p:nvSpPr>
        <p:spPr>
          <a:xfrm>
            <a:off x="11568768" y="7033588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52" name="Cylinder_f101_domain_edge_5_7">
            <a:extLst>
              <a:ext uri="{FF2B5EF4-FFF2-40B4-BE49-F238E27FC236}">
                <ns2:creationId id="{54EA9FD9-9AFB-4D74-9A22-0DD6CC1EB5F9}"/>
              </a:ext>
            </a:extLst>
          </p:cNvPr>
          <p:cNvSpPr>
            <a:spLocks noGrp="1"/>
          </p:cNvSpPr>
          <p:nvPr/>
        </p:nvSpPr>
        <p:spPr>
          <a:xfrm>
            <a:off x="11568768" y="6438088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53" name="Cylinder_f101_domain_edge_6_7">
            <a:extLst>
              <a:ext uri="{FF2B5EF4-FFF2-40B4-BE49-F238E27FC236}">
                <ns2:creationId id="{4A9B221A-4A68-42E8-AA88-E2EBE55C01AF}"/>
              </a:ext>
            </a:extLst>
          </p:cNvPr>
          <p:cNvSpPr>
            <a:spLocks noGrp="1"/>
          </p:cNvSpPr>
          <p:nvPr/>
        </p:nvSpPr>
        <p:spPr>
          <a:xfrm>
            <a:off x="11930680" y="643808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</p:spTree>
    <p:extLst>
      <p:ext uri="{BB962C8B-B14F-4D97-AF65-F5344CB8AC3E}">
        <ns4:creationId val="1422236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2026-10-22T02:07:57.6960000Z</dcterms:created>
  <dcterms:modified xsi:type="dcterms:W3CDTF">2026-10-22T02:07:57.6960000Z</dcterms:modified>
</coreProperties>
</file>