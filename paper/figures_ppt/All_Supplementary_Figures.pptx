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main_figures/Fig1/docProps/app.xml" ContentType="application/vnd.openxmlformats-officedocument.extended-properties+xml"/>
  <Override PartName="/ppt/main_figures/Fig1/ppt/presentation.xml" ContentType="application/vnd.openxmlformats-officedocument.presentationml.presentation.main+xml"/>
  <Override PartName="/ppt/main_figures/Fig1/ppt/theme/theme1.xml" ContentType="application/vnd.openxmlformats-officedocument.theme+xml"/>
  <Override PartName="/ppt/main_figures/Fig1/ppt/slideMasters/slideMaster1.xml" ContentType="application/vnd.openxmlformats-officedocument.presentationml.slideMaster+xml"/>
  <Override PartName="/ppt/main_figures/Fig1/ppt/slideMasters/theme/theme2.xml" ContentType="application/vnd.openxmlformats-officedocument.theme+xml"/>
  <Override PartName="/ppt/main_figures/Fig1/ppt/slideLayouts/slideLayout1.xml" ContentType="application/vnd.openxmlformats-officedocument.presentationml.slideLayout+xml"/>
  <Override PartName="/ppt/main_figures/Fig1/ppt/slideLayouts/slideLayout2.xml" ContentType="application/vnd.openxmlformats-officedocument.presentationml.slideLayout+xml"/>
  <Override PartName="/ppt/main_figures/Fig1/ppt/slideLayouts/slideLayout3.xml" ContentType="application/vnd.openxmlformats-officedocument.presentationml.slideLayout+xml"/>
  <Override PartName="/ppt/main_figures/Fig1/ppt/slideLayouts/slideLayout4.xml" ContentType="application/vnd.openxmlformats-officedocument.presentationml.slideLayout+xml"/>
  <Override PartName="/ppt/main_figures/Fig1/ppt/slideLayouts/slideLayout5.xml" ContentType="application/vnd.openxmlformats-officedocument.presentationml.slideLayout+xml"/>
  <Override PartName="/ppt/main_figures/Fig1/ppt/slideLayouts/slideLayout6.xml" ContentType="application/vnd.openxmlformats-officedocument.presentationml.slideLayout+xml"/>
  <Override PartName="/ppt/main_figures/Fig1/ppt/notesMasters/notesMaster1.xml" ContentType="application/vnd.openxmlformats-officedocument.presentationml.notesMaster+xml"/>
  <Override PartName="/ppt/main_figures/Fig1/ppt/notesMasters/theme/theme3.xml" ContentType="application/vnd.openxmlformats-officedocument.theme+xml"/>
  <Override PartName="/ppt/main_figures/Fig1/ppt/presProps.xml" ContentType="application/vnd.openxmlformats-officedocument.presentationml.presProps+xml"/>
  <Override PartName="/ppt/main_figures/Fig1/ppt/tableStyles.xml" ContentType="application/vnd.openxmlformats-officedocument.presentationml.tableStyles+xml"/>
  <Override PartName="/ppt/main_figures/Fig1/ppt/slides/slide1.xml" ContentType="application/vnd.openxmlformats-officedocument.presentationml.slide+xml"/>
  <Override PartName="/ppt/main_figures/Fig1/ppt/notesSlides/notesSlide1.xml" ContentType="application/vnd.openxmlformats-officedocument.presentationml.notesSlide+xml"/>
  <Override PartName="/ppt/main_figures/Fig2/docProps/app.xml" ContentType="application/vnd.openxmlformats-officedocument.extended-properties+xml"/>
  <Override PartName="/ppt/main_figures/Fig2/ppt/presentation.xml" ContentType="application/vnd.openxmlformats-officedocument.presentationml.presentation.main+xml"/>
  <Override PartName="/ppt/main_figures/Fig2/ppt/theme/theme1.xml" ContentType="application/vnd.openxmlformats-officedocument.theme+xml"/>
  <Override PartName="/ppt/main_figures/Fig2/ppt/slideMasters/slideMaster1.xml" ContentType="application/vnd.openxmlformats-officedocument.presentationml.slideMaster+xml"/>
  <Override PartName="/ppt/main_figures/Fig2/ppt/slideMasters/theme/theme2.xml" ContentType="application/vnd.openxmlformats-officedocument.theme+xml"/>
  <Override PartName="/ppt/main_figures/Fig2/ppt/slideLayouts/slideLayout1.xml" ContentType="application/vnd.openxmlformats-officedocument.presentationml.slideLayout+xml"/>
  <Override PartName="/ppt/main_figures/Fig2/ppt/slideLayouts/slideLayout2.xml" ContentType="application/vnd.openxmlformats-officedocument.presentationml.slideLayout+xml"/>
  <Override PartName="/ppt/main_figures/Fig2/ppt/slideLayouts/slideLayout3.xml" ContentType="application/vnd.openxmlformats-officedocument.presentationml.slideLayout+xml"/>
  <Override PartName="/ppt/main_figures/Fig2/ppt/slideLayouts/slideLayout4.xml" ContentType="application/vnd.openxmlformats-officedocument.presentationml.slideLayout+xml"/>
  <Override PartName="/ppt/main_figures/Fig2/ppt/slideLayouts/slideLayout5.xml" ContentType="application/vnd.openxmlformats-officedocument.presentationml.slideLayout+xml"/>
  <Override PartName="/ppt/main_figures/Fig2/ppt/slideLayouts/slideLayout6.xml" ContentType="application/vnd.openxmlformats-officedocument.presentationml.slideLayout+xml"/>
  <Override PartName="/ppt/main_figures/Fig2/ppt/notesMasters/notesMaster1.xml" ContentType="application/vnd.openxmlformats-officedocument.presentationml.notesMaster+xml"/>
  <Override PartName="/ppt/main_figures/Fig2/ppt/notesMasters/theme/theme3.xml" ContentType="application/vnd.openxmlformats-officedocument.theme+xml"/>
  <Override PartName="/ppt/main_figures/Fig2/ppt/presProps.xml" ContentType="application/vnd.openxmlformats-officedocument.presentationml.presProps+xml"/>
  <Override PartName="/ppt/main_figures/Fig2/ppt/tableStyles.xml" ContentType="application/vnd.openxmlformats-officedocument.presentationml.tableStyles+xml"/>
  <Override PartName="/ppt/main_figures/Fig2/ppt/slides/slide1.xml" ContentType="application/vnd.openxmlformats-officedocument.presentationml.slide+xml"/>
  <Override PartName="/ppt/main_figures/Fig2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main_figures/Fig3/docProps/app.xml" ContentType="application/vnd.openxmlformats-officedocument.extended-properties+xml"/>
  <Override PartName="/ppt/main_figures/Fig3/ppt/presentation.xml" ContentType="application/vnd.openxmlformats-officedocument.presentationml.presentation.main+xml"/>
  <Override PartName="/ppt/main_figures/Fig3/ppt/theme/theme1.xml" ContentType="application/vnd.openxmlformats-officedocument.theme+xml"/>
  <Override PartName="/ppt/main_figures/Fig3/ppt/slideMasters/slideMaster1.xml" ContentType="application/vnd.openxmlformats-officedocument.presentationml.slideMaster+xml"/>
  <Override PartName="/ppt/main_figures/Fig3/ppt/slideMasters/theme/theme2.xml" ContentType="application/vnd.openxmlformats-officedocument.theme+xml"/>
  <Override PartName="/ppt/main_figures/Fig3/ppt/slideLayouts/slideLayout1.xml" ContentType="application/vnd.openxmlformats-officedocument.presentationml.slideLayout+xml"/>
  <Override PartName="/ppt/main_figures/Fig3/ppt/slideLayouts/slideLayout2.xml" ContentType="application/vnd.openxmlformats-officedocument.presentationml.slideLayout+xml"/>
  <Override PartName="/ppt/main_figures/Fig3/ppt/slideLayouts/slideLayout3.xml" ContentType="application/vnd.openxmlformats-officedocument.presentationml.slideLayout+xml"/>
  <Override PartName="/ppt/main_figures/Fig3/ppt/slideLayouts/slideLayout4.xml" ContentType="application/vnd.openxmlformats-officedocument.presentationml.slideLayout+xml"/>
  <Override PartName="/ppt/main_figures/Fig3/ppt/slideLayouts/slideLayout5.xml" ContentType="application/vnd.openxmlformats-officedocument.presentationml.slideLayout+xml"/>
  <Override PartName="/ppt/main_figures/Fig3/ppt/slideLayouts/slideLayout6.xml" ContentType="application/vnd.openxmlformats-officedocument.presentationml.slideLayout+xml"/>
  <Override PartName="/ppt/main_figures/Fig3/ppt/notesMasters/notesMaster1.xml" ContentType="application/vnd.openxmlformats-officedocument.presentationml.notesMaster+xml"/>
  <Override PartName="/ppt/main_figures/Fig3/ppt/notesMasters/theme/theme3.xml" ContentType="application/vnd.openxmlformats-officedocument.theme+xml"/>
  <Override PartName="/ppt/main_figures/Fig3/ppt/presProps.xml" ContentType="application/vnd.openxmlformats-officedocument.presentationml.presProps+xml"/>
  <Override PartName="/ppt/main_figures/Fig3/ppt/tableStyles.xml" ContentType="application/vnd.openxmlformats-officedocument.presentationml.tableStyles+xml"/>
  <Override PartName="/ppt/main_figures/Fig3/ppt/slides/slide1.xml" ContentType="application/vnd.openxmlformats-officedocument.presentationml.slide+xml"/>
  <Override PartName="/ppt/main_figures/Fig3/ppt/slides/charts/chart1.xml" ContentType="application/vnd.openxmlformats-officedocument.drawingml.chart+xml"/>
  <Override PartName="/ppt/main_figures/Fig3/ppt/slides/charts/chart2.xml" ContentType="application/vnd.openxmlformats-officedocument.drawingml.chart+xml"/>
  <Override PartName="/ppt/main_figures/Fig3/ppt/slides/charts/chart3.xml" ContentType="application/vnd.openxmlformats-officedocument.drawingml.chart+xml"/>
  <Override PartName="/ppt/main_figures/Fig3/ppt/slides/charts/chart4.xml" ContentType="application/vnd.openxmlformats-officedocument.drawingml.chart+xml"/>
  <Override PartName="/ppt/main_figures/Fig3/ppt/slides/charts/chart5.xml" ContentType="application/vnd.openxmlformats-officedocument.drawingml.chart+xml"/>
  <Override PartName="/ppt/main_figures/Fig3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main_figures/Fig4/docProps/app.xml" ContentType="application/vnd.openxmlformats-officedocument.extended-properties+xml"/>
  <Override PartName="/ppt/main_figures/Fig4/ppt/presentation.xml" ContentType="application/vnd.openxmlformats-officedocument.presentationml.presentation.main+xml"/>
  <Override PartName="/ppt/main_figures/Fig4/ppt/theme/theme1.xml" ContentType="application/vnd.openxmlformats-officedocument.theme+xml"/>
  <Override PartName="/ppt/main_figures/Fig4/ppt/slideMasters/slideMaster1.xml" ContentType="application/vnd.openxmlformats-officedocument.presentationml.slideMaster+xml"/>
  <Override PartName="/ppt/main_figures/Fig4/ppt/slideMasters/theme/theme2.xml" ContentType="application/vnd.openxmlformats-officedocument.theme+xml"/>
  <Override PartName="/ppt/main_figures/Fig4/ppt/slideLayouts/slideLayout1.xml" ContentType="application/vnd.openxmlformats-officedocument.presentationml.slideLayout+xml"/>
  <Override PartName="/ppt/main_figures/Fig4/ppt/slideLayouts/slideLayout2.xml" ContentType="application/vnd.openxmlformats-officedocument.presentationml.slideLayout+xml"/>
  <Override PartName="/ppt/main_figures/Fig4/ppt/slideLayouts/slideLayout3.xml" ContentType="application/vnd.openxmlformats-officedocument.presentationml.slideLayout+xml"/>
  <Override PartName="/ppt/main_figures/Fig4/ppt/slideLayouts/slideLayout4.xml" ContentType="application/vnd.openxmlformats-officedocument.presentationml.slideLayout+xml"/>
  <Override PartName="/ppt/main_figures/Fig4/ppt/slideLayouts/slideLayout5.xml" ContentType="application/vnd.openxmlformats-officedocument.presentationml.slideLayout+xml"/>
  <Override PartName="/ppt/main_figures/Fig4/ppt/slideLayouts/slideLayout6.xml" ContentType="application/vnd.openxmlformats-officedocument.presentationml.slideLayout+xml"/>
  <Override PartName="/ppt/main_figures/Fig4/ppt/notesMasters/notesMaster1.xml" ContentType="application/vnd.openxmlformats-officedocument.presentationml.notesMaster+xml"/>
  <Override PartName="/ppt/main_figures/Fig4/ppt/notesMasters/theme/theme3.xml" ContentType="application/vnd.openxmlformats-officedocument.theme+xml"/>
  <Override PartName="/ppt/main_figures/Fig4/ppt/presProps.xml" ContentType="application/vnd.openxmlformats-officedocument.presentationml.presProps+xml"/>
  <Override PartName="/ppt/main_figures/Fig4/ppt/tableStyles.xml" ContentType="application/vnd.openxmlformats-officedocument.presentationml.tableStyles+xml"/>
  <Override PartName="/ppt/main_figures/Fig4/ppt/slides/slide1.xml" ContentType="application/vnd.openxmlformats-officedocument.presentationml.slide+xml"/>
  <Override PartName="/ppt/main_figures/Fig4/ppt/slides/charts/chart1.xml" ContentType="application/vnd.openxmlformats-officedocument.drawingml.chart+xml"/>
  <Override PartName="/ppt/main_figures/Fig4/ppt/slides/charts/chart2.xml" ContentType="application/vnd.openxmlformats-officedocument.drawingml.chart+xml"/>
  <Override PartName="/ppt/main_figures/Fig4/ppt/slides/charts/chart3.xml" ContentType="application/vnd.openxmlformats-officedocument.drawingml.chart+xml"/>
  <Override PartName="/ppt/main_figures/Fig4/ppt/slides/charts/chart4.xml" ContentType="application/vnd.openxmlformats-officedocument.drawingml.chart+xml"/>
  <Override PartName="/ppt/main_figures/Fig4/ppt/slides/charts/chart5.xml" ContentType="application/vnd.openxmlformats-officedocument.drawingml.chart+xml"/>
  <Override PartName="/ppt/main_figures/Fig4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main_figures/Fig5/docProps/app.xml" ContentType="application/vnd.openxmlformats-officedocument.extended-properties+xml"/>
  <Override PartName="/ppt/main_figures/Fig5/ppt/presentation.xml" ContentType="application/vnd.openxmlformats-officedocument.presentationml.presentation.main+xml"/>
  <Override PartName="/ppt/main_figures/Fig5/ppt/theme/theme1.xml" ContentType="application/vnd.openxmlformats-officedocument.theme+xml"/>
  <Override PartName="/ppt/main_figures/Fig5/ppt/slideMasters/slideMaster1.xml" ContentType="application/vnd.openxmlformats-officedocument.presentationml.slideMaster+xml"/>
  <Override PartName="/ppt/main_figures/Fig5/ppt/slideMasters/theme/theme2.xml" ContentType="application/vnd.openxmlformats-officedocument.theme+xml"/>
  <Override PartName="/ppt/main_figures/Fig5/ppt/slideLayouts/slideLayout1.xml" ContentType="application/vnd.openxmlformats-officedocument.presentationml.slideLayout+xml"/>
  <Override PartName="/ppt/main_figures/Fig5/ppt/slideLayouts/slideLayout2.xml" ContentType="application/vnd.openxmlformats-officedocument.presentationml.slideLayout+xml"/>
  <Override PartName="/ppt/main_figures/Fig5/ppt/slideLayouts/slideLayout3.xml" ContentType="application/vnd.openxmlformats-officedocument.presentationml.slideLayout+xml"/>
  <Override PartName="/ppt/main_figures/Fig5/ppt/slideLayouts/slideLayout4.xml" ContentType="application/vnd.openxmlformats-officedocument.presentationml.slideLayout+xml"/>
  <Override PartName="/ppt/main_figures/Fig5/ppt/slideLayouts/slideLayout5.xml" ContentType="application/vnd.openxmlformats-officedocument.presentationml.slideLayout+xml"/>
  <Override PartName="/ppt/main_figures/Fig5/ppt/slideLayouts/slideLayout6.xml" ContentType="application/vnd.openxmlformats-officedocument.presentationml.slideLayout+xml"/>
  <Override PartName="/ppt/main_figures/Fig5/ppt/notesMasters/notesMaster1.xml" ContentType="application/vnd.openxmlformats-officedocument.presentationml.notesMaster+xml"/>
  <Override PartName="/ppt/main_figures/Fig5/ppt/notesMasters/theme/theme3.xml" ContentType="application/vnd.openxmlformats-officedocument.theme+xml"/>
  <Override PartName="/ppt/main_figures/Fig5/ppt/presProps.xml" ContentType="application/vnd.openxmlformats-officedocument.presentationml.presProps+xml"/>
  <Override PartName="/ppt/main_figures/Fig5/ppt/tableStyles.xml" ContentType="application/vnd.openxmlformats-officedocument.presentationml.tableStyles+xml"/>
  <Override PartName="/ppt/main_figures/Fig5/ppt/slides/slide1.xml" ContentType="application/vnd.openxmlformats-officedocument.presentationml.slide+xml"/>
  <Override PartName="/ppt/main_figures/Fig5/ppt/slides/charts/chart1.xml" ContentType="application/vnd.openxmlformats-officedocument.drawingml.chart+xml"/>
  <Override PartName="/ppt/main_figures/Fig5/ppt/slides/charts/chart2.xml" ContentType="application/vnd.openxmlformats-officedocument.drawingml.chart+xml"/>
  <Override PartName="/ppt/main_figures/Fig5/ppt/slides/charts/chart3.xml" ContentType="application/vnd.openxmlformats-officedocument.drawingml.chart+xml"/>
  <Override PartName="/ppt/main_figures/Fig5/ppt/slides/charts/chart4.xml" ContentType="application/vnd.openxmlformats-officedocument.drawingml.chart+xml"/>
  <Override PartName="/ppt/main_figures/Fig5/ppt/slides/charts/chart5.xml" ContentType="application/vnd.openxmlformats-officedocument.drawingml.chart+xml"/>
  <Override PartName="/ppt/main_figures/Fig5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main_figures/Fig6/docProps/app.xml" ContentType="application/vnd.openxmlformats-officedocument.extended-properties+xml"/>
  <Override PartName="/ppt/main_figures/Fig6/ppt/presentation.xml" ContentType="application/vnd.openxmlformats-officedocument.presentationml.presentation.main+xml"/>
  <Override PartName="/ppt/main_figures/Fig6/ppt/theme/theme1.xml" ContentType="application/vnd.openxmlformats-officedocument.theme+xml"/>
  <Override PartName="/ppt/main_figures/Fig6/ppt/slideMasters/slideMaster1.xml" ContentType="application/vnd.openxmlformats-officedocument.presentationml.slideMaster+xml"/>
  <Override PartName="/ppt/main_figures/Fig6/ppt/slideMasters/theme/theme2.xml" ContentType="application/vnd.openxmlformats-officedocument.theme+xml"/>
  <Override PartName="/ppt/main_figures/Fig6/ppt/slideLayouts/slideLayout1.xml" ContentType="application/vnd.openxmlformats-officedocument.presentationml.slideLayout+xml"/>
  <Override PartName="/ppt/main_figures/Fig6/ppt/slideLayouts/slideLayout2.xml" ContentType="application/vnd.openxmlformats-officedocument.presentationml.slideLayout+xml"/>
  <Override PartName="/ppt/main_figures/Fig6/ppt/slideLayouts/slideLayout3.xml" ContentType="application/vnd.openxmlformats-officedocument.presentationml.slideLayout+xml"/>
  <Override PartName="/ppt/main_figures/Fig6/ppt/slideLayouts/slideLayout4.xml" ContentType="application/vnd.openxmlformats-officedocument.presentationml.slideLayout+xml"/>
  <Override PartName="/ppt/main_figures/Fig6/ppt/slideLayouts/slideLayout5.xml" ContentType="application/vnd.openxmlformats-officedocument.presentationml.slideLayout+xml"/>
  <Override PartName="/ppt/main_figures/Fig6/ppt/slideLayouts/slideLayout6.xml" ContentType="application/vnd.openxmlformats-officedocument.presentationml.slideLayout+xml"/>
  <Override PartName="/ppt/main_figures/Fig6/ppt/notesMasters/notesMaster1.xml" ContentType="application/vnd.openxmlformats-officedocument.presentationml.notesMaster+xml"/>
  <Override PartName="/ppt/main_figures/Fig6/ppt/notesMasters/theme/theme3.xml" ContentType="application/vnd.openxmlformats-officedocument.theme+xml"/>
  <Override PartName="/ppt/main_figures/Fig6/ppt/presProps.xml" ContentType="application/vnd.openxmlformats-officedocument.presentationml.presProps+xml"/>
  <Override PartName="/ppt/main_figures/Fig6/ppt/tableStyles.xml" ContentType="application/vnd.openxmlformats-officedocument.presentationml.tableStyles+xml"/>
  <Override PartName="/ppt/main_figures/Fig6/ppt/slides/slide1.xml" ContentType="application/vnd.openxmlformats-officedocument.presentationml.slide+xml"/>
  <Override PartName="/ppt/main_figures/Fig6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main_figures/Fig7/docProps/app.xml" ContentType="application/vnd.openxmlformats-officedocument.extended-properties+xml"/>
  <Override PartName="/ppt/main_figures/Fig7/ppt/presentation.xml" ContentType="application/vnd.openxmlformats-officedocument.presentationml.presentation.main+xml"/>
  <Override PartName="/ppt/main_figures/Fig7/ppt/theme/theme1.xml" ContentType="application/vnd.openxmlformats-officedocument.theme+xml"/>
  <Override PartName="/ppt/main_figures/Fig7/ppt/slideMasters/slideMaster1.xml" ContentType="application/vnd.openxmlformats-officedocument.presentationml.slideMaster+xml"/>
  <Override PartName="/ppt/main_figures/Fig7/ppt/slideMasters/theme/theme2.xml" ContentType="application/vnd.openxmlformats-officedocument.theme+xml"/>
  <Override PartName="/ppt/main_figures/Fig7/ppt/slideLayouts/slideLayout1.xml" ContentType="application/vnd.openxmlformats-officedocument.presentationml.slideLayout+xml"/>
  <Override PartName="/ppt/main_figures/Fig7/ppt/slideLayouts/slideLayout2.xml" ContentType="application/vnd.openxmlformats-officedocument.presentationml.slideLayout+xml"/>
  <Override PartName="/ppt/main_figures/Fig7/ppt/slideLayouts/slideLayout3.xml" ContentType="application/vnd.openxmlformats-officedocument.presentationml.slideLayout+xml"/>
  <Override PartName="/ppt/main_figures/Fig7/ppt/slideLayouts/slideLayout4.xml" ContentType="application/vnd.openxmlformats-officedocument.presentationml.slideLayout+xml"/>
  <Override PartName="/ppt/main_figures/Fig7/ppt/slideLayouts/slideLayout5.xml" ContentType="application/vnd.openxmlformats-officedocument.presentationml.slideLayout+xml"/>
  <Override PartName="/ppt/main_figures/Fig7/ppt/slideLayouts/slideLayout6.xml" ContentType="application/vnd.openxmlformats-officedocument.presentationml.slideLayout+xml"/>
  <Override PartName="/ppt/main_figures/Fig7/ppt/notesMasters/notesMaster1.xml" ContentType="application/vnd.openxmlformats-officedocument.presentationml.notesMaster+xml"/>
  <Override PartName="/ppt/main_figures/Fig7/ppt/notesMasters/theme/theme3.xml" ContentType="application/vnd.openxmlformats-officedocument.theme+xml"/>
  <Override PartName="/ppt/main_figures/Fig7/ppt/presProps.xml" ContentType="application/vnd.openxmlformats-officedocument.presentationml.presProps+xml"/>
  <Override PartName="/ppt/main_figures/Fig7/ppt/tableStyles.xml" ContentType="application/vnd.openxmlformats-officedocument.presentationml.tableStyles+xml"/>
  <Override PartName="/ppt/main_figures/Fig7/ppt/slides/slide1.xml" ContentType="application/vnd.openxmlformats-officedocument.presentationml.slide+xml"/>
  <Override PartName="/ppt/main_figures/Fig7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main_figures/Fig8/docProps/app.xml" ContentType="application/vnd.openxmlformats-officedocument.extended-properties+xml"/>
  <Override PartName="/ppt/main_figures/Fig8/ppt/presentation.xml" ContentType="application/vnd.openxmlformats-officedocument.presentationml.presentation.main+xml"/>
  <Override PartName="/ppt/main_figures/Fig8/ppt/theme/theme1.xml" ContentType="application/vnd.openxmlformats-officedocument.theme+xml"/>
  <Override PartName="/ppt/main_figures/Fig8/ppt/slideMasters/slideMaster1.xml" ContentType="application/vnd.openxmlformats-officedocument.presentationml.slideMaster+xml"/>
  <Override PartName="/ppt/main_figures/Fig8/ppt/slideMasters/theme/theme2.xml" ContentType="application/vnd.openxmlformats-officedocument.theme+xml"/>
  <Override PartName="/ppt/main_figures/Fig8/ppt/slideLayouts/slideLayout1.xml" ContentType="application/vnd.openxmlformats-officedocument.presentationml.slideLayout+xml"/>
  <Override PartName="/ppt/main_figures/Fig8/ppt/slideLayouts/slideLayout2.xml" ContentType="application/vnd.openxmlformats-officedocument.presentationml.slideLayout+xml"/>
  <Override PartName="/ppt/main_figures/Fig8/ppt/slideLayouts/slideLayout3.xml" ContentType="application/vnd.openxmlformats-officedocument.presentationml.slideLayout+xml"/>
  <Override PartName="/ppt/main_figures/Fig8/ppt/slideLayouts/slideLayout4.xml" ContentType="application/vnd.openxmlformats-officedocument.presentationml.slideLayout+xml"/>
  <Override PartName="/ppt/main_figures/Fig8/ppt/slideLayouts/slideLayout5.xml" ContentType="application/vnd.openxmlformats-officedocument.presentationml.slideLayout+xml"/>
  <Override PartName="/ppt/main_figures/Fig8/ppt/slideLayouts/slideLayout6.xml" ContentType="application/vnd.openxmlformats-officedocument.presentationml.slideLayout+xml"/>
  <Override PartName="/ppt/main_figures/Fig8/ppt/notesMasters/notesMaster1.xml" ContentType="application/vnd.openxmlformats-officedocument.presentationml.notesMaster+xml"/>
  <Override PartName="/ppt/main_figures/Fig8/ppt/notesMasters/theme/theme3.xml" ContentType="application/vnd.openxmlformats-officedocument.theme+xml"/>
  <Override PartName="/ppt/main_figures/Fig8/ppt/presProps.xml" ContentType="application/vnd.openxmlformats-officedocument.presentationml.presProps+xml"/>
  <Override PartName="/ppt/main_figures/Fig8/ppt/tableStyles.xml" ContentType="application/vnd.openxmlformats-officedocument.presentationml.tableStyles+xml"/>
  <Override PartName="/ppt/main_figures/Fig8/ppt/slides/slide1.xml" ContentType="application/vnd.openxmlformats-officedocument.presentationml.slide+xml"/>
  <Override PartName="/ppt/main_figures/Fig8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main_figures/Fig9/docProps/app.xml" ContentType="application/vnd.openxmlformats-officedocument.extended-properties+xml"/>
  <Override PartName="/ppt/main_figures/Fig9/ppt/presentation.xml" ContentType="application/vnd.openxmlformats-officedocument.presentationml.presentation.main+xml"/>
  <Override PartName="/ppt/main_figures/Fig9/ppt/theme/theme1.xml" ContentType="application/vnd.openxmlformats-officedocument.theme+xml"/>
  <Override PartName="/ppt/main_figures/Fig9/ppt/slideMasters/slideMaster1.xml" ContentType="application/vnd.openxmlformats-officedocument.presentationml.slideMaster+xml"/>
  <Override PartName="/ppt/main_figures/Fig9/ppt/slideMasters/theme/theme2.xml" ContentType="application/vnd.openxmlformats-officedocument.theme+xml"/>
  <Override PartName="/ppt/main_figures/Fig9/ppt/slideLayouts/slideLayout1.xml" ContentType="application/vnd.openxmlformats-officedocument.presentationml.slideLayout+xml"/>
  <Override PartName="/ppt/main_figures/Fig9/ppt/slideLayouts/slideLayout2.xml" ContentType="application/vnd.openxmlformats-officedocument.presentationml.slideLayout+xml"/>
  <Override PartName="/ppt/main_figures/Fig9/ppt/slideLayouts/slideLayout3.xml" ContentType="application/vnd.openxmlformats-officedocument.presentationml.slideLayout+xml"/>
  <Override PartName="/ppt/main_figures/Fig9/ppt/slideLayouts/slideLayout4.xml" ContentType="application/vnd.openxmlformats-officedocument.presentationml.slideLayout+xml"/>
  <Override PartName="/ppt/main_figures/Fig9/ppt/slideLayouts/slideLayout5.xml" ContentType="application/vnd.openxmlformats-officedocument.presentationml.slideLayout+xml"/>
  <Override PartName="/ppt/main_figures/Fig9/ppt/slideLayouts/slideLayout6.xml" ContentType="application/vnd.openxmlformats-officedocument.presentationml.slideLayout+xml"/>
  <Override PartName="/ppt/main_figures/Fig9/ppt/notesMasters/notesMaster1.xml" ContentType="application/vnd.openxmlformats-officedocument.presentationml.notesMaster+xml"/>
  <Override PartName="/ppt/main_figures/Fig9/ppt/notesMasters/theme/theme3.xml" ContentType="application/vnd.openxmlformats-officedocument.theme+xml"/>
  <Override PartName="/ppt/main_figures/Fig9/ppt/presProps.xml" ContentType="application/vnd.openxmlformats-officedocument.presentationml.presProps+xml"/>
  <Override PartName="/ppt/main_figures/Fig9/ppt/tableStyles.xml" ContentType="application/vnd.openxmlformats-officedocument.presentationml.tableStyles+xml"/>
  <Override PartName="/ppt/main_figures/Fig9/ppt/slides/slide1.xml" ContentType="application/vnd.openxmlformats-officedocument.presentationml.slide+xml"/>
  <Override PartName="/ppt/main_figures/Fig9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main_figures/Fig10/docProps/app.xml" ContentType="application/vnd.openxmlformats-officedocument.extended-properties+xml"/>
  <Override PartName="/ppt/main_figures/Fig10/ppt/presentation.xml" ContentType="application/vnd.openxmlformats-officedocument.presentationml.presentation.main+xml"/>
  <Override PartName="/ppt/main_figures/Fig10/ppt/theme/theme1.xml" ContentType="application/vnd.openxmlformats-officedocument.theme+xml"/>
  <Override PartName="/ppt/main_figures/Fig10/ppt/slideMasters/slideMaster1.xml" ContentType="application/vnd.openxmlformats-officedocument.presentationml.slideMaster+xml"/>
  <Override PartName="/ppt/main_figures/Fig10/ppt/slideMasters/theme/theme2.xml" ContentType="application/vnd.openxmlformats-officedocument.theme+xml"/>
  <Override PartName="/ppt/main_figures/Fig10/ppt/slideLayouts/slideLayout1.xml" ContentType="application/vnd.openxmlformats-officedocument.presentationml.slideLayout+xml"/>
  <Override PartName="/ppt/main_figures/Fig10/ppt/slideLayouts/slideLayout2.xml" ContentType="application/vnd.openxmlformats-officedocument.presentationml.slideLayout+xml"/>
  <Override PartName="/ppt/main_figures/Fig10/ppt/slideLayouts/slideLayout3.xml" ContentType="application/vnd.openxmlformats-officedocument.presentationml.slideLayout+xml"/>
  <Override PartName="/ppt/main_figures/Fig10/ppt/slideLayouts/slideLayout4.xml" ContentType="application/vnd.openxmlformats-officedocument.presentationml.slideLayout+xml"/>
  <Override PartName="/ppt/main_figures/Fig10/ppt/slideLayouts/slideLayout5.xml" ContentType="application/vnd.openxmlformats-officedocument.presentationml.slideLayout+xml"/>
  <Override PartName="/ppt/main_figures/Fig10/ppt/slideLayouts/slideLayout6.xml" ContentType="application/vnd.openxmlformats-officedocument.presentationml.slideLayout+xml"/>
  <Override PartName="/ppt/main_figures/Fig10/ppt/notesMasters/notesMaster1.xml" ContentType="application/vnd.openxmlformats-officedocument.presentationml.notesMaster+xml"/>
  <Override PartName="/ppt/main_figures/Fig10/ppt/notesMasters/theme/theme3.xml" ContentType="application/vnd.openxmlformats-officedocument.theme+xml"/>
  <Override PartName="/ppt/main_figures/Fig10/ppt/presProps.xml" ContentType="application/vnd.openxmlformats-officedocument.presentationml.presProps+xml"/>
  <Override PartName="/ppt/main_figures/Fig10/ppt/tableStyles.xml" ContentType="application/vnd.openxmlformats-officedocument.presentationml.tableStyles+xml"/>
  <Override PartName="/ppt/main_figures/Fig10/ppt/slides/slide1.xml" ContentType="application/vnd.openxmlformats-officedocument.presentationml.slide+xml"/>
  <Override PartName="/ppt/main_figures/Fig10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main_figures/Fig11/docProps/app.xml" ContentType="application/vnd.openxmlformats-officedocument.extended-properties+xml"/>
  <Override PartName="/ppt/main_figures/Fig11/ppt/presentation.xml" ContentType="application/vnd.openxmlformats-officedocument.presentationml.presentation.main+xml"/>
  <Override PartName="/ppt/main_figures/Fig11/ppt/theme/theme1.xml" ContentType="application/vnd.openxmlformats-officedocument.theme+xml"/>
  <Override PartName="/ppt/main_figures/Fig11/ppt/slideMasters/slideMaster1.xml" ContentType="application/vnd.openxmlformats-officedocument.presentationml.slideMaster+xml"/>
  <Override PartName="/ppt/main_figures/Fig11/ppt/slideMasters/theme/theme2.xml" ContentType="application/vnd.openxmlformats-officedocument.theme+xml"/>
  <Override PartName="/ppt/main_figures/Fig11/ppt/slideLayouts/slideLayout1.xml" ContentType="application/vnd.openxmlformats-officedocument.presentationml.slideLayout+xml"/>
  <Override PartName="/ppt/main_figures/Fig11/ppt/slideLayouts/slideLayout2.xml" ContentType="application/vnd.openxmlformats-officedocument.presentationml.slideLayout+xml"/>
  <Override PartName="/ppt/main_figures/Fig11/ppt/slideLayouts/slideLayout3.xml" ContentType="application/vnd.openxmlformats-officedocument.presentationml.slideLayout+xml"/>
  <Override PartName="/ppt/main_figures/Fig11/ppt/slideLayouts/slideLayout4.xml" ContentType="application/vnd.openxmlformats-officedocument.presentationml.slideLayout+xml"/>
  <Override PartName="/ppt/main_figures/Fig11/ppt/slideLayouts/slideLayout5.xml" ContentType="application/vnd.openxmlformats-officedocument.presentationml.slideLayout+xml"/>
  <Override PartName="/ppt/main_figures/Fig11/ppt/slideLayouts/slideLayout6.xml" ContentType="application/vnd.openxmlformats-officedocument.presentationml.slideLayout+xml"/>
  <Override PartName="/ppt/main_figures/Fig11/ppt/notesMasters/notesMaster1.xml" ContentType="application/vnd.openxmlformats-officedocument.presentationml.notesMaster+xml"/>
  <Override PartName="/ppt/main_figures/Fig11/ppt/notesMasters/theme/theme3.xml" ContentType="application/vnd.openxmlformats-officedocument.theme+xml"/>
  <Override PartName="/ppt/main_figures/Fig11/ppt/presProps.xml" ContentType="application/vnd.openxmlformats-officedocument.presentationml.presProps+xml"/>
  <Override PartName="/ppt/main_figures/Fig11/ppt/tableStyles.xml" ContentType="application/vnd.openxmlformats-officedocument.presentationml.tableStyles+xml"/>
  <Override PartName="/ppt/main_figures/Fig11/ppt/slides/slide1.xml" ContentType="application/vnd.openxmlformats-officedocument.presentationml.slide+xml"/>
  <Override PartName="/ppt/main_figures/Fig11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main_figures/Fig12/docProps/app.xml" ContentType="application/vnd.openxmlformats-officedocument.extended-properties+xml"/>
  <Override PartName="/ppt/main_figures/Fig12/ppt/presentation.xml" ContentType="application/vnd.openxmlformats-officedocument.presentationml.presentation.main+xml"/>
  <Override PartName="/ppt/main_figures/Fig12/ppt/theme/theme1.xml" ContentType="application/vnd.openxmlformats-officedocument.theme+xml"/>
  <Override PartName="/ppt/main_figures/Fig12/ppt/slideMasters/slideMaster1.xml" ContentType="application/vnd.openxmlformats-officedocument.presentationml.slideMaster+xml"/>
  <Override PartName="/ppt/main_figures/Fig12/ppt/slideMasters/theme/theme2.xml" ContentType="application/vnd.openxmlformats-officedocument.theme+xml"/>
  <Override PartName="/ppt/main_figures/Fig12/ppt/slideLayouts/slideLayout1.xml" ContentType="application/vnd.openxmlformats-officedocument.presentationml.slideLayout+xml"/>
  <Override PartName="/ppt/main_figures/Fig12/ppt/slideLayouts/slideLayout2.xml" ContentType="application/vnd.openxmlformats-officedocument.presentationml.slideLayout+xml"/>
  <Override PartName="/ppt/main_figures/Fig12/ppt/slideLayouts/slideLayout3.xml" ContentType="application/vnd.openxmlformats-officedocument.presentationml.slideLayout+xml"/>
  <Override PartName="/ppt/main_figures/Fig12/ppt/slideLayouts/slideLayout4.xml" ContentType="application/vnd.openxmlformats-officedocument.presentationml.slideLayout+xml"/>
  <Override PartName="/ppt/main_figures/Fig12/ppt/slideLayouts/slideLayout5.xml" ContentType="application/vnd.openxmlformats-officedocument.presentationml.slideLayout+xml"/>
  <Override PartName="/ppt/main_figures/Fig12/ppt/slideLayouts/slideLayout6.xml" ContentType="application/vnd.openxmlformats-officedocument.presentationml.slideLayout+xml"/>
  <Override PartName="/ppt/main_figures/Fig12/ppt/notesMasters/notesMaster1.xml" ContentType="application/vnd.openxmlformats-officedocument.presentationml.notesMaster+xml"/>
  <Override PartName="/ppt/main_figures/Fig12/ppt/notesMasters/theme/theme3.xml" ContentType="application/vnd.openxmlformats-officedocument.theme+xml"/>
  <Override PartName="/ppt/main_figures/Fig12/ppt/presProps.xml" ContentType="application/vnd.openxmlformats-officedocument.presentationml.presProps+xml"/>
  <Override PartName="/ppt/main_figures/Fig12/ppt/tableStyles.xml" ContentType="application/vnd.openxmlformats-officedocument.presentationml.tableStyles+xml"/>
  <Override PartName="/ppt/main_figures/Fig12/ppt/slides/slide1.xml" ContentType="application/vnd.openxmlformats-officedocument.presentationml.slide+xml"/>
  <Override PartName="/ppt/main_figures/Fig12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main_figures/Fig13/docProps/app.xml" ContentType="application/vnd.openxmlformats-officedocument.extended-properties+xml"/>
  <Override PartName="/ppt/main_figures/Fig13/ppt/presentation.xml" ContentType="application/vnd.openxmlformats-officedocument.presentationml.presentation.main+xml"/>
  <Override PartName="/ppt/main_figures/Fig13/ppt/theme/theme1.xml" ContentType="application/vnd.openxmlformats-officedocument.theme+xml"/>
  <Override PartName="/ppt/main_figures/Fig13/ppt/slideMasters/slideMaster1.xml" ContentType="application/vnd.openxmlformats-officedocument.presentationml.slideMaster+xml"/>
  <Override PartName="/ppt/main_figures/Fig13/ppt/slideMasters/theme/theme2.xml" ContentType="application/vnd.openxmlformats-officedocument.theme+xml"/>
  <Override PartName="/ppt/main_figures/Fig13/ppt/slideLayouts/slideLayout1.xml" ContentType="application/vnd.openxmlformats-officedocument.presentationml.slideLayout+xml"/>
  <Override PartName="/ppt/main_figures/Fig13/ppt/slideLayouts/slideLayout2.xml" ContentType="application/vnd.openxmlformats-officedocument.presentationml.slideLayout+xml"/>
  <Override PartName="/ppt/main_figures/Fig13/ppt/slideLayouts/slideLayout3.xml" ContentType="application/vnd.openxmlformats-officedocument.presentationml.slideLayout+xml"/>
  <Override PartName="/ppt/main_figures/Fig13/ppt/slideLayouts/slideLayout4.xml" ContentType="application/vnd.openxmlformats-officedocument.presentationml.slideLayout+xml"/>
  <Override PartName="/ppt/main_figures/Fig13/ppt/slideLayouts/slideLayout5.xml" ContentType="application/vnd.openxmlformats-officedocument.presentationml.slideLayout+xml"/>
  <Override PartName="/ppt/main_figures/Fig13/ppt/slideLayouts/slideLayout6.xml" ContentType="application/vnd.openxmlformats-officedocument.presentationml.slideLayout+xml"/>
  <Override PartName="/ppt/main_figures/Fig13/ppt/notesMasters/notesMaster1.xml" ContentType="application/vnd.openxmlformats-officedocument.presentationml.notesMaster+xml"/>
  <Override PartName="/ppt/main_figures/Fig13/ppt/notesMasters/theme/theme3.xml" ContentType="application/vnd.openxmlformats-officedocument.theme+xml"/>
  <Override PartName="/ppt/main_figures/Fig13/ppt/presProps.xml" ContentType="application/vnd.openxmlformats-officedocument.presentationml.presProps+xml"/>
  <Override PartName="/ppt/main_figures/Fig13/ppt/tableStyles.xml" ContentType="application/vnd.openxmlformats-officedocument.presentationml.tableStyles+xml"/>
  <Override PartName="/ppt/main_figures/Fig13/ppt/slides/slide1.xml" ContentType="application/vnd.openxmlformats-officedocument.presentationml.slide+xml"/>
  <Override PartName="/ppt/main_figures/Fig13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main_figures/Fig14/docProps/app.xml" ContentType="application/vnd.openxmlformats-officedocument.extended-properties+xml"/>
  <Override PartName="/ppt/main_figures/Fig14/ppt/presentation.xml" ContentType="application/vnd.openxmlformats-officedocument.presentationml.presentation.main+xml"/>
  <Override PartName="/ppt/main_figures/Fig14/ppt/theme/theme1.xml" ContentType="application/vnd.openxmlformats-officedocument.theme+xml"/>
  <Override PartName="/ppt/main_figures/Fig14/ppt/slideMasters/slideMaster1.xml" ContentType="application/vnd.openxmlformats-officedocument.presentationml.slideMaster+xml"/>
  <Override PartName="/ppt/main_figures/Fig14/ppt/slideMasters/theme/theme2.xml" ContentType="application/vnd.openxmlformats-officedocument.theme+xml"/>
  <Override PartName="/ppt/main_figures/Fig14/ppt/slideLayouts/slideLayout1.xml" ContentType="application/vnd.openxmlformats-officedocument.presentationml.slideLayout+xml"/>
  <Override PartName="/ppt/main_figures/Fig14/ppt/slideLayouts/slideLayout2.xml" ContentType="application/vnd.openxmlformats-officedocument.presentationml.slideLayout+xml"/>
  <Override PartName="/ppt/main_figures/Fig14/ppt/slideLayouts/slideLayout3.xml" ContentType="application/vnd.openxmlformats-officedocument.presentationml.slideLayout+xml"/>
  <Override PartName="/ppt/main_figures/Fig14/ppt/slideLayouts/slideLayout4.xml" ContentType="application/vnd.openxmlformats-officedocument.presentationml.slideLayout+xml"/>
  <Override PartName="/ppt/main_figures/Fig14/ppt/slideLayouts/slideLayout5.xml" ContentType="application/vnd.openxmlformats-officedocument.presentationml.slideLayout+xml"/>
  <Override PartName="/ppt/main_figures/Fig14/ppt/slideLayouts/slideLayout6.xml" ContentType="application/vnd.openxmlformats-officedocument.presentationml.slideLayout+xml"/>
  <Override PartName="/ppt/main_figures/Fig14/ppt/notesMasters/notesMaster1.xml" ContentType="application/vnd.openxmlformats-officedocument.presentationml.notesMaster+xml"/>
  <Override PartName="/ppt/main_figures/Fig14/ppt/notesMasters/theme/theme3.xml" ContentType="application/vnd.openxmlformats-officedocument.theme+xml"/>
  <Override PartName="/ppt/main_figures/Fig14/ppt/presProps.xml" ContentType="application/vnd.openxmlformats-officedocument.presentationml.presProps+xml"/>
  <Override PartName="/ppt/main_figures/Fig14/ppt/tableStyles.xml" ContentType="application/vnd.openxmlformats-officedocument.presentationml.tableStyles+xml"/>
  <Override PartName="/ppt/main_figures/Fig14/ppt/slides/slide1.xml" ContentType="application/vnd.openxmlformats-officedocument.presentationml.slide+xml"/>
  <Override PartName="/ppt/main_figures/Fig14/ppt/notesSlides/notesSlide1.xml" ContentType="application/vnd.openxmlformats-officedocument.presentationml.notesSlide+xml"/>
  <Override PartName="/ppt/slides/slide14.xml" ContentType="application/vnd.openxmlformats-officedocument.presentationml.slide+xml"/>
  <Override PartName="/ppt/main_figures/Fig15/docProps/app.xml" ContentType="application/vnd.openxmlformats-officedocument.extended-properties+xml"/>
  <Override PartName="/ppt/main_figures/Fig15/ppt/presentation.xml" ContentType="application/vnd.openxmlformats-officedocument.presentationml.presentation.main+xml"/>
  <Override PartName="/ppt/main_figures/Fig15/ppt/theme/theme1.xml" ContentType="application/vnd.openxmlformats-officedocument.theme+xml"/>
  <Override PartName="/ppt/main_figures/Fig15/ppt/slideMasters/slideMaster1.xml" ContentType="application/vnd.openxmlformats-officedocument.presentationml.slideMaster+xml"/>
  <Override PartName="/ppt/main_figures/Fig15/ppt/slideMasters/theme/theme2.xml" ContentType="application/vnd.openxmlformats-officedocument.theme+xml"/>
  <Override PartName="/ppt/main_figures/Fig15/ppt/slideLayouts/slideLayout1.xml" ContentType="application/vnd.openxmlformats-officedocument.presentationml.slideLayout+xml"/>
  <Override PartName="/ppt/main_figures/Fig15/ppt/slideLayouts/slideLayout2.xml" ContentType="application/vnd.openxmlformats-officedocument.presentationml.slideLayout+xml"/>
  <Override PartName="/ppt/main_figures/Fig15/ppt/slideLayouts/slideLayout3.xml" ContentType="application/vnd.openxmlformats-officedocument.presentationml.slideLayout+xml"/>
  <Override PartName="/ppt/main_figures/Fig15/ppt/slideLayouts/slideLayout4.xml" ContentType="application/vnd.openxmlformats-officedocument.presentationml.slideLayout+xml"/>
  <Override PartName="/ppt/main_figures/Fig15/ppt/slideLayouts/slideLayout5.xml" ContentType="application/vnd.openxmlformats-officedocument.presentationml.slideLayout+xml"/>
  <Override PartName="/ppt/main_figures/Fig15/ppt/slideLayouts/slideLayout6.xml" ContentType="application/vnd.openxmlformats-officedocument.presentationml.slideLayout+xml"/>
  <Override PartName="/ppt/main_figures/Fig15/ppt/notesMasters/notesMaster1.xml" ContentType="application/vnd.openxmlformats-officedocument.presentationml.notesMaster+xml"/>
  <Override PartName="/ppt/main_figures/Fig15/ppt/notesMasters/theme/theme3.xml" ContentType="application/vnd.openxmlformats-officedocument.theme+xml"/>
  <Override PartName="/ppt/main_figures/Fig15/ppt/presProps.xml" ContentType="application/vnd.openxmlformats-officedocument.presentationml.presProps+xml"/>
  <Override PartName="/ppt/main_figures/Fig15/ppt/tableStyles.xml" ContentType="application/vnd.openxmlformats-officedocument.presentationml.tableStyles+xml"/>
  <Override PartName="/ppt/main_figures/Fig15/ppt/slides/slide1.xml" ContentType="application/vnd.openxmlformats-officedocument.presentationml.slide+xml"/>
  <Override PartName="/ppt/main_figures/Fig15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main_figures/Fig16/docProps/app.xml" ContentType="application/vnd.openxmlformats-officedocument.extended-properties+xml"/>
  <Override PartName="/ppt/main_figures/Fig16/ppt/presentation.xml" ContentType="application/vnd.openxmlformats-officedocument.presentationml.presentation.main+xml"/>
  <Override PartName="/ppt/main_figures/Fig16/ppt/theme/theme1.xml" ContentType="application/vnd.openxmlformats-officedocument.theme+xml"/>
  <Override PartName="/ppt/main_figures/Fig16/ppt/slideMasters/slideMaster1.xml" ContentType="application/vnd.openxmlformats-officedocument.presentationml.slideMaster+xml"/>
  <Override PartName="/ppt/main_figures/Fig16/ppt/slideMasters/theme/theme2.xml" ContentType="application/vnd.openxmlformats-officedocument.theme+xml"/>
  <Override PartName="/ppt/main_figures/Fig16/ppt/slideLayouts/slideLayout1.xml" ContentType="application/vnd.openxmlformats-officedocument.presentationml.slideLayout+xml"/>
  <Override PartName="/ppt/main_figures/Fig16/ppt/slideLayouts/slideLayout2.xml" ContentType="application/vnd.openxmlformats-officedocument.presentationml.slideLayout+xml"/>
  <Override PartName="/ppt/main_figures/Fig16/ppt/slideLayouts/slideLayout3.xml" ContentType="application/vnd.openxmlformats-officedocument.presentationml.slideLayout+xml"/>
  <Override PartName="/ppt/main_figures/Fig16/ppt/slideLayouts/slideLayout4.xml" ContentType="application/vnd.openxmlformats-officedocument.presentationml.slideLayout+xml"/>
  <Override PartName="/ppt/main_figures/Fig16/ppt/slideLayouts/slideLayout5.xml" ContentType="application/vnd.openxmlformats-officedocument.presentationml.slideLayout+xml"/>
  <Override PartName="/ppt/main_figures/Fig16/ppt/slideLayouts/slideLayout6.xml" ContentType="application/vnd.openxmlformats-officedocument.presentationml.slideLayout+xml"/>
  <Override PartName="/ppt/main_figures/Fig16/ppt/notesMasters/notesMaster1.xml" ContentType="application/vnd.openxmlformats-officedocument.presentationml.notesMaster+xml"/>
  <Override PartName="/ppt/main_figures/Fig16/ppt/notesMasters/theme/theme3.xml" ContentType="application/vnd.openxmlformats-officedocument.theme+xml"/>
  <Override PartName="/ppt/main_figures/Fig16/ppt/presProps.xml" ContentType="application/vnd.openxmlformats-officedocument.presentationml.presProps+xml"/>
  <Override PartName="/ppt/main_figures/Fig16/ppt/tableStyles.xml" ContentType="application/vnd.openxmlformats-officedocument.presentationml.tableStyles+xml"/>
  <Override PartName="/ppt/main_figures/Fig16/ppt/slides/slide1.xml" ContentType="application/vnd.openxmlformats-officedocument.presentationml.slide+xml"/>
  <Override PartName="/ppt/main_figures/Fig16/ppt/notesSlides/notesSlide1.xml" ContentType="application/vnd.openxmlformats-officedocument.presentationml.notesSlide+xml"/>
  <Override PartName="/ppt/slides/slide16.xml" ContentType="application/vnd.openxmlformats-officedocument.presentationml.slide+xml"/>
  <Override PartName="/ppt/main_figures/Fig17/docProps/app.xml" ContentType="application/vnd.openxmlformats-officedocument.extended-properties+xml"/>
  <Override PartName="/ppt/main_figures/Fig17/ppt/presentation.xml" ContentType="application/vnd.openxmlformats-officedocument.presentationml.presentation.main+xml"/>
  <Override PartName="/ppt/main_figures/Fig17/ppt/theme/theme1.xml" ContentType="application/vnd.openxmlformats-officedocument.theme+xml"/>
  <Override PartName="/ppt/main_figures/Fig17/ppt/slideMasters/slideMaster1.xml" ContentType="application/vnd.openxmlformats-officedocument.presentationml.slideMaster+xml"/>
  <Override PartName="/ppt/main_figures/Fig17/ppt/slideMasters/theme/theme2.xml" ContentType="application/vnd.openxmlformats-officedocument.theme+xml"/>
  <Override PartName="/ppt/main_figures/Fig17/ppt/slideLayouts/slideLayout1.xml" ContentType="application/vnd.openxmlformats-officedocument.presentationml.slideLayout+xml"/>
  <Override PartName="/ppt/main_figures/Fig17/ppt/slideLayouts/slideLayout2.xml" ContentType="application/vnd.openxmlformats-officedocument.presentationml.slideLayout+xml"/>
  <Override PartName="/ppt/main_figures/Fig17/ppt/slideLayouts/slideLayout3.xml" ContentType="application/vnd.openxmlformats-officedocument.presentationml.slideLayout+xml"/>
  <Override PartName="/ppt/main_figures/Fig17/ppt/slideLayouts/slideLayout4.xml" ContentType="application/vnd.openxmlformats-officedocument.presentationml.slideLayout+xml"/>
  <Override PartName="/ppt/main_figures/Fig17/ppt/slideLayouts/slideLayout5.xml" ContentType="application/vnd.openxmlformats-officedocument.presentationml.slideLayout+xml"/>
  <Override PartName="/ppt/main_figures/Fig17/ppt/slideLayouts/slideLayout6.xml" ContentType="application/vnd.openxmlformats-officedocument.presentationml.slideLayout+xml"/>
  <Override PartName="/ppt/main_figures/Fig17/ppt/notesMasters/notesMaster1.xml" ContentType="application/vnd.openxmlformats-officedocument.presentationml.notesMaster+xml"/>
  <Override PartName="/ppt/main_figures/Fig17/ppt/notesMasters/theme/theme3.xml" ContentType="application/vnd.openxmlformats-officedocument.theme+xml"/>
  <Override PartName="/ppt/main_figures/Fig17/ppt/presProps.xml" ContentType="application/vnd.openxmlformats-officedocument.presentationml.presProps+xml"/>
  <Override PartName="/ppt/main_figures/Fig17/ppt/tableStyles.xml" ContentType="application/vnd.openxmlformats-officedocument.presentationml.tableStyles+xml"/>
  <Override PartName="/ppt/main_figures/Fig17/ppt/slides/slide1.xml" ContentType="application/vnd.openxmlformats-officedocument.presentationml.slide+xml"/>
  <Override PartName="/ppt/main_figures/Fig17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main_figures/Fig18/docProps/app.xml" ContentType="application/vnd.openxmlformats-officedocument.extended-properties+xml"/>
  <Override PartName="/ppt/main_figures/Fig18/ppt/presentation.xml" ContentType="application/vnd.openxmlformats-officedocument.presentationml.presentation.main+xml"/>
  <Override PartName="/ppt/main_figures/Fig18/ppt/theme/theme1.xml" ContentType="application/vnd.openxmlformats-officedocument.theme+xml"/>
  <Override PartName="/ppt/main_figures/Fig18/ppt/slideMasters/slideMaster1.xml" ContentType="application/vnd.openxmlformats-officedocument.presentationml.slideMaster+xml"/>
  <Override PartName="/ppt/main_figures/Fig18/ppt/slideMasters/theme/theme2.xml" ContentType="application/vnd.openxmlformats-officedocument.theme+xml"/>
  <Override PartName="/ppt/main_figures/Fig18/ppt/slideLayouts/slideLayout1.xml" ContentType="application/vnd.openxmlformats-officedocument.presentationml.slideLayout+xml"/>
  <Override PartName="/ppt/main_figures/Fig18/ppt/slideLayouts/slideLayout2.xml" ContentType="application/vnd.openxmlformats-officedocument.presentationml.slideLayout+xml"/>
  <Override PartName="/ppt/main_figures/Fig18/ppt/slideLayouts/slideLayout3.xml" ContentType="application/vnd.openxmlformats-officedocument.presentationml.slideLayout+xml"/>
  <Override PartName="/ppt/main_figures/Fig18/ppt/slideLayouts/slideLayout4.xml" ContentType="application/vnd.openxmlformats-officedocument.presentationml.slideLayout+xml"/>
  <Override PartName="/ppt/main_figures/Fig18/ppt/slideLayouts/slideLayout5.xml" ContentType="application/vnd.openxmlformats-officedocument.presentationml.slideLayout+xml"/>
  <Override PartName="/ppt/main_figures/Fig18/ppt/slideLayouts/slideLayout6.xml" ContentType="application/vnd.openxmlformats-officedocument.presentationml.slideLayout+xml"/>
  <Override PartName="/ppt/main_figures/Fig18/ppt/notesMasters/notesMaster1.xml" ContentType="application/vnd.openxmlformats-officedocument.presentationml.notesMaster+xml"/>
  <Override PartName="/ppt/main_figures/Fig18/ppt/notesMasters/theme/theme3.xml" ContentType="application/vnd.openxmlformats-officedocument.theme+xml"/>
  <Override PartName="/ppt/main_figures/Fig18/ppt/presProps.xml" ContentType="application/vnd.openxmlformats-officedocument.presentationml.presProps+xml"/>
  <Override PartName="/ppt/main_figures/Fig18/ppt/tableStyles.xml" ContentType="application/vnd.openxmlformats-officedocument.presentationml.tableStyles+xml"/>
  <Override PartName="/ppt/main_figures/Fig18/ppt/slides/slide1.xml" ContentType="application/vnd.openxmlformats-officedocument.presentationml.slide+xml"/>
  <Override PartName="/ppt/main_figures/Fig18/ppt/notesSlides/notesSlide1.xml" ContentType="application/vnd.openxmlformats-officedocument.presentationml.notesSlide+xml"/>
  <Override PartName="/ppt/slides/slide18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162ebc0848eb4870" /><Relationship Type="http://schemas.openxmlformats.org/officeDocument/2006/relationships/extended-properties" Target="/docProps/app.xml" Id="R87613f4a4fa24feb" /><Relationship Type="http://schemas.openxmlformats.org/officeDocument/2006/relationships/officeDocument" Target="/ppt/presentation.xml" Id="R296be95dae534d17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r:id="rId1002" id="2147483648"/>
    <p:sldMasterId r:id="rId1004" id="2147483649"/>
    <p:sldMasterId r:id="rId1006" id="2147483650"/>
    <p:sldMasterId r:id="rId1008" id="2147483651"/>
    <p:sldMasterId r:id="rId1010" id="2147483652"/>
    <p:sldMasterId r:id="rId1012" id="2147483653"/>
    <p:sldMasterId r:id="rId1014" id="2147483654"/>
    <p:sldMasterId r:id="rId1016" id="2147483655"/>
    <p:sldMasterId r:id="rId1018" id="2147483656"/>
    <p:sldMasterId r:id="rId1020" id="2147483657"/>
    <p:sldMasterId r:id="rId1022" id="2147483658"/>
    <p:sldMasterId r:id="rId1024" id="2147483659"/>
    <p:sldMasterId r:id="rId1026" id="2147483660"/>
    <p:sldMasterId r:id="rId1028" id="2147483661"/>
    <p:sldMasterId r:id="rId1030" id="2147483662"/>
    <p:sldMasterId r:id="rId1032" id="2147483663"/>
    <p:sldMasterId r:id="rId1034" id="2147483664"/>
    <p:sldMasterId r:id="rId1036" id="2147483665"/>
  </p:sldMasterIdLst>
  <p:notesMasterIdLst>
    <p:notesMasterId r:id="Ra2be0683c6754c2c"/>
  </p:notesMasterIdLst>
  <p:sldIdLst>
    <p:sldId r:id="rId1001" id="256"/>
    <p:sldId r:id="rId1003" id="257"/>
    <p:sldId r:id="rId1005" id="258"/>
    <p:sldId r:id="rId1007" id="259"/>
    <p:sldId r:id="rId1009" id="260"/>
    <p:sldId r:id="rId1011" id="261"/>
    <p:sldId r:id="rId1013" id="262"/>
    <p:sldId r:id="rId1015" id="263"/>
    <p:sldId r:id="rId1017" id="264"/>
    <p:sldId r:id="rId1019" id="265"/>
    <p:sldId r:id="rId1021" id="266"/>
    <p:sldId r:id="rId1023" id="267"/>
    <p:sldId r:id="rId1025" id="268"/>
    <p:sldId r:id="rId1027" id="269"/>
    <p:sldId r:id="rId1029" id="270"/>
    <p:sldId r:id="rId1031" id="271"/>
    <p:sldId r:id="rId1033" id="272"/>
    <p:sldId r:id="rId1035" id="273"/>
  </p:sldIdLst>
  <p:sldSz cx="12801600" cy="679987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68ef8eac17f24f17" /><Relationship Type="http://schemas.openxmlformats.org/officeDocument/2006/relationships/notesMaster" Target="/ppt/notesMasters/notesMaster1.xml" Id="Ra2be0683c6754c2c" /><Relationship Type="http://schemas.openxmlformats.org/officeDocument/2006/relationships/presProps" Target="/ppt/presProps.xml" Id="R0f567fafc50a40ac" /><Relationship Type="http://schemas.openxmlformats.org/officeDocument/2006/relationships/tableStyles" Target="/ppt/tableStyles.xml" Id="Re26ca8864ccd44e5" /><Relationship Id="rId1001" Type="http://schemas.openxmlformats.org/officeDocument/2006/relationships/slide" Target="slides/slide1.xml" /><Relationship Id="rId1002" Type="http://schemas.openxmlformats.org/officeDocument/2006/relationships/slideMaster" Target="/ppt/main_figures/Fig1/ppt/slideMasters/slideMaster1.xml" /><Relationship Id="rId1003" Type="http://schemas.openxmlformats.org/officeDocument/2006/relationships/slide" Target="slides/slide2.xml" /><Relationship Id="rId1004" Type="http://schemas.openxmlformats.org/officeDocument/2006/relationships/slideMaster" Target="/ppt/main_figures/Fig2/ppt/slideMasters/slideMaster1.xml" /><Relationship Id="rId1005" Type="http://schemas.openxmlformats.org/officeDocument/2006/relationships/slide" Target="slides/slide3.xml" /><Relationship Id="rId1006" Type="http://schemas.openxmlformats.org/officeDocument/2006/relationships/slideMaster" Target="/ppt/main_figures/Fig3/ppt/slideMasters/slideMaster1.xml" /><Relationship Id="rId1007" Type="http://schemas.openxmlformats.org/officeDocument/2006/relationships/slide" Target="slides/slide4.xml" /><Relationship Id="rId1008" Type="http://schemas.openxmlformats.org/officeDocument/2006/relationships/slideMaster" Target="/ppt/main_figures/Fig4/ppt/slideMasters/slideMaster1.xml" /><Relationship Id="rId1009" Type="http://schemas.openxmlformats.org/officeDocument/2006/relationships/slide" Target="slides/slide5.xml" /><Relationship Id="rId1010" Type="http://schemas.openxmlformats.org/officeDocument/2006/relationships/slideMaster" Target="/ppt/main_figures/Fig5/ppt/slideMasters/slideMaster1.xml" /><Relationship Id="rId1011" Type="http://schemas.openxmlformats.org/officeDocument/2006/relationships/slide" Target="slides/slide6.xml" /><Relationship Id="rId1012" Type="http://schemas.openxmlformats.org/officeDocument/2006/relationships/slideMaster" Target="/ppt/main_figures/Fig6/ppt/slideMasters/slideMaster1.xml" /><Relationship Id="rId1013" Type="http://schemas.openxmlformats.org/officeDocument/2006/relationships/slide" Target="slides/slide7.xml" /><Relationship Id="rId1014" Type="http://schemas.openxmlformats.org/officeDocument/2006/relationships/slideMaster" Target="/ppt/main_figures/Fig7/ppt/slideMasters/slideMaster1.xml" /><Relationship Id="rId1015" Type="http://schemas.openxmlformats.org/officeDocument/2006/relationships/slide" Target="slides/slide8.xml" /><Relationship Id="rId1016" Type="http://schemas.openxmlformats.org/officeDocument/2006/relationships/slideMaster" Target="/ppt/main_figures/Fig8/ppt/slideMasters/slideMaster1.xml" /><Relationship Id="rId1017" Type="http://schemas.openxmlformats.org/officeDocument/2006/relationships/slide" Target="slides/slide9.xml" /><Relationship Id="rId1018" Type="http://schemas.openxmlformats.org/officeDocument/2006/relationships/slideMaster" Target="/ppt/main_figures/Fig9/ppt/slideMasters/slideMaster1.xml" /><Relationship Id="rId1019" Type="http://schemas.openxmlformats.org/officeDocument/2006/relationships/slide" Target="slides/slide10.xml" /><Relationship Id="rId1020" Type="http://schemas.openxmlformats.org/officeDocument/2006/relationships/slideMaster" Target="/ppt/main_figures/Fig10/ppt/slideMasters/slideMaster1.xml" /><Relationship Id="rId1021" Type="http://schemas.openxmlformats.org/officeDocument/2006/relationships/slide" Target="slides/slide11.xml" /><Relationship Id="rId1022" Type="http://schemas.openxmlformats.org/officeDocument/2006/relationships/slideMaster" Target="/ppt/main_figures/Fig11/ppt/slideMasters/slideMaster1.xml" /><Relationship Id="rId1023" Type="http://schemas.openxmlformats.org/officeDocument/2006/relationships/slide" Target="slides/slide12.xml" /><Relationship Id="rId1024" Type="http://schemas.openxmlformats.org/officeDocument/2006/relationships/slideMaster" Target="/ppt/main_figures/Fig12/ppt/slideMasters/slideMaster1.xml" /><Relationship Id="rId1025" Type="http://schemas.openxmlformats.org/officeDocument/2006/relationships/slide" Target="slides/slide13.xml" /><Relationship Id="rId1026" Type="http://schemas.openxmlformats.org/officeDocument/2006/relationships/slideMaster" Target="/ppt/main_figures/Fig13/ppt/slideMasters/slideMaster1.xml" /><Relationship Id="rId1027" Type="http://schemas.openxmlformats.org/officeDocument/2006/relationships/slide" Target="slides/slide14.xml" /><Relationship Id="rId1028" Type="http://schemas.openxmlformats.org/officeDocument/2006/relationships/slideMaster" Target="/ppt/main_figures/Fig14/ppt/slideMasters/slideMaster1.xml" /><Relationship Id="rId1029" Type="http://schemas.openxmlformats.org/officeDocument/2006/relationships/slide" Target="slides/slide15.xml" /><Relationship Id="rId1030" Type="http://schemas.openxmlformats.org/officeDocument/2006/relationships/slideMaster" Target="/ppt/main_figures/Fig15/ppt/slideMasters/slideMaster1.xml" /><Relationship Id="rId1031" Type="http://schemas.openxmlformats.org/officeDocument/2006/relationships/slide" Target="slides/slide16.xml" /><Relationship Id="rId1032" Type="http://schemas.openxmlformats.org/officeDocument/2006/relationships/slideMaster" Target="/ppt/main_figures/Fig16/ppt/slideMasters/slideMaster1.xml" /><Relationship Id="rId1033" Type="http://schemas.openxmlformats.org/officeDocument/2006/relationships/slide" Target="slides/slide17.xml" /><Relationship Id="rId1034" Type="http://schemas.openxmlformats.org/officeDocument/2006/relationships/slideMaster" Target="/ppt/main_figures/Fig17/ppt/slideMasters/slideMaster1.xml" /><Relationship Id="rId1035" Type="http://schemas.openxmlformats.org/officeDocument/2006/relationships/slide" Target="slides/slide18.xml" /><Relationship Id="rId1036" Type="http://schemas.openxmlformats.org/officeDocument/2006/relationships/slideMaster" Target="/ppt/main_figures/Fig18/ppt/slideMasters/slideMaster1.xml" /></Relationships>
</file>

<file path=ppt/main_figures/Fig1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2026-10-21T02:42:01.6500000Z</dcterms:created>
  <dcterms:modified xsi:type="dcterms:W3CDTF">2026-10-21T02:42:01.6500000Z</dcterms:modified>
</coreProperties>
</file>

<file path=ppt/main_figures/Fig1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/ppt/theme/theme1.xml" Id="R68ef8eac17f24f17" /><Relationship Type="http://schemas.openxmlformats.org/officeDocument/2006/relationships/slideMaster" Target="/ppt/main_figures/Fig1/ppt/slideMasters/slideMaster1.xml" Id="R1b15976ef6cb4e5e" /><Relationship Type="http://schemas.openxmlformats.org/officeDocument/2006/relationships/notesMaster" Target="/ppt/main_figures/Fig1/ppt/notesMasters/notesMaster1.xml" Id="Ra2be0683c6754c2c" /><Relationship Type="http://schemas.openxmlformats.org/officeDocument/2006/relationships/presProps" Target="/ppt/main_figures/Fig1/ppt/presProps.xml" Id="R0f567fafc50a40ac" /><Relationship Type="http://schemas.openxmlformats.org/officeDocument/2006/relationships/tableStyles" Target="/ppt/main_figures/Fig1/ppt/tableStyles.xml" Id="Re26ca8864ccd44e5" /><Relationship Type="http://schemas.openxmlformats.org/officeDocument/2006/relationships/slide" Target="/ppt/main_figures/Fig1/ppt/slides/slide1.xml" Id="Rdeb356881ac940d2" /></Relationships>
</file>

<file path=ppt/main_figures/Fig1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/ppt/notesMasters/theme/theme3.xml" Id="R2d6b1d38aa524c74" /></Relationships>
</file>

<file path=ppt/main_figures/Fig1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/ppt/slides/slide1.xml" Id="R150fae0a400f4add" /><Relationship Type="http://schemas.openxmlformats.org/officeDocument/2006/relationships/notesMaster" Target="/ppt/main_figures/Fig1/ppt/notesMasters/notesMaster1.xml" Id="R91303072b2724edd" /></Relationships>
</file>

<file path=ppt/main_figures/Fig1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/Users/lele/Desktop/MergeTreeMaps/.codex-build/unified-style-20261021/backup/latex/figures/rgmtm_linked_cases.pdf.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5976ef6cb4e5e"/>
  </p:sldMasterIdLst>
  <p:notesMasterIdLst>
    <p:notesMasterId xmlns:r="http://schemas.openxmlformats.org/officeDocument/2006/relationships" r:id="Ra2be0683c6754c2c"/>
  </p:notesMasterIdLst>
  <p:sldIdLst>
    <p:sldId xmlns:r="http://schemas.openxmlformats.org/officeDocument/2006/relationships" id="256" r:id="Rdeb356881ac940d2"/>
  </p:sldIdLst>
  <p:sldSz cx="12801600" cy="6799870"/>
  <p:notesSz cx="6858000" cy="9144000"/>
</p:presentation>
</file>

<file path=ppt/main_figures/Fig1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/ppt/slideMasters/slideMaster1.xml" Id="R9924aa5eacba4fd7" /></Relationships>
</file>

<file path=ppt/main_figures/Fig1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/ppt/slideMasters/slideMaster1.xml" Id="Rd5a3d93082a9441f" /></Relationships>
</file>

<file path=ppt/main_figures/Fig1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/ppt/slideMasters/slideMaster1.xml" Id="R3c41a20b5b7741d8" /></Relationships>
</file>

<file path=ppt/main_figures/Fig1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/ppt/slideMasters/slideMaster1.xml" Id="R6d2504814849482a" /></Relationships>
</file>

<file path=ppt/main_figures/Fig1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/ppt/slideMasters/slideMaster1.xml" Id="R3cbf74eeea5d4f62" /></Relationships>
</file>

<file path=ppt/main_figures/Fig1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/ppt/slideMasters/slideMaster1.xml" Id="Re71292d108134470" /></Relationships>
</file>

<file path=ppt/main_figures/Fig1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1BE63-1A2B-46FE-B02E-E6BCE8CF6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68840"/>
            <a:ext cx="10241280" cy="9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4174A5-B56D-4DC5-BD2D-3285014D19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739929"/>
            <a:ext cx="8961120" cy="75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50B82C-8AD1-4F7F-9672-4449CA007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833279"/>
            <a:ext cx="10241280" cy="113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0F519E-60F5-4FFE-9106-1663C18AB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90F8B3-F6E9-40D0-821B-348BE01E5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1136142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8A88E3-4DD9-4E85-85DB-DDC136260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A2678-1BD0-46CF-8E3C-A974E6203A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D18DF9-33DC-42CB-9259-5E6B42485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751E6-CA1C-46BE-A0B5-B9EB1280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D41F58-A17E-487E-91AF-7C2A3700E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/ppt/slideMasters/theme/theme2.xml" Id="Rc230810cb0214982" /><Relationship Type="http://schemas.openxmlformats.org/officeDocument/2006/relationships/slideLayout" Target="/ppt/main_figures/Fig1/ppt/slideLayouts/slideLayout1.xml" Id="R00b00ae92b0840df" /><Relationship Type="http://schemas.openxmlformats.org/officeDocument/2006/relationships/slideLayout" Target="/ppt/main_figures/Fig1/ppt/slideLayouts/slideLayout2.xml" Id="R8bb133a799af4842" /><Relationship Type="http://schemas.openxmlformats.org/officeDocument/2006/relationships/slideLayout" Target="/ppt/main_figures/Fig1/ppt/slideLayouts/slideLayout3.xml" Id="Ra96a80e14c44458d" /><Relationship Type="http://schemas.openxmlformats.org/officeDocument/2006/relationships/slideLayout" Target="/ppt/main_figures/Fig1/ppt/slideLayouts/slideLayout4.xml" Id="R9ad28e0704444145" /><Relationship Type="http://schemas.openxmlformats.org/officeDocument/2006/relationships/slideLayout" Target="/ppt/main_figures/Fig1/ppt/slideLayouts/slideLayout5.xml" Id="Rc1f1c07435f2480f" /><Relationship Type="http://schemas.openxmlformats.org/officeDocument/2006/relationships/slideLayout" Target="/ppt/main_figures/Fig1/ppt/slideLayouts/slideLayout6.xml" Id="R3d31ce39bab945fa" /></Relationships>
</file>

<file path=ppt/main_figures/Fig1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00ae92b0840df"/>
    <p:sldLayoutId xmlns:r="http://schemas.openxmlformats.org/officeDocument/2006/relationships" id="2147483650" r:id="R8bb133a799af4842"/>
    <p:sldLayoutId xmlns:r="http://schemas.openxmlformats.org/officeDocument/2006/relationships" id="2147483651" r:id="Ra96a80e14c44458d"/>
    <p:sldLayoutId xmlns:r="http://schemas.openxmlformats.org/officeDocument/2006/relationships" id="2147483652" r:id="R9ad28e0704444145"/>
    <p:sldLayoutId xmlns:r="http://schemas.openxmlformats.org/officeDocument/2006/relationships" id="2147483653" r:id="Rc1f1c07435f2480f"/>
    <p:sldLayoutId xmlns:r="http://schemas.openxmlformats.org/officeDocument/2006/relationships" id="2147483654" r:id="R3d31ce39bab9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/ppt/slideLayouts/slideLayout6.xml" Id="Ra39b0fe896da44f9" /><Relationship Type="http://schemas.openxmlformats.org/officeDocument/2006/relationships/image" Target="/ppt/main_figures/Fig1/ppt/media/image.png" Id="Rbb3c11449cc94488" /><Relationship Type="http://schemas.openxmlformats.org/officeDocument/2006/relationships/image" Target="/ppt/main_figures/Fig1/ppt/media/image.svg" Id="R282d1e1f0f334a16" /><Relationship Type="http://schemas.openxmlformats.org/officeDocument/2006/relationships/notesSlide" Target="/ppt/main_figures/Fig1/ppt/notesSlides/notesSlide1.xml" Id="R3997bd196edb4f19" /></Relationships>
</file>

<file path=ppt/main_figures/Fig1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13256A-A247-43D1-A679-213581DCC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c11449cc94488">
            <a:extLst>
              <a:ext uri="{96DAC541-7B7A-43D3-8B79-37D633B846F1}">
                <asvg:svgBlip xmlns:asvg="http://schemas.microsoft.com/office/drawing/2016/SVG/main" r:embed="R282d1e1f0f334a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801600" cy="6799870"/>
          </a:xfrm>
          <a:prstGeom xmlns:a="http://schemas.openxmlformats.org/drawingml/2006/main" prst="rect">
            <a:avLst/>
          </a:prstGeom>
        </p:spPr>
      </p:pic>
      <p:sp>
        <p:nvSpPr>
          <p:cNvPr id="2" name="Unified label: longitude / latitude">
            <a:extLst xmlns:a="http://schemas.openxmlformats.org/drawingml/2006/main">
              <a:ext uri="{FF2B5EF4-FFF2-40B4-BE49-F238E27FC236}">
                <a16:creationId xmlns:a16="http://schemas.microsoft.com/office/drawing/2014/main" id="{590AC932-8F7A-42FE-B0FB-7F8B34D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692" y="2367351"/>
            <a:ext cx="188971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longitude / latitude</a:t>
            </a:r>
          </a:p>
        </p:txBody>
      </p:sp>
      <p:sp>
        <p:nvSpPr>
          <p:cNvPr id="3" name="Unified label: C">
            <a:extLst xmlns:a="http://schemas.openxmlformats.org/drawingml/2006/main">
              <a:ext uri="{FF2B5EF4-FFF2-40B4-BE49-F238E27FC236}">
                <a16:creationId xmlns:a16="http://schemas.microsoft.com/office/drawing/2014/main" id="{7D1BF707-E04B-456C-937A-B5477787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26" y="1196165"/>
            <a:ext cx="166885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" name="Unified label: A">
            <a:extLst xmlns:a="http://schemas.openxmlformats.org/drawingml/2006/main">
              <a:ext uri="{FF2B5EF4-FFF2-40B4-BE49-F238E27FC236}">
                <a16:creationId xmlns:a16="http://schemas.microsoft.com/office/drawing/2014/main" id="{77C0547B-BEE1-44E2-A4F5-BC4FCD35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804" y="708276"/>
            <a:ext cx="17442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Unified label: B">
            <a:extLst xmlns:a="http://schemas.openxmlformats.org/drawingml/2006/main">
              <a:ext uri="{FF2B5EF4-FFF2-40B4-BE49-F238E27FC236}">
                <a16:creationId xmlns:a16="http://schemas.microsoft.com/office/drawing/2014/main" id="{364A61F9-237F-45C1-BCB9-729AD9DE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4837" y="731064"/>
            <a:ext cx="172161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Unified label: (a) ERA5: step 48">
            <a:extLst xmlns:a="http://schemas.openxmlformats.org/drawingml/2006/main">
              <a:ext uri="{FF2B5EF4-FFF2-40B4-BE49-F238E27FC236}">
                <a16:creationId xmlns:a16="http://schemas.microsoft.com/office/drawing/2014/main" id="{C6AC69C2-0E01-4CE4-AEDE-A5F0144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616" y="206300"/>
            <a:ext cx="1853373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Storms: step 48</a:t>
            </a:r>
          </a:p>
        </p:txBody>
      </p:sp>
      <p:sp>
        <p:nvSpPr>
          <p:cNvPr id="7" name="Unified label: 960">
            <a:extLst xmlns:a="http://schemas.openxmlformats.org/drawingml/2006/main">
              <a:ext uri="{FF2B5EF4-FFF2-40B4-BE49-F238E27FC236}">
                <a16:creationId xmlns:a16="http://schemas.microsoft.com/office/drawing/2014/main" id="{A6D2C403-E13C-4905-886E-0E6EEB43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2037649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960</a:t>
            </a:r>
          </a:p>
        </p:txBody>
      </p:sp>
      <p:sp>
        <p:nvSpPr>
          <p:cNvPr id="8" name="Unified label: 980">
            <a:extLst xmlns:a="http://schemas.openxmlformats.org/drawingml/2006/main">
              <a:ext uri="{FF2B5EF4-FFF2-40B4-BE49-F238E27FC236}">
                <a16:creationId xmlns:a16="http://schemas.microsoft.com/office/drawing/2014/main" id="{B69098F7-733B-4DFB-92A9-AB7985E2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1658722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980</a:t>
            </a:r>
          </a:p>
        </p:txBody>
      </p:sp>
      <p:sp>
        <p:nvSpPr>
          <p:cNvPr id="9" name="Unified label: 1000">
            <a:extLst xmlns:a="http://schemas.openxmlformats.org/drawingml/2006/main">
              <a:ext uri="{FF2B5EF4-FFF2-40B4-BE49-F238E27FC236}">
                <a16:creationId xmlns:a16="http://schemas.microsoft.com/office/drawing/2014/main" id="{0A90064D-D3AA-4EFB-AF2B-AC58E2D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1279795"/>
            <a:ext cx="473708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0" name="Unified label: 1020">
            <a:extLst xmlns:a="http://schemas.openxmlformats.org/drawingml/2006/main">
              <a:ext uri="{FF2B5EF4-FFF2-40B4-BE49-F238E27FC236}">
                <a16:creationId xmlns:a16="http://schemas.microsoft.com/office/drawing/2014/main" id="{5BA6ED78-566A-4EDE-A4A6-8BB418AE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900868"/>
            <a:ext cx="473708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1020</a:t>
            </a:r>
          </a:p>
        </p:txBody>
      </p:sp>
      <p:sp>
        <p:nvSpPr>
          <p:cNvPr id="11" name="Unified label: 1040">
            <a:extLst xmlns:a="http://schemas.openxmlformats.org/drawingml/2006/main">
              <a:ext uri="{FF2B5EF4-FFF2-40B4-BE49-F238E27FC236}">
                <a16:creationId xmlns:a16="http://schemas.microsoft.com/office/drawing/2014/main" id="{FADACF08-0FF4-47BB-8F99-BF96BE04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521940"/>
            <a:ext cx="473708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1040</a:t>
            </a:r>
          </a:p>
        </p:txBody>
      </p:sp>
      <p:sp>
        <p:nvSpPr>
          <p:cNvPr id="12" name="Unified label: hPa">
            <a:extLst xmlns:a="http://schemas.openxmlformats.org/drawingml/2006/main">
              <a:ext uri="{FF2B5EF4-FFF2-40B4-BE49-F238E27FC236}">
                <a16:creationId xmlns:a16="http://schemas.microsoft.com/office/drawing/2014/main" id="{6792788F-0962-4DA0-BDF9-DDC9F6EE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270389" y="1266355"/>
            <a:ext cx="368764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hPa</a:t>
            </a:r>
          </a:p>
        </p:txBody>
      </p:sp>
      <p:sp>
        <p:nvSpPr>
          <p:cNvPr id="13" name="Unified label: H = 8.4% axis">
            <a:extLst xmlns:a="http://schemas.openxmlformats.org/drawingml/2006/main">
              <a:ext uri="{FF2B5EF4-FFF2-40B4-BE49-F238E27FC236}">
                <a16:creationId xmlns:a16="http://schemas.microsoft.com/office/drawing/2014/main" id="{7641D207-8FED-4241-8A20-CA346F0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6402" y="2367351"/>
            <a:ext cx="1268787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 = 8.4% axis</a:t>
            </a:r>
          </a:p>
        </p:txBody>
      </p:sp>
      <p:sp>
        <p:nvSpPr>
          <p:cNvPr id="14" name="Unified label: q">
            <a:extLst xmlns:a="http://schemas.openxmlformats.org/drawingml/2006/main">
              <a:ext uri="{FF2B5EF4-FFF2-40B4-BE49-F238E27FC236}">
                <a16:creationId xmlns:a16="http://schemas.microsoft.com/office/drawing/2014/main" id="{A06538C7-0577-4E4A-8359-DC1E6F17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398143"/>
            <a:ext cx="148230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5" name="Unified label: u">
            <a:extLst xmlns:a="http://schemas.openxmlformats.org/drawingml/2006/main">
              <a:ext uri="{FF2B5EF4-FFF2-40B4-BE49-F238E27FC236}">
                <a16:creationId xmlns:a16="http://schemas.microsoft.com/office/drawing/2014/main" id="{E58547CD-A041-4C89-9B6F-78870FF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2033296"/>
            <a:ext cx="14804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16" name="Unified label: Reference / tree anchors">
            <a:extLst xmlns:a="http://schemas.openxmlformats.org/drawingml/2006/main">
              <a:ext uri="{FF2B5EF4-FFF2-40B4-BE49-F238E27FC236}">
                <a16:creationId xmlns:a16="http://schemas.microsoft.com/office/drawing/2014/main" id="{7B3AA455-A9F1-4C14-BC91-FF97D87D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749" y="153714"/>
            <a:ext cx="2267657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/ tree anchors</a:t>
            </a:r>
          </a:p>
        </p:txBody>
      </p:sp>
      <p:sp>
        <p:nvSpPr>
          <p:cNvPr id="17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3C00FB5A-6D1D-4F6F-BD5A-EEB617C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644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8" name="Unified label: 45">
            <a:extLst xmlns:a="http://schemas.openxmlformats.org/drawingml/2006/main">
              <a:ext uri="{FF2B5EF4-FFF2-40B4-BE49-F238E27FC236}">
                <a16:creationId xmlns:a16="http://schemas.microsoft.com/office/drawing/2014/main" id="{80664A2F-76B5-4CAF-82E3-BD062C4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145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9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10420439-321F-47AB-A0B8-CC3CC125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2647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0" name="Unified label: 55">
            <a:extLst xmlns:a="http://schemas.openxmlformats.org/drawingml/2006/main">
              <a:ext uri="{FF2B5EF4-FFF2-40B4-BE49-F238E27FC236}">
                <a16:creationId xmlns:a16="http://schemas.microsoft.com/office/drawing/2014/main" id="{B2CB6831-C960-425E-B7CE-962C8A50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4148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21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72685A45-46ED-4A81-92B3-B1B1D83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520" y="2696903"/>
            <a:ext cx="921747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22" name="Unified label: step 48: position 8.9%">
            <a:extLst xmlns:a="http://schemas.openxmlformats.org/drawingml/2006/main">
              <a:ext uri="{FF2B5EF4-FFF2-40B4-BE49-F238E27FC236}">
                <a16:creationId xmlns:a16="http://schemas.microsoft.com/office/drawing/2014/main" id="{8141D787-3006-4332-98BC-57980504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823" y="2058695"/>
            <a:ext cx="1918786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48: position 8.9%</a:t>
            </a:r>
          </a:p>
        </p:txBody>
      </p:sp>
      <p:sp>
        <p:nvSpPr>
          <p:cNvPr id="23" name="Unified label: RG-MTM-P: 24/104 errors*">
            <a:extLst xmlns:a="http://schemas.openxmlformats.org/drawingml/2006/main">
              <a:ext uri="{FF2B5EF4-FFF2-40B4-BE49-F238E27FC236}">
                <a16:creationId xmlns:a16="http://schemas.microsoft.com/office/drawing/2014/main" id="{34E716AC-9326-49D5-9771-4B78647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2176" y="206300"/>
            <a:ext cx="2666402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RG-MTM-P: 24/104 errors*</a:t>
            </a:r>
          </a:p>
        </p:txBody>
      </p:sp>
      <p:sp>
        <p:nvSpPr>
          <p:cNvPr id="24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1423EDE2-F42B-4986-86F1-A8D4C89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1079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5" name="Unified label: 45">
            <a:extLst xmlns:a="http://schemas.openxmlformats.org/drawingml/2006/main">
              <a:ext uri="{FF2B5EF4-FFF2-40B4-BE49-F238E27FC236}">
                <a16:creationId xmlns:a16="http://schemas.microsoft.com/office/drawing/2014/main" id="{450CBEB4-E3B0-4E7D-A817-2CF57271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2581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26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069DDF9C-D31A-421A-8958-AB69BE6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082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Unified label: 55">
            <a:extLst xmlns:a="http://schemas.openxmlformats.org/drawingml/2006/main">
              <a:ext uri="{FF2B5EF4-FFF2-40B4-BE49-F238E27FC236}">
                <a16:creationId xmlns:a16="http://schemas.microsoft.com/office/drawing/2014/main" id="{FE4F2B96-5552-4E7C-9C3D-51F72067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584" y="2421189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28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DE16D17A-1CAF-4178-95A0-8CF3676C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5956" y="2696903"/>
            <a:ext cx="921748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29" name="Unified label: step 48: position 0.8%">
            <a:extLst xmlns:a="http://schemas.openxmlformats.org/drawingml/2006/main">
              <a:ext uri="{FF2B5EF4-FFF2-40B4-BE49-F238E27FC236}">
                <a16:creationId xmlns:a16="http://schemas.microsoft.com/office/drawing/2014/main" id="{67F8BE24-DBAE-4277-B2B8-4C2C2258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259" y="1877665"/>
            <a:ext cx="1918786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48: position 0.8%</a:t>
            </a:r>
          </a:p>
        </p:txBody>
      </p:sp>
      <p:sp>
        <p:nvSpPr>
          <p:cNvPr id="30" name="Unified label: merge error 12.6 hPa">
            <a:extLst xmlns:a="http://schemas.openxmlformats.org/drawingml/2006/main">
              <a:ext uri="{FF2B5EF4-FFF2-40B4-BE49-F238E27FC236}">
                <a16:creationId xmlns:a16="http://schemas.microsoft.com/office/drawing/2014/main" id="{A8132BF7-4483-4A19-A4FE-F4B18C2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625" y="2058695"/>
            <a:ext cx="1747674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 error 12.6 hPa</a:t>
            </a:r>
          </a:p>
        </p:txBody>
      </p:sp>
      <p:sp>
        <p:nvSpPr>
          <p:cNvPr id="31" name="Unified label: RG-MTM-R: 19/104 errors*">
            <a:extLst xmlns:a="http://schemas.openxmlformats.org/drawingml/2006/main">
              <a:ext uri="{FF2B5EF4-FFF2-40B4-BE49-F238E27FC236}">
                <a16:creationId xmlns:a16="http://schemas.microsoft.com/office/drawing/2014/main" id="{247D5CC2-D86A-4D8E-97B1-BE998147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724" y="206300"/>
            <a:ext cx="2679088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RG-MTM-R: 19/104 errors*</a:t>
            </a:r>
          </a:p>
        </p:txBody>
      </p:sp>
      <p:sp>
        <p:nvSpPr>
          <p:cNvPr id="32" name="Unified label: longitude / latitude">
            <a:extLst xmlns:a="http://schemas.openxmlformats.org/drawingml/2006/main">
              <a:ext uri="{FF2B5EF4-FFF2-40B4-BE49-F238E27FC236}">
                <a16:creationId xmlns:a16="http://schemas.microsoft.com/office/drawing/2014/main" id="{4BDBAD8E-3E6B-41A6-BDE5-AA5001C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692" y="5519869"/>
            <a:ext cx="188971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longitude / latitude</a:t>
            </a:r>
          </a:p>
        </p:txBody>
      </p:sp>
      <p:sp>
        <p:nvSpPr>
          <p:cNvPr id="33" name="Unified label: C">
            <a:extLst xmlns:a="http://schemas.openxmlformats.org/drawingml/2006/main">
              <a:ext uri="{FF2B5EF4-FFF2-40B4-BE49-F238E27FC236}">
                <a16:creationId xmlns:a16="http://schemas.microsoft.com/office/drawing/2014/main" id="{AAFC7BA9-061D-4D70-8D9F-1CCC900D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311" y="4799044"/>
            <a:ext cx="166885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4" name="Unified label: A">
            <a:extLst xmlns:a="http://schemas.openxmlformats.org/drawingml/2006/main">
              <a:ext uri="{FF2B5EF4-FFF2-40B4-BE49-F238E27FC236}">
                <a16:creationId xmlns:a16="http://schemas.microsoft.com/office/drawing/2014/main" id="{DE7F53F4-A424-4ED2-86E3-8035480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049" y="4498803"/>
            <a:ext cx="17442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5" name="Unified label: B">
            <a:extLst xmlns:a="http://schemas.openxmlformats.org/drawingml/2006/main">
              <a:ext uri="{FF2B5EF4-FFF2-40B4-BE49-F238E27FC236}">
                <a16:creationId xmlns:a16="http://schemas.microsoft.com/office/drawing/2014/main" id="{8BF0AC7D-57F7-4A8D-8D72-2916CEA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90" y="4010914"/>
            <a:ext cx="172161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Unified label: (b) OLR: step 32">
            <a:extLst xmlns:a="http://schemas.openxmlformats.org/drawingml/2006/main">
              <a:ext uri="{FF2B5EF4-FFF2-40B4-BE49-F238E27FC236}">
                <a16:creationId xmlns:a16="http://schemas.microsoft.com/office/drawing/2014/main" id="{11E5A558-096B-4C65-87AA-9AD3A72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002" y="3358819"/>
            <a:ext cx="1744351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OLR: step 32</a:t>
            </a:r>
          </a:p>
        </p:txBody>
      </p:sp>
      <p:sp>
        <p:nvSpPr>
          <p:cNvPr id="37" name="Unified label: 150">
            <a:extLst xmlns:a="http://schemas.openxmlformats.org/drawingml/2006/main">
              <a:ext uri="{FF2B5EF4-FFF2-40B4-BE49-F238E27FC236}">
                <a16:creationId xmlns:a16="http://schemas.microsoft.com/office/drawing/2014/main" id="{85032488-1260-49EB-B016-E23A3983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5226932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38" name="Unified label: 200">
            <a:extLst xmlns:a="http://schemas.openxmlformats.org/drawingml/2006/main">
              <a:ext uri="{FF2B5EF4-FFF2-40B4-BE49-F238E27FC236}">
                <a16:creationId xmlns:a16="http://schemas.microsoft.com/office/drawing/2014/main" id="{5EB21995-F797-49B9-B5BE-DBB7D4C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4691788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9" name="Unified label: 250">
            <a:extLst xmlns:a="http://schemas.openxmlformats.org/drawingml/2006/main">
              <a:ext uri="{FF2B5EF4-FFF2-40B4-BE49-F238E27FC236}">
                <a16:creationId xmlns:a16="http://schemas.microsoft.com/office/drawing/2014/main" id="{6D49543C-0686-4E7D-9A73-8653C1C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4156643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40" name="Unified label: 300">
            <a:extLst xmlns:a="http://schemas.openxmlformats.org/drawingml/2006/main">
              <a:ext uri="{FF2B5EF4-FFF2-40B4-BE49-F238E27FC236}">
                <a16:creationId xmlns:a16="http://schemas.microsoft.com/office/drawing/2014/main" id="{01CCBA2A-4662-4059-88F9-9BFE429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247" y="3621498"/>
            <a:ext cx="362424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41" name="Unified label: W m−2">
            <a:extLst xmlns:a="http://schemas.openxmlformats.org/drawingml/2006/main">
              <a:ext uri="{FF2B5EF4-FFF2-40B4-BE49-F238E27FC236}">
                <a16:creationId xmlns:a16="http://schemas.microsoft.com/office/drawing/2014/main" id="{A3A9BFBD-5A7B-4456-B3B6-A6D44171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994276" y="4429709"/>
            <a:ext cx="654560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 m−2</a:t>
            </a:r>
          </a:p>
        </p:txBody>
      </p:sp>
      <p:sp>
        <p:nvSpPr>
          <p:cNvPr id="42" name="Unified label: H = 16.3% axis">
            <a:extLst xmlns:a="http://schemas.openxmlformats.org/drawingml/2006/main">
              <a:ext uri="{FF2B5EF4-FFF2-40B4-BE49-F238E27FC236}">
                <a16:creationId xmlns:a16="http://schemas.microsoft.com/office/drawing/2014/main" id="{EEDFAB1C-AA4F-4526-AAEC-5334E44F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0671" y="5519869"/>
            <a:ext cx="138007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 = 16.3% axis</a:t>
            </a:r>
          </a:p>
        </p:txBody>
      </p:sp>
      <p:sp>
        <p:nvSpPr>
          <p:cNvPr id="43" name="Unified label: q">
            <a:extLst xmlns:a="http://schemas.openxmlformats.org/drawingml/2006/main">
              <a:ext uri="{FF2B5EF4-FFF2-40B4-BE49-F238E27FC236}">
                <a16:creationId xmlns:a16="http://schemas.microsoft.com/office/drawing/2014/main" id="{4B1FB718-255E-4508-A53E-50CE8FA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3550662"/>
            <a:ext cx="148230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44" name="Unified label: u">
            <a:extLst xmlns:a="http://schemas.openxmlformats.org/drawingml/2006/main">
              <a:ext uri="{FF2B5EF4-FFF2-40B4-BE49-F238E27FC236}">
                <a16:creationId xmlns:a16="http://schemas.microsoft.com/office/drawing/2014/main" id="{0A0C6AC8-FA05-4ACB-8BD8-EFC59CE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556" y="5185814"/>
            <a:ext cx="148042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45" name="Unified label: Reference / tree anchors">
            <a:extLst xmlns:a="http://schemas.openxmlformats.org/drawingml/2006/main">
              <a:ext uri="{FF2B5EF4-FFF2-40B4-BE49-F238E27FC236}">
                <a16:creationId xmlns:a16="http://schemas.microsoft.com/office/drawing/2014/main" id="{4582F186-2EC6-4682-925D-A8FCF5F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749" y="3306233"/>
            <a:ext cx="2267657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/ tree anchors</a:t>
            </a:r>
          </a:p>
        </p:txBody>
      </p:sp>
      <p:sp>
        <p:nvSpPr>
          <p:cNvPr id="46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1C8C699E-BF32-4E8C-8F3E-E3058F9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945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7" name="Unified label: 35">
            <a:extLst xmlns:a="http://schemas.openxmlformats.org/drawingml/2006/main">
              <a:ext uri="{FF2B5EF4-FFF2-40B4-BE49-F238E27FC236}">
                <a16:creationId xmlns:a16="http://schemas.microsoft.com/office/drawing/2014/main" id="{67027875-7E2D-4684-B731-5AE9669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2447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8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4FCE7669-E3C8-41E7-9CAF-CF45AE1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4520" y="5849421"/>
            <a:ext cx="921747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49" name="Unified label: step 32: position 17.1%">
            <a:extLst xmlns:a="http://schemas.openxmlformats.org/drawingml/2006/main">
              <a:ext uri="{FF2B5EF4-FFF2-40B4-BE49-F238E27FC236}">
                <a16:creationId xmlns:a16="http://schemas.microsoft.com/office/drawing/2014/main" id="{6AB00925-4E22-4FFF-B74C-B362741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4576" y="5211214"/>
            <a:ext cx="2006004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32: position 17.1%</a:t>
            </a:r>
          </a:p>
        </p:txBody>
      </p:sp>
      <p:sp>
        <p:nvSpPr>
          <p:cNvPr id="50" name="Unified label: RG-MTM-P: 3/56 errors*">
            <a:extLst xmlns:a="http://schemas.openxmlformats.org/drawingml/2006/main">
              <a:ext uri="{FF2B5EF4-FFF2-40B4-BE49-F238E27FC236}">
                <a16:creationId xmlns:a16="http://schemas.microsoft.com/office/drawing/2014/main" id="{62AC1CA1-A717-4E1B-A1A1-3720624A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462" y="3358819"/>
            <a:ext cx="2409594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RG-MTM-P: 3/56 errors*</a:t>
            </a:r>
          </a:p>
        </p:txBody>
      </p:sp>
      <p:sp>
        <p:nvSpPr>
          <p:cNvPr id="51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B75AEE17-35D6-479E-B0DE-3B67F1F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380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2" name="Unified label: 35">
            <a:extLst xmlns:a="http://schemas.openxmlformats.org/drawingml/2006/main">
              <a:ext uri="{FF2B5EF4-FFF2-40B4-BE49-F238E27FC236}">
                <a16:creationId xmlns:a16="http://schemas.microsoft.com/office/drawing/2014/main" id="{A2DAF465-F05F-43D3-8DD1-5563792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882" y="5573707"/>
            <a:ext cx="251141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3" name="Unified label: time step">
            <a:extLst xmlns:a="http://schemas.openxmlformats.org/drawingml/2006/main">
              <a:ext uri="{FF2B5EF4-FFF2-40B4-BE49-F238E27FC236}">
                <a16:creationId xmlns:a16="http://schemas.microsoft.com/office/drawing/2014/main" id="{A0B3446A-432F-4041-8333-EF8165B8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5956" y="5849421"/>
            <a:ext cx="921748" cy="263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8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</a:t>
            </a:r>
          </a:p>
        </p:txBody>
      </p:sp>
      <p:sp>
        <p:nvSpPr>
          <p:cNvPr id="54" name="Unified label: step 32: position 0.8%">
            <a:extLst xmlns:a="http://schemas.openxmlformats.org/drawingml/2006/main">
              <a:ext uri="{FF2B5EF4-FFF2-40B4-BE49-F238E27FC236}">
                <a16:creationId xmlns:a16="http://schemas.microsoft.com/office/drawing/2014/main" id="{F6FFE53F-F752-4BC0-B74B-58E153E2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259" y="4983748"/>
            <a:ext cx="1918786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32: position 0.8%</a:t>
            </a:r>
          </a:p>
        </p:txBody>
      </p:sp>
      <p:sp>
        <p:nvSpPr>
          <p:cNvPr id="55" name="Unified label: merge error 53.5 W m−2">
            <a:extLst xmlns:a="http://schemas.openxmlformats.org/drawingml/2006/main">
              <a:ext uri="{FF2B5EF4-FFF2-40B4-BE49-F238E27FC236}">
                <a16:creationId xmlns:a16="http://schemas.microsoft.com/office/drawing/2014/main" id="{803036EB-700C-4759-8F7A-9CB6B00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625" y="5187033"/>
            <a:ext cx="2001173" cy="22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2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 error 53.5 W m−2</a:t>
            </a:r>
          </a:p>
        </p:txBody>
      </p:sp>
      <p:sp>
        <p:nvSpPr>
          <p:cNvPr id="56" name="Unified label: RG-MTM-R: 3/56 errors*">
            <a:extLst xmlns:a="http://schemas.openxmlformats.org/drawingml/2006/main">
              <a:ext uri="{FF2B5EF4-FFF2-40B4-BE49-F238E27FC236}">
                <a16:creationId xmlns:a16="http://schemas.microsoft.com/office/drawing/2014/main" id="{5BCCD0AD-4EDE-46C8-A015-6FDE655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6009" y="3358819"/>
            <a:ext cx="2422280" cy="28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RG-MTM-R: 3/56 errors*</a:t>
            </a:r>
          </a:p>
        </p:txBody>
      </p:sp>
      <p:sp>
        <p:nvSpPr>
          <p:cNvPr id="57" name="Unified label: * Errors use the complete sequence, not just the displayed window. Scalar colors are shared within each row.">
            <a:extLst xmlns:a="http://schemas.openxmlformats.org/drawingml/2006/main">
              <a:ext uri="{FF2B5EF4-FFF2-40B4-BE49-F238E27FC236}">
                <a16:creationId xmlns:a16="http://schemas.microsoft.com/office/drawing/2014/main" id="{9A266A60-B881-436D-8519-FC801818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83826"/>
            <a:ext cx="10204455" cy="244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* Errors use the complete sequence, not just the displayed window. Scalar colors are shared within each row.</a:t>
            </a:r>
          </a:p>
        </p:txBody>
      </p:sp>
    </p:spTree>
    <p:extLst>
      <p:ext uri="{BB962C8B-B14F-4D97-AF65-F5344CB8AC3E}">
        <p14:creationId xmlns:p14="http://schemas.microsoft.com/office/powerpoint/2010/main" val="656390160"/>
      </p:ext>
    </p:extLst>
  </p:cSld>
</p:sld>
</file>

<file path=ppt/main_figures/Fig1/ppt/tableStyles.xml><?xml version="1.0" encoding="utf-8"?>
<a:tblStyleLst xmlns:a="http://schemas.openxmlformats.org/drawingml/2006/main" def="{5C22544A-7EE6-4342-B048-85BDC9FD1C3A}"/>
</file>

<file path=ppt/main_figures/Fig1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2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2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2026-10-21T02:42:03.7840000Z</dcterms:created>
  <dcterms:modified xsi:type="dcterms:W3CDTF">2026-10-21T02:42:03.7840000Z</dcterms:modified>
</coreProperties>
</file>

<file path=ppt/main_figures/Fig2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2/ppt/theme/theme1.xml" Id="R3a326c9369e64299" /><Relationship Type="http://schemas.openxmlformats.org/officeDocument/2006/relationships/slideMaster" Target="/ppt/main_figures/Fig2/ppt/slideMasters/slideMaster1.xml" Id="R270bcac06a4e42e2" /><Relationship Type="http://schemas.openxmlformats.org/officeDocument/2006/relationships/notesMaster" Target="/ppt/main_figures/Fig2/ppt/notesMasters/notesMaster1.xml" Id="R1205896abb304075" /><Relationship Type="http://schemas.openxmlformats.org/officeDocument/2006/relationships/presProps" Target="/ppt/main_figures/Fig2/ppt/presProps.xml" Id="R1da71d5c5a96481e" /><Relationship Type="http://schemas.openxmlformats.org/officeDocument/2006/relationships/tableStyles" Target="/ppt/main_figures/Fig2/ppt/tableStyles.xml" Id="Rad7149e1aa424ca1" /><Relationship Type="http://schemas.openxmlformats.org/officeDocument/2006/relationships/slide" Target="/ppt/main_figures/Fig2/ppt/slides/slide1.xml" Id="R758eeb5a9d534d17" /></Relationships>
</file>

<file path=ppt/main_figures/Fig2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2/ppt/notesMasters/theme/theme3.xml" Id="R82995ce70d8c4888" /></Relationships>
</file>

<file path=ppt/main_figures/Fig2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2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2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2/ppt/slides/slide1.xml" Id="Rf90ec38ded1341f2" /><Relationship Type="http://schemas.openxmlformats.org/officeDocument/2006/relationships/notesMaster" Target="/ppt/main_figures/Fig2/ppt/notesMasters/notesMaster1.xml" Id="Rdb880b733be14e61" /></Relationships>
</file>

<file path=ppt/main_figures/Fig2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/Users/lele/Desktop/MergeTreeMaps/.codex-build/unified-style-20261021/backup/latex/figures/rgmtm_motion_scalar_cost.pdf.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2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2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0bcac06a4e42e2"/>
  </p:sldMasterIdLst>
  <p:notesMasterIdLst>
    <p:notesMasterId xmlns:r="http://schemas.openxmlformats.org/officeDocument/2006/relationships" r:id="R1205896abb304075"/>
  </p:notesMasterIdLst>
  <p:sldIdLst>
    <p:sldId xmlns:r="http://schemas.openxmlformats.org/officeDocument/2006/relationships" id="256" r:id="R758eeb5a9d534d17"/>
  </p:sldIdLst>
  <p:sldSz cx="12801600" cy="3945955"/>
  <p:notesSz cx="6858000" cy="9144000"/>
</p:presentation>
</file>

<file path=ppt/main_figures/Fig2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2/ppt/slideMasters/slideMaster1.xml" Id="Rc29f9d6216a141af" /></Relationships>
</file>

<file path=ppt/main_figures/Fig2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2/ppt/slideMasters/slideMaster1.xml" Id="R451cba11d81d4421" /></Relationships>
</file>

<file path=ppt/main_figures/Fig2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2/ppt/slideMasters/slideMaster1.xml" Id="R53d45b36c081486c" /></Relationships>
</file>

<file path=ppt/main_figures/Fig2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2/ppt/slideMasters/slideMaster1.xml" Id="R85fbc1a8af6a4ea6" /></Relationships>
</file>

<file path=ppt/main_figures/Fig2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2/ppt/slideMasters/slideMaster1.xml" Id="R3b58ce8e10c34d6d" /></Relationships>
</file>

<file path=ppt/main_figures/Fig2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2/ppt/slideMasters/slideMaster1.xml" Id="Rc43ea545c1eb45cc" /></Relationships>
</file>

<file path=ppt/main_figures/Fig2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ECCB1-C06E-4CA3-81FD-1E0548FCE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490694"/>
            <a:ext cx="10241280" cy="56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8F5F91-49E9-4025-946D-D97F71C9A4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170275"/>
            <a:ext cx="8961120" cy="43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2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AC9348-0D20-4C61-B3E1-60088797B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644148"/>
            <a:ext cx="10241280" cy="65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2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A7B65A-96B6-4B60-971B-A2A1ACC14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06908"/>
            <a:ext cx="11361420" cy="48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072D84-B11F-42C7-B0D2-1808AC111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096099"/>
            <a:ext cx="1136142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2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5522B3-B20C-44AE-84E2-936B086E4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06908"/>
            <a:ext cx="11361420" cy="48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7DAA8E-1C74-49AB-BF6B-068C4D8EAE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096099"/>
            <a:ext cx="528066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F93BD1-DFB1-48DB-99E4-FB255770E2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096099"/>
            <a:ext cx="528066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2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6CA8D0-EEB5-4C40-8AC8-257BC0B6E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06908"/>
            <a:ext cx="11361420" cy="482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00AAFA-BB4F-4314-97A4-026811809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096099"/>
            <a:ext cx="5280660" cy="2455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153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690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82283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57659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33035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08411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83787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59162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34538" indent="-131532"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  <a:buChar char="•"/>
              <a:defRPr sz="12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2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2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2/ppt/slideMasters/theme/theme2.xml" Id="R155acc87b7ae40ca" /><Relationship Type="http://schemas.openxmlformats.org/officeDocument/2006/relationships/slideLayout" Target="/ppt/main_figures/Fig2/ppt/slideLayouts/slideLayout1.xml" Id="Rc31c0a4418f442cd" /><Relationship Type="http://schemas.openxmlformats.org/officeDocument/2006/relationships/slideLayout" Target="/ppt/main_figures/Fig2/ppt/slideLayouts/slideLayout2.xml" Id="R1d8ffc38f23e44e2" /><Relationship Type="http://schemas.openxmlformats.org/officeDocument/2006/relationships/slideLayout" Target="/ppt/main_figures/Fig2/ppt/slideLayouts/slideLayout3.xml" Id="R5fb2f81c5d754033" /><Relationship Type="http://schemas.openxmlformats.org/officeDocument/2006/relationships/slideLayout" Target="/ppt/main_figures/Fig2/ppt/slideLayouts/slideLayout4.xml" Id="R10a643cd6424402a" /><Relationship Type="http://schemas.openxmlformats.org/officeDocument/2006/relationships/slideLayout" Target="/ppt/main_figures/Fig2/ppt/slideLayouts/slideLayout5.xml" Id="R27a2913a00914fef" /><Relationship Type="http://schemas.openxmlformats.org/officeDocument/2006/relationships/slideLayout" Target="/ppt/main_figures/Fig2/ppt/slideLayouts/slideLayout6.xml" Id="R84f0cd1e36594a61" /></Relationships>
</file>

<file path=ppt/main_figures/Fig2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c0a4418f442cd"/>
    <p:sldLayoutId xmlns:r="http://schemas.openxmlformats.org/officeDocument/2006/relationships" id="2147483650" r:id="R1d8ffc38f23e44e2"/>
    <p:sldLayoutId xmlns:r="http://schemas.openxmlformats.org/officeDocument/2006/relationships" id="2147483651" r:id="R5fb2f81c5d754033"/>
    <p:sldLayoutId xmlns:r="http://schemas.openxmlformats.org/officeDocument/2006/relationships" id="2147483652" r:id="R10a643cd6424402a"/>
    <p:sldLayoutId xmlns:r="http://schemas.openxmlformats.org/officeDocument/2006/relationships" id="2147483653" r:id="R27a2913a00914fef"/>
    <p:sldLayoutId xmlns:r="http://schemas.openxmlformats.org/officeDocument/2006/relationships" id="2147483654" r:id="R84f0cd1e3659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2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2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2/ppt/slideLayouts/slideLayout6.xml" Id="Rbd81c54a497d4446" /><Relationship Type="http://schemas.openxmlformats.org/officeDocument/2006/relationships/image" Target="/ppt/main_figures/Fig2/ppt/media/image.png" Id="R1ddf46c920754fe4" /><Relationship Type="http://schemas.openxmlformats.org/officeDocument/2006/relationships/image" Target="/ppt/main_figures/Fig2/ppt/media/image.svg" Id="R45c404604c3749cc" /><Relationship Type="http://schemas.openxmlformats.org/officeDocument/2006/relationships/notesSlide" Target="/ppt/main_figures/Fig2/ppt/notesSlides/notesSlide1.xml" Id="R927e7e0c16f54ce0" /></Relationships>
</file>

<file path=ppt/main_figures/Fig2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8A4BBB-5780-4E81-B480-DB5F10046B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f46c920754fe4">
            <a:extLst>
              <a:ext uri="{96DAC541-7B7A-43D3-8B79-37D633B846F1}">
                <asvg:svgBlip xmlns:asvg="http://schemas.microsoft.com/office/drawing/2016/SVG/main" r:embed="R45c404604c3749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801600" cy="3945955"/>
          </a:xfrm>
          <a:prstGeom xmlns:a="http://schemas.openxmlformats.org/drawingml/2006/main" prst="rect">
            <a:avLst/>
          </a:prstGeom>
        </p:spPr>
      </p:pic>
      <p:sp>
        <p:nvSpPr>
          <p:cNvPr id="2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4405A61B-EC9E-4489-A9D7-6CBC74E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62" y="2557854"/>
            <a:ext cx="1366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" name="Unified label: 10">
            <a:extLst xmlns:a="http://schemas.openxmlformats.org/drawingml/2006/main">
              <a:ext uri="{FF2B5EF4-FFF2-40B4-BE49-F238E27FC236}">
                <a16:creationId xmlns:a16="http://schemas.microsoft.com/office/drawing/2014/main" id="{1093F113-83F8-4EF2-85A7-4A72F3E9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622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4892E6EB-B982-4FF9-B796-DBCFA01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187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43FBE8D4-0099-4CB1-85C1-9718CB4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2751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3466B2E1-B1C3-4EA4-B0AD-0143C412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1316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4D819B56-F9C6-4DEF-A239-72631D9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9880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79D33C06-4C55-467F-B263-8110456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445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9" name="Unified label: proxy error (%)">
            <a:extLst xmlns:a="http://schemas.openxmlformats.org/drawingml/2006/main">
              <a:ext uri="{FF2B5EF4-FFF2-40B4-BE49-F238E27FC236}">
                <a16:creationId xmlns:a16="http://schemas.microsoft.com/office/drawing/2014/main" id="{6B101DC8-C133-4816-B0B3-B803B6C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029" y="2825523"/>
            <a:ext cx="1481770" cy="25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proxy error (%)</a:t>
            </a:r>
          </a:p>
        </p:txBody>
      </p:sp>
      <p:sp>
        <p:nvSpPr>
          <p:cNvPr id="10" name="Unified label: ERA5 (n=104)">
            <a:extLst xmlns:a="http://schemas.openxmlformats.org/drawingml/2006/main">
              <a:ext uri="{FF2B5EF4-FFF2-40B4-BE49-F238E27FC236}">
                <a16:creationId xmlns:a16="http://schemas.microsoft.com/office/drawing/2014/main" id="{D1E85714-9E40-4630-A25F-E8C20089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74" y="638203"/>
            <a:ext cx="1232350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Storms (n=104)</a:t>
            </a:r>
          </a:p>
        </p:txBody>
      </p:sp>
      <p:sp>
        <p:nvSpPr>
          <p:cNvPr id="11" name="Unified label: Fire (n=112)">
            <a:extLst xmlns:a="http://schemas.openxmlformats.org/drawingml/2006/main">
              <a:ext uri="{FF2B5EF4-FFF2-40B4-BE49-F238E27FC236}">
                <a16:creationId xmlns:a16="http://schemas.microsoft.com/office/drawing/2014/main" id="{07A1DB83-79BE-4BC6-B795-B1FB2EC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220" y="1121765"/>
            <a:ext cx="110074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Wildfires (n=112)</a:t>
            </a:r>
          </a:p>
        </p:txBody>
      </p:sp>
      <p:sp>
        <p:nvSpPr>
          <p:cNvPr id="12" name="Unified label: OLR (n=56)">
            <a:extLst xmlns:a="http://schemas.openxmlformats.org/drawingml/2006/main">
              <a:ext uri="{FF2B5EF4-FFF2-40B4-BE49-F238E27FC236}">
                <a16:creationId xmlns:a16="http://schemas.microsoft.com/office/drawing/2014/main" id="{2469B90A-2DCC-4710-875F-3DD0A3F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59" y="1605326"/>
            <a:ext cx="102756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OLR (n=56)</a:t>
            </a:r>
          </a:p>
        </p:txBody>
      </p:sp>
      <p:sp>
        <p:nvSpPr>
          <p:cNvPr id="13" name="Unified label: PM2.5 (n=7)">
            <a:extLst xmlns:a="http://schemas.openxmlformats.org/drawingml/2006/main">
              <a:ext uri="{FF2B5EF4-FFF2-40B4-BE49-F238E27FC236}">
                <a16:creationId xmlns:a16="http://schemas.microsoft.com/office/drawing/2014/main" id="{41226F1C-231B-4BF0-BA3C-FC0EF2C1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41" y="2088888"/>
            <a:ext cx="109228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PM2.5 (n=7)</a:t>
            </a:r>
          </a:p>
        </p:txBody>
      </p:sp>
      <p:sp>
        <p:nvSpPr>
          <p:cNvPr id="14" name="Unified label: 43">
            <a:extLst xmlns:a="http://schemas.openxmlformats.org/drawingml/2006/main">
              <a:ext uri="{FF2B5EF4-FFF2-40B4-BE49-F238E27FC236}">
                <a16:creationId xmlns:a16="http://schemas.microsoft.com/office/drawing/2014/main" id="{2C6DFFDA-8013-40E6-9E12-16243841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1106" y="519361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5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5AEA6D15-0B7B-45AF-85EE-9AE3B87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0211" y="1002922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fied label: 12">
            <a:extLst xmlns:a="http://schemas.openxmlformats.org/drawingml/2006/main">
              <a:ext uri="{FF2B5EF4-FFF2-40B4-BE49-F238E27FC236}">
                <a16:creationId xmlns:a16="http://schemas.microsoft.com/office/drawing/2014/main" id="{A8392E4C-E4F5-4EF5-8AC2-87BF3C8F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9404" y="1486484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7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583CB9DA-956C-41A0-A887-51400168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0614" y="1970045"/>
            <a:ext cx="128300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Unified label: 24">
            <a:extLst xmlns:a="http://schemas.openxmlformats.org/drawingml/2006/main">
              <a:ext uri="{FF2B5EF4-FFF2-40B4-BE49-F238E27FC236}">
                <a16:creationId xmlns:a16="http://schemas.microsoft.com/office/drawing/2014/main" id="{F5B2C7BD-E6DB-47B8-B68D-3CB9FFA1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7959" y="625744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9" name="Unified label: 36">
            <a:extLst xmlns:a="http://schemas.openxmlformats.org/drawingml/2006/main">
              <a:ext uri="{FF2B5EF4-FFF2-40B4-BE49-F238E27FC236}">
                <a16:creationId xmlns:a16="http://schemas.microsoft.com/office/drawing/2014/main" id="{37900F2F-B1A8-49BE-9FDE-6FC89ED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5010" y="1109306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20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5521465D-0CAC-4604-B9B2-9D2941D2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0997" y="1592867"/>
            <a:ext cx="128301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127A9800-1A31-478D-A3B8-C5FF3B9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0614" y="2076428"/>
            <a:ext cx="128300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Unified label: 19">
            <a:extLst xmlns:a="http://schemas.openxmlformats.org/drawingml/2006/main">
              <a:ext uri="{FF2B5EF4-FFF2-40B4-BE49-F238E27FC236}">
                <a16:creationId xmlns:a16="http://schemas.microsoft.com/office/drawing/2014/main" id="{20DDA259-0161-47E2-AFCF-2616FE1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341" y="732128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3" name="Unified label: 35">
            <a:extLst xmlns:a="http://schemas.openxmlformats.org/drawingml/2006/main">
              <a:ext uri="{FF2B5EF4-FFF2-40B4-BE49-F238E27FC236}">
                <a16:creationId xmlns:a16="http://schemas.microsoft.com/office/drawing/2014/main" id="{A144A2F1-43E4-4DEA-8547-2E37ADB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6209" y="1215689"/>
            <a:ext cx="228026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24" name="Unified label: 3">
            <a:extLst xmlns:a="http://schemas.openxmlformats.org/drawingml/2006/main">
              <a:ext uri="{FF2B5EF4-FFF2-40B4-BE49-F238E27FC236}">
                <a16:creationId xmlns:a16="http://schemas.microsoft.com/office/drawing/2014/main" id="{2610B612-9F30-48F9-9469-0E2162D2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0997" y="1699251"/>
            <a:ext cx="128301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Unified label: 2">
            <a:extLst xmlns:a="http://schemas.openxmlformats.org/drawingml/2006/main">
              <a:ext uri="{FF2B5EF4-FFF2-40B4-BE49-F238E27FC236}">
                <a16:creationId xmlns:a16="http://schemas.microsoft.com/office/drawing/2014/main" id="{CEA52143-AB0D-46F0-9862-4DA842C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9808" y="2182812"/>
            <a:ext cx="128300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Unified label: (a) Motion errors; labels = counts">
            <a:extLst xmlns:a="http://schemas.openxmlformats.org/drawingml/2006/main">
              <a:ext uri="{FF2B5EF4-FFF2-40B4-BE49-F238E27FC236}">
                <a16:creationId xmlns:a16="http://schemas.microsoft.com/office/drawing/2014/main" id="{916477CD-F481-49B1-8BAA-D6CE7864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005" y="141889"/>
            <a:ext cx="3598585" cy="27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Motion errors; labels = counts</a:t>
            </a:r>
          </a:p>
        </p:txBody>
      </p:sp>
      <p:sp>
        <p:nvSpPr>
          <p:cNvPr id="27" name="Unified label: −50">
            <a:extLst xmlns:a="http://schemas.openxmlformats.org/drawingml/2006/main">
              <a:ext uri="{FF2B5EF4-FFF2-40B4-BE49-F238E27FC236}">
                <a16:creationId xmlns:a16="http://schemas.microsoft.com/office/drawing/2014/main" id="{1A8FD4FB-9E02-459A-BE4F-27F28D32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6932" y="2557854"/>
            <a:ext cx="386996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−50</a:t>
            </a:r>
          </a:p>
        </p:txBody>
      </p:sp>
      <p:sp>
        <p:nvSpPr>
          <p:cNvPr id="28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82075CE8-B7CA-41E2-A1C0-E930C51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769" y="2557854"/>
            <a:ext cx="1366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Unified label: 50">
            <a:extLst xmlns:a="http://schemas.openxmlformats.org/drawingml/2006/main">
              <a:ext uri="{FF2B5EF4-FFF2-40B4-BE49-F238E27FC236}">
                <a16:creationId xmlns:a16="http://schemas.microsoft.com/office/drawing/2014/main" id="{86AE861E-1A45-498F-B409-550BF44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142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0" name="Unified label: paired difference (pp)">
            <a:extLst xmlns:a="http://schemas.openxmlformats.org/drawingml/2006/main">
              <a:ext uri="{FF2B5EF4-FFF2-40B4-BE49-F238E27FC236}">
                <a16:creationId xmlns:a16="http://schemas.microsoft.com/office/drawing/2014/main" id="{3745E34B-DA71-40CB-9336-B5413D0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7091" y="2825523"/>
            <a:ext cx="2173263" cy="25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paired difference (pp)</a:t>
            </a:r>
          </a:p>
        </p:txBody>
      </p:sp>
      <p:sp>
        <p:nvSpPr>
          <p:cNvPr id="31" name="Unified label: (b) Relaxed minus comparator">
            <a:extLst xmlns:a="http://schemas.openxmlformats.org/drawingml/2006/main">
              <a:ext uri="{FF2B5EF4-FFF2-40B4-BE49-F238E27FC236}">
                <a16:creationId xmlns:a16="http://schemas.microsoft.com/office/drawing/2014/main" id="{D6EBF5C3-C065-404D-B4D2-C698C99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1123" y="141889"/>
            <a:ext cx="3008399" cy="27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Relaxed minus comparator</a:t>
            </a:r>
          </a:p>
        </p:txBody>
      </p:sp>
      <p:sp>
        <p:nvSpPr>
          <p:cNvPr id="32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BB1A6558-0F8F-4864-B2E6-11D596A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075" y="2557854"/>
            <a:ext cx="1366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" name="Unified label: 10">
            <a:extLst xmlns:a="http://schemas.openxmlformats.org/drawingml/2006/main">
              <a:ext uri="{FF2B5EF4-FFF2-40B4-BE49-F238E27FC236}">
                <a16:creationId xmlns:a16="http://schemas.microsoft.com/office/drawing/2014/main" id="{0E552768-3DAD-4221-8D79-07885295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220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4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1905DC3C-F242-4E81-BCA1-A179180D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1469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5" name="Unified label: 30">
            <a:extLst xmlns:a="http://schemas.openxmlformats.org/drawingml/2006/main">
              <a:ext uri="{FF2B5EF4-FFF2-40B4-BE49-F238E27FC236}">
                <a16:creationId xmlns:a16="http://schemas.microsoft.com/office/drawing/2014/main" id="{899C8E15-A18D-47BD-ADDA-96652ED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4718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6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E5F2E6E7-99C0-4E2E-BA1B-A307641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7967" y="2557854"/>
            <a:ext cx="24464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7" name="Unified label: merge error (% scalar range)">
            <a:extLst xmlns:a="http://schemas.openxmlformats.org/drawingml/2006/main">
              <a:ext uri="{FF2B5EF4-FFF2-40B4-BE49-F238E27FC236}">
                <a16:creationId xmlns:a16="http://schemas.microsoft.com/office/drawing/2014/main" id="{23B0DE83-6865-4F06-A69C-BF9B4062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7772" y="2825523"/>
            <a:ext cx="2765971" cy="25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merge error (% scalar range)</a:t>
            </a:r>
          </a:p>
        </p:txBody>
      </p:sp>
      <p:sp>
        <p:nvSpPr>
          <p:cNvPr id="38" name="Unified label: 26.1">
            <a:extLst xmlns:a="http://schemas.openxmlformats.org/drawingml/2006/main">
              <a:ext uri="{FF2B5EF4-FFF2-40B4-BE49-F238E27FC236}">
                <a16:creationId xmlns:a16="http://schemas.microsoft.com/office/drawing/2014/main" id="{18E26F01-1626-4C8A-9A2D-9116CE11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5180" y="625019"/>
            <a:ext cx="377615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26.1</a:t>
            </a:r>
          </a:p>
        </p:txBody>
      </p:sp>
      <p:sp>
        <p:nvSpPr>
          <p:cNvPr id="39" name="Unified label: 19.6">
            <a:extLst xmlns:a="http://schemas.openxmlformats.org/drawingml/2006/main">
              <a:ext uri="{FF2B5EF4-FFF2-40B4-BE49-F238E27FC236}">
                <a16:creationId xmlns:a16="http://schemas.microsoft.com/office/drawing/2014/main" id="{7797433D-08D1-4CBB-9D58-7A3F470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6651" y="1109064"/>
            <a:ext cx="377615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19.6</a:t>
            </a:r>
          </a:p>
        </p:txBody>
      </p:sp>
      <p:sp>
        <p:nvSpPr>
          <p:cNvPr id="40" name="Unified label: 33.6">
            <a:extLst xmlns:a="http://schemas.openxmlformats.org/drawingml/2006/main">
              <a:ext uri="{FF2B5EF4-FFF2-40B4-BE49-F238E27FC236}">
                <a16:creationId xmlns:a16="http://schemas.microsoft.com/office/drawing/2014/main" id="{23C0046C-5302-4769-B229-B0996ED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642" y="1593109"/>
            <a:ext cx="377615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33.6</a:t>
            </a:r>
          </a:p>
        </p:txBody>
      </p:sp>
      <p:sp>
        <p:nvSpPr>
          <p:cNvPr id="41" name="Unified label: 9.5">
            <a:extLst xmlns:a="http://schemas.openxmlformats.org/drawingml/2006/main">
              <a:ext uri="{FF2B5EF4-FFF2-40B4-BE49-F238E27FC236}">
                <a16:creationId xmlns:a16="http://schemas.microsoft.com/office/drawing/2014/main" id="{7ECB162E-C6C3-491A-B414-98600F74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8123" y="2077154"/>
            <a:ext cx="277889" cy="219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3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9.5</a:t>
            </a:r>
          </a:p>
        </p:txBody>
      </p:sp>
      <p:sp>
        <p:nvSpPr>
          <p:cNvPr id="42" name="Unified label: (c) Relaxed scalar cost">
            <a:extLst xmlns:a="http://schemas.openxmlformats.org/drawingml/2006/main">
              <a:ext uri="{FF2B5EF4-FFF2-40B4-BE49-F238E27FC236}">
                <a16:creationId xmlns:a16="http://schemas.microsoft.com/office/drawing/2014/main" id="{1E0B2D90-772B-4553-A6A3-B77B400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4559" y="141889"/>
            <a:ext cx="2434337" cy="274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4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Relaxed scalar cost</a:t>
            </a:r>
          </a:p>
        </p:txBody>
      </p:sp>
      <p:sp>
        <p:nvSpPr>
          <p:cNvPr id="43" name="Unified label: ST-MTM">
            <a:extLst xmlns:a="http://schemas.openxmlformats.org/drawingml/2006/main">
              <a:ext uri="{FF2B5EF4-FFF2-40B4-BE49-F238E27FC236}">
                <a16:creationId xmlns:a16="http://schemas.microsoft.com/office/drawing/2014/main" id="{BA1B83AD-97CB-47F6-BD9A-ABEB264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2125" y="3212361"/>
            <a:ext cx="68301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44" name="Unified label: RG-MTM-P">
            <a:extLst xmlns:a="http://schemas.openxmlformats.org/drawingml/2006/main">
              <a:ext uri="{FF2B5EF4-FFF2-40B4-BE49-F238E27FC236}">
                <a16:creationId xmlns:a16="http://schemas.microsoft.com/office/drawing/2014/main" id="{8F6B8C98-7AD4-410D-B1C9-218F05FC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2125" y="3474104"/>
            <a:ext cx="900337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</a:t>
            </a:r>
          </a:p>
        </p:txBody>
      </p:sp>
      <p:sp>
        <p:nvSpPr>
          <p:cNvPr id="45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8A1267EF-4BEC-42A1-9B55-44C3622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171" y="3212361"/>
            <a:ext cx="915965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46" name="Unified label: vs ST-MTM">
            <a:extLst xmlns:a="http://schemas.openxmlformats.org/drawingml/2006/main">
              <a:ext uri="{FF2B5EF4-FFF2-40B4-BE49-F238E27FC236}">
                <a16:creationId xmlns:a16="http://schemas.microsoft.com/office/drawing/2014/main" id="{EE2418CA-6A84-471F-BA53-771E1DD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171" y="3474104"/>
            <a:ext cx="92609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 ST-MTM</a:t>
            </a:r>
          </a:p>
        </p:txBody>
      </p:sp>
      <p:sp>
        <p:nvSpPr>
          <p:cNvPr id="47" name="Unified label: vs RG-MTM-P">
            <a:extLst xmlns:a="http://schemas.openxmlformats.org/drawingml/2006/main">
              <a:ext uri="{FF2B5EF4-FFF2-40B4-BE49-F238E27FC236}">
                <a16:creationId xmlns:a16="http://schemas.microsoft.com/office/drawing/2014/main" id="{C70AE1C7-7E52-4031-9367-7E6121A1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3125" y="3212361"/>
            <a:ext cx="1143418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 RG-MTM-P</a:t>
            </a:r>
          </a:p>
        </p:txBody>
      </p:sp>
      <p:sp>
        <p:nvSpPr>
          <p:cNvPr id="48" name="Unified label: mean cost">
            <a:extLst xmlns:a="http://schemas.openxmlformats.org/drawingml/2006/main">
              <a:ext uri="{FF2B5EF4-FFF2-40B4-BE49-F238E27FC236}">
                <a16:creationId xmlns:a16="http://schemas.microsoft.com/office/drawing/2014/main" id="{8F8FFC0B-C5E7-4DFF-B192-30318819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3125" y="3474104"/>
            <a:ext cx="916814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cost</a:t>
            </a:r>
          </a:p>
        </p:txBody>
      </p:sp>
      <p:sp>
        <p:nvSpPr>
          <p:cNvPr id="49" name="Unified label: max cost">
            <a:extLst xmlns:a="http://schemas.openxmlformats.org/drawingml/2006/main">
              <a:ext uri="{FF2B5EF4-FFF2-40B4-BE49-F238E27FC236}">
                <a16:creationId xmlns:a16="http://schemas.microsoft.com/office/drawing/2014/main" id="{6D85000C-441B-409D-BE9D-D3ABE8C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9131" y="3212361"/>
            <a:ext cx="805211" cy="237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38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8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 cost</a:t>
            </a:r>
          </a:p>
        </p:txBody>
      </p:sp>
    </p:spTree>
    <p:extLst>
      <p:ext uri="{BB962C8B-B14F-4D97-AF65-F5344CB8AC3E}">
        <p14:creationId xmlns:p14="http://schemas.microsoft.com/office/powerpoint/2010/main" val="191884358"/>
      </p:ext>
    </p:extLst>
  </p:cSld>
</p:sld>
</file>

<file path=ppt/main_figures/Fig2/ppt/tableStyles.xml><?xml version="1.0" encoding="utf-8"?>
<a:tblStyleLst xmlns:a="http://schemas.openxmlformats.org/drawingml/2006/main" def="{5C22544A-7EE6-4342-B048-85BDC9FD1C3A}"/>
</file>

<file path=ppt/main_figures/Fig2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3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3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2026-10-22T17:38:41.4230000Z</dcterms:created>
  <dcterms:modified xsi:type="dcterms:W3CDTF">2026-10-22T17:38:41.4230000Z</dcterms:modified>
</coreProperties>
</file>

<file path=ppt/main_figures/Fig3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3/ppt/theme/theme1.xml" Id="Rd6414923c3d74997" /><Relationship Type="http://schemas.openxmlformats.org/officeDocument/2006/relationships/slideMaster" Target="/ppt/main_figures/Fig3/ppt/slideMasters/slideMaster1.xml" Id="Rd051ad9314d349a7" /><Relationship Type="http://schemas.openxmlformats.org/officeDocument/2006/relationships/notesMaster" Target="/ppt/main_figures/Fig3/ppt/notesMasters/notesMaster1.xml" Id="Rab39cd4b014448c0" /><Relationship Type="http://schemas.openxmlformats.org/officeDocument/2006/relationships/presProps" Target="/ppt/main_figures/Fig3/ppt/presProps.xml" Id="R2b580fe7b4d04827" /><Relationship Type="http://schemas.openxmlformats.org/officeDocument/2006/relationships/tableStyles" Target="/ppt/main_figures/Fig3/ppt/tableStyles.xml" Id="Rd04814bb9e9d4312" /><Relationship Type="http://schemas.openxmlformats.org/officeDocument/2006/relationships/slide" Target="/ppt/main_figures/Fig3/ppt/slides/slide1.xml" Id="Rf820c4c813b443c7" /></Relationships>
</file>

<file path=ppt/main_figures/Fig3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3/ppt/notesMasters/theme/theme3.xml" Id="Rc9a6176d5ae3484c" /></Relationships>
</file>

<file path=ppt/main_figures/Fig3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3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3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3/ppt/slides/slide1.xml" Id="R3a089e7339984c9a" /><Relationship Type="http://schemas.openxmlformats.org/officeDocument/2006/relationships/notesMaster" Target="/ppt/main_figures/Fig3/ppt/notesMasters/notesMaster1.xml" Id="R4fefaa481ba9463b" /></Relationships>
</file>

<file path=ppt/main_figures/Fig3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stacked bar chart from eval_projection.json, five retained datasets, Gaussian excluded. Total motion error equals reversal plus miss. Clear event counts are 2D spatial events, not independent samples. PM2.5 January followed seasonal exploration.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3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3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1ad9314d349a7"/>
  </p:sldMasterIdLst>
  <p:notesMasterIdLst>
    <p:notesMasterId xmlns:r="http://schemas.openxmlformats.org/officeDocument/2006/relationships" r:id="Rab39cd4b014448c0"/>
  </p:notesMasterIdLst>
  <p:sldIdLst>
    <p:sldId xmlns:r="http://schemas.openxmlformats.org/officeDocument/2006/relationships" id="256" r:id="Rf820c4c813b443c7"/>
  </p:sldIdLst>
  <p:sldSz cx="12801600" cy="6572250"/>
  <p:notesSz cx="6858000" cy="9144000"/>
</p:presentation>
</file>

<file path=ppt/main_figures/Fig3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3/ppt/slideMasters/slideMaster1.xml" Id="R67054b21cfc34e27" /></Relationships>
</file>

<file path=ppt/main_figures/Fig3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3/ppt/slideMasters/slideMaster1.xml" Id="Re2cfe55b225e44bf" /></Relationships>
</file>

<file path=ppt/main_figures/Fig3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3/ppt/slideMasters/slideMaster1.xml" Id="R0eb25b12956b4e94" /></Relationships>
</file>

<file path=ppt/main_figures/Fig3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3/ppt/slideMasters/slideMaster1.xml" Id="R621fb189224646db" /></Relationships>
</file>

<file path=ppt/main_figures/Fig3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3/ppt/slideMasters/slideMaster1.xml" Id="Re63f73fe63f3449d" /></Relationships>
</file>

<file path=ppt/main_figures/Fig3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3/ppt/slideMasters/slideMaster1.xml" Id="R17782d2fb9ef4fa2" /></Relationships>
</file>

<file path=ppt/main_figures/Fig3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B334E-C706-4F36-8AE6-80A280B72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482850"/>
            <a:ext cx="102412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496EB4-638B-4AE4-ACE9-CFDBDB5335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614738"/>
            <a:ext cx="896112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3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A9EAEE-A1D0-413E-BBDD-E8E08B64F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8438"/>
            <a:ext cx="102412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3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4EF530-E59C-4B9C-8889-C9585F67E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F88AF4-62E4-4081-90C3-0281D4F4CF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1136142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3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8FDA65-0463-46BD-B1A1-3ED150E55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336831-70BE-4AEC-9A52-197DD5253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2BF026-603E-4CB8-9BCE-BB753583BF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3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E35DB-0CCD-4006-80CA-C1227D66D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82E05-391D-4D4F-B0A7-0CDE9351B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3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3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3/ppt/slideMasters/theme/theme2.xml" Id="R7fe7183bcbdd48aa" /><Relationship Type="http://schemas.openxmlformats.org/officeDocument/2006/relationships/slideLayout" Target="/ppt/main_figures/Fig3/ppt/slideLayouts/slideLayout1.xml" Id="R4fe9173a3bbf4e9c" /><Relationship Type="http://schemas.openxmlformats.org/officeDocument/2006/relationships/slideLayout" Target="/ppt/main_figures/Fig3/ppt/slideLayouts/slideLayout2.xml" Id="R968fb4dfdbeb48bc" /><Relationship Type="http://schemas.openxmlformats.org/officeDocument/2006/relationships/slideLayout" Target="/ppt/main_figures/Fig3/ppt/slideLayouts/slideLayout3.xml" Id="R5c3d5af7eb644e99" /><Relationship Type="http://schemas.openxmlformats.org/officeDocument/2006/relationships/slideLayout" Target="/ppt/main_figures/Fig3/ppt/slideLayouts/slideLayout4.xml" Id="Rcae16850247349e0" /><Relationship Type="http://schemas.openxmlformats.org/officeDocument/2006/relationships/slideLayout" Target="/ppt/main_figures/Fig3/ppt/slideLayouts/slideLayout5.xml" Id="Rad8be95237cb48c1" /><Relationship Type="http://schemas.openxmlformats.org/officeDocument/2006/relationships/slideLayout" Target="/ppt/main_figures/Fig3/ppt/slideLayouts/slideLayout6.xml" Id="Reb21b6a9cef148a3" /></Relationships>
</file>

<file path=ppt/main_figures/Fig3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9173a3bbf4e9c"/>
    <p:sldLayoutId xmlns:r="http://schemas.openxmlformats.org/officeDocument/2006/relationships" id="2147483650" r:id="R968fb4dfdbeb48bc"/>
    <p:sldLayoutId xmlns:r="http://schemas.openxmlformats.org/officeDocument/2006/relationships" id="2147483651" r:id="R5c3d5af7eb644e99"/>
    <p:sldLayoutId xmlns:r="http://schemas.openxmlformats.org/officeDocument/2006/relationships" id="2147483652" r:id="Rcae16850247349e0"/>
    <p:sldLayoutId xmlns:r="http://schemas.openxmlformats.org/officeDocument/2006/relationships" id="2147483653" r:id="Rad8be95237cb48c1"/>
    <p:sldLayoutId xmlns:r="http://schemas.openxmlformats.org/officeDocument/2006/relationships" id="2147483654" r:id="Reb21b6a9cef148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3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3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3/ppt/slideLayouts/slideLayout6.xml" Id="R8b5e399032514471" /><Relationship Type="http://schemas.openxmlformats.org/officeDocument/2006/relationships/chart" Target="/ppt/main_figures/Fig3/ppt/slides/charts/chart1.xml" Id="Rbaa22380845c47ec" /><Relationship Type="http://schemas.openxmlformats.org/officeDocument/2006/relationships/chart" Target="/ppt/main_figures/Fig3/ppt/slides/charts/chart2.xml" Id="R6c61bead99fc47af" /><Relationship Type="http://schemas.openxmlformats.org/officeDocument/2006/relationships/chart" Target="/ppt/main_figures/Fig3/ppt/slides/charts/chart3.xml" Id="Rddfeec194b144ffe" /><Relationship Type="http://schemas.openxmlformats.org/officeDocument/2006/relationships/chart" Target="/ppt/main_figures/Fig3/ppt/slides/charts/chart4.xml" Id="Ref038949e55c4617" /><Relationship Type="http://schemas.openxmlformats.org/officeDocument/2006/relationships/chart" Target="/ppt/main_figures/Fig3/ppt/slides/charts/chart5.xml" Id="Rcd35965f84744b2a" /><Relationship Type="http://schemas.openxmlformats.org/officeDocument/2006/relationships/notesSlide" Target="/ppt/main_figures/Fig3/ppt/notesSlides/notesSlide1.xml" Id="Rb14a7d2cf0724a4f" /></Relationships>
</file>

<file path=ppt/main_figures/Fig3/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26.923076923076923</c:v>
              </c:pt>
              <c:pt idx="1">
                <c:v>21.153846153846153</c:v>
              </c:pt>
              <c:pt idx="2">
                <c:v>19.230769230769234</c:v>
              </c:pt>
              <c:pt idx="3">
                <c:v>13.461538461538462</c:v>
              </c:pt>
              <c:pt idx="4">
                <c:v>23.076923076923077</c:v>
              </c:pt>
              <c:pt idx="5">
                <c:v>25.961538461538463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20.192307692307693</c:v>
              </c:pt>
              <c:pt idx="1">
                <c:v>20.192307692307693</c:v>
              </c:pt>
              <c:pt idx="2">
                <c:v>3.8461538461538463</c:v>
              </c:pt>
              <c:pt idx="3">
                <c:v>4.807692307692308</c:v>
              </c:pt>
              <c:pt idx="4">
                <c:v>23.076923076923077</c:v>
              </c:pt>
              <c:pt idx="5">
                <c:v>18.269230769230766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3/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21.428571428571427</c:v>
              </c:pt>
              <c:pt idx="1">
                <c:v>21.428571428571427</c:v>
              </c:pt>
              <c:pt idx="2">
                <c:v>16.071428571428573</c:v>
              </c:pt>
              <c:pt idx="3">
                <c:v>6.25</c:v>
              </c:pt>
              <c:pt idx="4">
                <c:v>14.285714285714285</c:v>
              </c:pt>
              <c:pt idx="5">
                <c:v>11.607142857142858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17.857142857142858</c:v>
              </c:pt>
              <c:pt idx="1">
                <c:v>14.285714285714285</c:v>
              </c:pt>
              <c:pt idx="2">
                <c:v>16.071428571428573</c:v>
              </c:pt>
              <c:pt idx="3">
                <c:v>25</c:v>
              </c:pt>
              <c:pt idx="4">
                <c:v>35.714285714285715</c:v>
              </c:pt>
              <c:pt idx="5">
                <c:v>36.607142857142854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3/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32.142857142857146</c:v>
              </c:pt>
              <c:pt idx="1">
                <c:v>1.7857142857142856</c:v>
              </c:pt>
              <c:pt idx="2">
                <c:v>0</c:v>
              </c:pt>
              <c:pt idx="3">
                <c:v>1.7857142857142856</c:v>
              </c:pt>
              <c:pt idx="4">
                <c:v>25</c:v>
              </c:pt>
              <c:pt idx="5">
                <c:v>33.92857142857143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12.5</c:v>
              </c:pt>
              <c:pt idx="1">
                <c:v>19.642857142857142</c:v>
              </c:pt>
              <c:pt idx="2">
                <c:v>5.357142857142857</c:v>
              </c:pt>
              <c:pt idx="3">
                <c:v>3.571428571428571</c:v>
              </c:pt>
              <c:pt idx="4">
                <c:v>23.214285714285715</c:v>
              </c:pt>
              <c:pt idx="5">
                <c:v>12.5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3/ppt/slides/charts/chart4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28.57142857142857</c:v>
              </c:pt>
              <c:pt idx="1">
                <c:v>42.857142857142854</c:v>
              </c:pt>
              <c:pt idx="2">
                <c:v>42.857142857142854</c:v>
              </c:pt>
              <c:pt idx="3">
                <c:v>28.57142857142857</c:v>
              </c:pt>
              <c:pt idx="4">
                <c:v>14.285714285714285</c:v>
              </c:pt>
              <c:pt idx="5">
                <c:v>28.57142857142857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42.857142857142854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28.57142857142857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3/ppt/slides/charts/chart5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Reversal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22.58064516129032</c:v>
              </c:pt>
              <c:pt idx="1">
                <c:v>7.258064516129033</c:v>
              </c:pt>
              <c:pt idx="2">
                <c:v>24.193548387096776</c:v>
              </c:pt>
              <c:pt idx="3">
                <c:v>10.483870967741936</c:v>
              </c:pt>
              <c:pt idx="4">
                <c:v>10.483870967741936</c:v>
              </c:pt>
              <c:pt idx="5">
                <c:v>8.064516129032258</c:v>
              </c:pt>
            </c:numLit>
          </c:val>
        </c:ser>
        <c:ser>
          <c:idx val="1"/>
          <c:order val="1"/>
          <c:tx>
            <c:v>Miss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7777">
                  <a:alpha val="40000"/>
                </a:srgbClr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B4E9">
                  <a:alpha val="40000"/>
                </a:srgbClr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72B2">
                  <a:alpha val="40000"/>
                </a:srgbClr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9E73">
                  <a:alpha val="40000"/>
                </a:srgbClr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55E00">
                  <a:alpha val="40000"/>
                </a:srgbClr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C79A7">
                  <a:alpha val="40000"/>
                </a:srgbClr>
              </a:solidFill>
            </c:spPr>
          </c:dPt>
          <c:cat>
            <c:strLit>
              <c:ptCount val="6"/>
              <c:pt idx="0">
                <c:v>TMTM</c:v>
              </c:pt>
              <c:pt idx="1">
                <c:v>ST-MTM</c:v>
              </c:pt>
              <c:pt idx="2">
                <c:v>P</c:v>
              </c:pt>
              <c:pt idx="3">
                <c:v>R20</c:v>
              </c:pt>
              <c:pt idx="4">
                <c:v>Hilbert</c:v>
              </c:pt>
              <c:pt idx="5">
                <c:v>Morton</c:v>
              </c:pt>
            </c:strLit>
          </c:cat>
          <c:val>
            <c:numLit>
              <c:formatCode>0</c:formatCode>
              <c:ptCount val="6"/>
              <c:pt idx="0">
                <c:v>41.935483870967744</c:v>
              </c:pt>
              <c:pt idx="1">
                <c:v>27.419354838709676</c:v>
              </c:pt>
              <c:pt idx="2">
                <c:v>7.258064516129033</c:v>
              </c:pt>
              <c:pt idx="3">
                <c:v>2.4193548387096775</c:v>
              </c:pt>
              <c:pt idx="4">
                <c:v>28.225806451612907</c:v>
              </c:pt>
              <c:pt idx="5">
                <c:v>16.93548387096774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3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(a) Storms 1999/2000, n = 104">
            <a:extLst xmlns:a="http://schemas.openxmlformats.org/drawingml/2006/main">
              <a:ext uri="{FF2B5EF4-FFF2-40B4-BE49-F238E27FC236}">
                <a16:creationId xmlns:a16="http://schemas.microsoft.com/office/drawing/2014/main" id="{EFC2D6DC-6E5B-428D-B6B6-813F155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1999/2000, n = 104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7375E58-F6E9-45A0-80DC-AC3859E8E540}"/>
              </a:ext>
            </a:extLst>
          </p:cNvPr>
          <p:cNvGraphicFramePr/>
          <p:nvPr/>
        </p:nvGraphicFramePr>
        <p:xfrm>
          <a:off xmlns:a="http://schemas.openxmlformats.org/drawingml/2006/main" x="1524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a22380845c47ec"/>
          </a:graphicData>
        </a:graphic>
      </p:graphicFrame>
      <p:sp>
        <p:nvSpPr>
          <p:cNvPr id="3" name="(b) Wildfires 2019, n = 112">
            <a:extLst xmlns:a="http://schemas.openxmlformats.org/drawingml/2006/main">
              <a:ext uri="{FF2B5EF4-FFF2-40B4-BE49-F238E27FC236}">
                <a16:creationId xmlns:a16="http://schemas.microsoft.com/office/drawing/2014/main" id="{6F0634FC-9B85-4558-BC98-974688B2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2019, n = 112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8EFC245-CF4B-4774-8686-5E7899D4D675}"/>
              </a:ext>
            </a:extLst>
          </p:cNvPr>
          <p:cNvGraphicFramePr/>
          <p:nvPr/>
        </p:nvGraphicFramePr>
        <p:xfrm>
          <a:off xmlns:a="http://schemas.openxmlformats.org/drawingml/2006/main" x="436245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61bead99fc47af"/>
          </a:graphicData>
        </a:graphic>
      </p:graphicFrame>
      <p:sp>
        <p:nvSpPr>
          <p:cNvPr id="5" name="(c) OLR 2024, n = 56">
            <a:extLst xmlns:a="http://schemas.openxmlformats.org/drawingml/2006/main">
              <a:ext uri="{FF2B5EF4-FFF2-40B4-BE49-F238E27FC236}">
                <a16:creationId xmlns:a16="http://schemas.microsoft.com/office/drawing/2014/main" id="{ABE8333B-FF60-41BF-AE30-61E1CEA3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2024, n = 56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9FCC852-DC27-40DA-B610-16B9196DEDAF}"/>
              </a:ext>
            </a:extLst>
          </p:cNvPr>
          <p:cNvGraphicFramePr/>
          <p:nvPr/>
        </p:nvGraphicFramePr>
        <p:xfrm>
          <a:off xmlns:a="http://schemas.openxmlformats.org/drawingml/2006/main" x="85725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feec194b144ffe"/>
          </a:graphicData>
        </a:graphic>
      </p:graphicFrame>
      <p:sp>
        <p:nvSpPr>
          <p:cNvPr id="7" name="(d) PM2.5 Jan 2000, n = 7">
            <a:extLst xmlns:a="http://schemas.openxmlformats.org/drawingml/2006/main">
              <a:ext uri="{FF2B5EF4-FFF2-40B4-BE49-F238E27FC236}">
                <a16:creationId xmlns:a16="http://schemas.microsoft.com/office/drawing/2014/main" id="{3BC01EF5-B3C1-4DEB-9E30-743FCE1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Jan 2000, n = 7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15C32F09-0E40-4B57-A6F5-AB05E9CD6245}"/>
              </a:ext>
            </a:extLst>
          </p:cNvPr>
          <p:cNvGraphicFramePr/>
          <p:nvPr/>
        </p:nvGraphicFramePr>
        <p:xfrm>
          <a:off xmlns:a="http://schemas.openxmlformats.org/drawingml/2006/main" x="15240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038949e55c4617"/>
          </a:graphicData>
        </a:graphic>
      </p:graphicFrame>
      <p:sp>
        <p:nvSpPr>
          <p:cNvPr id="9" name="(e) Ring, n = 124">
            <a:extLst xmlns:a="http://schemas.openxmlformats.org/drawingml/2006/main">
              <a:ext uri="{FF2B5EF4-FFF2-40B4-BE49-F238E27FC236}">
                <a16:creationId xmlns:a16="http://schemas.microsoft.com/office/drawing/2014/main" id="{84FFF1AA-5717-4AF3-BDE5-46EDE540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Ring, n = 124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7760D0E-4B33-4398-9FC1-A712C7BC89C3}"/>
              </a:ext>
            </a:extLst>
          </p:cNvPr>
          <p:cNvGraphicFramePr/>
          <p:nvPr/>
        </p:nvGraphicFramePr>
        <p:xfrm>
          <a:off xmlns:a="http://schemas.openxmlformats.org/drawingml/2006/main" x="436245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35965f84744b2a"/>
          </a:graphicData>
        </a:graphic>
      </p:graphicFrame>
      <p:sp>
        <p:nvSpPr>
          <p:cNvPr id="11" name="TMTM">
            <a:extLst xmlns:a="http://schemas.openxmlformats.org/drawingml/2006/main">
              <a:ext uri="{FF2B5EF4-FFF2-40B4-BE49-F238E27FC236}">
                <a16:creationId xmlns:a16="http://schemas.microsoft.com/office/drawing/2014/main" id="{D0371539-0D99-4E1E-8A0E-74BE2F1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12" name="ST-MTM">
            <a:extLst xmlns:a="http://schemas.openxmlformats.org/drawingml/2006/main">
              <a:ext uri="{FF2B5EF4-FFF2-40B4-BE49-F238E27FC236}">
                <a16:creationId xmlns:a16="http://schemas.microsoft.com/office/drawing/2014/main" id="{112AF717-D537-4E9F-AE4D-B74B7BD7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B4E9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13" name="P = RG-MTM-P">
            <a:extLst xmlns:a="http://schemas.openxmlformats.org/drawingml/2006/main">
              <a:ext uri="{FF2B5EF4-FFF2-40B4-BE49-F238E27FC236}">
                <a16:creationId xmlns:a16="http://schemas.microsoft.com/office/drawing/2014/main" id="{BD738D62-D876-4465-B642-A972F981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148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 = RG-MTM-P</a:t>
            </a:r>
          </a:p>
        </p:txBody>
      </p:sp>
      <p:sp>
        <p:nvSpPr>
          <p:cNvPr id="14" name="R20 = RG-MTM-R (κ = 20%)">
            <a:extLst xmlns:a="http://schemas.openxmlformats.org/drawingml/2006/main">
              <a:ext uri="{FF2B5EF4-FFF2-40B4-BE49-F238E27FC236}">
                <a16:creationId xmlns:a16="http://schemas.microsoft.com/office/drawing/2014/main" id="{65987CBF-3A2B-40CF-A543-9922343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R20 = RG-MTM-R (κ = 20%)</a:t>
            </a:r>
          </a:p>
        </p:txBody>
      </p:sp>
      <p:sp>
        <p:nvSpPr>
          <p:cNvPr id="15" name="Hilbert">
            <a:extLst xmlns:a="http://schemas.openxmlformats.org/drawingml/2006/main">
              <a:ext uri="{FF2B5EF4-FFF2-40B4-BE49-F238E27FC236}">
                <a16:creationId xmlns:a16="http://schemas.microsoft.com/office/drawing/2014/main" id="{C8866C0F-C8F9-41D4-A739-89D0085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6" name="Morton">
            <a:extLst xmlns:a="http://schemas.openxmlformats.org/drawingml/2006/main">
              <a:ext uri="{FF2B5EF4-FFF2-40B4-BE49-F238E27FC236}">
                <a16:creationId xmlns:a16="http://schemas.microsoft.com/office/drawing/2014/main" id="{C092391B-0AF5-4FD5-8767-EA9CED13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79A7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7" name="Solid: reversal. Pale: miss.">
            <a:extLst xmlns:a="http://schemas.openxmlformats.org/drawingml/2006/main">
              <a:ext uri="{FF2B5EF4-FFF2-40B4-BE49-F238E27FC236}">
                <a16:creationId xmlns:a16="http://schemas.microsoft.com/office/drawing/2014/main" id="{509DCDD5-216C-412E-958E-091BD669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Solid: reversal. Pale: miss.</a:t>
            </a:r>
          </a:p>
        </p:txBody>
      </p:sp>
      <p:sp>
        <p:nvSpPr>
          <p:cNvPr id="18" name="k = 2, ε = 2%. Event counts describe each full sequence. PM2.5 Ja">
            <a:extLst xmlns:a="http://schemas.openxmlformats.org/drawingml/2006/main">
              <a:ext uri="{FF2B5EF4-FFF2-40B4-BE49-F238E27FC236}">
                <a16:creationId xmlns:a16="http://schemas.microsoft.com/office/drawing/2014/main" id="{9E66F479-4511-41B3-9790-D5D382E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67450"/>
            <a:ext cx="1233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 = 2, ε = 2%. Event counts describe each full sequence. PM2.5 January followed seasonal exploration.</a:t>
            </a:r>
          </a:p>
        </p:txBody>
      </p:sp>
    </p:spTree>
    <p:extLst>
      <p:ext uri="{BB962C8B-B14F-4D97-AF65-F5344CB8AC3E}">
        <p14:creationId xmlns:p14="http://schemas.microsoft.com/office/powerpoint/2010/main" val="334739383"/>
      </p:ext>
    </p:extLst>
  </p:cSld>
</p:sld>
</file>

<file path=ppt/main_figures/Fig3/ppt/tableStyles.xml><?xml version="1.0" encoding="utf-8"?>
<a:tblStyleLst xmlns:a="http://schemas.openxmlformats.org/drawingml/2006/main" def="{5C22544A-7EE6-4342-B048-85BDC9FD1C3A}"/>
</file>

<file path=ppt/main_figures/Fig3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4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4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2026-10-22T17:38:44.1640000Z</dcterms:created>
  <dcterms:modified xsi:type="dcterms:W3CDTF">2026-10-22T17:38:44.1640000Z</dcterms:modified>
</coreProperties>
</file>

<file path=ppt/main_figures/Fig4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4/ppt/theme/theme1.xml" Id="Ref3dc714115f418f" /><Relationship Type="http://schemas.openxmlformats.org/officeDocument/2006/relationships/slideMaster" Target="/ppt/main_figures/Fig4/ppt/slideMasters/slideMaster1.xml" Id="R914c88bfc9be4707" /><Relationship Type="http://schemas.openxmlformats.org/officeDocument/2006/relationships/notesMaster" Target="/ppt/main_figures/Fig4/ppt/notesMasters/notesMaster1.xml" Id="R6188bac5309d4acb" /><Relationship Type="http://schemas.openxmlformats.org/officeDocument/2006/relationships/presProps" Target="/ppt/main_figures/Fig4/ppt/presProps.xml" Id="R5c767dcb85f7427c" /><Relationship Type="http://schemas.openxmlformats.org/officeDocument/2006/relationships/tableStyles" Target="/ppt/main_figures/Fig4/ppt/tableStyles.xml" Id="Reb664ba3985e4382" /><Relationship Type="http://schemas.openxmlformats.org/officeDocument/2006/relationships/slide" Target="/ppt/main_figures/Fig4/ppt/slides/slide1.xml" Id="Re0dcf508bfc142e6" /></Relationships>
</file>

<file path=ppt/main_figures/Fig4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4/ppt/notesMasters/theme/theme3.xml" Id="R7d597e18a0f540ce" /></Relationships>
</file>

<file path=ppt/main_figures/Fig4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4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4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4/ppt/slides/slide1.xml" Id="R0a643397dcfc49aa" /><Relationship Type="http://schemas.openxmlformats.org/officeDocument/2006/relationships/notesMaster" Target="/ppt/main_figures/Fig4/ppt/notesMasters/notesMaster1.xml" Id="R65401be0c11d4edc" /></Relationships>
</file>

<file path=ppt/main_figures/Fig4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scatter chart from eval_projection.json, five retained datasets, Gaussian excluded. Frame-mean stress and nearest-neighbour preservation use saved hidden-cost evaluation. These metrics describe spatial relationships, not human performance. Frames with fewer than three extrema are excluded.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4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4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c88bfc9be4707"/>
  </p:sldMasterIdLst>
  <p:notesMasterIdLst>
    <p:notesMasterId xmlns:r="http://schemas.openxmlformats.org/officeDocument/2006/relationships" r:id="R6188bac5309d4acb"/>
  </p:notesMasterIdLst>
  <p:sldIdLst>
    <p:sldId xmlns:r="http://schemas.openxmlformats.org/officeDocument/2006/relationships" id="256" r:id="Re0dcf508bfc142e6"/>
  </p:sldIdLst>
  <p:sldSz cx="12801600" cy="6572250"/>
  <p:notesSz cx="6858000" cy="9144000"/>
</p:presentation>
</file>

<file path=ppt/main_figures/Fig4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4/ppt/slideMasters/slideMaster1.xml" Id="Ree0a4c3d3b5742fb" /></Relationships>
</file>

<file path=ppt/main_figures/Fig4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4/ppt/slideMasters/slideMaster1.xml" Id="R300f6174d8ff4f7b" /></Relationships>
</file>

<file path=ppt/main_figures/Fig4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4/ppt/slideMasters/slideMaster1.xml" Id="Racf5f3222df741e8" /></Relationships>
</file>

<file path=ppt/main_figures/Fig4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4/ppt/slideMasters/slideMaster1.xml" Id="R1d441c19e8aa4819" /></Relationships>
</file>

<file path=ppt/main_figures/Fig4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4/ppt/slideMasters/slideMaster1.xml" Id="R8e903f25131c4e55" /></Relationships>
</file>

<file path=ppt/main_figures/Fig4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4/ppt/slideMasters/slideMaster1.xml" Id="R8973c1309d454c28" /></Relationships>
</file>

<file path=ppt/main_figures/Fig4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89031F-22D9-4760-8573-E4FCC9665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482850"/>
            <a:ext cx="102412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6D3F8-A51A-4647-94F9-2177A4C2F6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614738"/>
            <a:ext cx="896112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4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6787A6-2681-461C-9B66-134A91BA0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8438"/>
            <a:ext cx="102412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4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3BE57-2F14-4F1F-B80F-AA47AEC50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4FCA7-9EF5-4B65-9856-3353A213C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1136142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4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FE4E88-554D-4F30-96C1-CC686DA8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74D965-F5CF-49F8-A949-7AE413D12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FEF32C-3B85-4528-8C10-CA14E7C31C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4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A28D47-8FA9-4CDC-8001-59E116226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3FBFE4-1C6E-4DD6-B0E3-34F07A6B2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4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4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4/ppt/slideMasters/theme/theme2.xml" Id="R1dc5a2823ac74284" /><Relationship Type="http://schemas.openxmlformats.org/officeDocument/2006/relationships/slideLayout" Target="/ppt/main_figures/Fig4/ppt/slideLayouts/slideLayout1.xml" Id="R6c5cb8cc3039458f" /><Relationship Type="http://schemas.openxmlformats.org/officeDocument/2006/relationships/slideLayout" Target="/ppt/main_figures/Fig4/ppt/slideLayouts/slideLayout2.xml" Id="R07d020e3aabd4dd1" /><Relationship Type="http://schemas.openxmlformats.org/officeDocument/2006/relationships/slideLayout" Target="/ppt/main_figures/Fig4/ppt/slideLayouts/slideLayout3.xml" Id="R5a7e158883f0437d" /><Relationship Type="http://schemas.openxmlformats.org/officeDocument/2006/relationships/slideLayout" Target="/ppt/main_figures/Fig4/ppt/slideLayouts/slideLayout4.xml" Id="Ref74151b7e1140dd" /><Relationship Type="http://schemas.openxmlformats.org/officeDocument/2006/relationships/slideLayout" Target="/ppt/main_figures/Fig4/ppt/slideLayouts/slideLayout5.xml" Id="R2e0ec7d8de7f4529" /><Relationship Type="http://schemas.openxmlformats.org/officeDocument/2006/relationships/slideLayout" Target="/ppt/main_figures/Fig4/ppt/slideLayouts/slideLayout6.xml" Id="R88a305d4964943db" /></Relationships>
</file>

<file path=ppt/main_figures/Fig4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5cb8cc3039458f"/>
    <p:sldLayoutId xmlns:r="http://schemas.openxmlformats.org/officeDocument/2006/relationships" id="2147483650" r:id="R07d020e3aabd4dd1"/>
    <p:sldLayoutId xmlns:r="http://schemas.openxmlformats.org/officeDocument/2006/relationships" id="2147483651" r:id="R5a7e158883f0437d"/>
    <p:sldLayoutId xmlns:r="http://schemas.openxmlformats.org/officeDocument/2006/relationships" id="2147483652" r:id="Ref74151b7e1140dd"/>
    <p:sldLayoutId xmlns:r="http://schemas.openxmlformats.org/officeDocument/2006/relationships" id="2147483653" r:id="R2e0ec7d8de7f4529"/>
    <p:sldLayoutId xmlns:r="http://schemas.openxmlformats.org/officeDocument/2006/relationships" id="2147483654" r:id="R88a305d49649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4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4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4/ppt/slideLayouts/slideLayout6.xml" Id="Rdb5aac4aab144e70" /><Relationship Type="http://schemas.openxmlformats.org/officeDocument/2006/relationships/chart" Target="/ppt/main_figures/Fig4/ppt/slides/charts/chart1.xml" Id="Rcd237d05b9b34988" /><Relationship Type="http://schemas.openxmlformats.org/officeDocument/2006/relationships/chart" Target="/ppt/main_figures/Fig4/ppt/slides/charts/chart2.xml" Id="Rb5c9afb3c8a44c86" /><Relationship Type="http://schemas.openxmlformats.org/officeDocument/2006/relationships/chart" Target="/ppt/main_figures/Fig4/ppt/slides/charts/chart3.xml" Id="R09e8266b1a3e4176" /><Relationship Type="http://schemas.openxmlformats.org/officeDocument/2006/relationships/chart" Target="/ppt/main_figures/Fig4/ppt/slides/charts/chart4.xml" Id="R61f6f0d9ec8746bc" /><Relationship Type="http://schemas.openxmlformats.org/officeDocument/2006/relationships/chart" Target="/ppt/main_figures/Fig4/ppt/slides/charts/chart5.xml" Id="Ra0cbc3fd95a3428f" /><Relationship Type="http://schemas.openxmlformats.org/officeDocument/2006/relationships/notesSlide" Target="/ppt/main_figures/Fig4/ppt/notesSlides/notesSlide1.xml" Id="Rb4ab770132e342de" /></Relationships>
</file>

<file path=ppt/main_figures/Fig4/ppt/slides/charts/chart1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0.3170468516653738</c:v>
              </c:pt>
            </c:numLit>
          </c:xVal>
          <c:yVal>
            <c:numLit>
              <c:formatCode>0</c:formatCode>
              <c:ptCount val="1"/>
              <c:pt idx="0">
                <c:v>74.64015151515152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0.1935717279692967</c:v>
              </c:pt>
            </c:numLit>
          </c:xVal>
          <c:yVal>
            <c:numLit>
              <c:formatCode>0</c:formatCode>
              <c:ptCount val="1"/>
              <c:pt idx="0">
                <c:v>87.70833333333333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0.3268374160918471</c:v>
              </c:pt>
            </c:numLit>
          </c:xVal>
          <c:yVal>
            <c:numLit>
              <c:formatCode>0</c:formatCode>
              <c:ptCount val="1"/>
              <c:pt idx="0">
                <c:v>73.125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0.30801797054041685</c:v>
              </c:pt>
            </c:numLit>
          </c:xVal>
          <c:yVal>
            <c:numLit>
              <c:formatCode>0</c:formatCode>
              <c:ptCount val="1"/>
              <c:pt idx="0">
                <c:v>70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0.32573582341751056</c:v>
              </c:pt>
            </c:numLit>
          </c:xVal>
          <c:yVal>
            <c:numLit>
              <c:formatCode>0</c:formatCode>
              <c:ptCount val="1"/>
              <c:pt idx="0">
                <c:v>72.60416666666667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0.3517091921655705</c:v>
              </c:pt>
            </c:numLit>
          </c:xVal>
          <c:yVal>
            <c:numLit>
              <c:formatCode>0</c:formatCode>
              <c:ptCount val="1"/>
              <c:pt idx="0">
                <c:v>67.86931818181817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4/ppt/slides/charts/chart2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0.45823124213906896</c:v>
              </c:pt>
            </c:numLit>
          </c:xVal>
          <c:yVal>
            <c:numLit>
              <c:formatCode>0</c:formatCode>
              <c:ptCount val="1"/>
              <c:pt idx="0">
                <c:v>63.92099567099567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0.25625718820410853</c:v>
              </c:pt>
            </c:numLit>
          </c:xVal>
          <c:yVal>
            <c:numLit>
              <c:formatCode>0</c:formatCode>
              <c:ptCount val="1"/>
              <c:pt idx="0">
                <c:v>75.33513708513709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0.26072510050305914</c:v>
              </c:pt>
            </c:numLit>
          </c:xVal>
          <c:yVal>
            <c:numLit>
              <c:formatCode>0</c:formatCode>
              <c:ptCount val="1"/>
              <c:pt idx="0">
                <c:v>65.80940355940358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0.22093978168647171</c:v>
              </c:pt>
            </c:numLit>
          </c:xVal>
          <c:yVal>
            <c:numLit>
              <c:formatCode>0</c:formatCode>
              <c:ptCount val="1"/>
              <c:pt idx="0">
                <c:v>62.98015873015874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0.47869737364349096</c:v>
              </c:pt>
            </c:numLit>
          </c:xVal>
          <c:yVal>
            <c:numLit>
              <c:formatCode>0</c:formatCode>
              <c:ptCount val="1"/>
              <c:pt idx="0">
                <c:v>55.872655122655125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0.3080683740407574</c:v>
              </c:pt>
            </c:numLit>
          </c:xVal>
          <c:yVal>
            <c:numLit>
              <c:formatCode>0</c:formatCode>
              <c:ptCount val="1"/>
              <c:pt idx="0">
                <c:v>52.97065897065897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4/ppt/slides/charts/chart3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0.3788396118656661</c:v>
              </c:pt>
            </c:numLit>
          </c:xVal>
          <c:yVal>
            <c:numLit>
              <c:formatCode>0</c:formatCode>
              <c:ptCount val="1"/>
              <c:pt idx="0">
                <c:v>70.82875457875457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0.09743810680155364</c:v>
              </c:pt>
            </c:numLit>
          </c:xVal>
          <c:yVal>
            <c:numLit>
              <c:formatCode>0</c:formatCode>
              <c:ptCount val="1"/>
              <c:pt idx="0">
                <c:v>91.34615384615384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0.08410007499206959</c:v>
              </c:pt>
            </c:numLit>
          </c:xVal>
          <c:yVal>
            <c:numLit>
              <c:formatCode>0</c:formatCode>
              <c:ptCount val="1"/>
              <c:pt idx="0">
                <c:v>91.22710622710622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0.07412932700584916</c:v>
              </c:pt>
            </c:numLit>
          </c:xVal>
          <c:yVal>
            <c:numLit>
              <c:formatCode>0</c:formatCode>
              <c:ptCount val="1"/>
              <c:pt idx="0">
                <c:v>91.48351648351648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0.3578872306420107</c:v>
              </c:pt>
            </c:numLit>
          </c:xVal>
          <c:yVal>
            <c:numLit>
              <c:formatCode>0</c:formatCode>
              <c:ptCount val="1"/>
              <c:pt idx="0">
                <c:v>69.13003663003661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0.5280322906497287</c:v>
              </c:pt>
            </c:numLit>
          </c:xVal>
          <c:yVal>
            <c:numLit>
              <c:formatCode>0</c:formatCode>
              <c:ptCount val="1"/>
              <c:pt idx="0">
                <c:v>50.755494505494504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4/ppt/slides/charts/chart4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0.24129982756527782</c:v>
              </c:pt>
            </c:numLit>
          </c:xVal>
          <c:yVal>
            <c:numLit>
              <c:formatCode>0</c:formatCode>
              <c:ptCount val="1"/>
              <c:pt idx="0">
                <c:v>77.08333333333334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0.13721663390891284</c:v>
              </c:pt>
            </c:numLit>
          </c:xVal>
          <c:yVal>
            <c:numLit>
              <c:formatCode>0</c:formatCode>
              <c:ptCount val="1"/>
              <c:pt idx="0">
                <c:v>90.27777777777777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0.5082287637461403</c:v>
              </c:pt>
            </c:numLit>
          </c:xVal>
          <c:yVal>
            <c:numLit>
              <c:formatCode>0</c:formatCode>
              <c:ptCount val="1"/>
              <c:pt idx="0">
                <c:v>58.75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0.443387983878091</c:v>
              </c:pt>
            </c:numLit>
          </c:xVal>
          <c:yVal>
            <c:numLit>
              <c:formatCode>0</c:formatCode>
              <c:ptCount val="1"/>
              <c:pt idx="0">
                <c:v>60.138888888888886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0.3472478437144475</c:v>
              </c:pt>
            </c:numLit>
          </c:xVal>
          <c:yVal>
            <c:numLit>
              <c:formatCode>0</c:formatCode>
              <c:ptCount val="1"/>
              <c:pt idx="0">
                <c:v>51.52777777777777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0.4094026484943149</c:v>
              </c:pt>
            </c:numLit>
          </c:xVal>
          <c:yVal>
            <c:numLit>
              <c:formatCode>0</c:formatCode>
              <c:ptCount val="1"/>
              <c:pt idx="0">
                <c:v>46.94444444444445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4/ppt/slides/charts/chart5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0.4510451166303598</c:v>
              </c:pt>
            </c:numLit>
          </c:xVal>
          <c:yVal>
            <c:numLit>
              <c:formatCode>0</c:formatCode>
              <c:ptCount val="1"/>
              <c:pt idx="0">
                <c:v>42.86596119929453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0.31649055108017615</c:v>
              </c:pt>
            </c:numLit>
          </c:xVal>
          <c:yVal>
            <c:numLit>
              <c:formatCode>0</c:formatCode>
              <c:ptCount val="1"/>
              <c:pt idx="0">
                <c:v>76.4373897707231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0.4022624349882412</c:v>
              </c:pt>
            </c:numLit>
          </c:xVal>
          <c:yVal>
            <c:numLit>
              <c:formatCode>0</c:formatCode>
              <c:ptCount val="1"/>
              <c:pt idx="0">
                <c:v>49.36507936507937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0.37167229547208286</c:v>
              </c:pt>
            </c:numLit>
          </c:xVal>
          <c:yVal>
            <c:numLit>
              <c:formatCode>0</c:formatCode>
              <c:ptCount val="1"/>
              <c:pt idx="0">
                <c:v>55.29100529100529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0.33611759855307305</c:v>
              </c:pt>
            </c:numLit>
          </c:xVal>
          <c:yVal>
            <c:numLit>
              <c:formatCode>0</c:formatCode>
              <c:ptCount val="1"/>
              <c:pt idx="0">
                <c:v>67.74250440917109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0.3741791439710959</c:v>
              </c:pt>
            </c:numLit>
          </c:xVal>
          <c:yVal>
            <c:numLit>
              <c:formatCode>0</c:formatCode>
              <c:ptCount val="1"/>
              <c:pt idx="0">
                <c:v>65.67901234567901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4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(a) Storms 1999/2000">
            <a:extLst xmlns:a="http://schemas.openxmlformats.org/drawingml/2006/main">
              <a:ext uri="{FF2B5EF4-FFF2-40B4-BE49-F238E27FC236}">
                <a16:creationId xmlns:a16="http://schemas.microsoft.com/office/drawing/2014/main" id="{9B77F391-9DF2-4B4A-B698-556DF83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464C218-EC6B-4DCA-A9A9-C58300AE1F86}"/>
              </a:ext>
            </a:extLst>
          </p:cNvPr>
          <p:cNvGraphicFramePr/>
          <p:nvPr/>
        </p:nvGraphicFramePr>
        <p:xfrm>
          <a:off xmlns:a="http://schemas.openxmlformats.org/drawingml/2006/main" x="1524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237d05b9b34988"/>
          </a:graphicData>
        </a:graphic>
      </p:graphicFrame>
      <p:sp>
        <p:nvSpPr>
          <p:cNvPr id="3" name="(b) Wildfires 2019">
            <a:extLst xmlns:a="http://schemas.openxmlformats.org/drawingml/2006/main">
              <a:ext uri="{FF2B5EF4-FFF2-40B4-BE49-F238E27FC236}">
                <a16:creationId xmlns:a16="http://schemas.microsoft.com/office/drawing/2014/main" id="{E7ACC918-3394-4A70-8210-6322B7AB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8206DCB-BCE0-4584-9064-F3AED60C1770}"/>
              </a:ext>
            </a:extLst>
          </p:cNvPr>
          <p:cNvGraphicFramePr/>
          <p:nvPr/>
        </p:nvGraphicFramePr>
        <p:xfrm>
          <a:off xmlns:a="http://schemas.openxmlformats.org/drawingml/2006/main" x="436245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c9afb3c8a44c86"/>
          </a:graphicData>
        </a:graphic>
      </p:graphicFrame>
      <p:sp>
        <p:nvSpPr>
          <p:cNvPr id="5" name="(c) OLR 2024">
            <a:extLst xmlns:a="http://schemas.openxmlformats.org/drawingml/2006/main">
              <a:ext uri="{FF2B5EF4-FFF2-40B4-BE49-F238E27FC236}">
                <a16:creationId xmlns:a16="http://schemas.microsoft.com/office/drawing/2014/main" id="{D529513E-432D-408A-99E7-B2B4416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416D19B-3B64-4544-B060-DC107888A1E4}"/>
              </a:ext>
            </a:extLst>
          </p:cNvPr>
          <p:cNvGraphicFramePr/>
          <p:nvPr/>
        </p:nvGraphicFramePr>
        <p:xfrm>
          <a:off xmlns:a="http://schemas.openxmlformats.org/drawingml/2006/main" x="85725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e8266b1a3e4176"/>
          </a:graphicData>
        </a:graphic>
      </p:graphicFrame>
      <p:sp>
        <p:nvSpPr>
          <p:cNvPr id="7" name="(d) PM2.5 Jan 2000">
            <a:extLst xmlns:a="http://schemas.openxmlformats.org/drawingml/2006/main">
              <a:ext uri="{FF2B5EF4-FFF2-40B4-BE49-F238E27FC236}">
                <a16:creationId xmlns:a16="http://schemas.microsoft.com/office/drawing/2014/main" id="{7254A2EF-3C70-41BC-A12A-1087E6C1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Jan 2000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AFA2E55-1884-415D-8C26-06940AE347A1}"/>
              </a:ext>
            </a:extLst>
          </p:cNvPr>
          <p:cNvGraphicFramePr/>
          <p:nvPr/>
        </p:nvGraphicFramePr>
        <p:xfrm>
          <a:off xmlns:a="http://schemas.openxmlformats.org/drawingml/2006/main" x="15240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f6f0d9ec8746bc"/>
          </a:graphicData>
        </a:graphic>
      </p:graphicFrame>
      <p:sp>
        <p:nvSpPr>
          <p:cNvPr id="9" name="(e) Ring">
            <a:extLst xmlns:a="http://schemas.openxmlformats.org/drawingml/2006/main">
              <a:ext uri="{FF2B5EF4-FFF2-40B4-BE49-F238E27FC236}">
                <a16:creationId xmlns:a16="http://schemas.microsoft.com/office/drawing/2014/main" id="{4B0F6637-9020-4037-BD5F-DD428279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DE375DC6-B8E0-4BB6-A2EC-4665936B8D2F}"/>
              </a:ext>
            </a:extLst>
          </p:cNvPr>
          <p:cNvGraphicFramePr/>
          <p:nvPr/>
        </p:nvGraphicFramePr>
        <p:xfrm>
          <a:off xmlns:a="http://schemas.openxmlformats.org/drawingml/2006/main" x="436245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cbc3fd95a3428f"/>
          </a:graphicData>
        </a:graphic>
      </p:graphicFrame>
      <p:sp>
        <p:nvSpPr>
          <p:cNvPr id="11" name="TMTM">
            <a:extLst xmlns:a="http://schemas.openxmlformats.org/drawingml/2006/main">
              <a:ext uri="{FF2B5EF4-FFF2-40B4-BE49-F238E27FC236}">
                <a16:creationId xmlns:a16="http://schemas.microsoft.com/office/drawing/2014/main" id="{DADA28E6-7FE1-4FF2-BF19-8BCFEF97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12" name="ST-MTM">
            <a:extLst xmlns:a="http://schemas.openxmlformats.org/drawingml/2006/main">
              <a:ext uri="{FF2B5EF4-FFF2-40B4-BE49-F238E27FC236}">
                <a16:creationId xmlns:a16="http://schemas.microsoft.com/office/drawing/2014/main" id="{5AC1D909-C411-45A0-8B33-0E13FBB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B4E9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13" name="P = RG-MTM-P">
            <a:extLst xmlns:a="http://schemas.openxmlformats.org/drawingml/2006/main">
              <a:ext uri="{FF2B5EF4-FFF2-40B4-BE49-F238E27FC236}">
                <a16:creationId xmlns:a16="http://schemas.microsoft.com/office/drawing/2014/main" id="{907B64A6-C152-4FAB-8616-A2233AC3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148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 = RG-MTM-P</a:t>
            </a:r>
          </a:p>
        </p:txBody>
      </p:sp>
      <p:sp>
        <p:nvSpPr>
          <p:cNvPr id="14" name="R20 = RG-MTM-R (κ = 20%)">
            <a:extLst xmlns:a="http://schemas.openxmlformats.org/drawingml/2006/main">
              <a:ext uri="{FF2B5EF4-FFF2-40B4-BE49-F238E27FC236}">
                <a16:creationId xmlns:a16="http://schemas.microsoft.com/office/drawing/2014/main" id="{9DC9B5DB-7175-4967-98AE-67BC6295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R20 = RG-MTM-R (κ = 20%)</a:t>
            </a:r>
          </a:p>
        </p:txBody>
      </p:sp>
      <p:sp>
        <p:nvSpPr>
          <p:cNvPr id="15" name="Hilbert">
            <a:extLst xmlns:a="http://schemas.openxmlformats.org/drawingml/2006/main">
              <a:ext uri="{FF2B5EF4-FFF2-40B4-BE49-F238E27FC236}">
                <a16:creationId xmlns:a16="http://schemas.microsoft.com/office/drawing/2014/main" id="{3E388261-36E6-4B31-9572-79F163F3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6" name="Morton">
            <a:extLst xmlns:a="http://schemas.openxmlformats.org/drawingml/2006/main">
              <a:ext uri="{FF2B5EF4-FFF2-40B4-BE49-F238E27FC236}">
                <a16:creationId xmlns:a16="http://schemas.microsoft.com/office/drawing/2014/main" id="{1C43B933-1207-46C7-85E3-1F17D08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79A7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7" name="Lower stress and higher">
            <a:extLst xmlns:a="http://schemas.openxmlformats.org/drawingml/2006/main">
              <a:ext uri="{FF2B5EF4-FFF2-40B4-BE49-F238E27FC236}">
                <a16:creationId xmlns:a16="http://schemas.microsoft.com/office/drawing/2014/main" id="{646A587B-A780-4C6B-B829-0D71C42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Lower stress and higher</a:t>
            </a:r>
          </a:p>
        </p:txBody>
      </p:sp>
      <p:sp>
        <p:nvSpPr>
          <p:cNvPr id="18" name="NN preservation are preferable">
            <a:extLst xmlns:a="http://schemas.openxmlformats.org/drawingml/2006/main">
              <a:ext uri="{FF2B5EF4-FFF2-40B4-BE49-F238E27FC236}">
                <a16:creationId xmlns:a16="http://schemas.microsoft.com/office/drawing/2014/main" id="{12A99171-2A23-438A-B676-E7B54807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NN preservation are preferable</a:t>
            </a:r>
          </a:p>
        </p:txBody>
      </p:sp>
      <p:sp>
        <p:nvSpPr>
          <p:cNvPr id="19" name="Frame means use native anchor geometries. Frames with fewer than ">
            <a:extLst xmlns:a="http://schemas.openxmlformats.org/drawingml/2006/main">
              <a:ext uri="{FF2B5EF4-FFF2-40B4-BE49-F238E27FC236}">
                <a16:creationId xmlns:a16="http://schemas.microsoft.com/office/drawing/2014/main" id="{B893EBD7-AA6E-4031-80F9-FD435CB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67450"/>
            <a:ext cx="1233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Frame means use native anchor geometries. Frames with fewer than three extrema are excluded.</a:t>
            </a:r>
          </a:p>
        </p:txBody>
      </p:sp>
    </p:spTree>
    <p:extLst>
      <p:ext uri="{BB962C8B-B14F-4D97-AF65-F5344CB8AC3E}">
        <p14:creationId xmlns:p14="http://schemas.microsoft.com/office/powerpoint/2010/main" val="481578920"/>
      </p:ext>
    </p:extLst>
  </p:cSld>
</p:sld>
</file>

<file path=ppt/main_figures/Fig4/ppt/tableStyles.xml><?xml version="1.0" encoding="utf-8"?>
<a:tblStyleLst xmlns:a="http://schemas.openxmlformats.org/drawingml/2006/main" def="{5C22544A-7EE6-4342-B048-85BDC9FD1C3A}"/>
</file>

<file path=ppt/main_figures/Fig4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5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5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2026-10-22T17:38:46.6630000Z</dcterms:created>
  <dcterms:modified xsi:type="dcterms:W3CDTF">2026-10-22T17:38:46.6630000Z</dcterms:modified>
</coreProperties>
</file>

<file path=ppt/main_figures/Fig5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5/ppt/theme/theme1.xml" Id="Rb54c7f5cfae54e3f" /><Relationship Type="http://schemas.openxmlformats.org/officeDocument/2006/relationships/slideMaster" Target="/ppt/main_figures/Fig5/ppt/slideMasters/slideMaster1.xml" Id="R7dc2c55b15f047e1" /><Relationship Type="http://schemas.openxmlformats.org/officeDocument/2006/relationships/notesMaster" Target="/ppt/main_figures/Fig5/ppt/notesMasters/notesMaster1.xml" Id="R0827cd019bfe4849" /><Relationship Type="http://schemas.openxmlformats.org/officeDocument/2006/relationships/presProps" Target="/ppt/main_figures/Fig5/ppt/presProps.xml" Id="R3c0e9f00668b4081" /><Relationship Type="http://schemas.openxmlformats.org/officeDocument/2006/relationships/tableStyles" Target="/ppt/main_figures/Fig5/ppt/tableStyles.xml" Id="R24d211feae98450d" /><Relationship Type="http://schemas.openxmlformats.org/officeDocument/2006/relationships/slide" Target="/ppt/main_figures/Fig5/ppt/slides/slide1.xml" Id="Rac81c15cfd664992" /></Relationships>
</file>

<file path=ppt/main_figures/Fig5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5/ppt/notesMasters/theme/theme3.xml" Id="R6d163d3c42c54ea5" /></Relationships>
</file>

<file path=ppt/main_figures/Fig5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5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5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5/ppt/slides/slide1.xml" Id="R1409556752574cec" /><Relationship Type="http://schemas.openxmlformats.org/officeDocument/2006/relationships/notesMaster" Target="/ppt/main_figures/Fig5/ppt/notesMasters/notesMaster1.xml" Id="R87ae2bc35b614d11" /></Relationships>
</file>

<file path=ppt/main_figures/Fig5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line charts from eval_projection.json, five retained datasets, Gaussian excluded. Each window k uses its own clear-event set. Lines connect operating settings, not physical trajectories. Step duration differs across datasets. Zero clear-event rates remain undefined and omitted.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5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5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2c55b15f047e1"/>
  </p:sldMasterIdLst>
  <p:notesMasterIdLst>
    <p:notesMasterId xmlns:r="http://schemas.openxmlformats.org/officeDocument/2006/relationships" r:id="R0827cd019bfe4849"/>
  </p:notesMasterIdLst>
  <p:sldIdLst>
    <p:sldId xmlns:r="http://schemas.openxmlformats.org/officeDocument/2006/relationships" id="256" r:id="Rac81c15cfd664992"/>
  </p:sldIdLst>
  <p:sldSz cx="12801600" cy="6572250"/>
  <p:notesSz cx="6858000" cy="9144000"/>
</p:presentation>
</file>

<file path=ppt/main_figures/Fig5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5/ppt/slideMasters/slideMaster1.xml" Id="R8345aed9ef344afb" /></Relationships>
</file>

<file path=ppt/main_figures/Fig5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5/ppt/slideMasters/slideMaster1.xml" Id="R5b1ad6c8bbaf4624" /></Relationships>
</file>

<file path=ppt/main_figures/Fig5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5/ppt/slideMasters/slideMaster1.xml" Id="R1cb84037be714c37" /></Relationships>
</file>

<file path=ppt/main_figures/Fig5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5/ppt/slideMasters/slideMaster1.xml" Id="Re61dafdf256242a9" /></Relationships>
</file>

<file path=ppt/main_figures/Fig5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5/ppt/slideMasters/slideMaster1.xml" Id="Rdcfa813a5607481a" /></Relationships>
</file>

<file path=ppt/main_figures/Fig5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5/ppt/slideMasters/slideMaster1.xml" Id="R1712e93776044e2d" /></Relationships>
</file>

<file path=ppt/main_figures/Fig5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D7B6B-E4A7-4E1A-A452-9084E64FC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482850"/>
            <a:ext cx="102412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B937F5-A962-4DEA-8C88-1B68D41936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614738"/>
            <a:ext cx="896112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5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47B9A6-D0DD-47C7-8B1B-336D3D273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8438"/>
            <a:ext cx="102412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5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25FB9B-6623-49AE-80B6-2A49BB7F8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C68577-A47E-4863-A3EE-C32044745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1136142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5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24DFDA-6549-4418-A6BB-E28C16E35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5414D6-A6F1-4FB3-B6DF-09904D5AB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8C06D4-1288-4E60-B357-55E1AA0A36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5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7A8BB0-1D7C-4559-A28F-765A86B11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126130-BD7F-4359-A2A0-29BD97AE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5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5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5/ppt/slideMasters/theme/theme2.xml" Id="R8814ff76fe8e46f9" /><Relationship Type="http://schemas.openxmlformats.org/officeDocument/2006/relationships/slideLayout" Target="/ppt/main_figures/Fig5/ppt/slideLayouts/slideLayout1.xml" Id="R9301a1d488fc4a97" /><Relationship Type="http://schemas.openxmlformats.org/officeDocument/2006/relationships/slideLayout" Target="/ppt/main_figures/Fig5/ppt/slideLayouts/slideLayout2.xml" Id="R3b6008d6467f44be" /><Relationship Type="http://schemas.openxmlformats.org/officeDocument/2006/relationships/slideLayout" Target="/ppt/main_figures/Fig5/ppt/slideLayouts/slideLayout3.xml" Id="R39e26f03cb3940ba" /><Relationship Type="http://schemas.openxmlformats.org/officeDocument/2006/relationships/slideLayout" Target="/ppt/main_figures/Fig5/ppt/slideLayouts/slideLayout4.xml" Id="Rd485cddaccc44ddd" /><Relationship Type="http://schemas.openxmlformats.org/officeDocument/2006/relationships/slideLayout" Target="/ppt/main_figures/Fig5/ppt/slideLayouts/slideLayout5.xml" Id="R721cf14a7b294b5d" /><Relationship Type="http://schemas.openxmlformats.org/officeDocument/2006/relationships/slideLayout" Target="/ppt/main_figures/Fig5/ppt/slideLayouts/slideLayout6.xml" Id="Rb4276d78d9ff40bd" /></Relationships>
</file>

<file path=ppt/main_figures/Fig5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01a1d488fc4a97"/>
    <p:sldLayoutId xmlns:r="http://schemas.openxmlformats.org/officeDocument/2006/relationships" id="2147483650" r:id="R3b6008d6467f44be"/>
    <p:sldLayoutId xmlns:r="http://schemas.openxmlformats.org/officeDocument/2006/relationships" id="2147483651" r:id="R39e26f03cb3940ba"/>
    <p:sldLayoutId xmlns:r="http://schemas.openxmlformats.org/officeDocument/2006/relationships" id="2147483652" r:id="Rd485cddaccc44ddd"/>
    <p:sldLayoutId xmlns:r="http://schemas.openxmlformats.org/officeDocument/2006/relationships" id="2147483653" r:id="R721cf14a7b294b5d"/>
    <p:sldLayoutId xmlns:r="http://schemas.openxmlformats.org/officeDocument/2006/relationships" id="2147483654" r:id="Rb4276d78d9ff40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5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5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5/ppt/slideLayouts/slideLayout6.xml" Id="R7ad31447ffbb4d7c" /><Relationship Type="http://schemas.openxmlformats.org/officeDocument/2006/relationships/chart" Target="/ppt/main_figures/Fig5/ppt/slides/charts/chart1.xml" Id="Rc4cb9d76fc414946" /><Relationship Type="http://schemas.openxmlformats.org/officeDocument/2006/relationships/chart" Target="/ppt/main_figures/Fig5/ppt/slides/charts/chart2.xml" Id="Ra264385791f94568" /><Relationship Type="http://schemas.openxmlformats.org/officeDocument/2006/relationships/chart" Target="/ppt/main_figures/Fig5/ppt/slides/charts/chart3.xml" Id="R4d5994934b1447ce" /><Relationship Type="http://schemas.openxmlformats.org/officeDocument/2006/relationships/chart" Target="/ppt/main_figures/Fig5/ppt/slides/charts/chart4.xml" Id="R417b88fd45964862" /><Relationship Type="http://schemas.openxmlformats.org/officeDocument/2006/relationships/chart" Target="/ppt/main_figures/Fig5/ppt/slides/charts/chart5.xml" Id="Rd0abbcfe78714926" /><Relationship Type="http://schemas.openxmlformats.org/officeDocument/2006/relationships/notesSlide" Target="/ppt/main_figures/Fig5/ppt/notesSlides/notesSlide1.xml" Id="R4b448eb78e3b47fc" /></Relationships>
</file>

<file path=ppt/main_figures/Fig5/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61.038961038961034</c:v>
              </c:pt>
              <c:pt idx="1">
                <c:v>47.11538461538461</c:v>
              </c:pt>
              <c:pt idx="2">
                <c:v>49.09090909090909</c:v>
              </c:pt>
              <c:pt idx="3">
                <c:v>66.66666666666666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55.1948051948052</c:v>
              </c:pt>
              <c:pt idx="1">
                <c:v>41.34615384615385</c:v>
              </c:pt>
              <c:pt idx="2">
                <c:v>36.36363636363637</c:v>
              </c:pt>
              <c:pt idx="3">
                <c:v>33.33333333333333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32.467532467532465</c:v>
              </c:pt>
              <c:pt idx="1">
                <c:v>23.076923076923077</c:v>
              </c:pt>
              <c:pt idx="2">
                <c:v>20</c:v>
              </c:pt>
              <c:pt idx="3">
                <c:v>26.666666666666668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21.428571428571427</c:v>
              </c:pt>
              <c:pt idx="1">
                <c:v>18.269230769230766</c:v>
              </c:pt>
              <c:pt idx="2">
                <c:v>12.727272727272727</c:v>
              </c:pt>
              <c:pt idx="3">
                <c:v>13.333333333333334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60.3896103896104</c:v>
              </c:pt>
              <c:pt idx="1">
                <c:v>46.15384615384615</c:v>
              </c:pt>
              <c:pt idx="2">
                <c:v>41.81818181818181</c:v>
              </c:pt>
              <c:pt idx="3">
                <c:v>53.333333333333336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45.45454545454545</c:v>
              </c:pt>
              <c:pt idx="1">
                <c:v>44.230769230769226</c:v>
              </c:pt>
              <c:pt idx="2">
                <c:v>45.45454545454545</c:v>
              </c:pt>
              <c:pt idx="3">
                <c:v>73.33333333333333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5/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44.44444444444444</c:v>
              </c:pt>
              <c:pt idx="1">
                <c:v>39.285714285714285</c:v>
              </c:pt>
              <c:pt idx="2">
                <c:v>49.29577464788733</c:v>
              </c:pt>
              <c:pt idx="3">
                <c:v>51.61290322580645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39.21568627450981</c:v>
              </c:pt>
              <c:pt idx="1">
                <c:v>35.714285714285715</c:v>
              </c:pt>
              <c:pt idx="2">
                <c:v>38.028169014084504</c:v>
              </c:pt>
              <c:pt idx="3">
                <c:v>35.483870967741936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35.294117647058826</c:v>
              </c:pt>
              <c:pt idx="1">
                <c:v>32.142857142857146</c:v>
              </c:pt>
              <c:pt idx="2">
                <c:v>28.169014084507044</c:v>
              </c:pt>
              <c:pt idx="3">
                <c:v>16.129032258064516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26.797385620915033</c:v>
              </c:pt>
              <c:pt idx="1">
                <c:v>31.25</c:v>
              </c:pt>
              <c:pt idx="2">
                <c:v>16.901408450704224</c:v>
              </c:pt>
              <c:pt idx="3">
                <c:v>12.903225806451612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50.326797385620914</c:v>
              </c:pt>
              <c:pt idx="1">
                <c:v>50</c:v>
              </c:pt>
              <c:pt idx="2">
                <c:v>45.07042253521127</c:v>
              </c:pt>
              <c:pt idx="3">
                <c:v>25.806451612903224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49.673202614379086</c:v>
              </c:pt>
              <c:pt idx="1">
                <c:v>48.214285714285715</c:v>
              </c:pt>
              <c:pt idx="2">
                <c:v>49.29577464788733</c:v>
              </c:pt>
              <c:pt idx="3">
                <c:v>25.806451612903224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5/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48.62385321100918</c:v>
              </c:pt>
              <c:pt idx="1">
                <c:v>44.642857142857146</c:v>
              </c:pt>
              <c:pt idx="2">
                <c:v>25</c:v>
              </c:pt>
              <c:pt idx="3">
                <c:v>50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44.95412844036697</c:v>
              </c:pt>
              <c:pt idx="1">
                <c:v>21.428571428571427</c:v>
              </c:pt>
              <c:pt idx="2">
                <c:v>25</c:v>
              </c:pt>
              <c:pt idx="3">
                <c:v>50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13.761467889908257</c:v>
              </c:pt>
              <c:pt idx="1">
                <c:v>5.357142857142857</c:v>
              </c:pt>
              <c:pt idx="2">
                <c:v>0</c:v>
              </c:pt>
              <c:pt idx="3">
                <c:v>0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9.174311926605505</c:v>
              </c:pt>
              <c:pt idx="1">
                <c:v>5.357142857142857</c:v>
              </c:pt>
              <c:pt idx="2">
                <c:v>0</c:v>
              </c:pt>
              <c:pt idx="3">
                <c:v>0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49.54128440366973</c:v>
              </c:pt>
              <c:pt idx="1">
                <c:v>48.214285714285715</c:v>
              </c:pt>
              <c:pt idx="2">
                <c:v>50</c:v>
              </c:pt>
              <c:pt idx="3">
                <c:v>50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56.88073394495413</c:v>
              </c:pt>
              <c:pt idx="1">
                <c:v>46.42857142857143</c:v>
              </c:pt>
              <c:pt idx="2">
                <c:v>43.75</c:v>
              </c:pt>
              <c:pt idx="3">
                <c:v>50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5/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47.05882352941176</c:v>
              </c:pt>
              <c:pt idx="1">
                <c:v>71.42857142857143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23.52941176470588</c:v>
              </c:pt>
              <c:pt idx="1">
                <c:v>42.857142857142854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47.05882352941176</c:v>
              </c:pt>
              <c:pt idx="1">
                <c:v>42.857142857142854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35.294117647058826</c:v>
              </c:pt>
              <c:pt idx="1">
                <c:v>28.57142857142857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47.05882352941176</c:v>
              </c:pt>
              <c:pt idx="1">
                <c:v>42.857142857142854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41.17647058823529</c:v>
              </c:pt>
              <c:pt idx="1">
                <c:v>28.57142857142857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5/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79.7872340425532</c:v>
              </c:pt>
              <c:pt idx="1">
                <c:v>64.51612903225806</c:v>
              </c:pt>
              <c:pt idx="2">
                <c:v>50.476190476190474</c:v>
              </c:pt>
              <c:pt idx="3">
                <c:v>27.083333333333332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52.12765957446809</c:v>
              </c:pt>
              <c:pt idx="1">
                <c:v>34.67741935483871</c:v>
              </c:pt>
              <c:pt idx="2">
                <c:v>24.761904761904763</c:v>
              </c:pt>
              <c:pt idx="3">
                <c:v>6.25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30.851063829787233</c:v>
              </c:pt>
              <c:pt idx="1">
                <c:v>31.451612903225808</c:v>
              </c:pt>
              <c:pt idx="2">
                <c:v>23.809523809523807</c:v>
              </c:pt>
              <c:pt idx="3">
                <c:v>10.416666666666668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13.829787234042554</c:v>
              </c:pt>
              <c:pt idx="1">
                <c:v>12.903225806451612</c:v>
              </c:pt>
              <c:pt idx="2">
                <c:v>12.380952380952381</c:v>
              </c:pt>
              <c:pt idx="3">
                <c:v>20.833333333333336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42.5531914893617</c:v>
              </c:pt>
              <c:pt idx="1">
                <c:v>38.70967741935484</c:v>
              </c:pt>
              <c:pt idx="2">
                <c:v>27.61904761904762</c:v>
              </c:pt>
              <c:pt idx="3">
                <c:v>31.25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25.53191489361702</c:v>
              </c:pt>
              <c:pt idx="1">
                <c:v>25</c:v>
              </c:pt>
              <c:pt idx="2">
                <c:v>25.71428571428571</c:v>
              </c:pt>
              <c:pt idx="3">
                <c:v>16.666666666666664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main_figures/Fig5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(a) Storms 1999/2000, n = 154/104/55/15">
            <a:extLst xmlns:a="http://schemas.openxmlformats.org/drawingml/2006/main">
              <a:ext uri="{FF2B5EF4-FFF2-40B4-BE49-F238E27FC236}">
                <a16:creationId xmlns:a16="http://schemas.microsoft.com/office/drawing/2014/main" id="{06CA6B0F-B388-4CFA-8FFF-37A1A3CD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1999/2000, n = 154/104/55/15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DBF4BD1-4FA5-4F8A-8EF3-67CF8757B752}"/>
              </a:ext>
            </a:extLst>
          </p:cNvPr>
          <p:cNvGraphicFramePr/>
          <p:nvPr/>
        </p:nvGraphicFramePr>
        <p:xfrm>
          <a:off xmlns:a="http://schemas.openxmlformats.org/drawingml/2006/main" x="1524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cb9d76fc414946"/>
          </a:graphicData>
        </a:graphic>
      </p:graphicFrame>
      <p:sp>
        <p:nvSpPr>
          <p:cNvPr id="3" name="(b) Wildfires 2019, n = 153/112/71/31">
            <a:extLst xmlns:a="http://schemas.openxmlformats.org/drawingml/2006/main">
              <a:ext uri="{FF2B5EF4-FFF2-40B4-BE49-F238E27FC236}">
                <a16:creationId xmlns:a16="http://schemas.microsoft.com/office/drawing/2014/main" id="{4E289ACC-D5E3-4740-94B3-04BA554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2019, n = 153/112/71/31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6E80712-09DC-4388-A702-D572EDE4561D}"/>
              </a:ext>
            </a:extLst>
          </p:cNvPr>
          <p:cNvGraphicFramePr/>
          <p:nvPr/>
        </p:nvGraphicFramePr>
        <p:xfrm>
          <a:off xmlns:a="http://schemas.openxmlformats.org/drawingml/2006/main" x="436245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64385791f94568"/>
          </a:graphicData>
        </a:graphic>
      </p:graphicFrame>
      <p:sp>
        <p:nvSpPr>
          <p:cNvPr id="5" name="(c) OLR 2024, n = 109/56/16/2">
            <a:extLst xmlns:a="http://schemas.openxmlformats.org/drawingml/2006/main">
              <a:ext uri="{FF2B5EF4-FFF2-40B4-BE49-F238E27FC236}">
                <a16:creationId xmlns:a16="http://schemas.microsoft.com/office/drawing/2014/main" id="{F24290EC-746D-495C-809C-DC5EA719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2024, n = 109/56/16/2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1CFE1F5-B029-4C87-B514-260E9552F23F}"/>
              </a:ext>
            </a:extLst>
          </p:cNvPr>
          <p:cNvGraphicFramePr/>
          <p:nvPr/>
        </p:nvGraphicFramePr>
        <p:xfrm>
          <a:off xmlns:a="http://schemas.openxmlformats.org/drawingml/2006/main" x="85725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994934b1447ce"/>
          </a:graphicData>
        </a:graphic>
      </p:graphicFrame>
      <p:sp>
        <p:nvSpPr>
          <p:cNvPr id="7" name="(d) PM2.5 Jan 2000, n = 17/7/0/0">
            <a:extLst xmlns:a="http://schemas.openxmlformats.org/drawingml/2006/main">
              <a:ext uri="{FF2B5EF4-FFF2-40B4-BE49-F238E27FC236}">
                <a16:creationId xmlns:a16="http://schemas.microsoft.com/office/drawing/2014/main" id="{DA4E8E62-93B0-44EA-AD7F-B94FC18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Jan 2000, n = 17/7/0/0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0D82F3C7-6A56-4092-81AC-E89F39F366F7}"/>
              </a:ext>
            </a:extLst>
          </p:cNvPr>
          <p:cNvGraphicFramePr/>
          <p:nvPr/>
        </p:nvGraphicFramePr>
        <p:xfrm>
          <a:off xmlns:a="http://schemas.openxmlformats.org/drawingml/2006/main" x="15240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7b88fd45964862"/>
          </a:graphicData>
        </a:graphic>
      </p:graphicFrame>
      <p:sp>
        <p:nvSpPr>
          <p:cNvPr id="9" name="(e) Ring, n = 94/124/105/48">
            <a:extLst xmlns:a="http://schemas.openxmlformats.org/drawingml/2006/main">
              <a:ext uri="{FF2B5EF4-FFF2-40B4-BE49-F238E27FC236}">
                <a16:creationId xmlns:a16="http://schemas.microsoft.com/office/drawing/2014/main" id="{7ABD83B6-373F-4FED-BE42-CE1CCFF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Ring, n = 94/124/105/48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9776E719-0E1B-402D-8F49-4B28DEF19FE9}"/>
              </a:ext>
            </a:extLst>
          </p:cNvPr>
          <p:cNvGraphicFramePr/>
          <p:nvPr/>
        </p:nvGraphicFramePr>
        <p:xfrm>
          <a:off xmlns:a="http://schemas.openxmlformats.org/drawingml/2006/main" x="436245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abbcfe78714926"/>
          </a:graphicData>
        </a:graphic>
      </p:graphicFrame>
      <p:sp>
        <p:nvSpPr>
          <p:cNvPr id="11" name="TMTM">
            <a:extLst xmlns:a="http://schemas.openxmlformats.org/drawingml/2006/main">
              <a:ext uri="{FF2B5EF4-FFF2-40B4-BE49-F238E27FC236}">
                <a16:creationId xmlns:a16="http://schemas.microsoft.com/office/drawing/2014/main" id="{A5318ACC-AB8A-4AD1-95FA-9379FC5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12" name="ST-MTM">
            <a:extLst xmlns:a="http://schemas.openxmlformats.org/drawingml/2006/main">
              <a:ext uri="{FF2B5EF4-FFF2-40B4-BE49-F238E27FC236}">
                <a16:creationId xmlns:a16="http://schemas.microsoft.com/office/drawing/2014/main" id="{86612D96-C367-4C5A-B98A-E5AD33D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B4E9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13" name="P = RG-MTM-P">
            <a:extLst xmlns:a="http://schemas.openxmlformats.org/drawingml/2006/main">
              <a:ext uri="{FF2B5EF4-FFF2-40B4-BE49-F238E27FC236}">
                <a16:creationId xmlns:a16="http://schemas.microsoft.com/office/drawing/2014/main" id="{AB038047-0347-4B88-B8CD-2BF8DD7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148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 = RG-MTM-P</a:t>
            </a:r>
          </a:p>
        </p:txBody>
      </p:sp>
      <p:sp>
        <p:nvSpPr>
          <p:cNvPr id="14" name="R20 = RG-MTM-R (κ = 20%)">
            <a:extLst xmlns:a="http://schemas.openxmlformats.org/drawingml/2006/main">
              <a:ext uri="{FF2B5EF4-FFF2-40B4-BE49-F238E27FC236}">
                <a16:creationId xmlns:a16="http://schemas.microsoft.com/office/drawing/2014/main" id="{DB101A79-8E6A-4DB4-9CE4-2FC9A4B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R20 = RG-MTM-R (κ = 20%)</a:t>
            </a:r>
          </a:p>
        </p:txBody>
      </p:sp>
      <p:sp>
        <p:nvSpPr>
          <p:cNvPr id="15" name="Hilbert">
            <a:extLst xmlns:a="http://schemas.openxmlformats.org/drawingml/2006/main">
              <a:ext uri="{FF2B5EF4-FFF2-40B4-BE49-F238E27FC236}">
                <a16:creationId xmlns:a16="http://schemas.microsoft.com/office/drawing/2014/main" id="{E023A16B-2C36-486B-B5A4-7BAC6EB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6" name="Morton">
            <a:extLst xmlns:a="http://schemas.openxmlformats.org/drawingml/2006/main">
              <a:ext uri="{FF2B5EF4-FFF2-40B4-BE49-F238E27FC236}">
                <a16:creationId xmlns:a16="http://schemas.microsoft.com/office/drawing/2014/main" id="{2674CB52-52F9-4E6C-B886-96F7F6B5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79A7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7" name="Counts follow k = 1/2/4/8">
            <a:extLst xmlns:a="http://schemas.openxmlformats.org/drawingml/2006/main">
              <a:ext uri="{FF2B5EF4-FFF2-40B4-BE49-F238E27FC236}">
                <a16:creationId xmlns:a16="http://schemas.microsoft.com/office/drawing/2014/main" id="{F9E106D5-98E9-41A7-8728-6816E2B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Counts follow k = 1/2/4/8</a:t>
            </a:r>
          </a:p>
        </p:txBody>
      </p:sp>
      <p:sp>
        <p:nvSpPr>
          <p:cNvPr id="18" name="Undefined rates remain omitted">
            <a:extLst xmlns:a="http://schemas.openxmlformats.org/drawingml/2006/main">
              <a:ext uri="{FF2B5EF4-FFF2-40B4-BE49-F238E27FC236}">
                <a16:creationId xmlns:a16="http://schemas.microsoft.com/office/drawing/2014/main" id="{1DE3C905-5E9B-40F2-B4E7-080359F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Undefined rates remain omitted</a:t>
            </a:r>
          </a:p>
        </p:txBody>
      </p:sp>
      <p:sp>
        <p:nvSpPr>
          <p:cNvPr id="19" name="ε = 2%. Each k has its own clear-event set. Step durations differ">
            <a:extLst xmlns:a="http://schemas.openxmlformats.org/drawingml/2006/main">
              <a:ext uri="{FF2B5EF4-FFF2-40B4-BE49-F238E27FC236}">
                <a16:creationId xmlns:a16="http://schemas.microsoft.com/office/drawing/2014/main" id="{D4D53B77-944F-4445-BF7C-6DB7A29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67450"/>
            <a:ext cx="1233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ε = 2%. Each k has its own clear-event set. Step durations differ across datasets.</a:t>
            </a:r>
          </a:p>
        </p:txBody>
      </p:sp>
    </p:spTree>
    <p:extLst>
      <p:ext uri="{BB962C8B-B14F-4D97-AF65-F5344CB8AC3E}">
        <p14:creationId xmlns:p14="http://schemas.microsoft.com/office/powerpoint/2010/main" val="636920661"/>
      </p:ext>
    </p:extLst>
  </p:cSld>
</p:sld>
</file>

<file path=ppt/main_figures/Fig5/ppt/tableStyles.xml><?xml version="1.0" encoding="utf-8"?>
<a:tblStyleLst xmlns:a="http://schemas.openxmlformats.org/drawingml/2006/main" def="{5C22544A-7EE6-4342-B048-85BDC9FD1C3A}"/>
</file>

<file path=ppt/main_figures/Fig5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6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6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2026-10-21T02:42:06.8570000Z</dcterms:created>
  <dcterms:modified xsi:type="dcterms:W3CDTF">2026-10-21T02:42:06.8570000Z</dcterms:modified>
</coreProperties>
</file>

<file path=ppt/main_figures/Fig6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6/ppt/theme/theme1.xml" Id="R09daf800b4c440cb" /><Relationship Type="http://schemas.openxmlformats.org/officeDocument/2006/relationships/slideMaster" Target="/ppt/main_figures/Fig6/ppt/slideMasters/slideMaster1.xml" Id="Re9c6d5031d1e4dcf" /><Relationship Type="http://schemas.openxmlformats.org/officeDocument/2006/relationships/notesMaster" Target="/ppt/main_figures/Fig6/ppt/notesMasters/notesMaster1.xml" Id="Re54845fdbd2a463f" /><Relationship Type="http://schemas.openxmlformats.org/officeDocument/2006/relationships/presProps" Target="/ppt/main_figures/Fig6/ppt/presProps.xml" Id="Rcea238e12f6d4ad5" /><Relationship Type="http://schemas.openxmlformats.org/officeDocument/2006/relationships/tableStyles" Target="/ppt/main_figures/Fig6/ppt/tableStyles.xml" Id="R2ab9c97ea47f4464" /><Relationship Type="http://schemas.openxmlformats.org/officeDocument/2006/relationships/slide" Target="/ppt/main_figures/Fig6/ppt/slides/slide1.xml" Id="R198b240f35af4cc6" /></Relationships>
</file>

<file path=ppt/main_figures/Fig6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6/ppt/notesMasters/theme/theme3.xml" Id="R5667c485449847d5" /></Relationships>
</file>

<file path=ppt/main_figures/Fig6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6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6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6/ppt/slides/slide1.xml" Id="Ra226304d907b43f9" /><Relationship Type="http://schemas.openxmlformats.org/officeDocument/2006/relationships/notesMaster" Target="/ppt/main_figures/Fig6/ppt/notesMasters/notesMaster1.xml" Id="Rce8f232ac8214e69" /></Relationships>
</file>

<file path=ppt/main_figures/Fig6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/Users/lele/Desktop/MergeTreeMaps/.codex-build/unified-style-20261021/backup/latex/figures/rgmtm_topology_motion_tradeoff.pdf.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6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6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c6d5031d1e4dcf"/>
  </p:sldMasterIdLst>
  <p:notesMasterIdLst>
    <p:notesMasterId xmlns:r="http://schemas.openxmlformats.org/officeDocument/2006/relationships" r:id="Re54845fdbd2a463f"/>
  </p:notesMasterIdLst>
  <p:sldIdLst>
    <p:sldId xmlns:r="http://schemas.openxmlformats.org/officeDocument/2006/relationships" id="256" r:id="R198b240f35af4cc6"/>
  </p:sldIdLst>
  <p:sldSz cx="12801600" cy="7544732"/>
  <p:notesSz cx="6858000" cy="9144000"/>
</p:presentation>
</file>

<file path=ppt/main_figures/Fig6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6/ppt/slideMasters/slideMaster1.xml" Id="R6f578c931ee24503" /></Relationships>
</file>

<file path=ppt/main_figures/Fig6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6/ppt/slideMasters/slideMaster1.xml" Id="Rbe18f029146543a8" /></Relationships>
</file>

<file path=ppt/main_figures/Fig6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6/ppt/slideMasters/slideMaster1.xml" Id="Rbf7d0d8dd0d04d6d" /></Relationships>
</file>

<file path=ppt/main_figures/Fig6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6/ppt/slideMasters/slideMaster1.xml" Id="Ra519a33632be4ea2" /></Relationships>
</file>

<file path=ppt/main_figures/Fig6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6/ppt/slideMasters/slideMaster1.xml" Id="R45a27710a91c4360" /></Relationships>
</file>

<file path=ppt/main_figures/Fig6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6/ppt/slideMasters/slideMaster1.xml" Id="R4651137e1e0b449d" /></Relationships>
</file>

<file path=ppt/main_figures/Fig6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085BBE-084E-4285-87C7-69A3F2DE3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001362"/>
            <a:ext cx="10241280" cy="114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6569A1-502E-46FD-9D4A-64A0118777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4369630"/>
            <a:ext cx="8961120" cy="882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6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FDC56E-9775-4CE9-AA7E-C8918D14E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310326"/>
            <a:ext cx="10241280" cy="1324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6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3BC7DA-8012-4635-A561-B8DFC4B48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17927"/>
            <a:ext cx="11361420" cy="971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F76879-2147-45A6-83B8-4E4C6D577B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06884"/>
            <a:ext cx="1136142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6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EBE410-7479-4598-81DA-B9FB7056A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17927"/>
            <a:ext cx="11361420" cy="971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D7020F-3F91-4F57-9FC1-6822DA7A4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06884"/>
            <a:ext cx="528066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D820EB-A79F-4E2D-9319-48A69BBDED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2206884"/>
            <a:ext cx="528066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6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0D326-6CEB-46AE-BC0F-263E4826C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17927"/>
            <a:ext cx="11361420" cy="971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F0C593-F378-4DF9-966B-DD976FC49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06884"/>
            <a:ext cx="5280660" cy="4943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6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6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6/ppt/slideMasters/theme/theme2.xml" Id="R8237504c5f2449b6" /><Relationship Type="http://schemas.openxmlformats.org/officeDocument/2006/relationships/slideLayout" Target="/ppt/main_figures/Fig6/ppt/slideLayouts/slideLayout1.xml" Id="Re325758f170747be" /><Relationship Type="http://schemas.openxmlformats.org/officeDocument/2006/relationships/slideLayout" Target="/ppt/main_figures/Fig6/ppt/slideLayouts/slideLayout2.xml" Id="R31c7e40965fd4abb" /><Relationship Type="http://schemas.openxmlformats.org/officeDocument/2006/relationships/slideLayout" Target="/ppt/main_figures/Fig6/ppt/slideLayouts/slideLayout3.xml" Id="R7b1cbd35248444f4" /><Relationship Type="http://schemas.openxmlformats.org/officeDocument/2006/relationships/slideLayout" Target="/ppt/main_figures/Fig6/ppt/slideLayouts/slideLayout4.xml" Id="R353cd0ab0da8414f" /><Relationship Type="http://schemas.openxmlformats.org/officeDocument/2006/relationships/slideLayout" Target="/ppt/main_figures/Fig6/ppt/slideLayouts/slideLayout5.xml" Id="Redad48519d3f412d" /><Relationship Type="http://schemas.openxmlformats.org/officeDocument/2006/relationships/slideLayout" Target="/ppt/main_figures/Fig6/ppt/slideLayouts/slideLayout6.xml" Id="Rc0933969310b4964" /></Relationships>
</file>

<file path=ppt/main_figures/Fig6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5758f170747be"/>
    <p:sldLayoutId xmlns:r="http://schemas.openxmlformats.org/officeDocument/2006/relationships" id="2147483650" r:id="R31c7e40965fd4abb"/>
    <p:sldLayoutId xmlns:r="http://schemas.openxmlformats.org/officeDocument/2006/relationships" id="2147483651" r:id="R7b1cbd35248444f4"/>
    <p:sldLayoutId xmlns:r="http://schemas.openxmlformats.org/officeDocument/2006/relationships" id="2147483652" r:id="R353cd0ab0da8414f"/>
    <p:sldLayoutId xmlns:r="http://schemas.openxmlformats.org/officeDocument/2006/relationships" id="2147483653" r:id="Redad48519d3f412d"/>
    <p:sldLayoutId xmlns:r="http://schemas.openxmlformats.org/officeDocument/2006/relationships" id="2147483654" r:id="Rc0933969310b49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6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6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6/ppt/slideLayouts/slideLayout6.xml" Id="R5c2c948b07454121" /><Relationship Type="http://schemas.openxmlformats.org/officeDocument/2006/relationships/image" Target="/ppt/main_figures/Fig6/ppt/media/image.png" Id="R793704c2d9cb428a" /><Relationship Type="http://schemas.openxmlformats.org/officeDocument/2006/relationships/image" Target="/ppt/main_figures/Fig6/ppt/media/image.svg" Id="Rca94badd421d4494" /><Relationship Type="http://schemas.openxmlformats.org/officeDocument/2006/relationships/notesSlide" Target="/ppt/main_figures/Fig6/ppt/notesSlides/notesSlide1.xml" Id="R0699f8f5e1d149f4" /></Relationships>
</file>

<file path=ppt/main_figures/Fig6/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5CEBEB-DB92-4FE9-AB43-B4E527AF1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704c2d9cb428a">
            <a:extLst>
              <a:ext uri="{96DAC541-7B7A-43D3-8B79-37D633B846F1}">
                <asvg:svgBlip xmlns:asvg="http://schemas.microsoft.com/office/drawing/2016/SVG/main" r:embed="Rca94badd421d4494"/>
              </a:ext>
            </a:extLst>
          </a:blip>
          <a:srcRect t="5035"/>
          <a:stretch xmlns:a="http://schemas.openxmlformats.org/drawingml/2006/main"/>
        </p:blipFill>
        <p:spPr>
          <a:xfrm xmlns:a="http://schemas.openxmlformats.org/drawingml/2006/main">
            <a:off x="0" y="0"/>
            <a:ext cx="12801600" cy="7544732"/>
          </a:xfrm>
          <a:prstGeom xmlns:a="http://schemas.openxmlformats.org/drawingml/2006/main" prst="rect">
            <a:avLst/>
          </a:prstGeom>
        </p:spPr>
      </p:pic>
      <p:sp>
        <p:nvSpPr>
          <p:cNvPr id="2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52068FAD-9E08-4271-A201-F270FB1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88" y="3206040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042E0158-792F-4536-A816-4A64CDC4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3881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2F9CA9CB-74D9-4CD0-BB88-1621505E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2598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EFA74F26-D30B-46F7-ADF3-10EAD35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1315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AB8287BC-A5B8-42C3-B734-D21248C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0032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372C6B8C-42C9-4011-97D4-3DCC58FF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025" y="3206040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8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DBBD7577-A49B-4C0D-A7BB-E1C92879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772" y="3461932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9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A914AB7E-00C9-42D1-8EA4-2406173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55" y="2912765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55400361-A2DB-45E6-9778-B3F452E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2399361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C1FD146C-7851-4B05-A6F0-5D5B8B9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1885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EB2CF755-AD33-4514-90C3-F9F8EBB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1372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3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CAD4ED27-5C4C-45AF-8833-D0444E4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859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4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7C9A413F-DAC1-46B9-B88D-0F159043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59" y="345745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3A77648B-BB45-42DE-853E-4D41D9FE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86809" y="1649121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16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3595345D-9114-4E11-9596-3FEE3535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8251" y="2315549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17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9110C480-D9C8-4090-A66A-EC43398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986" y="1474828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8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0B2ABF01-171E-4796-AE66-7354C79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8676" y="1973899"/>
            <a:ext cx="5568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9" name="Unified label: (a) ERA5 1999/2000">
            <a:extLst xmlns:a="http://schemas.openxmlformats.org/drawingml/2006/main">
              <a:ext uri="{FF2B5EF4-FFF2-40B4-BE49-F238E27FC236}">
                <a16:creationId xmlns:a16="http://schemas.microsoft.com/office/drawing/2014/main" id="{F16542FC-989A-49E3-A674-F745C44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6658" y="103335"/>
            <a:ext cx="1821307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Storms 1999/2000</a:t>
            </a:r>
          </a:p>
        </p:txBody>
      </p:sp>
      <p:sp>
        <p:nvSpPr>
          <p:cNvPr id="20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2C04B9E3-D4AE-4B7C-9183-8CFE9B39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763" y="3206040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D44038E5-2696-44BE-B21A-2770464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756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2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C2053269-B870-46ED-A63A-5F6C7FA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472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3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5498CA01-E84F-4B52-BDC3-BD27F473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7189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4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A2ED88A8-584A-41D6-B42F-3094013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5906" y="3206040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5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C0B2DCA0-5206-4FAD-BDBF-C115697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899" y="3206040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6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B2EBEB9A-B719-493B-82A0-D10BECD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647" y="3461932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27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B320690D-49DF-418E-A568-7362211B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7330" y="2912765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643FCBA7-CF63-4443-B3FB-6D0C061E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2399361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9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B399AB51-0166-4E31-B6EC-D6E8B78A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1885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0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FA5614DB-286D-4750-8FE7-60ECA7EA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1372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1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9EBE4E3D-DD21-4A49-82B0-CCB9CFFA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859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2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468B1A6B-9145-459C-BACE-6F85DF8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434" y="345745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5F2DFE9B-07F1-4792-8C72-DC9EFA3F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509066" y="1649121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34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E7F2C17D-3F3B-4611-8F92-A6F9070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231" y="1982330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35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08BE93B6-91A7-4A0C-AF1D-E8BD41AF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6507" y="1376096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36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C8D5F6B0-F9C8-465A-90AA-152082FE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910" y="1871641"/>
            <a:ext cx="556828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37" name="Unified label: (b) Wildfire 2019">
            <a:extLst xmlns:a="http://schemas.openxmlformats.org/drawingml/2006/main">
              <a:ext uri="{FF2B5EF4-FFF2-40B4-BE49-F238E27FC236}">
                <a16:creationId xmlns:a16="http://schemas.microsoft.com/office/drawing/2014/main" id="{531E70D6-FA4E-49A4-84A2-1219995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2898" y="103335"/>
            <a:ext cx="1720123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Wildfires 2019</a:t>
            </a:r>
          </a:p>
        </p:txBody>
      </p:sp>
      <p:sp>
        <p:nvSpPr>
          <p:cNvPr id="38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753617EE-EB74-41E8-89FF-AC886184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888" y="6889636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CD82D3E3-51C0-4DB7-94DF-B53D06B2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3881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0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0DA108F4-606A-49A2-ABF8-84FA5679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2598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1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4A9ED31A-82DD-441D-AF9E-6B5AF74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1315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2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EE09A592-97DC-4D36-B666-4F2EA0A6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0032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43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50894C34-2867-4D52-B228-EDE2D8A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7025" y="6889636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4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68B60130-8ECF-4460-9AEC-1526214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2772" y="7145528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45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B738E107-AE97-4B4F-9F14-98916030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55" y="6596361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D16A125B-96C4-4062-883E-99708F2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6082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7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7281E2EF-5D22-4200-BCB5-91689DB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5569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8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698839B5-ECC1-4575-9512-E1024A8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5056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9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DC59066C-A066-4AC7-B6E3-BEFA8ABA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007" y="4542745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50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2B057F3F-21A7-4AD5-B59C-FC200ABF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59" y="4029341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1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E1992CD7-DDDA-4D84-B842-5FD083F8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86809" y="5332717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52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5306268C-45D0-4EE4-A7A6-AC19A2D6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7043" y="6330601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53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1265682A-280C-459B-A480-6296322B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9231" y="5105531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54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0A8D7638-271B-4692-81B7-7A3B5B3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7061" y="5601076"/>
            <a:ext cx="5568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55" name="Unified label: (c) OLR 2024">
            <a:extLst xmlns:a="http://schemas.openxmlformats.org/drawingml/2006/main">
              <a:ext uri="{FF2B5EF4-FFF2-40B4-BE49-F238E27FC236}">
                <a16:creationId xmlns:a16="http://schemas.microsoft.com/office/drawing/2014/main" id="{284839C3-EC51-49BD-9958-1F904A3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0459" y="3786931"/>
            <a:ext cx="1214204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OLR 2024</a:t>
            </a:r>
          </a:p>
        </p:txBody>
      </p:sp>
      <p:sp>
        <p:nvSpPr>
          <p:cNvPr id="56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F8EBB87D-9EAD-4B6B-9584-40FA19A9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763" y="6889636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EDD9F6DE-71FC-47CE-A20B-91869FD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756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8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03906134-3053-43A2-B886-733D3D0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472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9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492BA925-E3B3-42B2-AF4F-2B014C5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7189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0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03CC748A-58CF-4CE1-9A56-F18F266A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5906" y="6889636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61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EDBA48E7-191F-4CE7-9342-81360BB5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2899" y="6889636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2" name="Unified label: maximum merge-level error (% of scalar range)">
            <a:extLst xmlns:a="http://schemas.openxmlformats.org/drawingml/2006/main">
              <a:ext uri="{FF2B5EF4-FFF2-40B4-BE49-F238E27FC236}">
                <a16:creationId xmlns:a16="http://schemas.microsoft.com/office/drawing/2014/main" id="{CF96E930-0070-45EE-BAFC-51465E4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647" y="7145528"/>
            <a:ext cx="4249715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maximum merge-level error (% of scalar range)</a:t>
            </a:r>
          </a:p>
        </p:txBody>
      </p:sp>
      <p:sp>
        <p:nvSpPr>
          <p:cNvPr id="63" name="Unified label: 0">
            <a:extLst xmlns:a="http://schemas.openxmlformats.org/drawingml/2006/main">
              <a:ext uri="{FF2B5EF4-FFF2-40B4-BE49-F238E27FC236}">
                <a16:creationId xmlns:a16="http://schemas.microsoft.com/office/drawing/2014/main" id="{8B75DFCC-3E40-470C-801F-72853D7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7330" y="6596361"/>
            <a:ext cx="131857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Unified label: 20">
            <a:extLst xmlns:a="http://schemas.openxmlformats.org/drawingml/2006/main">
              <a:ext uri="{FF2B5EF4-FFF2-40B4-BE49-F238E27FC236}">
                <a16:creationId xmlns:a16="http://schemas.microsoft.com/office/drawing/2014/main" id="{8041B547-FAC1-402B-86C3-41498F25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6082957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fied label: 40">
            <a:extLst xmlns:a="http://schemas.openxmlformats.org/drawingml/2006/main">
              <a:ext uri="{FF2B5EF4-FFF2-40B4-BE49-F238E27FC236}">
                <a16:creationId xmlns:a16="http://schemas.microsoft.com/office/drawing/2014/main" id="{F14B3554-40BB-4D2D-B877-E9A212F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5569553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6" name="Unified label: 60">
            <a:extLst xmlns:a="http://schemas.openxmlformats.org/drawingml/2006/main">
              <a:ext uri="{FF2B5EF4-FFF2-40B4-BE49-F238E27FC236}">
                <a16:creationId xmlns:a16="http://schemas.microsoft.com/office/drawing/2014/main" id="{2A074866-2847-49D5-B77D-562E7AA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5056149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7" name="Unified label: 80">
            <a:extLst xmlns:a="http://schemas.openxmlformats.org/drawingml/2006/main">
              <a:ext uri="{FF2B5EF4-FFF2-40B4-BE49-F238E27FC236}">
                <a16:creationId xmlns:a16="http://schemas.microsoft.com/office/drawing/2014/main" id="{24851511-4EC9-4C0C-AD74-2A0CF70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3882" y="4542745"/>
            <a:ext cx="235140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68" name="Unified label: 100">
            <a:extLst xmlns:a="http://schemas.openxmlformats.org/drawingml/2006/main">
              <a:ext uri="{FF2B5EF4-FFF2-40B4-BE49-F238E27FC236}">
                <a16:creationId xmlns:a16="http://schemas.microsoft.com/office/drawing/2014/main" id="{DAC4F8D0-DDC3-4829-AA9C-6B8843C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434" y="4029341"/>
            <a:ext cx="338422" cy="22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9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9" name="Unified label: total motion error (%)">
            <a:extLst xmlns:a="http://schemas.openxmlformats.org/drawingml/2006/main">
              <a:ext uri="{FF2B5EF4-FFF2-40B4-BE49-F238E27FC236}">
                <a16:creationId xmlns:a16="http://schemas.microsoft.com/office/drawing/2014/main" id="{A220DFF8-4BA8-4E5B-9ADA-3A5C5757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509066" y="5332717"/>
            <a:ext cx="2077639" cy="24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77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77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motion error (%)</a:t>
            </a:r>
          </a:p>
        </p:txBody>
      </p:sp>
      <p:sp>
        <p:nvSpPr>
          <p:cNvPr id="70" name="Unified label: RG-MTM-R">
            <a:extLst xmlns:a="http://schemas.openxmlformats.org/drawingml/2006/main">
              <a:ext uri="{FF2B5EF4-FFF2-40B4-BE49-F238E27FC236}">
                <a16:creationId xmlns:a16="http://schemas.microsoft.com/office/drawing/2014/main" id="{7D341A6E-98F0-48C5-9DC6-4C350CF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8939" y="5734686"/>
            <a:ext cx="811662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</a:t>
            </a:r>
          </a:p>
        </p:txBody>
      </p:sp>
      <p:sp>
        <p:nvSpPr>
          <p:cNvPr id="71" name="Unified label: Hilbert">
            <a:extLst xmlns:a="http://schemas.openxmlformats.org/drawingml/2006/main">
              <a:ext uri="{FF2B5EF4-FFF2-40B4-BE49-F238E27FC236}">
                <a16:creationId xmlns:a16="http://schemas.microsoft.com/office/drawing/2014/main" id="{042225DA-8CC0-475D-B760-6324E5A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0602" y="5243050"/>
            <a:ext cx="566629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72" name="Unified label: Morton">
            <a:extLst xmlns:a="http://schemas.openxmlformats.org/drawingml/2006/main">
              <a:ext uri="{FF2B5EF4-FFF2-40B4-BE49-F238E27FC236}">
                <a16:creationId xmlns:a16="http://schemas.microsoft.com/office/drawing/2014/main" id="{62AA4E4D-FE9A-4DAF-87E5-F5B9069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719" y="6059473"/>
            <a:ext cx="556828" cy="20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8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73" name="Unified label: (d) PM2.5 Jan 2000">
            <a:extLst xmlns:a="http://schemas.openxmlformats.org/drawingml/2006/main">
              <a:ext uri="{FF2B5EF4-FFF2-40B4-BE49-F238E27FC236}">
                <a16:creationId xmlns:a16="http://schemas.microsoft.com/office/drawing/2014/main" id="{723A3E14-0D1B-421F-B370-3B524F99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2775" y="3786931"/>
            <a:ext cx="1821307" cy="262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PM2.5 Jan 2000</a:t>
            </a:r>
          </a:p>
        </p:txBody>
      </p:sp>
    </p:spTree>
    <p:extLst>
      <p:ext uri="{BB962C8B-B14F-4D97-AF65-F5344CB8AC3E}">
        <p14:creationId xmlns:p14="http://schemas.microsoft.com/office/powerpoint/2010/main" val="811069586"/>
      </p:ext>
    </p:extLst>
  </p:cSld>
</p:sld>
</file>

<file path=ppt/main_figures/Fig6/ppt/tableStyles.xml><?xml version="1.0" encoding="utf-8"?>
<a:tblStyleLst xmlns:a="http://schemas.openxmlformats.org/drawingml/2006/main" def="{5C22544A-7EE6-4342-B048-85BDC9FD1C3A}"/>
</file>

<file path=ppt/main_figures/Fig6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7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7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2026-10-19T02:13:17.9710000Z</dcterms:created>
  <dcterms:modified xsi:type="dcterms:W3CDTF">2026-10-19T02:13:17.9710000Z</dcterms:modified>
</coreProperties>
</file>

<file path=ppt/main_figures/Fig7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7/ppt/theme/theme1.xml" Id="R017ff928c77b43f9" /><Relationship Type="http://schemas.openxmlformats.org/officeDocument/2006/relationships/slideMaster" Target="/ppt/main_figures/Fig7/ppt/slideMasters/slideMaster1.xml" Id="R21b60a33b07349f8" /><Relationship Type="http://schemas.openxmlformats.org/officeDocument/2006/relationships/notesMaster" Target="/ppt/main_figures/Fig7/ppt/notesMasters/notesMaster1.xml" Id="R3b7638e7ccab4ff5" /><Relationship Type="http://schemas.openxmlformats.org/officeDocument/2006/relationships/presProps" Target="/ppt/main_figures/Fig7/ppt/presProps.xml" Id="R5f7e545900144cf7" /><Relationship Type="http://schemas.openxmlformats.org/officeDocument/2006/relationships/tableStyles" Target="/ppt/main_figures/Fig7/ppt/tableStyles.xml" Id="R862913455cb14bae" /><Relationship Type="http://schemas.openxmlformats.org/officeDocument/2006/relationships/slide" Target="/ppt/main_figures/Fig7/ppt/slides/slide1.xml" Id="R7a1ea863370c4f91" /></Relationships>
</file>

<file path=ppt/main_figures/Fig7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7/ppt/notesMasters/theme/theme3.xml" Id="R805fd923478c4ea6" /></Relationships>
</file>

<file path=ppt/main_figures/Fig7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7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7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7/ppt/slides/slide1.xml" Id="R4bea6be5ff3b45cc" /><Relationship Type="http://schemas.openxmlformats.org/officeDocument/2006/relationships/notesMaster" Target="/ppt/main_figures/Fig7/ppt/notesMasters/notesMaster1.xml" Id="Rd1fe4966988c499d" /></Relationships>
</file>

<file path=ppt/main_figures/Fig7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from frozen attainable_era5.json and frozen event arrays. Frontiers are frame means at one common budget D. Working points use the mean fixed-order positional optimum and the maximum fixed-order scalar optimum over frames; they are not final achieved anchor errors. Bars compare same selected order and frame-mean analytical scalar costs.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7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7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60a33b07349f8"/>
  </p:sldMasterIdLst>
  <p:notesMasterIdLst>
    <p:notesMasterId xmlns:r="http://schemas.openxmlformats.org/officeDocument/2006/relationships" r:id="R3b7638e7ccab4ff5"/>
  </p:notesMasterIdLst>
  <p:sldIdLst>
    <p:sldId xmlns:r="http://schemas.openxmlformats.org/officeDocument/2006/relationships" id="256" r:id="R7a1ea863370c4f91"/>
  </p:sldIdLst>
  <p:sldSz cx="12801600" cy="6096000"/>
  <p:notesSz cx="6858000" cy="9144000"/>
</p:presentation>
</file>

<file path=ppt/main_figures/Fig7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7/ppt/slideMasters/slideMaster1.xml" Id="Rc4a48a324fe240c8" /></Relationships>
</file>

<file path=ppt/main_figures/Fig7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7/ppt/slideMasters/slideMaster1.xml" Id="R2137567fbdd84d8c" /></Relationships>
</file>

<file path=ppt/main_figures/Fig7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7/ppt/slideMasters/slideMaster1.xml" Id="R678e74dec85f47b1" /></Relationships>
</file>

<file path=ppt/main_figures/Fig7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7/ppt/slideMasters/slideMaster1.xml" Id="R70842f3e4ca34277" /></Relationships>
</file>

<file path=ppt/main_figures/Fig7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7/ppt/slideMasters/slideMaster1.xml" Id="Rde18630b646045ca" /></Relationships>
</file>

<file path=ppt/main_figures/Fig7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7/ppt/slideMasters/slideMaster1.xml" Id="R2d729c0f3f2b42bf" /></Relationships>
</file>

<file path=ppt/main_figures/Fig7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FDAED1-768D-4EA9-9960-CBECC807F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0BF71E-632E-4D8A-BD6E-CDFB135F08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7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F05BA4-75FE-4648-AFC3-3E4F4FE79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7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65787-509E-49F9-B6F8-A9DCD0D0D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127679-FB88-482C-BEE5-091D6BC98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7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1221A0-C49A-4511-B01F-7DB383F013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88F07-2AE7-4B70-BC97-B9888DF49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53532B-3CD7-492E-950A-DF0AF9880C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7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384726-4036-48BE-873F-BE59F7854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D6CC73-24F2-488A-9110-F0722199A8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7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7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7/ppt/slideMasters/theme/theme2.xml" Id="Rf84ef61f265d41ff" /><Relationship Type="http://schemas.openxmlformats.org/officeDocument/2006/relationships/slideLayout" Target="/ppt/main_figures/Fig7/ppt/slideLayouts/slideLayout1.xml" Id="Rca332df8a0bc4fe8" /><Relationship Type="http://schemas.openxmlformats.org/officeDocument/2006/relationships/slideLayout" Target="/ppt/main_figures/Fig7/ppt/slideLayouts/slideLayout2.xml" Id="R6befd690d37c48d2" /><Relationship Type="http://schemas.openxmlformats.org/officeDocument/2006/relationships/slideLayout" Target="/ppt/main_figures/Fig7/ppt/slideLayouts/slideLayout3.xml" Id="R5674e41c3c564952" /><Relationship Type="http://schemas.openxmlformats.org/officeDocument/2006/relationships/slideLayout" Target="/ppt/main_figures/Fig7/ppt/slideLayouts/slideLayout4.xml" Id="R8b958a61d5c64d76" /><Relationship Type="http://schemas.openxmlformats.org/officeDocument/2006/relationships/slideLayout" Target="/ppt/main_figures/Fig7/ppt/slideLayouts/slideLayout5.xml" Id="R28dd71e895d64c9a" /><Relationship Type="http://schemas.openxmlformats.org/officeDocument/2006/relationships/slideLayout" Target="/ppt/main_figures/Fig7/ppt/slideLayouts/slideLayout6.xml" Id="Rf0f264247d6f43e1" /></Relationships>
</file>

<file path=ppt/main_figures/Fig7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32df8a0bc4fe8"/>
    <p:sldLayoutId xmlns:r="http://schemas.openxmlformats.org/officeDocument/2006/relationships" id="2147483650" r:id="R6befd690d37c48d2"/>
    <p:sldLayoutId xmlns:r="http://schemas.openxmlformats.org/officeDocument/2006/relationships" id="2147483651" r:id="R5674e41c3c564952"/>
    <p:sldLayoutId xmlns:r="http://schemas.openxmlformats.org/officeDocument/2006/relationships" id="2147483652" r:id="R8b958a61d5c64d76"/>
    <p:sldLayoutId xmlns:r="http://schemas.openxmlformats.org/officeDocument/2006/relationships" id="2147483653" r:id="R28dd71e895d64c9a"/>
    <p:sldLayoutId xmlns:r="http://schemas.openxmlformats.org/officeDocument/2006/relationships" id="2147483654" r:id="Rf0f264247d6f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main_figures/Fig7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7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7/ppt/slideLayouts/slideLayout6.xml" Id="Rba549ff0db8742b4" /><Relationship Type="http://schemas.openxmlformats.org/officeDocument/2006/relationships/notesSlide" Target="/ppt/main_figures/Fig7/ppt/notesSlides/notesSlide1.xml" Id="R9927b7ede6a441f6" /></Relationships>
</file>

<file path=ppt/main_figures/Fig7/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ext_000">
            <a:extLst xmlns:a="http://schemas.openxmlformats.org/drawingml/2006/main">
              <a:ext uri="{FF2B5EF4-FFF2-40B4-BE49-F238E27FC236}">
                <a16:creationId xmlns:a16="http://schemas.microsoft.com/office/drawing/2014/main" id="{CDE30144-A4D0-4CF8-B442-670F9AA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5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Diagnose the conflict</a:t>
            </a:r>
          </a:p>
        </p:txBody>
      </p:sp>
      <p:sp>
        <p:nvSpPr>
          <p:cNvPr id="2" name="text_001">
            <a:extLst xmlns:a="http://schemas.openxmlformats.org/drawingml/2006/main">
              <a:ext uri="{FF2B5EF4-FFF2-40B4-BE49-F238E27FC236}">
                <a16:creationId xmlns:a16="http://schemas.microsoft.com/office/drawing/2014/main" id="{EECE61D5-1DE3-4EC7-91CA-6E97952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4825"/>
            <a:ext cx="402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Storms: packing + hierarchy cost</a:t>
            </a:r>
          </a:p>
        </p:txBody>
      </p:sp>
      <p:sp>
        <p:nvSpPr>
          <p:cNvPr id="3" name="line_002">
            <a:extLst xmlns:a="http://schemas.openxmlformats.org/drawingml/2006/main">
              <a:ext uri="{FF2B5EF4-FFF2-40B4-BE49-F238E27FC236}">
                <a16:creationId xmlns:a16="http://schemas.microsoft.com/office/drawing/2014/main" id="{55149309-4D8D-474B-8481-F9448F3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33621531-3A38-4530-B562-CAB8668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029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line_004">
            <a:extLst xmlns:a="http://schemas.openxmlformats.org/drawingml/2006/main">
              <a:ext uri="{FF2B5EF4-FFF2-40B4-BE49-F238E27FC236}">
                <a16:creationId xmlns:a16="http://schemas.microsoft.com/office/drawing/2014/main" id="{B3AA67EA-A136-4BC7-B923-287DDC37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11500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F9804F1F-1A9A-475C-9C9E-B0D70EF6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997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line_006">
            <a:extLst xmlns:a="http://schemas.openxmlformats.org/drawingml/2006/main">
              <a:ext uri="{FF2B5EF4-FFF2-40B4-BE49-F238E27FC236}">
                <a16:creationId xmlns:a16="http://schemas.microsoft.com/office/drawing/2014/main" id="{6A9FC46C-C574-4EBD-B276-48150C6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79625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671CF85F-96B2-4AFC-A1F9-4B2122B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965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line_008">
            <a:extLst xmlns:a="http://schemas.openxmlformats.org/drawingml/2006/main">
              <a:ext uri="{FF2B5EF4-FFF2-40B4-BE49-F238E27FC236}">
                <a16:creationId xmlns:a16="http://schemas.microsoft.com/office/drawing/2014/main" id="{A0BBF601-7905-41CF-8395-22F293C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47750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C9C1B612-0C02-45A3-AC15-67805E7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33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0863C953-9B3E-414F-8EF7-BD5ED0DD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7524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% L</a:t>
            </a:r>
          </a:p>
        </p:txBody>
      </p:sp>
      <p:sp>
        <p:nvSpPr>
          <p:cNvPr id="12" name="Exact_original_tree_certificate">
            <a:extLst xmlns:a="http://schemas.openxmlformats.org/drawingml/2006/main">
              <a:ext uri="{FF2B5EF4-FFF2-40B4-BE49-F238E27FC236}">
                <a16:creationId xmlns:a16="http://schemas.microsoft.com/office/drawing/2014/main" id="{8B121312-F6EB-430A-BC1F-A0E9C8D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7361"/>
            <a:ext cx="3333750" cy="2616014"/>
          </a:xfrm>
          <a:custGeom xmlns:a="http://schemas.openxmlformats.org/drawingml/2006/main">
            <a:pathLst>
              <a:path w="3333750" h="2616014">
                <a:moveTo>
                  <a:pt x="0" y="2616014"/>
                </a:moveTo>
                <a:lnTo>
                  <a:pt x="28494" y="2505015"/>
                </a:lnTo>
                <a:lnTo>
                  <a:pt x="56987" y="2411175"/>
                </a:lnTo>
                <a:lnTo>
                  <a:pt x="85481" y="2616014"/>
                </a:lnTo>
                <a:lnTo>
                  <a:pt x="113974" y="2616014"/>
                </a:lnTo>
                <a:lnTo>
                  <a:pt x="142468" y="2616014"/>
                </a:lnTo>
                <a:lnTo>
                  <a:pt x="170962" y="2616014"/>
                </a:lnTo>
                <a:lnTo>
                  <a:pt x="199455" y="2616014"/>
                </a:lnTo>
                <a:lnTo>
                  <a:pt x="227949" y="1929622"/>
                </a:lnTo>
                <a:lnTo>
                  <a:pt x="256442" y="2616014"/>
                </a:lnTo>
                <a:lnTo>
                  <a:pt x="284936" y="2486559"/>
                </a:lnTo>
                <a:lnTo>
                  <a:pt x="313429" y="2616014"/>
                </a:lnTo>
                <a:lnTo>
                  <a:pt x="341923" y="2616014"/>
                </a:lnTo>
                <a:lnTo>
                  <a:pt x="370417" y="2616014"/>
                </a:lnTo>
                <a:lnTo>
                  <a:pt x="398910" y="2616014"/>
                </a:lnTo>
                <a:lnTo>
                  <a:pt x="427404" y="2616014"/>
                </a:lnTo>
                <a:lnTo>
                  <a:pt x="455897" y="2454733"/>
                </a:lnTo>
                <a:lnTo>
                  <a:pt x="484391" y="2616014"/>
                </a:lnTo>
                <a:lnTo>
                  <a:pt x="512885" y="2616014"/>
                </a:lnTo>
                <a:lnTo>
                  <a:pt x="541378" y="1021418"/>
                </a:lnTo>
                <a:lnTo>
                  <a:pt x="569872" y="2616014"/>
                </a:lnTo>
                <a:lnTo>
                  <a:pt x="598365" y="2616014"/>
                </a:lnTo>
                <a:lnTo>
                  <a:pt x="626859" y="2265786"/>
                </a:lnTo>
                <a:lnTo>
                  <a:pt x="655353" y="2616014"/>
                </a:lnTo>
                <a:lnTo>
                  <a:pt x="683846" y="1906687"/>
                </a:lnTo>
                <a:lnTo>
                  <a:pt x="712340" y="672809"/>
                </a:lnTo>
                <a:lnTo>
                  <a:pt x="740833" y="696216"/>
                </a:lnTo>
                <a:lnTo>
                  <a:pt x="769327" y="2616014"/>
                </a:lnTo>
                <a:lnTo>
                  <a:pt x="797821" y="1536302"/>
                </a:lnTo>
                <a:lnTo>
                  <a:pt x="826314" y="2616014"/>
                </a:lnTo>
                <a:lnTo>
                  <a:pt x="854808" y="2616014"/>
                </a:lnTo>
                <a:lnTo>
                  <a:pt x="883301" y="2616014"/>
                </a:lnTo>
                <a:lnTo>
                  <a:pt x="911795" y="1731904"/>
                </a:lnTo>
                <a:lnTo>
                  <a:pt x="940288" y="2616014"/>
                </a:lnTo>
                <a:lnTo>
                  <a:pt x="968782" y="2616014"/>
                </a:lnTo>
                <a:lnTo>
                  <a:pt x="997276" y="2616014"/>
                </a:lnTo>
                <a:lnTo>
                  <a:pt x="1025769" y="1520465"/>
                </a:lnTo>
                <a:lnTo>
                  <a:pt x="1054263" y="901090"/>
                </a:lnTo>
                <a:lnTo>
                  <a:pt x="1082756" y="2027169"/>
                </a:lnTo>
                <a:lnTo>
                  <a:pt x="1111250" y="2616014"/>
                </a:lnTo>
                <a:lnTo>
                  <a:pt x="1139744" y="1022194"/>
                </a:lnTo>
                <a:lnTo>
                  <a:pt x="1168237" y="2124739"/>
                </a:lnTo>
                <a:lnTo>
                  <a:pt x="1196731" y="0"/>
                </a:lnTo>
                <a:lnTo>
                  <a:pt x="1225224" y="2616014"/>
                </a:lnTo>
                <a:lnTo>
                  <a:pt x="1253718" y="2616014"/>
                </a:lnTo>
                <a:lnTo>
                  <a:pt x="1282212" y="2232651"/>
                </a:lnTo>
                <a:lnTo>
                  <a:pt x="1310705" y="2616014"/>
                </a:lnTo>
                <a:lnTo>
                  <a:pt x="1339199" y="2463775"/>
                </a:lnTo>
                <a:lnTo>
                  <a:pt x="1367692" y="1744246"/>
                </a:lnTo>
                <a:lnTo>
                  <a:pt x="1396186" y="1535991"/>
                </a:lnTo>
                <a:lnTo>
                  <a:pt x="1424679" y="2616014"/>
                </a:lnTo>
                <a:lnTo>
                  <a:pt x="1453173" y="2616014"/>
                </a:lnTo>
                <a:lnTo>
                  <a:pt x="1481667" y="2616014"/>
                </a:lnTo>
                <a:lnTo>
                  <a:pt x="1510160" y="2562217"/>
                </a:lnTo>
                <a:lnTo>
                  <a:pt x="1538654" y="2402670"/>
                </a:lnTo>
                <a:lnTo>
                  <a:pt x="1567147" y="2616014"/>
                </a:lnTo>
                <a:lnTo>
                  <a:pt x="1595641" y="2616014"/>
                </a:lnTo>
                <a:lnTo>
                  <a:pt x="1624135" y="2616014"/>
                </a:lnTo>
                <a:lnTo>
                  <a:pt x="1652628" y="2360479"/>
                </a:lnTo>
                <a:lnTo>
                  <a:pt x="1681122" y="537083"/>
                </a:lnTo>
                <a:lnTo>
                  <a:pt x="1709615" y="1621150"/>
                </a:lnTo>
                <a:lnTo>
                  <a:pt x="1738109" y="366042"/>
                </a:lnTo>
                <a:lnTo>
                  <a:pt x="1766603" y="344016"/>
                </a:lnTo>
                <a:lnTo>
                  <a:pt x="1795096" y="2616014"/>
                </a:lnTo>
                <a:lnTo>
                  <a:pt x="1823590" y="2616014"/>
                </a:lnTo>
                <a:lnTo>
                  <a:pt x="1852083" y="2616014"/>
                </a:lnTo>
                <a:lnTo>
                  <a:pt x="1880577" y="2616014"/>
                </a:lnTo>
                <a:lnTo>
                  <a:pt x="1909071" y="702569"/>
                </a:lnTo>
                <a:lnTo>
                  <a:pt x="1937564" y="2616014"/>
                </a:lnTo>
                <a:lnTo>
                  <a:pt x="1966058" y="1400373"/>
                </a:lnTo>
                <a:lnTo>
                  <a:pt x="1994551" y="1020622"/>
                </a:lnTo>
                <a:lnTo>
                  <a:pt x="2023045" y="2616014"/>
                </a:lnTo>
                <a:lnTo>
                  <a:pt x="2051538" y="2616014"/>
                </a:lnTo>
                <a:lnTo>
                  <a:pt x="2080032" y="2616014"/>
                </a:lnTo>
                <a:lnTo>
                  <a:pt x="2108526" y="2616014"/>
                </a:lnTo>
                <a:lnTo>
                  <a:pt x="2137019" y="2616014"/>
                </a:lnTo>
                <a:lnTo>
                  <a:pt x="2165513" y="2616014"/>
                </a:lnTo>
                <a:lnTo>
                  <a:pt x="2194006" y="2616014"/>
                </a:lnTo>
                <a:lnTo>
                  <a:pt x="2222500" y="2616014"/>
                </a:lnTo>
                <a:lnTo>
                  <a:pt x="2250994" y="2616014"/>
                </a:lnTo>
                <a:lnTo>
                  <a:pt x="2279487" y="2616014"/>
                </a:lnTo>
                <a:lnTo>
                  <a:pt x="2307981" y="2616014"/>
                </a:lnTo>
                <a:lnTo>
                  <a:pt x="2336474" y="2616014"/>
                </a:lnTo>
                <a:lnTo>
                  <a:pt x="2364968" y="2616014"/>
                </a:lnTo>
                <a:lnTo>
                  <a:pt x="2393462" y="2616014"/>
                </a:lnTo>
                <a:lnTo>
                  <a:pt x="2421955" y="2616014"/>
                </a:lnTo>
                <a:lnTo>
                  <a:pt x="2450449" y="486472"/>
                </a:lnTo>
                <a:lnTo>
                  <a:pt x="2478942" y="2616014"/>
                </a:lnTo>
                <a:lnTo>
                  <a:pt x="2507436" y="1142040"/>
                </a:lnTo>
                <a:lnTo>
                  <a:pt x="2535929" y="1119741"/>
                </a:lnTo>
                <a:lnTo>
                  <a:pt x="2564423" y="2130570"/>
                </a:lnTo>
                <a:lnTo>
                  <a:pt x="2592917" y="2206505"/>
                </a:lnTo>
                <a:lnTo>
                  <a:pt x="2621410" y="2028541"/>
                </a:lnTo>
                <a:lnTo>
                  <a:pt x="2649904" y="1036847"/>
                </a:lnTo>
                <a:lnTo>
                  <a:pt x="2678397" y="835039"/>
                </a:lnTo>
                <a:lnTo>
                  <a:pt x="2706891" y="932137"/>
                </a:lnTo>
                <a:lnTo>
                  <a:pt x="2735385" y="2616014"/>
                </a:lnTo>
                <a:lnTo>
                  <a:pt x="2763878" y="2616014"/>
                </a:lnTo>
                <a:lnTo>
                  <a:pt x="2792372" y="2616014"/>
                </a:lnTo>
                <a:lnTo>
                  <a:pt x="2820865" y="2550238"/>
                </a:lnTo>
                <a:lnTo>
                  <a:pt x="2849359" y="2309884"/>
                </a:lnTo>
                <a:lnTo>
                  <a:pt x="2877853" y="856622"/>
                </a:lnTo>
                <a:lnTo>
                  <a:pt x="2906346" y="1333128"/>
                </a:lnTo>
                <a:lnTo>
                  <a:pt x="2934840" y="2097797"/>
                </a:lnTo>
                <a:lnTo>
                  <a:pt x="2963333" y="2616014"/>
                </a:lnTo>
                <a:lnTo>
                  <a:pt x="2991827" y="2616014"/>
                </a:lnTo>
                <a:lnTo>
                  <a:pt x="3020321" y="2604547"/>
                </a:lnTo>
                <a:lnTo>
                  <a:pt x="3048814" y="1195948"/>
                </a:lnTo>
                <a:lnTo>
                  <a:pt x="3077308" y="542537"/>
                </a:lnTo>
                <a:lnTo>
                  <a:pt x="3105801" y="2616014"/>
                </a:lnTo>
                <a:lnTo>
                  <a:pt x="3134295" y="2616014"/>
                </a:lnTo>
                <a:lnTo>
                  <a:pt x="3162788" y="2616014"/>
                </a:lnTo>
                <a:lnTo>
                  <a:pt x="3191282" y="2616014"/>
                </a:lnTo>
                <a:lnTo>
                  <a:pt x="3219776" y="2616014"/>
                </a:lnTo>
                <a:lnTo>
                  <a:pt x="3248269" y="2616014"/>
                </a:lnTo>
                <a:lnTo>
                  <a:pt x="3276763" y="2616014"/>
                </a:lnTo>
                <a:lnTo>
                  <a:pt x="3305256" y="2214373"/>
                </a:lnTo>
                <a:lnTo>
                  <a:pt x="3333750" y="2616014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55E00"/>
            </a:solidFill>
            <a:prstDash val="solid"/>
          </a:ln>
        </p:spPr>
      </p:sp>
      <p:sp>
        <p:nvSpPr>
          <p:cNvPr id="13" name="Free_packing_cost">
            <a:extLst xmlns:a="http://schemas.openxmlformats.org/drawingml/2006/main">
              <a:ext uri="{FF2B5EF4-FFF2-40B4-BE49-F238E27FC236}">
                <a16:creationId xmlns:a16="http://schemas.microsoft.com/office/drawing/2014/main" id="{14E38B58-0113-406F-9E09-38037C7A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931"/>
            <a:ext cx="3333750" cy="485444"/>
          </a:xfrm>
          <a:custGeom xmlns:a="http://schemas.openxmlformats.org/drawingml/2006/main">
            <a:pathLst>
              <a:path w="3333750" h="485444">
                <a:moveTo>
                  <a:pt x="0" y="485444"/>
                </a:moveTo>
                <a:lnTo>
                  <a:pt x="28494" y="479566"/>
                </a:lnTo>
                <a:lnTo>
                  <a:pt x="56987" y="485444"/>
                </a:lnTo>
                <a:lnTo>
                  <a:pt x="85481" y="485444"/>
                </a:lnTo>
                <a:lnTo>
                  <a:pt x="113974" y="485444"/>
                </a:lnTo>
                <a:lnTo>
                  <a:pt x="142468" y="485444"/>
                </a:lnTo>
                <a:lnTo>
                  <a:pt x="170962" y="485444"/>
                </a:lnTo>
                <a:lnTo>
                  <a:pt x="199455" y="485444"/>
                </a:lnTo>
                <a:lnTo>
                  <a:pt x="227949" y="485444"/>
                </a:lnTo>
                <a:lnTo>
                  <a:pt x="256442" y="485444"/>
                </a:lnTo>
                <a:lnTo>
                  <a:pt x="284936" y="355988"/>
                </a:lnTo>
                <a:lnTo>
                  <a:pt x="313429" y="485444"/>
                </a:lnTo>
                <a:lnTo>
                  <a:pt x="341923" y="485444"/>
                </a:lnTo>
                <a:lnTo>
                  <a:pt x="370417" y="485444"/>
                </a:lnTo>
                <a:lnTo>
                  <a:pt x="398910" y="485444"/>
                </a:lnTo>
                <a:lnTo>
                  <a:pt x="427404" y="485444"/>
                </a:lnTo>
                <a:lnTo>
                  <a:pt x="455897" y="324163"/>
                </a:lnTo>
                <a:lnTo>
                  <a:pt x="484391" y="485444"/>
                </a:lnTo>
                <a:lnTo>
                  <a:pt x="512885" y="485444"/>
                </a:lnTo>
                <a:lnTo>
                  <a:pt x="541378" y="383038"/>
                </a:lnTo>
                <a:lnTo>
                  <a:pt x="569872" y="485444"/>
                </a:lnTo>
                <a:lnTo>
                  <a:pt x="598365" y="485444"/>
                </a:lnTo>
                <a:lnTo>
                  <a:pt x="626859" y="485444"/>
                </a:lnTo>
                <a:lnTo>
                  <a:pt x="655353" y="485444"/>
                </a:lnTo>
                <a:lnTo>
                  <a:pt x="683846" y="485444"/>
                </a:lnTo>
                <a:lnTo>
                  <a:pt x="712340" y="485444"/>
                </a:lnTo>
                <a:lnTo>
                  <a:pt x="740833" y="485444"/>
                </a:lnTo>
                <a:lnTo>
                  <a:pt x="769327" y="485444"/>
                </a:lnTo>
                <a:lnTo>
                  <a:pt x="797821" y="485444"/>
                </a:lnTo>
                <a:lnTo>
                  <a:pt x="826314" y="485444"/>
                </a:lnTo>
                <a:lnTo>
                  <a:pt x="854808" y="485444"/>
                </a:lnTo>
                <a:lnTo>
                  <a:pt x="883301" y="485444"/>
                </a:lnTo>
                <a:lnTo>
                  <a:pt x="911795" y="485444"/>
                </a:lnTo>
                <a:lnTo>
                  <a:pt x="940288" y="485444"/>
                </a:lnTo>
                <a:lnTo>
                  <a:pt x="968782" y="485444"/>
                </a:lnTo>
                <a:lnTo>
                  <a:pt x="997276" y="485444"/>
                </a:lnTo>
                <a:lnTo>
                  <a:pt x="1025769" y="450744"/>
                </a:lnTo>
                <a:lnTo>
                  <a:pt x="1054263" y="440882"/>
                </a:lnTo>
                <a:lnTo>
                  <a:pt x="1082756" y="485444"/>
                </a:lnTo>
                <a:lnTo>
                  <a:pt x="1111250" y="485444"/>
                </a:lnTo>
                <a:lnTo>
                  <a:pt x="1139744" y="485444"/>
                </a:lnTo>
                <a:lnTo>
                  <a:pt x="1168237" y="485444"/>
                </a:lnTo>
                <a:lnTo>
                  <a:pt x="1196731" y="485444"/>
                </a:lnTo>
                <a:lnTo>
                  <a:pt x="1225224" y="485444"/>
                </a:lnTo>
                <a:lnTo>
                  <a:pt x="1253718" y="485444"/>
                </a:lnTo>
                <a:lnTo>
                  <a:pt x="1282212" y="485444"/>
                </a:lnTo>
                <a:lnTo>
                  <a:pt x="1310705" y="485444"/>
                </a:lnTo>
                <a:lnTo>
                  <a:pt x="1339199" y="485097"/>
                </a:lnTo>
                <a:lnTo>
                  <a:pt x="1367692" y="485444"/>
                </a:lnTo>
                <a:lnTo>
                  <a:pt x="1396186" y="485444"/>
                </a:lnTo>
                <a:lnTo>
                  <a:pt x="1424679" y="485444"/>
                </a:lnTo>
                <a:lnTo>
                  <a:pt x="1453173" y="485444"/>
                </a:lnTo>
                <a:lnTo>
                  <a:pt x="1481667" y="485444"/>
                </a:lnTo>
                <a:lnTo>
                  <a:pt x="1510160" y="473145"/>
                </a:lnTo>
                <a:lnTo>
                  <a:pt x="1538654" y="485444"/>
                </a:lnTo>
                <a:lnTo>
                  <a:pt x="1567147" y="485444"/>
                </a:lnTo>
                <a:lnTo>
                  <a:pt x="1595641" y="485444"/>
                </a:lnTo>
                <a:lnTo>
                  <a:pt x="1624135" y="485444"/>
                </a:lnTo>
                <a:lnTo>
                  <a:pt x="1652628" y="485444"/>
                </a:lnTo>
                <a:lnTo>
                  <a:pt x="1681122" y="485444"/>
                </a:lnTo>
                <a:lnTo>
                  <a:pt x="1709615" y="485444"/>
                </a:lnTo>
                <a:lnTo>
                  <a:pt x="1738109" y="365890"/>
                </a:lnTo>
                <a:lnTo>
                  <a:pt x="1766603" y="462064"/>
                </a:lnTo>
                <a:lnTo>
                  <a:pt x="1795096" y="485444"/>
                </a:lnTo>
                <a:lnTo>
                  <a:pt x="1823590" y="485444"/>
                </a:lnTo>
                <a:lnTo>
                  <a:pt x="1852083" y="485444"/>
                </a:lnTo>
                <a:lnTo>
                  <a:pt x="1880577" y="485444"/>
                </a:lnTo>
                <a:lnTo>
                  <a:pt x="1909071" y="485444"/>
                </a:lnTo>
                <a:lnTo>
                  <a:pt x="1937564" y="485444"/>
                </a:lnTo>
                <a:lnTo>
                  <a:pt x="1966058" y="485444"/>
                </a:lnTo>
                <a:lnTo>
                  <a:pt x="1994551" y="485444"/>
                </a:lnTo>
                <a:lnTo>
                  <a:pt x="2023045" y="485444"/>
                </a:lnTo>
                <a:lnTo>
                  <a:pt x="2051538" y="485444"/>
                </a:lnTo>
                <a:lnTo>
                  <a:pt x="2080032" y="485444"/>
                </a:lnTo>
                <a:lnTo>
                  <a:pt x="2108526" y="485444"/>
                </a:lnTo>
                <a:lnTo>
                  <a:pt x="2137019" y="485444"/>
                </a:lnTo>
                <a:lnTo>
                  <a:pt x="2165513" y="485444"/>
                </a:lnTo>
                <a:lnTo>
                  <a:pt x="2194006" y="485444"/>
                </a:lnTo>
                <a:lnTo>
                  <a:pt x="2222500" y="485444"/>
                </a:lnTo>
                <a:lnTo>
                  <a:pt x="2250994" y="485444"/>
                </a:lnTo>
                <a:lnTo>
                  <a:pt x="2279487" y="485444"/>
                </a:lnTo>
                <a:lnTo>
                  <a:pt x="2307981" y="485444"/>
                </a:lnTo>
                <a:lnTo>
                  <a:pt x="2336474" y="485444"/>
                </a:lnTo>
                <a:lnTo>
                  <a:pt x="2364968" y="485444"/>
                </a:lnTo>
                <a:lnTo>
                  <a:pt x="2393462" y="485444"/>
                </a:lnTo>
                <a:lnTo>
                  <a:pt x="2421955" y="485444"/>
                </a:lnTo>
                <a:lnTo>
                  <a:pt x="2450449" y="485444"/>
                </a:lnTo>
                <a:lnTo>
                  <a:pt x="2478942" y="485444"/>
                </a:lnTo>
                <a:lnTo>
                  <a:pt x="2507436" y="463890"/>
                </a:lnTo>
                <a:lnTo>
                  <a:pt x="2535929" y="214890"/>
                </a:lnTo>
                <a:lnTo>
                  <a:pt x="2564423" y="0"/>
                </a:lnTo>
                <a:lnTo>
                  <a:pt x="2592917" y="75934"/>
                </a:lnTo>
                <a:lnTo>
                  <a:pt x="2621410" y="485444"/>
                </a:lnTo>
                <a:lnTo>
                  <a:pt x="2649904" y="485444"/>
                </a:lnTo>
                <a:lnTo>
                  <a:pt x="2678397" y="485444"/>
                </a:lnTo>
                <a:lnTo>
                  <a:pt x="2706891" y="485444"/>
                </a:lnTo>
                <a:lnTo>
                  <a:pt x="2735385" y="485444"/>
                </a:lnTo>
                <a:lnTo>
                  <a:pt x="2763878" y="485444"/>
                </a:lnTo>
                <a:lnTo>
                  <a:pt x="2792372" y="485444"/>
                </a:lnTo>
                <a:lnTo>
                  <a:pt x="2820865" y="419668"/>
                </a:lnTo>
                <a:lnTo>
                  <a:pt x="2849359" y="485444"/>
                </a:lnTo>
                <a:lnTo>
                  <a:pt x="2877853" y="463273"/>
                </a:lnTo>
                <a:lnTo>
                  <a:pt x="2906346" y="485444"/>
                </a:lnTo>
                <a:lnTo>
                  <a:pt x="2934840" y="485444"/>
                </a:lnTo>
                <a:lnTo>
                  <a:pt x="2963333" y="485444"/>
                </a:lnTo>
                <a:lnTo>
                  <a:pt x="2991827" y="485444"/>
                </a:lnTo>
                <a:lnTo>
                  <a:pt x="3020321" y="473977"/>
                </a:lnTo>
                <a:lnTo>
                  <a:pt x="3048814" y="451140"/>
                </a:lnTo>
                <a:lnTo>
                  <a:pt x="3077308" y="485444"/>
                </a:lnTo>
                <a:lnTo>
                  <a:pt x="3105801" y="485444"/>
                </a:lnTo>
                <a:lnTo>
                  <a:pt x="3134295" y="485444"/>
                </a:lnTo>
                <a:lnTo>
                  <a:pt x="3162788" y="485444"/>
                </a:lnTo>
                <a:lnTo>
                  <a:pt x="3191282" y="485444"/>
                </a:lnTo>
                <a:lnTo>
                  <a:pt x="3219776" y="485444"/>
                </a:lnTo>
                <a:lnTo>
                  <a:pt x="3248269" y="485444"/>
                </a:lnTo>
                <a:lnTo>
                  <a:pt x="3276763" y="485444"/>
                </a:lnTo>
                <a:lnTo>
                  <a:pt x="3305256" y="485444"/>
                </a:lnTo>
                <a:lnTo>
                  <a:pt x="3333750" y="48544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B8790"/>
            </a:solidFill>
            <a:prstDash val="solid"/>
          </a:ln>
        </p:spPr>
      </p:sp>
      <p:sp>
        <p:nvSpPr>
          <p:cNvPr id="14" name="ellipse_013">
            <a:extLst xmlns:a="http://schemas.openxmlformats.org/drawingml/2006/main">
              <a:ext uri="{FF2B5EF4-FFF2-40B4-BE49-F238E27FC236}">
                <a16:creationId xmlns:a16="http://schemas.microsoft.com/office/drawing/2014/main" id="{44809BC2-998A-4C42-8F71-71B6937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817" y="322398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5" name="line_014">
            <a:extLst xmlns:a="http://schemas.openxmlformats.org/drawingml/2006/main">
              <a:ext uri="{FF2B5EF4-FFF2-40B4-BE49-F238E27FC236}">
                <a16:creationId xmlns:a16="http://schemas.microsoft.com/office/drawing/2014/main" id="{F11EA63E-3294-4757-B5D7-26E32C2C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442" y="1047750"/>
            <a:ext cx="95" cy="3095625"/>
          </a:xfrm>
          <a:custGeom xmlns:a="http://schemas.openxmlformats.org/drawingml/2006/main">
            <a:pathLst>
              <a:path w="95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B8790"/>
            </a:solidFill>
            <a:prstDash val="dash"/>
          </a:ln>
        </p:spPr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DE0893ED-5796-46C8-9000-EA8DA18D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642" y="3004907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f48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4BE1A622-96B8-4046-B26C-91C3D915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10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0B0DA61C-619F-45AC-BDEE-6717755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517" y="4210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09A7354C-E9B2-4C27-A9C5-CEDED3A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10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A340B22F-E108-45B6-9C9F-12117056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244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orange: τ* = packing + H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3C363882-B792-405C-8EE8-CF13AD2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0863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gray: free packing cost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3B03E118-14E8-41F2-9CD4-474A124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14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f48: H = 8.45% L; packing = 0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147B475C-60F6-47AC-B16B-176420E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85725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Position–scalar exchange</a:t>
            </a:r>
          </a:p>
        </p:txBody>
      </p:sp>
      <p:sp>
        <p:nvSpPr>
          <p:cNvPr id="24" name="text_023">
            <a:extLst xmlns:a="http://schemas.openxmlformats.org/drawingml/2006/main">
              <a:ext uri="{FF2B5EF4-FFF2-40B4-BE49-F238E27FC236}">
                <a16:creationId xmlns:a16="http://schemas.microsoft.com/office/drawing/2014/main" id="{DA80E56C-8826-4432-8359-E0D495C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4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Storms: all 118 frames</a:t>
            </a:r>
          </a:p>
        </p:txBody>
      </p:sp>
      <p:sp>
        <p:nvSpPr>
          <p:cNvPr id="25" name="line_024">
            <a:extLst xmlns:a="http://schemas.openxmlformats.org/drawingml/2006/main">
              <a:ext uri="{FF2B5EF4-FFF2-40B4-BE49-F238E27FC236}">
                <a16:creationId xmlns:a16="http://schemas.microsoft.com/office/drawing/2014/main" id="{05B8C426-FC36-4A16-A5B8-2CB74B5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43375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7CEDF1EF-9D63-46CD-AFA8-C80048C0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29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line_026">
            <a:extLst xmlns:a="http://schemas.openxmlformats.org/drawingml/2006/main">
              <a:ext uri="{FF2B5EF4-FFF2-40B4-BE49-F238E27FC236}">
                <a16:creationId xmlns:a16="http://schemas.microsoft.com/office/drawing/2014/main" id="{37D8F71E-2A13-4AC3-99C7-A725DBC8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70413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8FBD33AA-9163-4439-9849-F477420A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56113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line_028">
            <a:extLst xmlns:a="http://schemas.openxmlformats.org/drawingml/2006/main">
              <a:ext uri="{FF2B5EF4-FFF2-40B4-BE49-F238E27FC236}">
                <a16:creationId xmlns:a16="http://schemas.microsoft.com/office/drawing/2014/main" id="{C29C4C9C-28E3-49E0-91E5-8ADC0915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97451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50983ABA-FECE-433B-BFEE-5C41FCE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83151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line_030">
            <a:extLst xmlns:a="http://schemas.openxmlformats.org/drawingml/2006/main">
              <a:ext uri="{FF2B5EF4-FFF2-40B4-BE49-F238E27FC236}">
                <a16:creationId xmlns:a16="http://schemas.microsoft.com/office/drawing/2014/main" id="{C0AF2A5D-8B9F-4933-969C-BE457350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24489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DBB24133-27D3-4991-8D03-F5E5D3F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0189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line_032">
            <a:extLst xmlns:a="http://schemas.openxmlformats.org/drawingml/2006/main">
              <a:ext uri="{FF2B5EF4-FFF2-40B4-BE49-F238E27FC236}">
                <a16:creationId xmlns:a16="http://schemas.microsoft.com/office/drawing/2014/main" id="{17060056-5FAF-4E7B-89F9-80AD00C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51527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34B7A136-E921-49D7-822F-17E739BB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337227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text_034">
            <a:extLst xmlns:a="http://schemas.openxmlformats.org/drawingml/2006/main">
              <a:ext uri="{FF2B5EF4-FFF2-40B4-BE49-F238E27FC236}">
                <a16:creationId xmlns:a16="http://schemas.microsoft.com/office/drawing/2014/main" id="{D24EBA2E-2F2C-4CD8-9D92-D2078FBE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text_035">
            <a:extLst xmlns:a="http://schemas.openxmlformats.org/drawingml/2006/main">
              <a:ext uri="{FF2B5EF4-FFF2-40B4-BE49-F238E27FC236}">
                <a16:creationId xmlns:a16="http://schemas.microsoft.com/office/drawing/2014/main" id="{87EEFD10-27A7-4D89-9EF1-C149BFA2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30615891-9F3D-4703-9C89-C1F8941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871F41BA-523B-4A88-8DA0-BEBD05DB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98526F7A-F378-43C1-B11B-FD301B8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4F05FFCE-9C68-4FEE-997C-D49E306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71525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mean position cost (% L)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BF41EF05-F1B0-4402-B718-407B097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43425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Common scalar budget D (% range)</a:t>
            </a:r>
          </a:p>
        </p:txBody>
      </p:sp>
      <p:sp>
        <p:nvSpPr>
          <p:cNvPr id="42" name="Mean_F_under_common_budget">
            <a:extLst xmlns:a="http://schemas.openxmlformats.org/drawingml/2006/main">
              <a:ext uri="{FF2B5EF4-FFF2-40B4-BE49-F238E27FC236}">
                <a16:creationId xmlns:a16="http://schemas.microsoft.com/office/drawing/2014/main" id="{B34F2FBD-CC49-45B1-AE15-212C13D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32360"/>
            <a:ext cx="3257550" cy="2802984"/>
          </a:xfrm>
          <a:custGeom xmlns:a="http://schemas.openxmlformats.org/drawingml/2006/main">
            <a:pathLst>
              <a:path w="3257550" h="2802984">
                <a:moveTo>
                  <a:pt x="0" y="0"/>
                </a:moveTo>
                <a:lnTo>
                  <a:pt x="73" y="13290"/>
                </a:lnTo>
                <a:lnTo>
                  <a:pt x="87" y="13290"/>
                </a:lnTo>
                <a:lnTo>
                  <a:pt x="89" y="13290"/>
                </a:lnTo>
                <a:lnTo>
                  <a:pt x="305" y="32469"/>
                </a:lnTo>
                <a:lnTo>
                  <a:pt x="431" y="32469"/>
                </a:lnTo>
                <a:lnTo>
                  <a:pt x="457" y="32469"/>
                </a:lnTo>
                <a:lnTo>
                  <a:pt x="633" y="51826"/>
                </a:lnTo>
                <a:lnTo>
                  <a:pt x="1029" y="51826"/>
                </a:lnTo>
                <a:lnTo>
                  <a:pt x="1090" y="72527"/>
                </a:lnTo>
                <a:lnTo>
                  <a:pt x="1315" y="72527"/>
                </a:lnTo>
                <a:lnTo>
                  <a:pt x="1425" y="72527"/>
                </a:lnTo>
                <a:lnTo>
                  <a:pt x="1456" y="72527"/>
                </a:lnTo>
                <a:lnTo>
                  <a:pt x="1537" y="72527"/>
                </a:lnTo>
                <a:lnTo>
                  <a:pt x="2341" y="72527"/>
                </a:lnTo>
                <a:lnTo>
                  <a:pt x="2615" y="115483"/>
                </a:lnTo>
                <a:lnTo>
                  <a:pt x="2789" y="115483"/>
                </a:lnTo>
                <a:lnTo>
                  <a:pt x="2991" y="115483"/>
                </a:lnTo>
                <a:lnTo>
                  <a:pt x="3400" y="117027"/>
                </a:lnTo>
                <a:lnTo>
                  <a:pt x="3404" y="117027"/>
                </a:lnTo>
                <a:lnTo>
                  <a:pt x="3880" y="117027"/>
                </a:lnTo>
                <a:lnTo>
                  <a:pt x="4552" y="120530"/>
                </a:lnTo>
                <a:lnTo>
                  <a:pt x="6431" y="120530"/>
                </a:lnTo>
                <a:lnTo>
                  <a:pt x="6729" y="187717"/>
                </a:lnTo>
                <a:lnTo>
                  <a:pt x="7130" y="187717"/>
                </a:lnTo>
                <a:lnTo>
                  <a:pt x="7490" y="280840"/>
                </a:lnTo>
                <a:lnTo>
                  <a:pt x="7936" y="280840"/>
                </a:lnTo>
                <a:lnTo>
                  <a:pt x="8004" y="280840"/>
                </a:lnTo>
                <a:lnTo>
                  <a:pt x="9213" y="303038"/>
                </a:lnTo>
                <a:lnTo>
                  <a:pt x="10058" y="303038"/>
                </a:lnTo>
                <a:lnTo>
                  <a:pt x="10176" y="303038"/>
                </a:lnTo>
                <a:lnTo>
                  <a:pt x="10191" y="303038"/>
                </a:lnTo>
                <a:lnTo>
                  <a:pt x="12585" y="303038"/>
                </a:lnTo>
                <a:lnTo>
                  <a:pt x="12973" y="303038"/>
                </a:lnTo>
                <a:lnTo>
                  <a:pt x="14425" y="303038"/>
                </a:lnTo>
                <a:lnTo>
                  <a:pt x="16004" y="303038"/>
                </a:lnTo>
                <a:lnTo>
                  <a:pt x="16288" y="303038"/>
                </a:lnTo>
                <a:lnTo>
                  <a:pt x="20957" y="303038"/>
                </a:lnTo>
                <a:lnTo>
                  <a:pt x="21273" y="303038"/>
                </a:lnTo>
                <a:lnTo>
                  <a:pt x="23354" y="303038"/>
                </a:lnTo>
                <a:lnTo>
                  <a:pt x="23818" y="303038"/>
                </a:lnTo>
                <a:lnTo>
                  <a:pt x="24973" y="303038"/>
                </a:lnTo>
                <a:lnTo>
                  <a:pt x="25055" y="303038"/>
                </a:lnTo>
                <a:lnTo>
                  <a:pt x="27668" y="317161"/>
                </a:lnTo>
                <a:lnTo>
                  <a:pt x="27976" y="331210"/>
                </a:lnTo>
                <a:lnTo>
                  <a:pt x="28557" y="331210"/>
                </a:lnTo>
                <a:lnTo>
                  <a:pt x="29436" y="331210"/>
                </a:lnTo>
                <a:lnTo>
                  <a:pt x="32448" y="331210"/>
                </a:lnTo>
                <a:lnTo>
                  <a:pt x="32575" y="331210"/>
                </a:lnTo>
                <a:lnTo>
                  <a:pt x="37572" y="386385"/>
                </a:lnTo>
                <a:lnTo>
                  <a:pt x="39548" y="424321"/>
                </a:lnTo>
                <a:lnTo>
                  <a:pt x="40443" y="424321"/>
                </a:lnTo>
                <a:lnTo>
                  <a:pt x="40650" y="424321"/>
                </a:lnTo>
                <a:lnTo>
                  <a:pt x="40706" y="424321"/>
                </a:lnTo>
                <a:lnTo>
                  <a:pt x="42458" y="424321"/>
                </a:lnTo>
                <a:lnTo>
                  <a:pt x="42618" y="530075"/>
                </a:lnTo>
                <a:lnTo>
                  <a:pt x="44184" y="530075"/>
                </a:lnTo>
                <a:lnTo>
                  <a:pt x="45618" y="544710"/>
                </a:lnTo>
                <a:lnTo>
                  <a:pt x="48568" y="544710"/>
                </a:lnTo>
                <a:lnTo>
                  <a:pt x="48775" y="556501"/>
                </a:lnTo>
                <a:lnTo>
                  <a:pt x="53359" y="556501"/>
                </a:lnTo>
                <a:lnTo>
                  <a:pt x="54270" y="556501"/>
                </a:lnTo>
                <a:lnTo>
                  <a:pt x="58312" y="556501"/>
                </a:lnTo>
                <a:lnTo>
                  <a:pt x="63395" y="556501"/>
                </a:lnTo>
                <a:lnTo>
                  <a:pt x="63558" y="556501"/>
                </a:lnTo>
                <a:lnTo>
                  <a:pt x="65151" y="556501"/>
                </a:lnTo>
                <a:lnTo>
                  <a:pt x="71132" y="556501"/>
                </a:lnTo>
                <a:lnTo>
                  <a:pt x="71716" y="556501"/>
                </a:lnTo>
                <a:lnTo>
                  <a:pt x="75440" y="556501"/>
                </a:lnTo>
                <a:lnTo>
                  <a:pt x="81287" y="556501"/>
                </a:lnTo>
                <a:lnTo>
                  <a:pt x="86896" y="644590"/>
                </a:lnTo>
                <a:lnTo>
                  <a:pt x="87330" y="644590"/>
                </a:lnTo>
                <a:lnTo>
                  <a:pt x="89630" y="644590"/>
                </a:lnTo>
                <a:lnTo>
                  <a:pt x="94981" y="644590"/>
                </a:lnTo>
                <a:lnTo>
                  <a:pt x="95100" y="644590"/>
                </a:lnTo>
                <a:lnTo>
                  <a:pt x="95846" y="703816"/>
                </a:lnTo>
                <a:lnTo>
                  <a:pt x="96760" y="703816"/>
                </a:lnTo>
                <a:lnTo>
                  <a:pt x="97749" y="703816"/>
                </a:lnTo>
                <a:lnTo>
                  <a:pt x="103344" y="703816"/>
                </a:lnTo>
                <a:lnTo>
                  <a:pt x="105415" y="703816"/>
                </a:lnTo>
                <a:lnTo>
                  <a:pt x="107115" y="703816"/>
                </a:lnTo>
                <a:lnTo>
                  <a:pt x="107917" y="703816"/>
                </a:lnTo>
                <a:lnTo>
                  <a:pt x="110216" y="703816"/>
                </a:lnTo>
                <a:lnTo>
                  <a:pt x="111988" y="703816"/>
                </a:lnTo>
                <a:lnTo>
                  <a:pt x="112352" y="703816"/>
                </a:lnTo>
                <a:lnTo>
                  <a:pt x="112641" y="703816"/>
                </a:lnTo>
                <a:lnTo>
                  <a:pt x="114987" y="703816"/>
                </a:lnTo>
                <a:lnTo>
                  <a:pt x="121833" y="703816"/>
                </a:lnTo>
                <a:lnTo>
                  <a:pt x="126464" y="703816"/>
                </a:lnTo>
                <a:lnTo>
                  <a:pt x="126634" y="703816"/>
                </a:lnTo>
                <a:lnTo>
                  <a:pt x="135930" y="703816"/>
                </a:lnTo>
                <a:lnTo>
                  <a:pt x="137647" y="791992"/>
                </a:lnTo>
                <a:lnTo>
                  <a:pt x="137927" y="791992"/>
                </a:lnTo>
                <a:lnTo>
                  <a:pt x="139403" y="832822"/>
                </a:lnTo>
                <a:lnTo>
                  <a:pt x="141687" y="832822"/>
                </a:lnTo>
                <a:lnTo>
                  <a:pt x="143113" y="900566"/>
                </a:lnTo>
                <a:lnTo>
                  <a:pt x="144013" y="900566"/>
                </a:lnTo>
                <a:lnTo>
                  <a:pt x="144397" y="901984"/>
                </a:lnTo>
                <a:lnTo>
                  <a:pt x="145721" y="901984"/>
                </a:lnTo>
                <a:lnTo>
                  <a:pt x="146799" y="960616"/>
                </a:lnTo>
                <a:lnTo>
                  <a:pt x="147993" y="960616"/>
                </a:lnTo>
                <a:lnTo>
                  <a:pt x="149266" y="960616"/>
                </a:lnTo>
                <a:lnTo>
                  <a:pt x="152257" y="1078362"/>
                </a:lnTo>
                <a:lnTo>
                  <a:pt x="153970" y="1078362"/>
                </a:lnTo>
                <a:lnTo>
                  <a:pt x="154167" y="1078362"/>
                </a:lnTo>
                <a:lnTo>
                  <a:pt x="155292" y="1078362"/>
                </a:lnTo>
                <a:lnTo>
                  <a:pt x="157291" y="1078362"/>
                </a:lnTo>
                <a:lnTo>
                  <a:pt x="158602" y="1078362"/>
                </a:lnTo>
                <a:lnTo>
                  <a:pt x="161107" y="1078362"/>
                </a:lnTo>
                <a:lnTo>
                  <a:pt x="162306" y="1088866"/>
                </a:lnTo>
                <a:lnTo>
                  <a:pt x="162878" y="1088866"/>
                </a:lnTo>
                <a:lnTo>
                  <a:pt x="164628" y="1088866"/>
                </a:lnTo>
                <a:lnTo>
                  <a:pt x="165856" y="1123435"/>
                </a:lnTo>
                <a:lnTo>
                  <a:pt x="166291" y="1124864"/>
                </a:lnTo>
                <a:lnTo>
                  <a:pt x="166812" y="1139072"/>
                </a:lnTo>
                <a:lnTo>
                  <a:pt x="170833" y="1139072"/>
                </a:lnTo>
                <a:lnTo>
                  <a:pt x="174890" y="1139072"/>
                </a:lnTo>
                <a:lnTo>
                  <a:pt x="183121" y="1263350"/>
                </a:lnTo>
                <a:lnTo>
                  <a:pt x="186630" y="1263350"/>
                </a:lnTo>
                <a:lnTo>
                  <a:pt x="189513" y="1263350"/>
                </a:lnTo>
                <a:lnTo>
                  <a:pt x="192441" y="1263350"/>
                </a:lnTo>
                <a:lnTo>
                  <a:pt x="194251" y="1263350"/>
                </a:lnTo>
                <a:lnTo>
                  <a:pt x="199946" y="1263350"/>
                </a:lnTo>
                <a:lnTo>
                  <a:pt x="200285" y="1263350"/>
                </a:lnTo>
                <a:lnTo>
                  <a:pt x="203919" y="1273372"/>
                </a:lnTo>
                <a:lnTo>
                  <a:pt x="204595" y="1391070"/>
                </a:lnTo>
                <a:lnTo>
                  <a:pt x="209865" y="1407989"/>
                </a:lnTo>
                <a:lnTo>
                  <a:pt x="212265" y="1407989"/>
                </a:lnTo>
                <a:lnTo>
                  <a:pt x="217360" y="1477503"/>
                </a:lnTo>
                <a:lnTo>
                  <a:pt x="219508" y="1477503"/>
                </a:lnTo>
                <a:lnTo>
                  <a:pt x="219816" y="1477503"/>
                </a:lnTo>
                <a:lnTo>
                  <a:pt x="225666" y="1557777"/>
                </a:lnTo>
                <a:lnTo>
                  <a:pt x="229443" y="1557777"/>
                </a:lnTo>
                <a:lnTo>
                  <a:pt x="240858" y="1557777"/>
                </a:lnTo>
                <a:lnTo>
                  <a:pt x="247440" y="1557777"/>
                </a:lnTo>
                <a:lnTo>
                  <a:pt x="254756" y="1557777"/>
                </a:lnTo>
                <a:lnTo>
                  <a:pt x="260613" y="1557777"/>
                </a:lnTo>
                <a:lnTo>
                  <a:pt x="262328" y="1557777"/>
                </a:lnTo>
                <a:lnTo>
                  <a:pt x="267811" y="1557777"/>
                </a:lnTo>
                <a:lnTo>
                  <a:pt x="269180" y="1557777"/>
                </a:lnTo>
                <a:lnTo>
                  <a:pt x="275813" y="1569098"/>
                </a:lnTo>
                <a:lnTo>
                  <a:pt x="277364" y="1639624"/>
                </a:lnTo>
                <a:lnTo>
                  <a:pt x="292835" y="1639624"/>
                </a:lnTo>
                <a:lnTo>
                  <a:pt x="303844" y="1639624"/>
                </a:lnTo>
                <a:lnTo>
                  <a:pt x="310532" y="1639624"/>
                </a:lnTo>
                <a:lnTo>
                  <a:pt x="321493" y="1639624"/>
                </a:lnTo>
                <a:lnTo>
                  <a:pt x="325193" y="1639624"/>
                </a:lnTo>
                <a:lnTo>
                  <a:pt x="325755" y="1639624"/>
                </a:lnTo>
                <a:lnTo>
                  <a:pt x="332598" y="1639624"/>
                </a:lnTo>
                <a:lnTo>
                  <a:pt x="337615" y="1639624"/>
                </a:lnTo>
                <a:lnTo>
                  <a:pt x="338591" y="1639624"/>
                </a:lnTo>
                <a:lnTo>
                  <a:pt x="346310" y="1639624"/>
                </a:lnTo>
                <a:lnTo>
                  <a:pt x="361488" y="1722096"/>
                </a:lnTo>
                <a:lnTo>
                  <a:pt x="363547" y="1722096"/>
                </a:lnTo>
                <a:lnTo>
                  <a:pt x="372143" y="1722096"/>
                </a:lnTo>
                <a:lnTo>
                  <a:pt x="379845" y="1781788"/>
                </a:lnTo>
                <a:lnTo>
                  <a:pt x="391531" y="1781788"/>
                </a:lnTo>
                <a:lnTo>
                  <a:pt x="398790" y="1781788"/>
                </a:lnTo>
                <a:lnTo>
                  <a:pt x="400222" y="1781788"/>
                </a:lnTo>
                <a:lnTo>
                  <a:pt x="414527" y="1820992"/>
                </a:lnTo>
                <a:lnTo>
                  <a:pt x="414535" y="1820992"/>
                </a:lnTo>
                <a:lnTo>
                  <a:pt x="419507" y="1820992"/>
                </a:lnTo>
                <a:lnTo>
                  <a:pt x="430219" y="1869173"/>
                </a:lnTo>
                <a:lnTo>
                  <a:pt x="434222" y="1869173"/>
                </a:lnTo>
                <a:lnTo>
                  <a:pt x="435324" y="1877568"/>
                </a:lnTo>
                <a:lnTo>
                  <a:pt x="441749" y="1877568"/>
                </a:lnTo>
                <a:lnTo>
                  <a:pt x="443682" y="1914750"/>
                </a:lnTo>
                <a:lnTo>
                  <a:pt x="455638" y="1914750"/>
                </a:lnTo>
                <a:lnTo>
                  <a:pt x="461064" y="1914750"/>
                </a:lnTo>
                <a:lnTo>
                  <a:pt x="463019" y="1974425"/>
                </a:lnTo>
                <a:lnTo>
                  <a:pt x="472722" y="1974425"/>
                </a:lnTo>
                <a:lnTo>
                  <a:pt x="474231" y="1978806"/>
                </a:lnTo>
                <a:lnTo>
                  <a:pt x="479664" y="1978806"/>
                </a:lnTo>
                <a:lnTo>
                  <a:pt x="488632" y="1978806"/>
                </a:lnTo>
                <a:lnTo>
                  <a:pt x="502669" y="1978806"/>
                </a:lnTo>
                <a:lnTo>
                  <a:pt x="508883" y="1978806"/>
                </a:lnTo>
                <a:lnTo>
                  <a:pt x="518429" y="1978806"/>
                </a:lnTo>
                <a:lnTo>
                  <a:pt x="520651" y="1978806"/>
                </a:lnTo>
                <a:lnTo>
                  <a:pt x="527766" y="1981100"/>
                </a:lnTo>
                <a:lnTo>
                  <a:pt x="530729" y="1981100"/>
                </a:lnTo>
                <a:lnTo>
                  <a:pt x="536235" y="1981100"/>
                </a:lnTo>
                <a:lnTo>
                  <a:pt x="557643" y="1981100"/>
                </a:lnTo>
                <a:lnTo>
                  <a:pt x="561156" y="1981100"/>
                </a:lnTo>
                <a:lnTo>
                  <a:pt x="565917" y="1981100"/>
                </a:lnTo>
                <a:lnTo>
                  <a:pt x="567245" y="1981100"/>
                </a:lnTo>
                <a:lnTo>
                  <a:pt x="569247" y="1981100"/>
                </a:lnTo>
                <a:lnTo>
                  <a:pt x="575599" y="1981100"/>
                </a:lnTo>
                <a:lnTo>
                  <a:pt x="578423" y="1981100"/>
                </a:lnTo>
                <a:lnTo>
                  <a:pt x="579601" y="1981100"/>
                </a:lnTo>
                <a:lnTo>
                  <a:pt x="580952" y="1987040"/>
                </a:lnTo>
                <a:lnTo>
                  <a:pt x="580972" y="2073863"/>
                </a:lnTo>
                <a:lnTo>
                  <a:pt x="589341" y="2073863"/>
                </a:lnTo>
                <a:lnTo>
                  <a:pt x="593955" y="2073863"/>
                </a:lnTo>
                <a:lnTo>
                  <a:pt x="607969" y="2073863"/>
                </a:lnTo>
                <a:lnTo>
                  <a:pt x="618594" y="2128849"/>
                </a:lnTo>
                <a:lnTo>
                  <a:pt x="648466" y="2128849"/>
                </a:lnTo>
                <a:lnTo>
                  <a:pt x="651510" y="2128849"/>
                </a:lnTo>
                <a:lnTo>
                  <a:pt x="725125" y="2161393"/>
                </a:lnTo>
                <a:lnTo>
                  <a:pt x="729704" y="2161393"/>
                </a:lnTo>
                <a:lnTo>
                  <a:pt x="752212" y="2161393"/>
                </a:lnTo>
                <a:lnTo>
                  <a:pt x="760887" y="2164605"/>
                </a:lnTo>
                <a:lnTo>
                  <a:pt x="788800" y="2164605"/>
                </a:lnTo>
                <a:lnTo>
                  <a:pt x="849255" y="2166209"/>
                </a:lnTo>
                <a:lnTo>
                  <a:pt x="867287" y="2166209"/>
                </a:lnTo>
                <a:lnTo>
                  <a:pt x="893406" y="2187397"/>
                </a:lnTo>
                <a:lnTo>
                  <a:pt x="902865" y="2287947"/>
                </a:lnTo>
                <a:lnTo>
                  <a:pt x="934964" y="2383549"/>
                </a:lnTo>
                <a:lnTo>
                  <a:pt x="939343" y="2398540"/>
                </a:lnTo>
                <a:lnTo>
                  <a:pt x="975223" y="2398540"/>
                </a:lnTo>
                <a:lnTo>
                  <a:pt x="977265" y="2398540"/>
                </a:lnTo>
                <a:lnTo>
                  <a:pt x="980495" y="2453725"/>
                </a:lnTo>
                <a:lnTo>
                  <a:pt x="1018657" y="2502589"/>
                </a:lnTo>
                <a:lnTo>
                  <a:pt x="1047489" y="2529741"/>
                </a:lnTo>
                <a:lnTo>
                  <a:pt x="1050602" y="2529741"/>
                </a:lnTo>
                <a:lnTo>
                  <a:pt x="1087557" y="2529741"/>
                </a:lnTo>
                <a:lnTo>
                  <a:pt x="1090844" y="2588566"/>
                </a:lnTo>
                <a:lnTo>
                  <a:pt x="1181731" y="2625036"/>
                </a:lnTo>
                <a:lnTo>
                  <a:pt x="1234275" y="2642801"/>
                </a:lnTo>
                <a:lnTo>
                  <a:pt x="1258663" y="2643733"/>
                </a:lnTo>
                <a:lnTo>
                  <a:pt x="1283756" y="2682940"/>
                </a:lnTo>
                <a:lnTo>
                  <a:pt x="1285260" y="2705022"/>
                </a:lnTo>
                <a:lnTo>
                  <a:pt x="1292393" y="2727642"/>
                </a:lnTo>
                <a:lnTo>
                  <a:pt x="1315686" y="2777845"/>
                </a:lnTo>
                <a:lnTo>
                  <a:pt x="1628775" y="2777845"/>
                </a:lnTo>
                <a:lnTo>
                  <a:pt x="1910851" y="2802984"/>
                </a:lnTo>
                <a:lnTo>
                  <a:pt x="2443163" y="2802984"/>
                </a:lnTo>
                <a:lnTo>
                  <a:pt x="3257550" y="2802984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72B2"/>
            </a:solidFill>
            <a:prstDash val="solid"/>
          </a:ln>
        </p:spPr>
      </p:sp>
      <p:sp>
        <p:nvSpPr>
          <p:cNvPr id="43" name="Mean_Phi_under_common_budget">
            <a:extLst xmlns:a="http://schemas.openxmlformats.org/drawingml/2006/main">
              <a:ext uri="{FF2B5EF4-FFF2-40B4-BE49-F238E27FC236}">
                <a16:creationId xmlns:a16="http://schemas.microsoft.com/office/drawing/2014/main" id="{677A867E-8406-492A-AF59-200E2937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50811"/>
            <a:ext cx="3257550" cy="2790913"/>
          </a:xfrm>
          <a:custGeom xmlns:a="http://schemas.openxmlformats.org/drawingml/2006/main">
            <a:pathLst>
              <a:path w="3257550" h="2790913">
                <a:moveTo>
                  <a:pt x="0" y="0"/>
                </a:moveTo>
                <a:lnTo>
                  <a:pt x="73" y="13208"/>
                </a:lnTo>
                <a:lnTo>
                  <a:pt x="87" y="13208"/>
                </a:lnTo>
                <a:lnTo>
                  <a:pt x="89" y="13208"/>
                </a:lnTo>
                <a:lnTo>
                  <a:pt x="305" y="32092"/>
                </a:lnTo>
                <a:lnTo>
                  <a:pt x="431" y="32092"/>
                </a:lnTo>
                <a:lnTo>
                  <a:pt x="457" y="32092"/>
                </a:lnTo>
                <a:lnTo>
                  <a:pt x="633" y="51155"/>
                </a:lnTo>
                <a:lnTo>
                  <a:pt x="1029" y="51155"/>
                </a:lnTo>
                <a:lnTo>
                  <a:pt x="1090" y="71673"/>
                </a:lnTo>
                <a:lnTo>
                  <a:pt x="1315" y="71673"/>
                </a:lnTo>
                <a:lnTo>
                  <a:pt x="1425" y="71673"/>
                </a:lnTo>
                <a:lnTo>
                  <a:pt x="1456" y="71673"/>
                </a:lnTo>
                <a:lnTo>
                  <a:pt x="1537" y="71673"/>
                </a:lnTo>
                <a:lnTo>
                  <a:pt x="2341" y="71673"/>
                </a:lnTo>
                <a:lnTo>
                  <a:pt x="2615" y="114788"/>
                </a:lnTo>
                <a:lnTo>
                  <a:pt x="2789" y="114788"/>
                </a:lnTo>
                <a:lnTo>
                  <a:pt x="2991" y="114788"/>
                </a:lnTo>
                <a:lnTo>
                  <a:pt x="3400" y="115914"/>
                </a:lnTo>
                <a:lnTo>
                  <a:pt x="3404" y="115914"/>
                </a:lnTo>
                <a:lnTo>
                  <a:pt x="3880" y="115914"/>
                </a:lnTo>
                <a:lnTo>
                  <a:pt x="4552" y="119404"/>
                </a:lnTo>
                <a:lnTo>
                  <a:pt x="6431" y="119404"/>
                </a:lnTo>
                <a:lnTo>
                  <a:pt x="6729" y="186344"/>
                </a:lnTo>
                <a:lnTo>
                  <a:pt x="7130" y="186344"/>
                </a:lnTo>
                <a:lnTo>
                  <a:pt x="7490" y="279342"/>
                </a:lnTo>
                <a:lnTo>
                  <a:pt x="7936" y="279342"/>
                </a:lnTo>
                <a:lnTo>
                  <a:pt x="8004" y="279342"/>
                </a:lnTo>
                <a:lnTo>
                  <a:pt x="9213" y="301275"/>
                </a:lnTo>
                <a:lnTo>
                  <a:pt x="10058" y="301275"/>
                </a:lnTo>
                <a:lnTo>
                  <a:pt x="10176" y="301275"/>
                </a:lnTo>
                <a:lnTo>
                  <a:pt x="10191" y="301275"/>
                </a:lnTo>
                <a:lnTo>
                  <a:pt x="12585" y="301275"/>
                </a:lnTo>
                <a:lnTo>
                  <a:pt x="12973" y="301275"/>
                </a:lnTo>
                <a:lnTo>
                  <a:pt x="14425" y="301275"/>
                </a:lnTo>
                <a:lnTo>
                  <a:pt x="16004" y="301275"/>
                </a:lnTo>
                <a:lnTo>
                  <a:pt x="16288" y="301275"/>
                </a:lnTo>
                <a:lnTo>
                  <a:pt x="20957" y="356412"/>
                </a:lnTo>
                <a:lnTo>
                  <a:pt x="21273" y="356412"/>
                </a:lnTo>
                <a:lnTo>
                  <a:pt x="23354" y="356412"/>
                </a:lnTo>
                <a:lnTo>
                  <a:pt x="23818" y="356412"/>
                </a:lnTo>
                <a:lnTo>
                  <a:pt x="24973" y="356412"/>
                </a:lnTo>
                <a:lnTo>
                  <a:pt x="25055" y="356412"/>
                </a:lnTo>
                <a:lnTo>
                  <a:pt x="27668" y="370248"/>
                </a:lnTo>
                <a:lnTo>
                  <a:pt x="27976" y="384511"/>
                </a:lnTo>
                <a:lnTo>
                  <a:pt x="28557" y="384511"/>
                </a:lnTo>
                <a:lnTo>
                  <a:pt x="29436" y="384511"/>
                </a:lnTo>
                <a:lnTo>
                  <a:pt x="32448" y="384511"/>
                </a:lnTo>
                <a:lnTo>
                  <a:pt x="32575" y="384511"/>
                </a:lnTo>
                <a:lnTo>
                  <a:pt x="37572" y="384511"/>
                </a:lnTo>
                <a:lnTo>
                  <a:pt x="39548" y="422163"/>
                </a:lnTo>
                <a:lnTo>
                  <a:pt x="40443" y="422163"/>
                </a:lnTo>
                <a:lnTo>
                  <a:pt x="40650" y="422163"/>
                </a:lnTo>
                <a:lnTo>
                  <a:pt x="40706" y="422163"/>
                </a:lnTo>
                <a:lnTo>
                  <a:pt x="42458" y="433497"/>
                </a:lnTo>
                <a:lnTo>
                  <a:pt x="42618" y="538766"/>
                </a:lnTo>
                <a:lnTo>
                  <a:pt x="44184" y="538766"/>
                </a:lnTo>
                <a:lnTo>
                  <a:pt x="45618" y="553545"/>
                </a:lnTo>
                <a:lnTo>
                  <a:pt x="48568" y="612651"/>
                </a:lnTo>
                <a:lnTo>
                  <a:pt x="48775" y="612651"/>
                </a:lnTo>
                <a:lnTo>
                  <a:pt x="53359" y="612651"/>
                </a:lnTo>
                <a:lnTo>
                  <a:pt x="54270" y="612651"/>
                </a:lnTo>
                <a:lnTo>
                  <a:pt x="58312" y="612651"/>
                </a:lnTo>
                <a:lnTo>
                  <a:pt x="63395" y="612651"/>
                </a:lnTo>
                <a:lnTo>
                  <a:pt x="63558" y="612651"/>
                </a:lnTo>
                <a:lnTo>
                  <a:pt x="65151" y="612651"/>
                </a:lnTo>
                <a:lnTo>
                  <a:pt x="71132" y="612651"/>
                </a:lnTo>
                <a:lnTo>
                  <a:pt x="71716" y="612651"/>
                </a:lnTo>
                <a:lnTo>
                  <a:pt x="75440" y="612651"/>
                </a:lnTo>
                <a:lnTo>
                  <a:pt x="81287" y="612651"/>
                </a:lnTo>
                <a:lnTo>
                  <a:pt x="86896" y="700217"/>
                </a:lnTo>
                <a:lnTo>
                  <a:pt x="87330" y="749109"/>
                </a:lnTo>
                <a:lnTo>
                  <a:pt x="89630" y="749109"/>
                </a:lnTo>
                <a:lnTo>
                  <a:pt x="94981" y="749109"/>
                </a:lnTo>
                <a:lnTo>
                  <a:pt x="95100" y="749109"/>
                </a:lnTo>
                <a:lnTo>
                  <a:pt x="95846" y="749109"/>
                </a:lnTo>
                <a:lnTo>
                  <a:pt x="96760" y="750535"/>
                </a:lnTo>
                <a:lnTo>
                  <a:pt x="97749" y="867903"/>
                </a:lnTo>
                <a:lnTo>
                  <a:pt x="103344" y="867903"/>
                </a:lnTo>
                <a:lnTo>
                  <a:pt x="105415" y="878260"/>
                </a:lnTo>
                <a:lnTo>
                  <a:pt x="107115" y="878260"/>
                </a:lnTo>
                <a:lnTo>
                  <a:pt x="107917" y="878260"/>
                </a:lnTo>
                <a:lnTo>
                  <a:pt x="110216" y="948001"/>
                </a:lnTo>
                <a:lnTo>
                  <a:pt x="111988" y="1072269"/>
                </a:lnTo>
                <a:lnTo>
                  <a:pt x="112352" y="1072269"/>
                </a:lnTo>
                <a:lnTo>
                  <a:pt x="112641" y="1072269"/>
                </a:lnTo>
                <a:lnTo>
                  <a:pt x="114987" y="1072269"/>
                </a:lnTo>
                <a:lnTo>
                  <a:pt x="121833" y="1130748"/>
                </a:lnTo>
                <a:lnTo>
                  <a:pt x="126464" y="1130748"/>
                </a:lnTo>
                <a:lnTo>
                  <a:pt x="126634" y="1130748"/>
                </a:lnTo>
                <a:lnTo>
                  <a:pt x="135930" y="1130748"/>
                </a:lnTo>
                <a:lnTo>
                  <a:pt x="137647" y="1218635"/>
                </a:lnTo>
                <a:lnTo>
                  <a:pt x="137927" y="1229676"/>
                </a:lnTo>
                <a:lnTo>
                  <a:pt x="139403" y="1270538"/>
                </a:lnTo>
                <a:lnTo>
                  <a:pt x="141687" y="1270538"/>
                </a:lnTo>
                <a:lnTo>
                  <a:pt x="143113" y="1338511"/>
                </a:lnTo>
                <a:lnTo>
                  <a:pt x="144013" y="1338511"/>
                </a:lnTo>
                <a:lnTo>
                  <a:pt x="144397" y="1409948"/>
                </a:lnTo>
                <a:lnTo>
                  <a:pt x="145721" y="1409948"/>
                </a:lnTo>
                <a:lnTo>
                  <a:pt x="146799" y="1409948"/>
                </a:lnTo>
                <a:lnTo>
                  <a:pt x="147993" y="1409948"/>
                </a:lnTo>
                <a:lnTo>
                  <a:pt x="149266" y="1527649"/>
                </a:lnTo>
                <a:lnTo>
                  <a:pt x="152257" y="1527649"/>
                </a:lnTo>
                <a:lnTo>
                  <a:pt x="153970" y="1531911"/>
                </a:lnTo>
                <a:lnTo>
                  <a:pt x="154167" y="1569245"/>
                </a:lnTo>
                <a:lnTo>
                  <a:pt x="155292" y="1569245"/>
                </a:lnTo>
                <a:lnTo>
                  <a:pt x="157291" y="1569245"/>
                </a:lnTo>
                <a:lnTo>
                  <a:pt x="158602" y="1569245"/>
                </a:lnTo>
                <a:lnTo>
                  <a:pt x="161107" y="1569245"/>
                </a:lnTo>
                <a:lnTo>
                  <a:pt x="162306" y="1579839"/>
                </a:lnTo>
                <a:lnTo>
                  <a:pt x="162878" y="1579839"/>
                </a:lnTo>
                <a:lnTo>
                  <a:pt x="164628" y="1579839"/>
                </a:lnTo>
                <a:lnTo>
                  <a:pt x="165856" y="1579839"/>
                </a:lnTo>
                <a:lnTo>
                  <a:pt x="166291" y="1579839"/>
                </a:lnTo>
                <a:lnTo>
                  <a:pt x="166812" y="1579839"/>
                </a:lnTo>
                <a:lnTo>
                  <a:pt x="170833" y="1579839"/>
                </a:lnTo>
                <a:lnTo>
                  <a:pt x="174890" y="1579839"/>
                </a:lnTo>
                <a:lnTo>
                  <a:pt x="183121" y="1579839"/>
                </a:lnTo>
                <a:lnTo>
                  <a:pt x="186630" y="1579839"/>
                </a:lnTo>
                <a:lnTo>
                  <a:pt x="189513" y="1579839"/>
                </a:lnTo>
                <a:lnTo>
                  <a:pt x="192441" y="1584704"/>
                </a:lnTo>
                <a:lnTo>
                  <a:pt x="194251" y="1643961"/>
                </a:lnTo>
                <a:lnTo>
                  <a:pt x="199946" y="1643961"/>
                </a:lnTo>
                <a:lnTo>
                  <a:pt x="200285" y="1643961"/>
                </a:lnTo>
                <a:lnTo>
                  <a:pt x="203919" y="1643961"/>
                </a:lnTo>
                <a:lnTo>
                  <a:pt x="204595" y="1643961"/>
                </a:lnTo>
                <a:lnTo>
                  <a:pt x="209865" y="1660431"/>
                </a:lnTo>
                <a:lnTo>
                  <a:pt x="212265" y="1660431"/>
                </a:lnTo>
                <a:lnTo>
                  <a:pt x="217360" y="1660431"/>
                </a:lnTo>
                <a:lnTo>
                  <a:pt x="219508" y="1668519"/>
                </a:lnTo>
                <a:lnTo>
                  <a:pt x="219816" y="1670618"/>
                </a:lnTo>
                <a:lnTo>
                  <a:pt x="225666" y="1750970"/>
                </a:lnTo>
                <a:lnTo>
                  <a:pt x="229443" y="1750970"/>
                </a:lnTo>
                <a:lnTo>
                  <a:pt x="240858" y="1750970"/>
                </a:lnTo>
                <a:lnTo>
                  <a:pt x="247440" y="1750970"/>
                </a:lnTo>
                <a:lnTo>
                  <a:pt x="254756" y="1750970"/>
                </a:lnTo>
                <a:lnTo>
                  <a:pt x="260613" y="1750970"/>
                </a:lnTo>
                <a:lnTo>
                  <a:pt x="262328" y="1798737"/>
                </a:lnTo>
                <a:lnTo>
                  <a:pt x="267811" y="1837620"/>
                </a:lnTo>
                <a:lnTo>
                  <a:pt x="269180" y="1837620"/>
                </a:lnTo>
                <a:lnTo>
                  <a:pt x="275813" y="1837620"/>
                </a:lnTo>
                <a:lnTo>
                  <a:pt x="277364" y="1837620"/>
                </a:lnTo>
                <a:lnTo>
                  <a:pt x="292835" y="1869879"/>
                </a:lnTo>
                <a:lnTo>
                  <a:pt x="303844" y="1869879"/>
                </a:lnTo>
                <a:lnTo>
                  <a:pt x="310532" y="1869879"/>
                </a:lnTo>
                <a:lnTo>
                  <a:pt x="321493" y="1869879"/>
                </a:lnTo>
                <a:lnTo>
                  <a:pt x="325193" y="1869879"/>
                </a:lnTo>
                <a:lnTo>
                  <a:pt x="325755" y="1869879"/>
                </a:lnTo>
                <a:lnTo>
                  <a:pt x="332598" y="1869879"/>
                </a:lnTo>
                <a:lnTo>
                  <a:pt x="337615" y="1869879"/>
                </a:lnTo>
                <a:lnTo>
                  <a:pt x="338591" y="1869879"/>
                </a:lnTo>
                <a:lnTo>
                  <a:pt x="346310" y="1962289"/>
                </a:lnTo>
                <a:lnTo>
                  <a:pt x="361488" y="2044652"/>
                </a:lnTo>
                <a:lnTo>
                  <a:pt x="363547" y="2044652"/>
                </a:lnTo>
                <a:lnTo>
                  <a:pt x="372143" y="2044652"/>
                </a:lnTo>
                <a:lnTo>
                  <a:pt x="379845" y="2044652"/>
                </a:lnTo>
                <a:lnTo>
                  <a:pt x="391531" y="2044652"/>
                </a:lnTo>
                <a:lnTo>
                  <a:pt x="398790" y="2044652"/>
                </a:lnTo>
                <a:lnTo>
                  <a:pt x="400222" y="2099190"/>
                </a:lnTo>
                <a:lnTo>
                  <a:pt x="414527" y="2099190"/>
                </a:lnTo>
                <a:lnTo>
                  <a:pt x="414535" y="2099190"/>
                </a:lnTo>
                <a:lnTo>
                  <a:pt x="419507" y="2099190"/>
                </a:lnTo>
                <a:lnTo>
                  <a:pt x="430219" y="2099190"/>
                </a:lnTo>
                <a:lnTo>
                  <a:pt x="434222" y="2099190"/>
                </a:lnTo>
                <a:lnTo>
                  <a:pt x="435324" y="2099190"/>
                </a:lnTo>
                <a:lnTo>
                  <a:pt x="441749" y="2154194"/>
                </a:lnTo>
                <a:lnTo>
                  <a:pt x="443682" y="2154194"/>
                </a:lnTo>
                <a:lnTo>
                  <a:pt x="455638" y="2154194"/>
                </a:lnTo>
                <a:lnTo>
                  <a:pt x="461064" y="2154194"/>
                </a:lnTo>
                <a:lnTo>
                  <a:pt x="463019" y="2213613"/>
                </a:lnTo>
                <a:lnTo>
                  <a:pt x="472722" y="2234448"/>
                </a:lnTo>
                <a:lnTo>
                  <a:pt x="474231" y="2234448"/>
                </a:lnTo>
                <a:lnTo>
                  <a:pt x="479664" y="2334529"/>
                </a:lnTo>
                <a:lnTo>
                  <a:pt x="488632" y="2334529"/>
                </a:lnTo>
                <a:lnTo>
                  <a:pt x="502669" y="2334529"/>
                </a:lnTo>
                <a:lnTo>
                  <a:pt x="508883" y="2382873"/>
                </a:lnTo>
                <a:lnTo>
                  <a:pt x="518429" y="2404493"/>
                </a:lnTo>
                <a:lnTo>
                  <a:pt x="520651" y="2427553"/>
                </a:lnTo>
                <a:lnTo>
                  <a:pt x="527766" y="2427553"/>
                </a:lnTo>
                <a:lnTo>
                  <a:pt x="530729" y="2427553"/>
                </a:lnTo>
                <a:lnTo>
                  <a:pt x="536235" y="2427553"/>
                </a:lnTo>
                <a:lnTo>
                  <a:pt x="557643" y="2427553"/>
                </a:lnTo>
                <a:lnTo>
                  <a:pt x="561156" y="2427553"/>
                </a:lnTo>
                <a:lnTo>
                  <a:pt x="565917" y="2427553"/>
                </a:lnTo>
                <a:lnTo>
                  <a:pt x="567245" y="2427553"/>
                </a:lnTo>
                <a:lnTo>
                  <a:pt x="569247" y="2427553"/>
                </a:lnTo>
                <a:lnTo>
                  <a:pt x="575599" y="2504125"/>
                </a:lnTo>
                <a:lnTo>
                  <a:pt x="578423" y="2504125"/>
                </a:lnTo>
                <a:lnTo>
                  <a:pt x="579601" y="2504125"/>
                </a:lnTo>
                <a:lnTo>
                  <a:pt x="580952" y="2504125"/>
                </a:lnTo>
                <a:lnTo>
                  <a:pt x="580972" y="2504125"/>
                </a:lnTo>
                <a:lnTo>
                  <a:pt x="589341" y="2531002"/>
                </a:lnTo>
                <a:lnTo>
                  <a:pt x="593955" y="2569932"/>
                </a:lnTo>
                <a:lnTo>
                  <a:pt x="607969" y="2621020"/>
                </a:lnTo>
                <a:lnTo>
                  <a:pt x="618594" y="2621020"/>
                </a:lnTo>
                <a:lnTo>
                  <a:pt x="648466" y="2716203"/>
                </a:lnTo>
                <a:lnTo>
                  <a:pt x="651510" y="2716203"/>
                </a:lnTo>
                <a:lnTo>
                  <a:pt x="725125" y="2716203"/>
                </a:lnTo>
                <a:lnTo>
                  <a:pt x="729704" y="2716203"/>
                </a:lnTo>
                <a:lnTo>
                  <a:pt x="752212" y="2766133"/>
                </a:lnTo>
                <a:lnTo>
                  <a:pt x="760887" y="2766133"/>
                </a:lnTo>
                <a:lnTo>
                  <a:pt x="788800" y="2766133"/>
                </a:lnTo>
                <a:lnTo>
                  <a:pt x="849255" y="2766133"/>
                </a:lnTo>
                <a:lnTo>
                  <a:pt x="867287" y="2766133"/>
                </a:lnTo>
                <a:lnTo>
                  <a:pt x="893406" y="2766133"/>
                </a:lnTo>
                <a:lnTo>
                  <a:pt x="902865" y="2766133"/>
                </a:lnTo>
                <a:lnTo>
                  <a:pt x="934964" y="2766133"/>
                </a:lnTo>
                <a:lnTo>
                  <a:pt x="939343" y="2766133"/>
                </a:lnTo>
                <a:lnTo>
                  <a:pt x="975223" y="2766133"/>
                </a:lnTo>
                <a:lnTo>
                  <a:pt x="977265" y="2766133"/>
                </a:lnTo>
                <a:lnTo>
                  <a:pt x="980495" y="2766133"/>
                </a:lnTo>
                <a:lnTo>
                  <a:pt x="1018657" y="2766133"/>
                </a:lnTo>
                <a:lnTo>
                  <a:pt x="1047489" y="2766133"/>
                </a:lnTo>
                <a:lnTo>
                  <a:pt x="1050602" y="2790913"/>
                </a:lnTo>
                <a:lnTo>
                  <a:pt x="1087557" y="2790913"/>
                </a:lnTo>
                <a:lnTo>
                  <a:pt x="1090844" y="2790913"/>
                </a:lnTo>
                <a:lnTo>
                  <a:pt x="1181731" y="2790913"/>
                </a:lnTo>
                <a:lnTo>
                  <a:pt x="1234275" y="2790913"/>
                </a:lnTo>
                <a:lnTo>
                  <a:pt x="1258663" y="2790913"/>
                </a:lnTo>
                <a:lnTo>
                  <a:pt x="1283756" y="2790913"/>
                </a:lnTo>
                <a:lnTo>
                  <a:pt x="1285260" y="2790913"/>
                </a:lnTo>
                <a:lnTo>
                  <a:pt x="1292393" y="2790913"/>
                </a:lnTo>
                <a:lnTo>
                  <a:pt x="1315686" y="2790913"/>
                </a:lnTo>
                <a:lnTo>
                  <a:pt x="1628775" y="2790913"/>
                </a:lnTo>
                <a:lnTo>
                  <a:pt x="1910851" y="2790913"/>
                </a:lnTo>
                <a:lnTo>
                  <a:pt x="2443163" y="2790913"/>
                </a:lnTo>
                <a:lnTo>
                  <a:pt x="3257550" y="2790913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790"/>
            </a:solidFill>
            <a:prstDash val="dash"/>
          </a:ln>
        </p:spPr>
      </p:sp>
      <p:sp>
        <p:nvSpPr>
          <p:cNvPr id="44" name="ellipse_043">
            <a:extLst xmlns:a="http://schemas.openxmlformats.org/drawingml/2006/main">
              <a:ext uri="{FF2B5EF4-FFF2-40B4-BE49-F238E27FC236}">
                <a16:creationId xmlns:a16="http://schemas.microsoft.com/office/drawing/2014/main" id="{28E53818-F29B-4BBE-A45B-CB3550D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772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B1065287-13B0-4D10-878F-E4C4F2A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24836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6" name="ellipse_045">
            <a:extLst xmlns:a="http://schemas.openxmlformats.org/drawingml/2006/main">
              <a:ext uri="{FF2B5EF4-FFF2-40B4-BE49-F238E27FC236}">
                <a16:creationId xmlns:a16="http://schemas.microsoft.com/office/drawing/2014/main" id="{42D20C44-1C8C-40C8-A486-8B7296F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97" y="156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722113F9-1D02-45EA-BD63-9A1E1FC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397" y="166885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48" name="ellipse_047">
            <a:extLst xmlns:a="http://schemas.openxmlformats.org/drawingml/2006/main">
              <a:ext uri="{FF2B5EF4-FFF2-40B4-BE49-F238E27FC236}">
                <a16:creationId xmlns:a16="http://schemas.microsoft.com/office/drawing/2014/main" id="{7E4F1A9D-6F9A-4779-8601-93F1D8E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80" y="302972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49" name="text_048">
            <a:extLst xmlns:a="http://schemas.openxmlformats.org/drawingml/2006/main">
              <a:ext uri="{FF2B5EF4-FFF2-40B4-BE49-F238E27FC236}">
                <a16:creationId xmlns:a16="http://schemas.microsoft.com/office/drawing/2014/main" id="{D46E142D-AAF4-4A9B-B162-134C44F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080" y="2877327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R20</a:t>
            </a:r>
          </a:p>
        </p:txBody>
      </p:sp>
      <p:sp>
        <p:nvSpPr>
          <p:cNvPr id="50" name="text_049">
            <a:extLst xmlns:a="http://schemas.openxmlformats.org/drawingml/2006/main">
              <a:ext uri="{FF2B5EF4-FFF2-40B4-BE49-F238E27FC236}">
                <a16:creationId xmlns:a16="http://schemas.microsoft.com/office/drawing/2014/main" id="{7E0CEB6C-A2AA-4FE0-8E97-72577EC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911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blue: exact mean attainable F</a:t>
            </a:r>
          </a:p>
        </p:txBody>
      </p:sp>
      <p:sp>
        <p:nvSpPr>
          <p:cNvPr id="51" name="text_050">
            <a:extLst xmlns:a="http://schemas.openxmlformats.org/drawingml/2006/main">
              <a:ext uri="{FF2B5EF4-FFF2-40B4-BE49-F238E27FC236}">
                <a16:creationId xmlns:a16="http://schemas.microsoft.com/office/drawing/2014/main" id="{0E4A2A69-838C-43D4-92BF-C9BAB68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244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dashed: necessary lower bound Φ</a:t>
            </a:r>
          </a:p>
        </p:txBody>
      </p:sp>
      <p:sp>
        <p:nvSpPr>
          <p:cNvPr id="52" name="text_051">
            <a:extLst xmlns:a="http://schemas.openxmlformats.org/drawingml/2006/main">
              <a:ext uri="{FF2B5EF4-FFF2-40B4-BE49-F238E27FC236}">
                <a16:creationId xmlns:a16="http://schemas.microsoft.com/office/drawing/2014/main" id="{637B9D45-22FE-4D65-85AD-25E81363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5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green: selected-order optima</a:t>
            </a:r>
          </a:p>
        </p:txBody>
      </p:sp>
      <p:sp>
        <p:nvSpPr>
          <p:cNvPr id="53" name="text_052">
            <a:extLst xmlns:a="http://schemas.openxmlformats.org/drawingml/2006/main">
              <a:ext uri="{FF2B5EF4-FFF2-40B4-BE49-F238E27FC236}">
                <a16:creationId xmlns:a16="http://schemas.microsoft.com/office/drawing/2014/main" id="{DFDBD252-F4DD-4F39-AD1D-D70166A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57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Same order, better filling</a:t>
            </a:r>
          </a:p>
        </p:txBody>
      </p:sp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BEF8BCAE-8EDB-47AA-9E70-1CBB268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Frame-mean scalar cost (% range)</a:t>
            </a:r>
          </a:p>
        </p:txBody>
      </p:sp>
      <p:sp>
        <p:nvSpPr>
          <p:cNvPr id="55" name="line_054">
            <a:extLst xmlns:a="http://schemas.openxmlformats.org/drawingml/2006/main">
              <a:ext uri="{FF2B5EF4-FFF2-40B4-BE49-F238E27FC236}">
                <a16:creationId xmlns:a16="http://schemas.microsoft.com/office/drawing/2014/main" id="{51B8149C-D92C-4102-A303-FEE9EE1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CBB5C7D4-157D-467B-9E32-C2783EA0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290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line_056">
            <a:extLst xmlns:a="http://schemas.openxmlformats.org/drawingml/2006/main">
              <a:ext uri="{FF2B5EF4-FFF2-40B4-BE49-F238E27FC236}">
                <a16:creationId xmlns:a16="http://schemas.microsoft.com/office/drawing/2014/main" id="{BEF7067E-9B96-4D99-9509-F1502C9B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11500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58" name="text_057">
            <a:extLst xmlns:a="http://schemas.openxmlformats.org/drawingml/2006/main">
              <a:ext uri="{FF2B5EF4-FFF2-40B4-BE49-F238E27FC236}">
                <a16:creationId xmlns:a16="http://schemas.microsoft.com/office/drawing/2014/main" id="{98FD3E1A-2B28-49FB-BC05-CE8DDF04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7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" name="line_058">
            <a:extLst xmlns:a="http://schemas.openxmlformats.org/drawingml/2006/main">
              <a:ext uri="{FF2B5EF4-FFF2-40B4-BE49-F238E27FC236}">
                <a16:creationId xmlns:a16="http://schemas.microsoft.com/office/drawing/2014/main" id="{7FCD085B-F946-42F8-A3DE-5F3F60E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79625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60" name="text_059">
            <a:extLst xmlns:a="http://schemas.openxmlformats.org/drawingml/2006/main">
              <a:ext uri="{FF2B5EF4-FFF2-40B4-BE49-F238E27FC236}">
                <a16:creationId xmlns:a16="http://schemas.microsoft.com/office/drawing/2014/main" id="{B3A25DD7-7693-4DCB-A70A-C9048588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65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1" name="line_060">
            <a:extLst xmlns:a="http://schemas.openxmlformats.org/drawingml/2006/main">
              <a:ext uri="{FF2B5EF4-FFF2-40B4-BE49-F238E27FC236}">
                <a16:creationId xmlns:a16="http://schemas.microsoft.com/office/drawing/2014/main" id="{DD759906-201C-4756-8B7F-00D69553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047750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62" name="text_061">
            <a:extLst xmlns:a="http://schemas.openxmlformats.org/drawingml/2006/main">
              <a:ext uri="{FF2B5EF4-FFF2-40B4-BE49-F238E27FC236}">
                <a16:creationId xmlns:a16="http://schemas.microsoft.com/office/drawing/2014/main" id="{30829A6D-5295-4454-AE77-CE491FC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33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3" name="rect_062">
            <a:extLst xmlns:a="http://schemas.openxmlformats.org/drawingml/2006/main">
              <a:ext uri="{FF2B5EF4-FFF2-40B4-BE49-F238E27FC236}">
                <a16:creationId xmlns:a16="http://schemas.microsoft.com/office/drawing/2014/main" id="{BEADE326-5912-4C00-B6DD-8B2962D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74796"/>
            <a:ext cx="247650" cy="10685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0"/>
          </a:solidFill>
          <a:ln xmlns:a="http://schemas.openxmlformats.org/drawingml/2006/main" w="0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 xmlns:a="http://schemas.openxmlformats.org/drawingml/2006/main">
              <a:ext uri="{FF2B5EF4-FFF2-40B4-BE49-F238E27FC236}">
                <a16:creationId xmlns:a16="http://schemas.microsoft.com/office/drawing/2014/main" id="{AF6BA093-18AB-4099-9D59-BD89B99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7146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2.07</a:t>
            </a:r>
          </a:p>
        </p:txBody>
      </p:sp>
      <p:sp>
        <p:nvSpPr>
          <p:cNvPr id="65" name="rect_064">
            <a:extLst xmlns:a="http://schemas.openxmlformats.org/drawingml/2006/main">
              <a:ext uri="{FF2B5EF4-FFF2-40B4-BE49-F238E27FC236}">
                <a16:creationId xmlns:a16="http://schemas.microsoft.com/office/drawing/2014/main" id="{23A4A0F5-26CE-4A65-8075-5945A84C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385988"/>
            <a:ext cx="247650" cy="757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66" name="text_065">
            <a:extLst xmlns:a="http://schemas.openxmlformats.org/drawingml/2006/main">
              <a:ext uri="{FF2B5EF4-FFF2-40B4-BE49-F238E27FC236}">
                <a16:creationId xmlns:a16="http://schemas.microsoft.com/office/drawing/2014/main" id="{63667558-19D8-4A13-9DCD-F3F0F17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138338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1.47</a:t>
            </a:r>
          </a:p>
        </p:txBody>
      </p:sp>
      <p:sp>
        <p:nvSpPr>
          <p:cNvPr id="67" name="text_066">
            <a:extLst xmlns:a="http://schemas.openxmlformats.org/drawingml/2006/main">
              <a:ext uri="{FF2B5EF4-FFF2-40B4-BE49-F238E27FC236}">
                <a16:creationId xmlns:a16="http://schemas.microsoft.com/office/drawing/2014/main" id="{9ECF5556-C93D-4651-B125-FF404A4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9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Storms</a:t>
            </a:r>
          </a:p>
        </p:txBody>
      </p:sp>
      <p:sp>
        <p:nvSpPr>
          <p:cNvPr id="68" name="rect_067">
            <a:extLst xmlns:a="http://schemas.openxmlformats.org/drawingml/2006/main">
              <a:ext uri="{FF2B5EF4-FFF2-40B4-BE49-F238E27FC236}">
                <a16:creationId xmlns:a16="http://schemas.microsoft.com/office/drawing/2014/main" id="{77480F1A-42C6-44EF-A806-826F368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729333"/>
            <a:ext cx="247650" cy="2414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0"/>
          </a:solidFill>
          <a:ln xmlns:a="http://schemas.openxmlformats.org/drawingml/2006/main" w="0">
            <a:solidFill>
              <a:srgbClr val="7B8790"/>
            </a:solidFill>
            <a:prstDash val="solid"/>
          </a:ln>
        </p:spPr>
      </p:sp>
      <p:sp>
        <p:nvSpPr>
          <p:cNvPr id="69" name="text_068">
            <a:extLst xmlns:a="http://schemas.openxmlformats.org/drawingml/2006/main">
              <a:ext uri="{FF2B5EF4-FFF2-40B4-BE49-F238E27FC236}">
                <a16:creationId xmlns:a16="http://schemas.microsoft.com/office/drawing/2014/main" id="{59B84873-58E7-4988-B3FE-DE3A6FD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481683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4.68</a:t>
            </a:r>
          </a:p>
        </p:txBody>
      </p:sp>
      <p:sp>
        <p:nvSpPr>
          <p:cNvPr id="70" name="rect_069">
            <a:extLst xmlns:a="http://schemas.openxmlformats.org/drawingml/2006/main">
              <a:ext uri="{FF2B5EF4-FFF2-40B4-BE49-F238E27FC236}">
                <a16:creationId xmlns:a16="http://schemas.microsoft.com/office/drawing/2014/main" id="{96FA8776-6F3F-47B9-BE24-329CE46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102809"/>
            <a:ext cx="247650" cy="20405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71" name="text_070">
            <a:extLst xmlns:a="http://schemas.openxmlformats.org/drawingml/2006/main">
              <a:ext uri="{FF2B5EF4-FFF2-40B4-BE49-F238E27FC236}">
                <a16:creationId xmlns:a16="http://schemas.microsoft.com/office/drawing/2014/main" id="{3756C4B4-3435-4B5C-80D7-A2986C16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55159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3.96</a:t>
            </a:r>
          </a:p>
        </p:txBody>
      </p:sp>
      <p:sp>
        <p:nvSpPr>
          <p:cNvPr id="72" name="text_071">
            <a:extLst xmlns:a="http://schemas.openxmlformats.org/drawingml/2006/main">
              <a:ext uri="{FF2B5EF4-FFF2-40B4-BE49-F238E27FC236}">
                <a16:creationId xmlns:a16="http://schemas.microsoft.com/office/drawing/2014/main" id="{09A6E114-3942-4201-A03F-21D5AFB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219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Wildfires</a:t>
            </a:r>
          </a:p>
        </p:txBody>
      </p:sp>
      <p:sp>
        <p:nvSpPr>
          <p:cNvPr id="73" name="rect_072">
            <a:extLst xmlns:a="http://schemas.openxmlformats.org/drawingml/2006/main">
              <a:ext uri="{FF2B5EF4-FFF2-40B4-BE49-F238E27FC236}">
                <a16:creationId xmlns:a16="http://schemas.microsoft.com/office/drawing/2014/main" id="{390FBA34-7A06-43C4-84C2-C522496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7445"/>
            <a:ext cx="247650" cy="2815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0"/>
          </a:solidFill>
          <a:ln xmlns:a="http://schemas.openxmlformats.org/drawingml/2006/main" w="0">
            <a:solidFill>
              <a:srgbClr val="7B8790"/>
            </a:solidFill>
            <a:prstDash val="solid"/>
          </a:ln>
        </p:spPr>
      </p:sp>
      <p:sp>
        <p:nvSpPr>
          <p:cNvPr id="74" name="text_073">
            <a:extLst xmlns:a="http://schemas.openxmlformats.org/drawingml/2006/main">
              <a:ext uri="{FF2B5EF4-FFF2-40B4-BE49-F238E27FC236}">
                <a16:creationId xmlns:a16="http://schemas.microsoft.com/office/drawing/2014/main" id="{36015E3C-A15A-48B3-85B3-48204EA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07979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5.46</a:t>
            </a:r>
          </a:p>
        </p:txBody>
      </p:sp>
      <p:sp>
        <p:nvSpPr>
          <p:cNvPr id="75" name="rect_074">
            <a:extLst xmlns:a="http://schemas.openxmlformats.org/drawingml/2006/main">
              <a:ext uri="{FF2B5EF4-FFF2-40B4-BE49-F238E27FC236}">
                <a16:creationId xmlns:a16="http://schemas.microsoft.com/office/drawing/2014/main" id="{194D5F58-B139-4B70-B2A6-44FF8F7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735410"/>
            <a:ext cx="247650" cy="1407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76" name="text_075">
            <a:extLst xmlns:a="http://schemas.openxmlformats.org/drawingml/2006/main">
              <a:ext uri="{FF2B5EF4-FFF2-40B4-BE49-F238E27FC236}">
                <a16:creationId xmlns:a16="http://schemas.microsoft.com/office/drawing/2014/main" id="{F66E8332-053F-4FF3-B1A5-7FC9FB77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48776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2.73</a:t>
            </a:r>
          </a:p>
        </p:txBody>
      </p:sp>
      <p:sp>
        <p:nvSpPr>
          <p:cNvPr id="77" name="text_076">
            <a:extLst xmlns:a="http://schemas.openxmlformats.org/drawingml/2006/main">
              <a:ext uri="{FF2B5EF4-FFF2-40B4-BE49-F238E27FC236}">
                <a16:creationId xmlns:a16="http://schemas.microsoft.com/office/drawing/2014/main" id="{F2C77203-CC06-455F-A0BB-F8C1828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19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Ring</a:t>
            </a:r>
          </a:p>
        </p:txBody>
      </p:sp>
      <p:sp>
        <p:nvSpPr>
          <p:cNvPr id="78" name="text_077">
            <a:extLst xmlns:a="http://schemas.openxmlformats.org/drawingml/2006/main">
              <a:ext uri="{FF2B5EF4-FFF2-40B4-BE49-F238E27FC236}">
                <a16:creationId xmlns:a16="http://schemas.microsoft.com/office/drawing/2014/main" id="{CF68C90D-CE05-4B86-9C81-53B7D1B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gray: original-LCA filling</a:t>
            </a:r>
          </a:p>
        </p:txBody>
      </p:sp>
      <p:sp>
        <p:nvSpPr>
          <p:cNvPr id="79" name="text_078">
            <a:extLst xmlns:a="http://schemas.openxmlformats.org/drawingml/2006/main">
              <a:ext uri="{FF2B5EF4-FFF2-40B4-BE49-F238E27FC236}">
                <a16:creationId xmlns:a16="http://schemas.microsoft.com/office/drawing/2014/main" id="{0B603E11-AFD2-4EC8-83A2-FCD5510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244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green: minimax barriers</a:t>
            </a:r>
          </a:p>
        </p:txBody>
      </p:sp>
      <p:sp>
        <p:nvSpPr>
          <p:cNvPr id="80" name="text_079">
            <a:extLst xmlns:a="http://schemas.openxmlformats.org/drawingml/2006/main">
              <a:ext uri="{FF2B5EF4-FFF2-40B4-BE49-F238E27FC236}">
                <a16:creationId xmlns:a16="http://schemas.microsoft.com/office/drawing/2014/main" id="{6AA8EDA2-60AB-4825-ACB3-C1985D8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57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No change of selected leaf order</a:t>
            </a:r>
          </a:p>
        </p:txBody>
      </p:sp>
    </p:spTree>
    <p:extLst>
      <p:ext uri="{BB962C8B-B14F-4D97-AF65-F5344CB8AC3E}">
        <p14:creationId xmlns:p14="http://schemas.microsoft.com/office/powerpoint/2010/main" val="347303962"/>
      </p:ext>
    </p:extLst>
  </p:cSld>
</p:sld>
</file>

<file path=ppt/main_figures/Fig7/ppt/tableStyles.xml><?xml version="1.0" encoding="utf-8"?>
<a:tblStyleLst xmlns:a="http://schemas.openxmlformats.org/drawingml/2006/main" def="{5C22544A-7EE6-4342-B048-85BDC9FD1C3A}"/>
</file>

<file path=ppt/main_figures/Fig7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8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8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2026-10-19T02:13:21.2540000Z</dcterms:created>
  <dcterms:modified xsi:type="dcterms:W3CDTF">2026-10-19T02:13:21.2540000Z</dcterms:modified>
</coreProperties>
</file>

<file path=ppt/main_figures/Fig8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8/ppt/theme/theme1.xml" Id="Rc59aa8c27fb74116" /><Relationship Type="http://schemas.openxmlformats.org/officeDocument/2006/relationships/slideMaster" Target="/ppt/main_figures/Fig8/ppt/slideMasters/slideMaster1.xml" Id="Re76b17c45d0f4676" /><Relationship Type="http://schemas.openxmlformats.org/officeDocument/2006/relationships/notesMaster" Target="/ppt/main_figures/Fig8/ppt/notesMasters/notesMaster1.xml" Id="R25cf838bab604274" /><Relationship Type="http://schemas.openxmlformats.org/officeDocument/2006/relationships/presProps" Target="/ppt/main_figures/Fig8/ppt/presProps.xml" Id="R20192176d442437a" /><Relationship Type="http://schemas.openxmlformats.org/officeDocument/2006/relationships/tableStyles" Target="/ppt/main_figures/Fig8/ppt/tableStyles.xml" Id="R7315b18e55fd49bb" /><Relationship Type="http://schemas.openxmlformats.org/officeDocument/2006/relationships/slide" Target="/ppt/main_figures/Fig8/ppt/slides/slide1.xml" Id="R58d9009610144749" /></Relationships>
</file>

<file path=ppt/main_figures/Fig8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8/ppt/notesMasters/theme/theme3.xml" Id="Rb5140cbf28904705" /></Relationships>
</file>

<file path=ppt/main_figures/Fig8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8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8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8/ppt/slides/slide1.xml" Id="Red72cf685d1a44fd" /><Relationship Type="http://schemas.openxmlformats.org/officeDocument/2006/relationships/notesMaster" Target="/ppt/main_figures/Fig8/ppt/notesMasters/notesMaster1.xml" Id="R7d083a2488464950" /></Relationships>
</file>

<file path=ppt/main_figures/Fig8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{"source": "saved real_case_studies/evidence", "case": "era5", "selection": {"t": 48, "witness": [3, 4, 0], "node": 1937, "bound": 6.699526531238625, "tracks": [60, 38, 56], "persistent_three_frames": false, "H": 0.08448388930010664, "gain": 0.0803319508751224, "errorP": 0.08866528420845578, "errorR": 0.008333333333333375, "delta": 12.557165664888316, "rule": "Retained interior witness frame 48 from fig_witness.py; selected before this presentation revision; not chosen by proxy accuracy.", "snapshots": [47, 48, 49], "window": [43, 54]},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8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8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b17c45d0f4676"/>
  </p:sldMasterIdLst>
  <p:notesMasterIdLst>
    <p:notesMasterId xmlns:r="http://schemas.openxmlformats.org/officeDocument/2006/relationships" r:id="R25cf838bab604274"/>
  </p:notesMasterIdLst>
  <p:sldIdLst>
    <p:sldId xmlns:r="http://schemas.openxmlformats.org/officeDocument/2006/relationships" id="256" r:id="R58d9009610144749"/>
  </p:sldIdLst>
  <p:sldSz cx="12801600" cy="5791200"/>
  <p:notesSz cx="6858000" cy="9144000"/>
</p:presentation>
</file>

<file path=ppt/main_figures/Fig8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8/ppt/slideMasters/slideMaster1.xml" Id="R3daae786bdd44625" /></Relationships>
</file>

<file path=ppt/main_figures/Fig8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8/ppt/slideMasters/slideMaster1.xml" Id="Rc0b79bb52dc34059" /></Relationships>
</file>

<file path=ppt/main_figures/Fig8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8/ppt/slideMasters/slideMaster1.xml" Id="R7c1cca350eab49c6" /></Relationships>
</file>

<file path=ppt/main_figures/Fig8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8/ppt/slideMasters/slideMaster1.xml" Id="R4057b3068f49426f" /></Relationships>
</file>

<file path=ppt/main_figures/Fig8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8/ppt/slideMasters/slideMaster1.xml" Id="Rdabb7634f25245fd" /></Relationships>
</file>

<file path=ppt/main_figures/Fig8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8/ppt/slideMasters/slideMaster1.xml" Id="R7baf5d0fceb74261" /></Relationships>
</file>

<file path=ppt/main_figures/Fig8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B0BC6-C7F8-45E9-B9DD-AEF5CF8BF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412158-7056-40E4-BD7A-53FC9DF81B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8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1F01E0-E52C-4C89-8F59-71EB73E3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8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B6C3E-F6A8-475F-AA8D-60A7CA824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3AEB25-A448-407C-9EE6-0E7AA07D1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8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EB5CBB-7CF3-49DC-8CB7-E81643F41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CA8223-BB99-470F-B5E2-69787D723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3382BC-2647-4B00-8E6F-FD36B50B49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8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3FC24D-7510-4EE7-83A6-164A91702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A09139-626C-417E-A8CD-FFDA6E8B1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8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8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8/ppt/slideMasters/theme/theme2.xml" Id="R04fcc4b06411481d" /><Relationship Type="http://schemas.openxmlformats.org/officeDocument/2006/relationships/slideLayout" Target="/ppt/main_figures/Fig8/ppt/slideLayouts/slideLayout1.xml" Id="R34f68daaf2f949ab" /><Relationship Type="http://schemas.openxmlformats.org/officeDocument/2006/relationships/slideLayout" Target="/ppt/main_figures/Fig8/ppt/slideLayouts/slideLayout2.xml" Id="Rc374581df10d480d" /><Relationship Type="http://schemas.openxmlformats.org/officeDocument/2006/relationships/slideLayout" Target="/ppt/main_figures/Fig8/ppt/slideLayouts/slideLayout3.xml" Id="R1fce9e5ef64a4640" /><Relationship Type="http://schemas.openxmlformats.org/officeDocument/2006/relationships/slideLayout" Target="/ppt/main_figures/Fig8/ppt/slideLayouts/slideLayout4.xml" Id="R9323b468c6a04ff4" /><Relationship Type="http://schemas.openxmlformats.org/officeDocument/2006/relationships/slideLayout" Target="/ppt/main_figures/Fig8/ppt/slideLayouts/slideLayout5.xml" Id="R25cddcbe01d5466f" /><Relationship Type="http://schemas.openxmlformats.org/officeDocument/2006/relationships/slideLayout" Target="/ppt/main_figures/Fig8/ppt/slideLayouts/slideLayout6.xml" Id="Rd2196588f4e3473d" /></Relationships>
</file>

<file path=ppt/main_figures/Fig8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68daaf2f949ab"/>
    <p:sldLayoutId xmlns:r="http://schemas.openxmlformats.org/officeDocument/2006/relationships" id="2147483650" r:id="Rc374581df10d480d"/>
    <p:sldLayoutId xmlns:r="http://schemas.openxmlformats.org/officeDocument/2006/relationships" id="2147483651" r:id="R1fce9e5ef64a4640"/>
    <p:sldLayoutId xmlns:r="http://schemas.openxmlformats.org/officeDocument/2006/relationships" id="2147483652" r:id="R9323b468c6a04ff4"/>
    <p:sldLayoutId xmlns:r="http://schemas.openxmlformats.org/officeDocument/2006/relationships" id="2147483653" r:id="R25cddcbe01d5466f"/>
    <p:sldLayoutId xmlns:r="http://schemas.openxmlformats.org/officeDocument/2006/relationships" id="2147483654" r:id="Rd2196588f4e3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main_figures/Fig8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8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8/ppt/slideLayouts/slideLayout6.xml" Id="R0ed87f235dfa44d2" /><Relationship Type="http://schemas.openxmlformats.org/officeDocument/2006/relationships/image" Target="/ppt/main_figures/Fig8/ppt/media/image.png" Id="R1a5ec81f6c504985" /><Relationship Type="http://schemas.openxmlformats.org/officeDocument/2006/relationships/image" Target="/ppt/main_figures/Fig8/ppt/media/image2.png" Id="Rc0892686815f42d4" /><Relationship Type="http://schemas.openxmlformats.org/officeDocument/2006/relationships/image" Target="/ppt/main_figures/Fig8/ppt/media/image3.png" Id="R7dcf195f01954252" /><Relationship Type="http://schemas.openxmlformats.org/officeDocument/2006/relationships/image" Target="/ppt/main_figures/Fig8/ppt/media/image4.png" Id="R1692aaa8ff1648e0" /><Relationship Type="http://schemas.openxmlformats.org/officeDocument/2006/relationships/image" Target="/ppt/main_figures/Fig8/ppt/media/image5.png" Id="Rff6bc661ca274681" /><Relationship Type="http://schemas.openxmlformats.org/officeDocument/2006/relationships/image" Target="/ppt/main_figures/Fig8/ppt/media/image6.png" Id="R750d0710c8eb4c18" /><Relationship Type="http://schemas.openxmlformats.org/officeDocument/2006/relationships/image" Target="/ppt/main_figures/Fig8/ppt/media/image7.png" Id="Rd7d93235cf594b21" /><Relationship Type="http://schemas.openxmlformats.org/officeDocument/2006/relationships/image" Target="/ppt/main_figures/Fig8/ppt/media/image8.png" Id="R3afe9d4a00714f9e" /><Relationship Type="http://schemas.openxmlformats.org/officeDocument/2006/relationships/image" Target="/ppt/main_figures/Fig8/ppt/media/image9.png" Id="R416e45bcf1ef4eb7" /><Relationship Type="http://schemas.openxmlformats.org/officeDocument/2006/relationships/image" Target="/ppt/main_figures/Fig8/ppt/media/image10.png" Id="Rbf6cc8f870e148e5" /><Relationship Type="http://schemas.openxmlformats.org/officeDocument/2006/relationships/image" Target="/ppt/main_figures/Fig8/ppt/media/image11.png" Id="R9f0414ac609c492a" /><Relationship Type="http://schemas.openxmlformats.org/officeDocument/2006/relationships/image" Target="/ppt/main_figures/Fig8/ppt/media/image12.png" Id="R4be7fd9517114d3c" /><Relationship Type="http://schemas.openxmlformats.org/officeDocument/2006/relationships/notesSlide" Target="/ppt/main_figures/Fig8/ppt/notesSlides/notesSlide1.xml" Id="R90390d65fc154de4" /></Relationships>
</file>

<file path=ppt/main_figures/Fig8/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_001">
            <a:extLst xmlns:a="http://schemas.openxmlformats.org/drawingml/2006/main">
              <a:ext uri="{FF2B5EF4-FFF2-40B4-BE49-F238E27FC236}">
                <a16:creationId xmlns:a16="http://schemas.microsoft.com/office/drawing/2014/main" id="{13E6C005-82FA-47D5-AD32-11A72730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57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Full sequence (118 frames); vertical guide: f48</a:t>
            </a:r>
          </a:p>
        </p:txBody>
      </p:sp>
      <p:sp>
        <p:nvSpPr>
          <p:cNvPr id="3" name="text_002">
            <a:extLst xmlns:a="http://schemas.openxmlformats.org/drawingml/2006/main">
              <a:ext uri="{FF2B5EF4-FFF2-40B4-BE49-F238E27FC236}">
                <a16:creationId xmlns:a16="http://schemas.microsoft.com/office/drawing/2014/main" id="{70762B1D-96E4-4C03-92CC-530E99C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857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Local window: exact anchors</a:t>
            </a:r>
          </a:p>
        </p:txBody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FB798AAA-139B-482A-9EA5-AA9BE28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0482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1A8831AF-8276-49D1-B463-5C2988D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native rank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1BB83-672D-4D96-9C39-982D0F5773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ec81f6c504985"/>
          <a:stretch xmlns:a="http://schemas.openxmlformats.org/drawingml/2006/main"/>
        </p:blipFill>
        <p:spPr>
          <a:xfrm xmlns:a="http://schemas.openxmlformats.org/drawingml/2006/main">
            <a:off x="1457325" y="457200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7" name="line_006">
            <a:extLst xmlns:a="http://schemas.openxmlformats.org/drawingml/2006/main">
              <a:ext uri="{FF2B5EF4-FFF2-40B4-BE49-F238E27FC236}">
                <a16:creationId xmlns:a16="http://schemas.microsoft.com/office/drawing/2014/main" id="{68112268-6F22-4A9D-96EA-ACB5783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4572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8" name="rect_007">
            <a:extLst xmlns:a="http://schemas.openxmlformats.org/drawingml/2006/main">
              <a:ext uri="{FF2B5EF4-FFF2-40B4-BE49-F238E27FC236}">
                <a16:creationId xmlns:a16="http://schemas.microsoft.com/office/drawing/2014/main" id="{38F5F7CE-B2A2-4598-9E45-77F5586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7200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1F61148C-E704-4B14-A79D-0FE585D2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287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98121604-1815-46EE-881A-392D374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6D159DB8-5359-40F4-802D-DF69F183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37611A96-5397-42C0-8590-D85750AA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13" name="era5_TMTM_60_exact_anchor">
            <a:extLst xmlns:a="http://schemas.openxmlformats.org/drawingml/2006/main">
              <a:ext uri="{FF2B5EF4-FFF2-40B4-BE49-F238E27FC236}">
                <a16:creationId xmlns:a16="http://schemas.microsoft.com/office/drawing/2014/main" id="{E4765FFE-2FDA-4A0B-85B3-536BA7C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76414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4" name="era5_TMTM_38_exact_anchor">
            <a:extLst xmlns:a="http://schemas.openxmlformats.org/drawingml/2006/main">
              <a:ext uri="{FF2B5EF4-FFF2-40B4-BE49-F238E27FC236}">
                <a16:creationId xmlns:a16="http://schemas.microsoft.com/office/drawing/2014/main" id="{2A0604B7-29F2-4465-97EF-55E2714F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7205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5" name="era5_TMTM_56_exact_anchor">
            <a:extLst xmlns:a="http://schemas.openxmlformats.org/drawingml/2006/main">
              <a:ext uri="{FF2B5EF4-FFF2-40B4-BE49-F238E27FC236}">
                <a16:creationId xmlns:a16="http://schemas.microsoft.com/office/drawing/2014/main" id="{CF8224EF-1D45-4BD6-B117-C3BFAF6F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8822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1FD89-BD33-498B-82B0-2038CD84B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92686815f42d4"/>
          <a:stretch xmlns:a="http://schemas.openxmlformats.org/drawingml/2006/main"/>
        </p:blipFill>
        <p:spPr>
          <a:xfrm xmlns:a="http://schemas.openxmlformats.org/drawingml/2006/main">
            <a:off x="8439150" y="457200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17" name="line_016">
            <a:extLst xmlns:a="http://schemas.openxmlformats.org/drawingml/2006/main">
              <a:ext uri="{FF2B5EF4-FFF2-40B4-BE49-F238E27FC236}">
                <a16:creationId xmlns:a16="http://schemas.microsoft.com/office/drawing/2014/main" id="{9EE0E876-8657-406C-92DB-C64756AB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5720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18" name="rect_017">
            <a:extLst xmlns:a="http://schemas.openxmlformats.org/drawingml/2006/main">
              <a:ext uri="{FF2B5EF4-FFF2-40B4-BE49-F238E27FC236}">
                <a16:creationId xmlns:a16="http://schemas.microsoft.com/office/drawing/2014/main" id="{14EAEC9D-138B-48AE-9DC2-96C23CF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CDB221D4-4900-469D-B35D-327161B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0287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0.26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6AF4D378-872E-43C3-A649-E21B8592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19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0.74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4E524183-BAC0-48B8-99FE-2198E117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E82EFC27-229B-4985-9694-30242CC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1152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23" name="path_022">
            <a:extLst xmlns:a="http://schemas.openxmlformats.org/drawingml/2006/main">
              <a:ext uri="{FF2B5EF4-FFF2-40B4-BE49-F238E27FC236}">
                <a16:creationId xmlns:a16="http://schemas.microsoft.com/office/drawing/2014/main" id="{E82B7851-C19E-425E-878F-A863672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94321"/>
            <a:ext cx="1714500" cy="80102"/>
          </a:xfrm>
          <a:custGeom xmlns:a="http://schemas.openxmlformats.org/drawingml/2006/main">
            <a:pathLst>
              <a:path w="1714500" h="80102">
                <a:moveTo>
                  <a:pt x="0" y="15559"/>
                </a:moveTo>
                <a:lnTo>
                  <a:pt x="342900" y="28237"/>
                </a:lnTo>
                <a:lnTo>
                  <a:pt x="685800" y="0"/>
                </a:lnTo>
                <a:lnTo>
                  <a:pt x="1028700" y="64543"/>
                </a:lnTo>
                <a:lnTo>
                  <a:pt x="1371600" y="67424"/>
                </a:lnTo>
                <a:lnTo>
                  <a:pt x="1714500" y="8010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4" name="era5_TMTM_track_60_trace">
            <a:extLst xmlns:a="http://schemas.openxmlformats.org/drawingml/2006/main">
              <a:ext uri="{FF2B5EF4-FFF2-40B4-BE49-F238E27FC236}">
                <a16:creationId xmlns:a16="http://schemas.microsoft.com/office/drawing/2014/main" id="{5B2FFC91-A903-4D33-BE75-F48F456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94321"/>
            <a:ext cx="1714500" cy="80102"/>
          </a:xfrm>
          <a:custGeom xmlns:a="http://schemas.openxmlformats.org/drawingml/2006/main">
            <a:pathLst>
              <a:path w="1714500" h="80102">
                <a:moveTo>
                  <a:pt x="0" y="15559"/>
                </a:moveTo>
                <a:lnTo>
                  <a:pt x="342900" y="28237"/>
                </a:lnTo>
                <a:lnTo>
                  <a:pt x="685800" y="0"/>
                </a:lnTo>
                <a:lnTo>
                  <a:pt x="1028700" y="64543"/>
                </a:lnTo>
                <a:lnTo>
                  <a:pt x="1371600" y="67424"/>
                </a:lnTo>
                <a:lnTo>
                  <a:pt x="1714500" y="801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5" name="era5_TMTM_60_exact_anchor">
            <a:extLst xmlns:a="http://schemas.openxmlformats.org/drawingml/2006/main">
              <a:ext uri="{FF2B5EF4-FFF2-40B4-BE49-F238E27FC236}">
                <a16:creationId xmlns:a16="http://schemas.microsoft.com/office/drawing/2014/main" id="{B5254989-64B8-458E-BD1A-3780401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7178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6" name="line_025">
            <a:extLst xmlns:a="http://schemas.openxmlformats.org/drawingml/2006/main">
              <a:ext uri="{FF2B5EF4-FFF2-40B4-BE49-F238E27FC236}">
                <a16:creationId xmlns:a16="http://schemas.microsoft.com/office/drawing/2014/main" id="{384AB596-A084-4B40-822A-1609B10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00075"/>
            <a:ext cx="1943100" cy="209805"/>
          </a:xfrm>
          <a:custGeom xmlns:a="http://schemas.openxmlformats.org/drawingml/2006/main">
            <a:pathLst>
              <a:path w="1943100" h="209805">
                <a:moveTo>
                  <a:pt x="0" y="209805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0E1896B9-E5E5-43B5-964B-BB82CE5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504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path_027">
            <a:extLst xmlns:a="http://schemas.openxmlformats.org/drawingml/2006/main">
              <a:ext uri="{FF2B5EF4-FFF2-40B4-BE49-F238E27FC236}">
                <a16:creationId xmlns:a16="http://schemas.microsoft.com/office/drawing/2014/main" id="{3FECAB3C-F0EB-4168-8D22-8A255550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8117"/>
            <a:ext cx="3429000" cy="164815"/>
          </a:xfrm>
          <a:custGeom xmlns:a="http://schemas.openxmlformats.org/drawingml/2006/main">
            <a:pathLst>
              <a:path w="3429000" h="164815">
                <a:moveTo>
                  <a:pt x="0" y="164815"/>
                </a:moveTo>
                <a:lnTo>
                  <a:pt x="342900" y="150408"/>
                </a:lnTo>
                <a:lnTo>
                  <a:pt x="685800" y="123323"/>
                </a:lnTo>
                <a:lnTo>
                  <a:pt x="1028700" y="108916"/>
                </a:lnTo>
                <a:lnTo>
                  <a:pt x="1371600" y="85865"/>
                </a:lnTo>
                <a:lnTo>
                  <a:pt x="1714500" y="51288"/>
                </a:lnTo>
                <a:lnTo>
                  <a:pt x="2057400" y="36882"/>
                </a:lnTo>
                <a:lnTo>
                  <a:pt x="2400300" y="9797"/>
                </a:lnTo>
                <a:lnTo>
                  <a:pt x="2743200" y="0"/>
                </a:lnTo>
                <a:lnTo>
                  <a:pt x="3086100" y="29966"/>
                </a:lnTo>
                <a:lnTo>
                  <a:pt x="3429000" y="6108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9" name="era5_TMTM_track_38_trace">
            <a:extLst xmlns:a="http://schemas.openxmlformats.org/drawingml/2006/main">
              <a:ext uri="{FF2B5EF4-FFF2-40B4-BE49-F238E27FC236}">
                <a16:creationId xmlns:a16="http://schemas.microsoft.com/office/drawing/2014/main" id="{82CD4045-4767-4D66-95C0-4ADFCF54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8117"/>
            <a:ext cx="3429000" cy="164815"/>
          </a:xfrm>
          <a:custGeom xmlns:a="http://schemas.openxmlformats.org/drawingml/2006/main">
            <a:pathLst>
              <a:path w="3429000" h="164815">
                <a:moveTo>
                  <a:pt x="0" y="164815"/>
                </a:moveTo>
                <a:lnTo>
                  <a:pt x="342900" y="150408"/>
                </a:lnTo>
                <a:lnTo>
                  <a:pt x="685800" y="123323"/>
                </a:lnTo>
                <a:lnTo>
                  <a:pt x="1028700" y="108916"/>
                </a:lnTo>
                <a:lnTo>
                  <a:pt x="1371600" y="85865"/>
                </a:lnTo>
                <a:lnTo>
                  <a:pt x="1714500" y="51288"/>
                </a:lnTo>
                <a:lnTo>
                  <a:pt x="2057400" y="36882"/>
                </a:lnTo>
                <a:lnTo>
                  <a:pt x="2400300" y="9797"/>
                </a:lnTo>
                <a:lnTo>
                  <a:pt x="2743200" y="0"/>
                </a:lnTo>
                <a:lnTo>
                  <a:pt x="3086100" y="29966"/>
                </a:lnTo>
                <a:lnTo>
                  <a:pt x="3429000" y="6108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30" name="era5_TMTM_38_exact_anchor">
            <a:extLst xmlns:a="http://schemas.openxmlformats.org/drawingml/2006/main">
              <a:ext uri="{FF2B5EF4-FFF2-40B4-BE49-F238E27FC236}">
                <a16:creationId xmlns:a16="http://schemas.microsoft.com/office/drawing/2014/main" id="{B1BDA46F-089F-4EE8-8CA1-2FF1732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13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31" name="line_030">
            <a:extLst xmlns:a="http://schemas.openxmlformats.org/drawingml/2006/main">
              <a:ext uri="{FF2B5EF4-FFF2-40B4-BE49-F238E27FC236}">
                <a16:creationId xmlns:a16="http://schemas.microsoft.com/office/drawing/2014/main" id="{98AC4FAC-046A-4564-8914-C96E6B5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19405"/>
            <a:ext cx="1943100" cy="39420"/>
          </a:xfrm>
          <a:custGeom xmlns:a="http://schemas.openxmlformats.org/drawingml/2006/main">
            <a:pathLst>
              <a:path w="1943100" h="39420">
                <a:moveTo>
                  <a:pt x="0" y="0"/>
                </a:moveTo>
                <a:lnTo>
                  <a:pt x="1943100" y="39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A0C4BD34-56FF-45C9-BF93-752CAF9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663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" name="path_032">
            <a:extLst xmlns:a="http://schemas.openxmlformats.org/drawingml/2006/main">
              <a:ext uri="{FF2B5EF4-FFF2-40B4-BE49-F238E27FC236}">
                <a16:creationId xmlns:a16="http://schemas.microsoft.com/office/drawing/2014/main" id="{6AEF2159-BC7E-4268-A0FD-BEEF4BF9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6929"/>
            <a:ext cx="685800" cy="527868"/>
          </a:xfrm>
          <a:custGeom xmlns:a="http://schemas.openxmlformats.org/drawingml/2006/main">
            <a:pathLst>
              <a:path w="685800" h="527868">
                <a:moveTo>
                  <a:pt x="0" y="506546"/>
                </a:moveTo>
                <a:lnTo>
                  <a:pt x="342900" y="527868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4" name="era5_TMTM_track_56_trace">
            <a:extLst xmlns:a="http://schemas.openxmlformats.org/drawingml/2006/main">
              <a:ext uri="{FF2B5EF4-FFF2-40B4-BE49-F238E27FC236}">
                <a16:creationId xmlns:a16="http://schemas.microsoft.com/office/drawing/2014/main" id="{D7AFCCD5-BDF1-4A13-B32B-4D1BBD4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6929"/>
            <a:ext cx="685800" cy="527868"/>
          </a:xfrm>
          <a:custGeom xmlns:a="http://schemas.openxmlformats.org/drawingml/2006/main">
            <a:pathLst>
              <a:path w="685800" h="527868">
                <a:moveTo>
                  <a:pt x="0" y="506546"/>
                </a:moveTo>
                <a:lnTo>
                  <a:pt x="342900" y="527868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35" name="era5_TMTM_56_exact_anchor">
            <a:extLst xmlns:a="http://schemas.openxmlformats.org/drawingml/2006/main">
              <a:ext uri="{FF2B5EF4-FFF2-40B4-BE49-F238E27FC236}">
                <a16:creationId xmlns:a16="http://schemas.microsoft.com/office/drawing/2014/main" id="{A549FBD3-D612-40E1-8B28-97F68721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1669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36" name="line_035">
            <a:extLst xmlns:a="http://schemas.openxmlformats.org/drawingml/2006/main">
              <a:ext uri="{FF2B5EF4-FFF2-40B4-BE49-F238E27FC236}">
                <a16:creationId xmlns:a16="http://schemas.microsoft.com/office/drawing/2014/main" id="{F043A2A4-4E38-45F5-AE61-6AFEDDC3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917575"/>
            <a:ext cx="1943100" cy="137222"/>
          </a:xfrm>
          <a:custGeom xmlns:a="http://schemas.openxmlformats.org/drawingml/2006/main">
            <a:pathLst>
              <a:path w="1943100" h="137222">
                <a:moveTo>
                  <a:pt x="0" y="137222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B144697D-4A7B-46C3-8D14-FE4646D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822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8" name="rect_037">
            <a:extLst xmlns:a="http://schemas.openxmlformats.org/drawingml/2006/main">
              <a:ext uri="{FF2B5EF4-FFF2-40B4-BE49-F238E27FC236}">
                <a16:creationId xmlns:a16="http://schemas.microsoft.com/office/drawing/2014/main" id="{3ACFD53A-DEE1-4686-A69E-9A5EBC2F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457200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5BCED866-9CC4-466C-8C17-D1F6FC37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90650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EF7DE28B-35A3-4641-9DB3-2BA39D5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685925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native rank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C4B29C-5EBA-4620-9D13-A9F9416ED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f195f01954252"/>
          <a:stretch xmlns:a="http://schemas.openxmlformats.org/drawingml/2006/main"/>
        </p:blipFill>
        <p:spPr>
          <a:xfrm xmlns:a="http://schemas.openxmlformats.org/drawingml/2006/main">
            <a:off x="1457325" y="1343025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42" name="line_041">
            <a:extLst xmlns:a="http://schemas.openxmlformats.org/drawingml/2006/main">
              <a:ext uri="{FF2B5EF4-FFF2-40B4-BE49-F238E27FC236}">
                <a16:creationId xmlns:a16="http://schemas.microsoft.com/office/drawing/2014/main" id="{EFF522AC-423D-4BD4-925B-C43FF1BD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134302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 xmlns:a="http://schemas.openxmlformats.org/drawingml/2006/main">
              <a:ext uri="{FF2B5EF4-FFF2-40B4-BE49-F238E27FC236}">
                <a16:creationId xmlns:a16="http://schemas.microsoft.com/office/drawing/2014/main" id="{E9CDF87F-007F-4CF4-88D9-4CA75E0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343025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42CDA123-D030-4602-B431-A859095D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145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79332D5D-1F7C-4AA5-8138-F7242068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477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1E1C99C9-8C0D-4AE8-9492-FE67AE4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D3E2F8E6-9216-43FD-9C08-AA7DE948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8" name="era5_ST-MTM_60_exact_anchor">
            <a:extLst xmlns:a="http://schemas.openxmlformats.org/drawingml/2006/main">
              <a:ext uri="{FF2B5EF4-FFF2-40B4-BE49-F238E27FC236}">
                <a16:creationId xmlns:a16="http://schemas.microsoft.com/office/drawing/2014/main" id="{4B8FBED8-F082-4F4B-AF74-48AC607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15838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49" name="era5_ST-MTM_38_exact_anchor">
            <a:extLst xmlns:a="http://schemas.openxmlformats.org/drawingml/2006/main">
              <a:ext uri="{FF2B5EF4-FFF2-40B4-BE49-F238E27FC236}">
                <a16:creationId xmlns:a16="http://schemas.microsoft.com/office/drawing/2014/main" id="{1C2DC80E-EA13-4091-956A-5B67D2E6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146774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50" name="era5_ST-MTM_56_exact_anchor">
            <a:extLst xmlns:a="http://schemas.openxmlformats.org/drawingml/2006/main">
              <a:ext uri="{FF2B5EF4-FFF2-40B4-BE49-F238E27FC236}">
                <a16:creationId xmlns:a16="http://schemas.microsoft.com/office/drawing/2014/main" id="{0951BDB7-F329-4EE1-94AB-FB0BF46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142997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E8E3D5-24F6-4FDB-A442-0B93B645E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2aaa8ff1648e0"/>
          <a:stretch xmlns:a="http://schemas.openxmlformats.org/drawingml/2006/main"/>
        </p:blipFill>
        <p:spPr>
          <a:xfrm xmlns:a="http://schemas.openxmlformats.org/drawingml/2006/main">
            <a:off x="8439150" y="1343025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52" name="line_051">
            <a:extLst xmlns:a="http://schemas.openxmlformats.org/drawingml/2006/main">
              <a:ext uri="{FF2B5EF4-FFF2-40B4-BE49-F238E27FC236}">
                <a16:creationId xmlns:a16="http://schemas.microsoft.com/office/drawing/2014/main" id="{189BB3E7-6508-4D75-8B4F-234361C4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4302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 xmlns:a="http://schemas.openxmlformats.org/drawingml/2006/main">
              <a:ext uri="{FF2B5EF4-FFF2-40B4-BE49-F238E27FC236}">
                <a16:creationId xmlns:a16="http://schemas.microsoft.com/office/drawing/2014/main" id="{4ED73B9D-22F1-4A82-84B4-D538976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43025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FE679EEB-6B86-44D7-A6B1-2A45C8C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145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0.46</a:t>
            </a:r>
          </a:p>
        </p:txBody>
      </p:sp>
      <p:sp>
        <p:nvSpPr>
          <p:cNvPr id="55" name="text_054">
            <a:extLst xmlns:a="http://schemas.openxmlformats.org/drawingml/2006/main">
              <a:ext uri="{FF2B5EF4-FFF2-40B4-BE49-F238E27FC236}">
                <a16:creationId xmlns:a16="http://schemas.microsoft.com/office/drawing/2014/main" id="{FFAFC84F-FF52-49CB-821C-AD32283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2477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0.87</a:t>
            </a:r>
          </a:p>
        </p:txBody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D00AB701-0643-494C-A02B-27D534B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7" name="text_056">
            <a:extLst xmlns:a="http://schemas.openxmlformats.org/drawingml/2006/main">
              <a:ext uri="{FF2B5EF4-FFF2-40B4-BE49-F238E27FC236}">
                <a16:creationId xmlns:a16="http://schemas.microsoft.com/office/drawing/2014/main" id="{DFF20AFE-2771-46DE-B4DC-D0D97C4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58" name="path_057">
            <a:extLst xmlns:a="http://schemas.openxmlformats.org/drawingml/2006/main">
              <a:ext uri="{FF2B5EF4-FFF2-40B4-BE49-F238E27FC236}">
                <a16:creationId xmlns:a16="http://schemas.microsoft.com/office/drawing/2014/main" id="{DDDF15BA-9F06-48B8-ACF9-DF1CE15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10494"/>
            <a:ext cx="1714500" cy="119021"/>
          </a:xfrm>
          <a:custGeom xmlns:a="http://schemas.openxmlformats.org/drawingml/2006/main">
            <a:pathLst>
              <a:path w="1714500" h="119021">
                <a:moveTo>
                  <a:pt x="0" y="0"/>
                </a:moveTo>
                <a:lnTo>
                  <a:pt x="342900" y="32104"/>
                </a:lnTo>
                <a:lnTo>
                  <a:pt x="685800" y="74388"/>
                </a:lnTo>
                <a:lnTo>
                  <a:pt x="1028700" y="97487"/>
                </a:lnTo>
                <a:lnTo>
                  <a:pt x="1371600" y="116280"/>
                </a:lnTo>
                <a:lnTo>
                  <a:pt x="1714500" y="11902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9" name="era5_ST-MTM_track_60_trace">
            <a:extLst xmlns:a="http://schemas.openxmlformats.org/drawingml/2006/main">
              <a:ext uri="{FF2B5EF4-FFF2-40B4-BE49-F238E27FC236}">
                <a16:creationId xmlns:a16="http://schemas.microsoft.com/office/drawing/2014/main" id="{8821B92B-5CB1-46F4-B3CF-B094D17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10494"/>
            <a:ext cx="1714500" cy="119021"/>
          </a:xfrm>
          <a:custGeom xmlns:a="http://schemas.openxmlformats.org/drawingml/2006/main">
            <a:pathLst>
              <a:path w="1714500" h="119021">
                <a:moveTo>
                  <a:pt x="0" y="0"/>
                </a:moveTo>
                <a:lnTo>
                  <a:pt x="342900" y="32104"/>
                </a:lnTo>
                <a:lnTo>
                  <a:pt x="685800" y="74388"/>
                </a:lnTo>
                <a:lnTo>
                  <a:pt x="1028700" y="97487"/>
                </a:lnTo>
                <a:lnTo>
                  <a:pt x="1371600" y="116280"/>
                </a:lnTo>
                <a:lnTo>
                  <a:pt x="1714500" y="119021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60" name="era5_ST-MTM_60_exact_anchor">
            <a:extLst xmlns:a="http://schemas.openxmlformats.org/drawingml/2006/main">
              <a:ext uri="{FF2B5EF4-FFF2-40B4-BE49-F238E27FC236}">
                <a16:creationId xmlns:a16="http://schemas.microsoft.com/office/drawing/2014/main" id="{DE26DBC5-B45C-4061-B8E8-5EE2125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239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61" name="line_060">
            <a:extLst xmlns:a="http://schemas.openxmlformats.org/drawingml/2006/main">
              <a:ext uri="{FF2B5EF4-FFF2-40B4-BE49-F238E27FC236}">
                <a16:creationId xmlns:a16="http://schemas.microsoft.com/office/drawing/2014/main" id="{A207F691-46A0-415D-A6EA-6D76A42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85900"/>
            <a:ext cx="1943100" cy="324594"/>
          </a:xfrm>
          <a:custGeom xmlns:a="http://schemas.openxmlformats.org/drawingml/2006/main">
            <a:pathLst>
              <a:path w="1943100" h="324594">
                <a:moveTo>
                  <a:pt x="0" y="324594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62" name="text_061">
            <a:extLst xmlns:a="http://schemas.openxmlformats.org/drawingml/2006/main">
              <a:ext uri="{FF2B5EF4-FFF2-40B4-BE49-F238E27FC236}">
                <a16:creationId xmlns:a16="http://schemas.microsoft.com/office/drawing/2014/main" id="{043101EB-EF6D-4AD8-AD9A-67136A0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390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3" name="path_062">
            <a:extLst xmlns:a="http://schemas.openxmlformats.org/drawingml/2006/main">
              <a:ext uri="{FF2B5EF4-FFF2-40B4-BE49-F238E27FC236}">
                <a16:creationId xmlns:a16="http://schemas.microsoft.com/office/drawing/2014/main" id="{C0DABB15-FC87-4670-AFC5-2958803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84753"/>
            <a:ext cx="3429000" cy="55987"/>
          </a:xfrm>
          <a:custGeom xmlns:a="http://schemas.openxmlformats.org/drawingml/2006/main">
            <a:pathLst>
              <a:path w="3429000" h="55987">
                <a:moveTo>
                  <a:pt x="0" y="49331"/>
                </a:moveTo>
                <a:lnTo>
                  <a:pt x="342900" y="48156"/>
                </a:lnTo>
                <a:lnTo>
                  <a:pt x="685800" y="18401"/>
                </a:lnTo>
                <a:lnTo>
                  <a:pt x="1028700" y="27798"/>
                </a:lnTo>
                <a:lnTo>
                  <a:pt x="1371600" y="55987"/>
                </a:lnTo>
                <a:lnTo>
                  <a:pt x="1714500" y="46590"/>
                </a:lnTo>
                <a:lnTo>
                  <a:pt x="2057400" y="51680"/>
                </a:lnTo>
                <a:lnTo>
                  <a:pt x="2400300" y="5873"/>
                </a:lnTo>
                <a:lnTo>
                  <a:pt x="2743200" y="0"/>
                </a:lnTo>
                <a:lnTo>
                  <a:pt x="3086100" y="2741"/>
                </a:lnTo>
                <a:lnTo>
                  <a:pt x="3429000" y="44633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4" name="era5_ST-MTM_track_38_trace">
            <a:extLst xmlns:a="http://schemas.openxmlformats.org/drawingml/2006/main">
              <a:ext uri="{FF2B5EF4-FFF2-40B4-BE49-F238E27FC236}">
                <a16:creationId xmlns:a16="http://schemas.microsoft.com/office/drawing/2014/main" id="{A57722F9-6100-4932-A0FC-235939E7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84753"/>
            <a:ext cx="3429000" cy="55987"/>
          </a:xfrm>
          <a:custGeom xmlns:a="http://schemas.openxmlformats.org/drawingml/2006/main">
            <a:pathLst>
              <a:path w="3429000" h="55987">
                <a:moveTo>
                  <a:pt x="0" y="49331"/>
                </a:moveTo>
                <a:lnTo>
                  <a:pt x="342900" y="48156"/>
                </a:lnTo>
                <a:lnTo>
                  <a:pt x="685800" y="18401"/>
                </a:lnTo>
                <a:lnTo>
                  <a:pt x="1028700" y="27798"/>
                </a:lnTo>
                <a:lnTo>
                  <a:pt x="1371600" y="55987"/>
                </a:lnTo>
                <a:lnTo>
                  <a:pt x="1714500" y="46590"/>
                </a:lnTo>
                <a:lnTo>
                  <a:pt x="2057400" y="51680"/>
                </a:lnTo>
                <a:lnTo>
                  <a:pt x="2400300" y="5873"/>
                </a:lnTo>
                <a:lnTo>
                  <a:pt x="2743200" y="0"/>
                </a:lnTo>
                <a:lnTo>
                  <a:pt x="3086100" y="2741"/>
                </a:lnTo>
                <a:lnTo>
                  <a:pt x="3429000" y="4463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65" name="era5_ST-MTM_38_exact_anchor">
            <a:extLst xmlns:a="http://schemas.openxmlformats.org/drawingml/2006/main">
              <a:ext uri="{FF2B5EF4-FFF2-40B4-BE49-F238E27FC236}">
                <a16:creationId xmlns:a16="http://schemas.microsoft.com/office/drawing/2014/main" id="{FA8D08DD-FB85-4286-808E-5C476B6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9324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66" name="line_065">
            <a:extLst xmlns:a="http://schemas.openxmlformats.org/drawingml/2006/main">
              <a:ext uri="{FF2B5EF4-FFF2-40B4-BE49-F238E27FC236}">
                <a16:creationId xmlns:a16="http://schemas.microsoft.com/office/drawing/2014/main" id="{843B7A76-27E8-4EBA-A801-85EB79A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31344"/>
            <a:ext cx="1943100" cy="113306"/>
          </a:xfrm>
          <a:custGeom xmlns:a="http://schemas.openxmlformats.org/drawingml/2006/main">
            <a:pathLst>
              <a:path w="1943100" h="113306">
                <a:moveTo>
                  <a:pt x="0" y="0"/>
                </a:moveTo>
                <a:lnTo>
                  <a:pt x="1943100" y="11330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67" name="text_066">
            <a:extLst xmlns:a="http://schemas.openxmlformats.org/drawingml/2006/main">
              <a:ext uri="{FF2B5EF4-FFF2-40B4-BE49-F238E27FC236}">
                <a16:creationId xmlns:a16="http://schemas.microsoft.com/office/drawing/2014/main" id="{AE4E4216-EFE1-4D72-ABD5-9016D1FC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549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8" name="path_067">
            <a:extLst xmlns:a="http://schemas.openxmlformats.org/drawingml/2006/main">
              <a:ext uri="{FF2B5EF4-FFF2-40B4-BE49-F238E27FC236}">
                <a16:creationId xmlns:a16="http://schemas.microsoft.com/office/drawing/2014/main" id="{97ADE4EF-A0E7-4352-B46F-7FBE32E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3286"/>
            <a:ext cx="685800" cy="17227"/>
          </a:xfrm>
          <a:custGeom xmlns:a="http://schemas.openxmlformats.org/drawingml/2006/main">
            <a:pathLst>
              <a:path w="685800" h="17227">
                <a:moveTo>
                  <a:pt x="0" y="7830"/>
                </a:moveTo>
                <a:lnTo>
                  <a:pt x="342900" y="17227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9" name="era5_ST-MTM_track_56_trace">
            <a:extLst xmlns:a="http://schemas.openxmlformats.org/drawingml/2006/main">
              <a:ext uri="{FF2B5EF4-FFF2-40B4-BE49-F238E27FC236}">
                <a16:creationId xmlns:a16="http://schemas.microsoft.com/office/drawing/2014/main" id="{293501FB-2B8D-49DD-B0F9-85F6732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3286"/>
            <a:ext cx="685800" cy="17227"/>
          </a:xfrm>
          <a:custGeom xmlns:a="http://schemas.openxmlformats.org/drawingml/2006/main">
            <a:pathLst>
              <a:path w="685800" h="17227">
                <a:moveTo>
                  <a:pt x="0" y="7830"/>
                </a:moveTo>
                <a:lnTo>
                  <a:pt x="342900" y="17227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70" name="era5_ST-MTM_56_exact_anchor">
            <a:extLst xmlns:a="http://schemas.openxmlformats.org/drawingml/2006/main">
              <a:ext uri="{FF2B5EF4-FFF2-40B4-BE49-F238E27FC236}">
                <a16:creationId xmlns:a16="http://schemas.microsoft.com/office/drawing/2014/main" id="{716641F0-D9DB-4859-BE07-91F914E9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0241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71" name="line_070">
            <a:extLst xmlns:a="http://schemas.openxmlformats.org/drawingml/2006/main">
              <a:ext uri="{FF2B5EF4-FFF2-40B4-BE49-F238E27FC236}">
                <a16:creationId xmlns:a16="http://schemas.microsoft.com/office/drawing/2014/main" id="{B55A8412-415C-4E0B-9E18-24568CF0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40512"/>
            <a:ext cx="1943100" cy="362888"/>
          </a:xfrm>
          <a:custGeom xmlns:a="http://schemas.openxmlformats.org/drawingml/2006/main">
            <a:pathLst>
              <a:path w="1943100" h="362888">
                <a:moveTo>
                  <a:pt x="0" y="0"/>
                </a:moveTo>
                <a:lnTo>
                  <a:pt x="1943100" y="3628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72" name="text_071">
            <a:extLst xmlns:a="http://schemas.openxmlformats.org/drawingml/2006/main">
              <a:ext uri="{FF2B5EF4-FFF2-40B4-BE49-F238E27FC236}">
                <a16:creationId xmlns:a16="http://schemas.microsoft.com/office/drawing/2014/main" id="{610193EE-BBD5-4280-9ECF-1017E7B6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1708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3" name="rect_072">
            <a:extLst xmlns:a="http://schemas.openxmlformats.org/drawingml/2006/main">
              <a:ext uri="{FF2B5EF4-FFF2-40B4-BE49-F238E27FC236}">
                <a16:creationId xmlns:a16="http://schemas.microsoft.com/office/drawing/2014/main" id="{25E29908-96F3-408B-B935-686DA3B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1343025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74" name="text_073">
            <a:extLst xmlns:a="http://schemas.openxmlformats.org/drawingml/2006/main">
              <a:ext uri="{FF2B5EF4-FFF2-40B4-BE49-F238E27FC236}">
                <a16:creationId xmlns:a16="http://schemas.microsoft.com/office/drawing/2014/main" id="{BDFE122A-3351-4DF4-AE22-0376334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27647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sp>
        <p:nvSpPr>
          <p:cNvPr id="75" name="text_074">
            <a:extLst xmlns:a="http://schemas.openxmlformats.org/drawingml/2006/main">
              <a:ext uri="{FF2B5EF4-FFF2-40B4-BE49-F238E27FC236}">
                <a16:creationId xmlns:a16="http://schemas.microsoft.com/office/drawing/2014/main" id="{48CA2E0D-76DE-4CB7-BE01-398442D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7175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fixed q axis</a:t>
            </a: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70269D-325C-466C-9C7E-56E5FF8D7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bc661ca274681"/>
          <a:stretch xmlns:a="http://schemas.openxmlformats.org/drawingml/2006/main"/>
        </p:blipFill>
        <p:spPr>
          <a:xfrm xmlns:a="http://schemas.openxmlformats.org/drawingml/2006/main">
            <a:off x="1457325" y="2228850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77" name="line_076">
            <a:extLst xmlns:a="http://schemas.openxmlformats.org/drawingml/2006/main">
              <a:ext uri="{FF2B5EF4-FFF2-40B4-BE49-F238E27FC236}">
                <a16:creationId xmlns:a16="http://schemas.microsoft.com/office/drawing/2014/main" id="{6452A1EE-5BA0-45E1-83FC-7498D65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222885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78" name="rect_077">
            <a:extLst xmlns:a="http://schemas.openxmlformats.org/drawingml/2006/main">
              <a:ext uri="{FF2B5EF4-FFF2-40B4-BE49-F238E27FC236}">
                <a16:creationId xmlns:a16="http://schemas.microsoft.com/office/drawing/2014/main" id="{A1B9750A-F6D1-4157-A9ED-AB6E3F5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228850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79" name="text_078">
            <a:extLst xmlns:a="http://schemas.openxmlformats.org/drawingml/2006/main">
              <a:ext uri="{FF2B5EF4-FFF2-40B4-BE49-F238E27FC236}">
                <a16:creationId xmlns:a16="http://schemas.microsoft.com/office/drawing/2014/main" id="{20AD6959-D5B4-4F27-91F8-FCD6B2A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text_079">
            <a:extLst xmlns:a="http://schemas.openxmlformats.org/drawingml/2006/main">
              <a:ext uri="{FF2B5EF4-FFF2-40B4-BE49-F238E27FC236}">
                <a16:creationId xmlns:a16="http://schemas.microsoft.com/office/drawing/2014/main" id="{2E3B16E9-7670-41D4-8285-B15CF079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text_080">
            <a:extLst xmlns:a="http://schemas.openxmlformats.org/drawingml/2006/main">
              <a:ext uri="{FF2B5EF4-FFF2-40B4-BE49-F238E27FC236}">
                <a16:creationId xmlns:a16="http://schemas.microsoft.com/office/drawing/2014/main" id="{B466F1B0-AFB9-42CF-8A32-20E9D47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2" name="text_081">
            <a:extLst xmlns:a="http://schemas.openxmlformats.org/drawingml/2006/main">
              <a:ext uri="{FF2B5EF4-FFF2-40B4-BE49-F238E27FC236}">
                <a16:creationId xmlns:a16="http://schemas.microsoft.com/office/drawing/2014/main" id="{21F93945-A59A-41D6-883C-AE9C1ADC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83" name="era5_P_60_exact_anchor">
            <a:extLst xmlns:a="http://schemas.openxmlformats.org/drawingml/2006/main">
              <a:ext uri="{FF2B5EF4-FFF2-40B4-BE49-F238E27FC236}">
                <a16:creationId xmlns:a16="http://schemas.microsoft.com/office/drawing/2014/main" id="{D1AB62E2-99A4-4226-86CA-CD572E3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27241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84" name="era5_P_38_exact_anchor">
            <a:extLst xmlns:a="http://schemas.openxmlformats.org/drawingml/2006/main">
              <a:ext uri="{FF2B5EF4-FFF2-40B4-BE49-F238E27FC236}">
                <a16:creationId xmlns:a16="http://schemas.microsoft.com/office/drawing/2014/main" id="{D97BDF16-F50B-4061-9307-E52041C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24052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85" name="era5_P_56_exact_anchor">
            <a:extLst xmlns:a="http://schemas.openxmlformats.org/drawingml/2006/main">
              <a:ext uri="{FF2B5EF4-FFF2-40B4-BE49-F238E27FC236}">
                <a16:creationId xmlns:a16="http://schemas.microsoft.com/office/drawing/2014/main" id="{FB126A33-C657-4D1B-AB28-8350A7C8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239631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628F631-C56D-44E5-960D-812C2734D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d0710c8eb4c18"/>
          <a:stretch xmlns:a="http://schemas.openxmlformats.org/drawingml/2006/main"/>
        </p:blipFill>
        <p:spPr>
          <a:xfrm xmlns:a="http://schemas.openxmlformats.org/drawingml/2006/main">
            <a:off x="8439150" y="2228850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87" name="line_086">
            <a:extLst xmlns:a="http://schemas.openxmlformats.org/drawingml/2006/main">
              <a:ext uri="{FF2B5EF4-FFF2-40B4-BE49-F238E27FC236}">
                <a16:creationId xmlns:a16="http://schemas.microsoft.com/office/drawing/2014/main" id="{5A2B9DB6-2DAC-4397-BAC4-E0756C3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28850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88" name="rect_087">
            <a:extLst xmlns:a="http://schemas.openxmlformats.org/drawingml/2006/main">
              <a:ext uri="{FF2B5EF4-FFF2-40B4-BE49-F238E27FC236}">
                <a16:creationId xmlns:a16="http://schemas.microsoft.com/office/drawing/2014/main" id="{0F82161E-7BEB-45D6-8402-F5F85816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89" name="text_088">
            <a:extLst xmlns:a="http://schemas.openxmlformats.org/drawingml/2006/main">
              <a:ext uri="{FF2B5EF4-FFF2-40B4-BE49-F238E27FC236}">
                <a16:creationId xmlns:a16="http://schemas.microsoft.com/office/drawing/2014/main" id="{A5DDDDE0-C698-4FF6-BEB6-6DE33FB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0035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0.13</a:t>
            </a:r>
          </a:p>
        </p:txBody>
      </p:sp>
      <p:sp>
        <p:nvSpPr>
          <p:cNvPr id="90" name="text_089">
            <a:extLst xmlns:a="http://schemas.openxmlformats.org/drawingml/2006/main">
              <a:ext uri="{FF2B5EF4-FFF2-40B4-BE49-F238E27FC236}">
                <a16:creationId xmlns:a16="http://schemas.microsoft.com/office/drawing/2014/main" id="{A537A8A0-58DB-46A9-91D5-73608BD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33600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0.97</a:t>
            </a:r>
          </a:p>
        </p:txBody>
      </p:sp>
      <p:sp>
        <p:nvSpPr>
          <p:cNvPr id="91" name="text_090">
            <a:extLst xmlns:a="http://schemas.openxmlformats.org/drawingml/2006/main">
              <a:ext uri="{FF2B5EF4-FFF2-40B4-BE49-F238E27FC236}">
                <a16:creationId xmlns:a16="http://schemas.microsoft.com/office/drawing/2014/main" id="{8ABBD73C-32B7-4F16-B8CE-E7E48FFF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92" name="text_091">
            <a:extLst xmlns:a="http://schemas.openxmlformats.org/drawingml/2006/main">
              <a:ext uri="{FF2B5EF4-FFF2-40B4-BE49-F238E27FC236}">
                <a16:creationId xmlns:a16="http://schemas.microsoft.com/office/drawing/2014/main" id="{55D51828-B747-441D-8D4C-F296B25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924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93" name="path_092">
            <a:extLst xmlns:a="http://schemas.openxmlformats.org/drawingml/2006/main">
              <a:ext uri="{FF2B5EF4-FFF2-40B4-BE49-F238E27FC236}">
                <a16:creationId xmlns:a16="http://schemas.microsoft.com/office/drawing/2014/main" id="{0F08D06F-2A59-4781-A2C3-5A63663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27321"/>
            <a:ext cx="1714500" cy="28579"/>
          </a:xfrm>
          <a:custGeom xmlns:a="http://schemas.openxmlformats.org/drawingml/2006/main">
            <a:pathLst>
              <a:path w="1714500" h="28579">
                <a:moveTo>
                  <a:pt x="0" y="12936"/>
                </a:moveTo>
                <a:lnTo>
                  <a:pt x="342900" y="28579"/>
                </a:lnTo>
                <a:lnTo>
                  <a:pt x="685800" y="0"/>
                </a:lnTo>
                <a:lnTo>
                  <a:pt x="1028700" y="303"/>
                </a:lnTo>
                <a:lnTo>
                  <a:pt x="1371600" y="303"/>
                </a:lnTo>
                <a:lnTo>
                  <a:pt x="1714500" y="83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4" name="era5_P_track_60_trace">
            <a:extLst xmlns:a="http://schemas.openxmlformats.org/drawingml/2006/main">
              <a:ext uri="{FF2B5EF4-FFF2-40B4-BE49-F238E27FC236}">
                <a16:creationId xmlns:a16="http://schemas.microsoft.com/office/drawing/2014/main" id="{128D0559-E3E5-4F5F-AEB6-CADBDF13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27321"/>
            <a:ext cx="1714500" cy="28579"/>
          </a:xfrm>
          <a:custGeom xmlns:a="http://schemas.openxmlformats.org/drawingml/2006/main">
            <a:pathLst>
              <a:path w="1714500" h="28579">
                <a:moveTo>
                  <a:pt x="0" y="12936"/>
                </a:moveTo>
                <a:lnTo>
                  <a:pt x="342900" y="28579"/>
                </a:lnTo>
                <a:lnTo>
                  <a:pt x="685800" y="0"/>
                </a:lnTo>
                <a:lnTo>
                  <a:pt x="1028700" y="303"/>
                </a:lnTo>
                <a:lnTo>
                  <a:pt x="1371600" y="303"/>
                </a:lnTo>
                <a:lnTo>
                  <a:pt x="1714500" y="83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95" name="era5_P_true_reference_60">
            <a:extLst xmlns:a="http://schemas.openxmlformats.org/drawingml/2006/main">
              <a:ext uri="{FF2B5EF4-FFF2-40B4-BE49-F238E27FC236}">
                <a16:creationId xmlns:a16="http://schemas.microsoft.com/office/drawing/2014/main" id="{0B6113A4-3089-457D-8E78-68E3123C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17411"/>
            <a:ext cx="1714500" cy="32730"/>
          </a:xfrm>
          <a:custGeom xmlns:a="http://schemas.openxmlformats.org/drawingml/2006/main">
            <a:pathLst>
              <a:path w="1714500" h="32730">
                <a:moveTo>
                  <a:pt x="0" y="16213"/>
                </a:moveTo>
                <a:lnTo>
                  <a:pt x="342900" y="32730"/>
                </a:lnTo>
                <a:lnTo>
                  <a:pt x="685800" y="16516"/>
                </a:lnTo>
                <a:lnTo>
                  <a:pt x="1028700" y="16819"/>
                </a:lnTo>
                <a:lnTo>
                  <a:pt x="1371600" y="16819"/>
                </a:ln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72B2"/>
            </a:solidFill>
            <a:prstDash val="dash"/>
          </a:ln>
        </p:spPr>
      </p:sp>
      <p:sp>
        <p:nvSpPr>
          <p:cNvPr id="96" name="era5_P_60_exact_anchor">
            <a:extLst xmlns:a="http://schemas.openxmlformats.org/drawingml/2006/main">
              <a:ext uri="{FF2B5EF4-FFF2-40B4-BE49-F238E27FC236}">
                <a16:creationId xmlns:a16="http://schemas.microsoft.com/office/drawing/2014/main" id="{A4537DA6-8686-49B9-8602-063C34A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215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97" name="line_096">
            <a:extLst xmlns:a="http://schemas.openxmlformats.org/drawingml/2006/main">
              <a:ext uri="{FF2B5EF4-FFF2-40B4-BE49-F238E27FC236}">
                <a16:creationId xmlns:a16="http://schemas.microsoft.com/office/drawing/2014/main" id="{693E1D1F-3580-4081-A185-9DC9DD50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71725"/>
            <a:ext cx="1943100" cy="468532"/>
          </a:xfrm>
          <a:custGeom xmlns:a="http://schemas.openxmlformats.org/drawingml/2006/main">
            <a:pathLst>
              <a:path w="1943100" h="468532">
                <a:moveTo>
                  <a:pt x="0" y="468532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98" name="text_097">
            <a:extLst xmlns:a="http://schemas.openxmlformats.org/drawingml/2006/main">
              <a:ext uri="{FF2B5EF4-FFF2-40B4-BE49-F238E27FC236}">
                <a16:creationId xmlns:a16="http://schemas.microsoft.com/office/drawing/2014/main" id="{CFB90296-BB67-4E5E-B574-247EC7DE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764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9" name="path_098">
            <a:extLst xmlns:a="http://schemas.openxmlformats.org/drawingml/2006/main">
              <a:ext uri="{FF2B5EF4-FFF2-40B4-BE49-F238E27FC236}">
                <a16:creationId xmlns:a16="http://schemas.microsoft.com/office/drawing/2014/main" id="{799C5049-CF7E-4EDE-80C3-233D085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75186"/>
            <a:ext cx="3429000" cy="470159"/>
          </a:xfrm>
          <a:custGeom xmlns:a="http://schemas.openxmlformats.org/drawingml/2006/main">
            <a:pathLst>
              <a:path w="3429000" h="470159">
                <a:moveTo>
                  <a:pt x="0" y="470159"/>
                </a:moveTo>
                <a:lnTo>
                  <a:pt x="342900" y="405306"/>
                </a:lnTo>
                <a:lnTo>
                  <a:pt x="685800" y="327515"/>
                </a:lnTo>
                <a:lnTo>
                  <a:pt x="1028700" y="324542"/>
                </a:lnTo>
                <a:lnTo>
                  <a:pt x="1371600" y="284901"/>
                </a:lnTo>
                <a:lnTo>
                  <a:pt x="1714500" y="185854"/>
                </a:lnTo>
                <a:lnTo>
                  <a:pt x="2057400" y="150225"/>
                </a:lnTo>
                <a:lnTo>
                  <a:pt x="2400300" y="32124"/>
                </a:lnTo>
                <a:lnTo>
                  <a:pt x="2743200" y="0"/>
                </a:lnTo>
                <a:lnTo>
                  <a:pt x="3086100" y="3303"/>
                </a:lnTo>
                <a:lnTo>
                  <a:pt x="3429000" y="2034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0" name="era5_P_track_38_trace">
            <a:extLst xmlns:a="http://schemas.openxmlformats.org/drawingml/2006/main">
              <a:ext uri="{FF2B5EF4-FFF2-40B4-BE49-F238E27FC236}">
                <a16:creationId xmlns:a16="http://schemas.microsoft.com/office/drawing/2014/main" id="{74F9755F-553F-4685-9F92-9A67060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75186"/>
            <a:ext cx="3429000" cy="470159"/>
          </a:xfrm>
          <a:custGeom xmlns:a="http://schemas.openxmlformats.org/drawingml/2006/main">
            <a:pathLst>
              <a:path w="3429000" h="470159">
                <a:moveTo>
                  <a:pt x="0" y="470159"/>
                </a:moveTo>
                <a:lnTo>
                  <a:pt x="342900" y="405306"/>
                </a:lnTo>
                <a:lnTo>
                  <a:pt x="685800" y="327515"/>
                </a:lnTo>
                <a:lnTo>
                  <a:pt x="1028700" y="324542"/>
                </a:lnTo>
                <a:lnTo>
                  <a:pt x="1371600" y="284901"/>
                </a:lnTo>
                <a:lnTo>
                  <a:pt x="1714500" y="185854"/>
                </a:lnTo>
                <a:lnTo>
                  <a:pt x="2057400" y="150225"/>
                </a:lnTo>
                <a:lnTo>
                  <a:pt x="2400300" y="32124"/>
                </a:lnTo>
                <a:lnTo>
                  <a:pt x="2743200" y="0"/>
                </a:lnTo>
                <a:lnTo>
                  <a:pt x="3086100" y="3303"/>
                </a:lnTo>
                <a:lnTo>
                  <a:pt x="3429000" y="2034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01" name="era5_P_true_reference_38">
            <a:extLst xmlns:a="http://schemas.openxmlformats.org/drawingml/2006/main">
              <a:ext uri="{FF2B5EF4-FFF2-40B4-BE49-F238E27FC236}">
                <a16:creationId xmlns:a16="http://schemas.microsoft.com/office/drawing/2014/main" id="{D1063734-2DE1-4EA2-A1A4-3985C8B6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8579"/>
            <a:ext cx="3429000" cy="483372"/>
          </a:xfrm>
          <a:custGeom xmlns:a="http://schemas.openxmlformats.org/drawingml/2006/main">
            <a:pathLst>
              <a:path w="3429000" h="483372">
                <a:moveTo>
                  <a:pt x="0" y="483372"/>
                </a:moveTo>
                <a:lnTo>
                  <a:pt x="342900" y="418519"/>
                </a:lnTo>
                <a:lnTo>
                  <a:pt x="685800" y="370182"/>
                </a:lnTo>
                <a:lnTo>
                  <a:pt x="1028700" y="337755"/>
                </a:lnTo>
                <a:lnTo>
                  <a:pt x="1371600" y="273204"/>
                </a:lnTo>
                <a:lnTo>
                  <a:pt x="1714500" y="128798"/>
                </a:lnTo>
                <a:lnTo>
                  <a:pt x="2057400" y="80461"/>
                </a:lnTo>
                <a:lnTo>
                  <a:pt x="2400300" y="32124"/>
                </a:lnTo>
                <a:lnTo>
                  <a:pt x="2743200" y="0"/>
                </a:lnTo>
                <a:lnTo>
                  <a:pt x="3086100" y="16516"/>
                </a:lnTo>
                <a:lnTo>
                  <a:pt x="3429000" y="1621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5E00"/>
            </a:solidFill>
            <a:prstDash val="dash"/>
          </a:ln>
        </p:spPr>
      </p:sp>
      <p:sp>
        <p:nvSpPr>
          <p:cNvPr id="102" name="era5_P_38_exact_anchor">
            <a:extLst xmlns:a="http://schemas.openxmlformats.org/drawingml/2006/main">
              <a:ext uri="{FF2B5EF4-FFF2-40B4-BE49-F238E27FC236}">
                <a16:creationId xmlns:a16="http://schemas.microsoft.com/office/drawing/2014/main" id="{DEA70B06-4E56-4D6B-83F9-2B28B10C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2294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03" name="line_102">
            <a:extLst xmlns:a="http://schemas.openxmlformats.org/drawingml/2006/main">
              <a:ext uri="{FF2B5EF4-FFF2-40B4-BE49-F238E27FC236}">
                <a16:creationId xmlns:a16="http://schemas.microsoft.com/office/drawing/2014/main" id="{9CD37D40-5F54-4E12-ACFD-7EEC5C7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61040"/>
            <a:ext cx="1943100" cy="69435"/>
          </a:xfrm>
          <a:custGeom xmlns:a="http://schemas.openxmlformats.org/drawingml/2006/main">
            <a:pathLst>
              <a:path w="1943100" h="69435">
                <a:moveTo>
                  <a:pt x="0" y="0"/>
                </a:moveTo>
                <a:lnTo>
                  <a:pt x="1943100" y="694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104" name="text_103">
            <a:extLst xmlns:a="http://schemas.openxmlformats.org/drawingml/2006/main">
              <a:ext uri="{FF2B5EF4-FFF2-40B4-BE49-F238E27FC236}">
                <a16:creationId xmlns:a16="http://schemas.microsoft.com/office/drawing/2014/main" id="{F16E87A1-B8AF-4FA6-8A6B-EB0BEF9C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4352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5" name="path_104">
            <a:extLst xmlns:a="http://schemas.openxmlformats.org/drawingml/2006/main">
              <a:ext uri="{FF2B5EF4-FFF2-40B4-BE49-F238E27FC236}">
                <a16:creationId xmlns:a16="http://schemas.microsoft.com/office/drawing/2014/main" id="{713D3CBB-5B8B-45D4-B231-4CB634F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4927"/>
            <a:ext cx="685800" cy="120224"/>
          </a:xfrm>
          <a:custGeom xmlns:a="http://schemas.openxmlformats.org/drawingml/2006/main">
            <a:pathLst>
              <a:path w="685800" h="120224">
                <a:moveTo>
                  <a:pt x="0" y="120224"/>
                </a:moveTo>
                <a:lnTo>
                  <a:pt x="342900" y="35505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6" name="era5_P_track_56_trace">
            <a:extLst xmlns:a="http://schemas.openxmlformats.org/drawingml/2006/main">
              <a:ext uri="{FF2B5EF4-FFF2-40B4-BE49-F238E27FC236}">
                <a16:creationId xmlns:a16="http://schemas.microsoft.com/office/drawing/2014/main" id="{02F6DFC5-347C-40A7-90BD-830081A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14927"/>
            <a:ext cx="685800" cy="120224"/>
          </a:xfrm>
          <a:custGeom xmlns:a="http://schemas.openxmlformats.org/drawingml/2006/main">
            <a:pathLst>
              <a:path w="685800" h="120224">
                <a:moveTo>
                  <a:pt x="0" y="120224"/>
                </a:moveTo>
                <a:lnTo>
                  <a:pt x="342900" y="35505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07" name="era5_P_true_reference_56">
            <a:extLst xmlns:a="http://schemas.openxmlformats.org/drawingml/2006/main">
              <a:ext uri="{FF2B5EF4-FFF2-40B4-BE49-F238E27FC236}">
                <a16:creationId xmlns:a16="http://schemas.microsoft.com/office/drawing/2014/main" id="{A084C094-2AEE-42BF-A0FF-CF3E86E7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04510"/>
            <a:ext cx="685800" cy="48943"/>
          </a:xfrm>
          <a:custGeom xmlns:a="http://schemas.openxmlformats.org/drawingml/2006/main">
            <a:pathLst>
              <a:path w="685800" h="48943">
                <a:moveTo>
                  <a:pt x="0" y="48943"/>
                </a:moveTo>
                <a:lnTo>
                  <a:pt x="342900" y="16213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9E73"/>
            </a:solidFill>
            <a:prstDash val="dash"/>
          </a:ln>
        </p:spPr>
      </p:sp>
      <p:sp>
        <p:nvSpPr>
          <p:cNvPr id="108" name="era5_P_56_exact_anchor">
            <a:extLst xmlns:a="http://schemas.openxmlformats.org/drawingml/2006/main">
              <a:ext uri="{FF2B5EF4-FFF2-40B4-BE49-F238E27FC236}">
                <a16:creationId xmlns:a16="http://schemas.microsoft.com/office/drawing/2014/main" id="{308825ED-60B4-49BD-A758-662EBBB8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23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09" name="line_108">
            <a:extLst xmlns:a="http://schemas.openxmlformats.org/drawingml/2006/main">
              <a:ext uri="{FF2B5EF4-FFF2-40B4-BE49-F238E27FC236}">
                <a16:creationId xmlns:a16="http://schemas.microsoft.com/office/drawing/2014/main" id="{593A8136-BE9A-4A47-8C47-3B6DCB76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50432"/>
            <a:ext cx="1943100" cy="238793"/>
          </a:xfrm>
          <a:custGeom xmlns:a="http://schemas.openxmlformats.org/drawingml/2006/main">
            <a:pathLst>
              <a:path w="1943100" h="238793">
                <a:moveTo>
                  <a:pt x="0" y="0"/>
                </a:moveTo>
                <a:lnTo>
                  <a:pt x="1943100" y="23879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110" name="text_109">
            <a:extLst xmlns:a="http://schemas.openxmlformats.org/drawingml/2006/main">
              <a:ext uri="{FF2B5EF4-FFF2-40B4-BE49-F238E27FC236}">
                <a16:creationId xmlns:a16="http://schemas.microsoft.com/office/drawing/2014/main" id="{6521B183-CCAB-4967-824D-E181D27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5939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1" name="rect_110">
            <a:extLst xmlns:a="http://schemas.openxmlformats.org/drawingml/2006/main">
              <a:ext uri="{FF2B5EF4-FFF2-40B4-BE49-F238E27FC236}">
                <a16:creationId xmlns:a16="http://schemas.microsoft.com/office/drawing/2014/main" id="{9B7948A2-6305-4CDC-A1EA-1742EF4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2228850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12" name="text_111">
            <a:extLst xmlns:a="http://schemas.openxmlformats.org/drawingml/2006/main">
              <a:ext uri="{FF2B5EF4-FFF2-40B4-BE49-F238E27FC236}">
                <a16:creationId xmlns:a16="http://schemas.microsoft.com/office/drawing/2014/main" id="{D7FA4779-B118-4AE7-B756-6B8746E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162300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sp>
        <p:nvSpPr>
          <p:cNvPr id="113" name="text_112">
            <a:extLst xmlns:a="http://schemas.openxmlformats.org/drawingml/2006/main">
              <a:ext uri="{FF2B5EF4-FFF2-40B4-BE49-F238E27FC236}">
                <a16:creationId xmlns:a16="http://schemas.microsoft.com/office/drawing/2014/main" id="{3D40856B-BD2F-4716-AA50-E20A4DB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457575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fixed q axis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6AAA571-3B20-4F45-8A8F-8E766A211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93235cf594b21"/>
          <a:stretch xmlns:a="http://schemas.openxmlformats.org/drawingml/2006/main"/>
        </p:blipFill>
        <p:spPr>
          <a:xfrm xmlns:a="http://schemas.openxmlformats.org/drawingml/2006/main">
            <a:off x="1457325" y="3114675"/>
            <a:ext cx="5886450" cy="666750"/>
          </a:xfrm>
          <a:prstGeom xmlns:a="http://schemas.openxmlformats.org/drawingml/2006/main" prst="rect">
            <a:avLst/>
          </a:prstGeom>
        </p:spPr>
      </p:pic>
      <p:sp>
        <p:nvSpPr>
          <p:cNvPr id="115" name="line_114">
            <a:extLst xmlns:a="http://schemas.openxmlformats.org/drawingml/2006/main">
              <a:ext uri="{FF2B5EF4-FFF2-40B4-BE49-F238E27FC236}">
                <a16:creationId xmlns:a16="http://schemas.microsoft.com/office/drawing/2014/main" id="{A8612EC1-3359-48A1-B482-65CAC24F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756" y="311467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116" name="rect_115">
            <a:extLst xmlns:a="http://schemas.openxmlformats.org/drawingml/2006/main">
              <a:ext uri="{FF2B5EF4-FFF2-40B4-BE49-F238E27FC236}">
                <a16:creationId xmlns:a16="http://schemas.microsoft.com/office/drawing/2014/main" id="{B950CA28-5D23-4247-82ED-96C9CCDD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14675"/>
            <a:ext cx="588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17" name="text_116">
            <a:extLst xmlns:a="http://schemas.openxmlformats.org/drawingml/2006/main">
              <a:ext uri="{FF2B5EF4-FFF2-40B4-BE49-F238E27FC236}">
                <a16:creationId xmlns:a16="http://schemas.microsoft.com/office/drawing/2014/main" id="{273EB809-79F8-4333-BC9F-203B640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861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8" name="text_117">
            <a:extLst xmlns:a="http://schemas.openxmlformats.org/drawingml/2006/main">
              <a:ext uri="{FF2B5EF4-FFF2-40B4-BE49-F238E27FC236}">
                <a16:creationId xmlns:a16="http://schemas.microsoft.com/office/drawing/2014/main" id="{278E86A8-6FBA-44BF-B740-FD0ADE95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194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" name="text_118">
            <a:extLst xmlns:a="http://schemas.openxmlformats.org/drawingml/2006/main">
              <a:ext uri="{FF2B5EF4-FFF2-40B4-BE49-F238E27FC236}">
                <a16:creationId xmlns:a16="http://schemas.microsoft.com/office/drawing/2014/main" id="{102AFF4B-5CEE-4ACA-9B5E-BE39F37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768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0" name="text_119">
            <a:extLst xmlns:a="http://schemas.openxmlformats.org/drawingml/2006/main">
              <a:ext uri="{FF2B5EF4-FFF2-40B4-BE49-F238E27FC236}">
                <a16:creationId xmlns:a16="http://schemas.microsoft.com/office/drawing/2014/main" id="{2C70B72F-FF6D-4A6B-89E1-8F5685C2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332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121" name="era5_R_60_exact_anchor">
            <a:extLst xmlns:a="http://schemas.openxmlformats.org/drawingml/2006/main">
              <a:ext uri="{FF2B5EF4-FFF2-40B4-BE49-F238E27FC236}">
                <a16:creationId xmlns:a16="http://schemas.microsoft.com/office/drawing/2014/main" id="{2AE92580-9542-42DF-A637-415A9F4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22" name="era5_R_38_exact_anchor">
            <a:extLst xmlns:a="http://schemas.openxmlformats.org/drawingml/2006/main">
              <a:ext uri="{FF2B5EF4-FFF2-40B4-BE49-F238E27FC236}">
                <a16:creationId xmlns:a16="http://schemas.microsoft.com/office/drawing/2014/main" id="{6D5DACCF-FB67-4614-831B-091B9EA0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323492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23" name="era5_R_56_exact_anchor">
            <a:extLst xmlns:a="http://schemas.openxmlformats.org/drawingml/2006/main">
              <a:ext uri="{FF2B5EF4-FFF2-40B4-BE49-F238E27FC236}">
                <a16:creationId xmlns:a16="http://schemas.microsoft.com/office/drawing/2014/main" id="{F9796F55-6389-4537-822B-BE70CFF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56" y="33382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8177D09-A241-434E-95D1-454E17EA0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e9d4a00714f9e"/>
          <a:stretch xmlns:a="http://schemas.openxmlformats.org/drawingml/2006/main"/>
        </p:blipFill>
        <p:spPr>
          <a:xfrm xmlns:a="http://schemas.openxmlformats.org/drawingml/2006/main">
            <a:off x="8439150" y="3114675"/>
            <a:ext cx="3771900" cy="666750"/>
          </a:xfrm>
          <a:prstGeom xmlns:a="http://schemas.openxmlformats.org/drawingml/2006/main" prst="rect">
            <a:avLst/>
          </a:prstGeom>
        </p:spPr>
      </p:pic>
      <p:sp>
        <p:nvSpPr>
          <p:cNvPr id="125" name="line_124">
            <a:extLst xmlns:a="http://schemas.openxmlformats.org/drawingml/2006/main">
              <a:ext uri="{FF2B5EF4-FFF2-40B4-BE49-F238E27FC236}">
                <a16:creationId xmlns:a16="http://schemas.microsoft.com/office/drawing/2014/main" id="{94DBDAB4-9E5F-40E2-9803-EE76AAF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14675"/>
            <a:ext cx="95" cy="666750"/>
          </a:xfrm>
          <a:custGeom xmlns:a="http://schemas.openxmlformats.org/drawingml/2006/main"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dash"/>
          </a:ln>
        </p:spPr>
      </p:sp>
      <p:sp>
        <p:nvSpPr>
          <p:cNvPr id="126" name="rect_125">
            <a:extLst xmlns:a="http://schemas.openxmlformats.org/drawingml/2006/main">
              <a:ext uri="{FF2B5EF4-FFF2-40B4-BE49-F238E27FC236}">
                <a16:creationId xmlns:a16="http://schemas.microsoft.com/office/drawing/2014/main" id="{8D285F1C-AE98-4F01-9AB7-6AF1E92E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14675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27" name="text_126">
            <a:extLst xmlns:a="http://schemas.openxmlformats.org/drawingml/2006/main">
              <a:ext uri="{FF2B5EF4-FFF2-40B4-BE49-F238E27FC236}">
                <a16:creationId xmlns:a16="http://schemas.microsoft.com/office/drawing/2014/main" id="{7C77614E-2C38-4C72-B1AE-3A9FD7F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0.13</a:t>
            </a:r>
          </a:p>
        </p:txBody>
      </p:sp>
      <p:sp>
        <p:nvSpPr>
          <p:cNvPr id="128" name="text_127">
            <a:extLst xmlns:a="http://schemas.openxmlformats.org/drawingml/2006/main">
              <a:ext uri="{FF2B5EF4-FFF2-40B4-BE49-F238E27FC236}">
                <a16:creationId xmlns:a16="http://schemas.microsoft.com/office/drawing/2014/main" id="{98B0DF18-EF45-48DE-A995-9F7317B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19425"/>
            <a:ext cx="314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0.97</a:t>
            </a:r>
          </a:p>
        </p:txBody>
      </p:sp>
      <p:sp>
        <p:nvSpPr>
          <p:cNvPr id="129" name="text_128">
            <a:extLst xmlns:a="http://schemas.openxmlformats.org/drawingml/2006/main">
              <a:ext uri="{FF2B5EF4-FFF2-40B4-BE49-F238E27FC236}">
                <a16:creationId xmlns:a16="http://schemas.microsoft.com/office/drawing/2014/main" id="{243C4C43-33A6-405A-86F9-CBBFBD3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30" name="text_129">
            <a:extLst xmlns:a="http://schemas.openxmlformats.org/drawingml/2006/main">
              <a:ext uri="{FF2B5EF4-FFF2-40B4-BE49-F238E27FC236}">
                <a16:creationId xmlns:a16="http://schemas.microsoft.com/office/drawing/2014/main" id="{D4AE0D22-0EE1-4CBF-B69A-B7DD535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3810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31" name="path_130">
            <a:extLst xmlns:a="http://schemas.openxmlformats.org/drawingml/2006/main">
              <a:ext uri="{FF2B5EF4-FFF2-40B4-BE49-F238E27FC236}">
                <a16:creationId xmlns:a16="http://schemas.microsoft.com/office/drawing/2014/main" id="{E98F9CA8-7625-40EE-AB10-DC25641E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12278"/>
            <a:ext cx="1714500" cy="29384"/>
          </a:xfrm>
          <a:custGeom xmlns:a="http://schemas.openxmlformats.org/drawingml/2006/main">
            <a:pathLst>
              <a:path w="1714500" h="29384">
                <a:moveTo>
                  <a:pt x="0" y="12891"/>
                </a:moveTo>
                <a:lnTo>
                  <a:pt x="342900" y="29384"/>
                </a:lnTo>
                <a:lnTo>
                  <a:pt x="685800" y="0"/>
                </a:lnTo>
                <a:lnTo>
                  <a:pt x="1028700" y="302"/>
                </a:lnTo>
                <a:lnTo>
                  <a:pt x="1371600" y="302"/>
                </a:lnTo>
                <a:lnTo>
                  <a:pt x="1714500" y="82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2" name="era5_R_track_60_trace">
            <a:extLst xmlns:a="http://schemas.openxmlformats.org/drawingml/2006/main">
              <a:ext uri="{FF2B5EF4-FFF2-40B4-BE49-F238E27FC236}">
                <a16:creationId xmlns:a16="http://schemas.microsoft.com/office/drawing/2014/main" id="{ED22C1F1-90D1-4213-B938-9B2F0DAB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12278"/>
            <a:ext cx="1714500" cy="29384"/>
          </a:xfrm>
          <a:custGeom xmlns:a="http://schemas.openxmlformats.org/drawingml/2006/main">
            <a:pathLst>
              <a:path w="1714500" h="29384">
                <a:moveTo>
                  <a:pt x="0" y="12891"/>
                </a:moveTo>
                <a:lnTo>
                  <a:pt x="342900" y="29384"/>
                </a:lnTo>
                <a:lnTo>
                  <a:pt x="685800" y="0"/>
                </a:lnTo>
                <a:lnTo>
                  <a:pt x="1028700" y="302"/>
                </a:lnTo>
                <a:lnTo>
                  <a:pt x="1371600" y="302"/>
                </a:lnTo>
                <a:lnTo>
                  <a:pt x="1714500" y="829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33" name="era5_R_true_reference_60">
            <a:extLst xmlns:a="http://schemas.openxmlformats.org/drawingml/2006/main">
              <a:ext uri="{FF2B5EF4-FFF2-40B4-BE49-F238E27FC236}">
                <a16:creationId xmlns:a16="http://schemas.microsoft.com/office/drawing/2014/main" id="{CC735B66-B9F0-47F4-B602-3508ACB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02383"/>
            <a:ext cx="1714500" cy="32682"/>
          </a:xfrm>
          <a:custGeom xmlns:a="http://schemas.openxmlformats.org/drawingml/2006/main">
            <a:pathLst>
              <a:path w="1714500" h="32682">
                <a:moveTo>
                  <a:pt x="0" y="16190"/>
                </a:moveTo>
                <a:lnTo>
                  <a:pt x="342900" y="32682"/>
                </a:lnTo>
                <a:lnTo>
                  <a:pt x="685800" y="16492"/>
                </a:lnTo>
                <a:lnTo>
                  <a:pt x="1028700" y="16795"/>
                </a:lnTo>
                <a:lnTo>
                  <a:pt x="1371600" y="16795"/>
                </a:ln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72B2"/>
            </a:solidFill>
            <a:prstDash val="dash"/>
          </a:ln>
        </p:spPr>
      </p:sp>
      <p:sp>
        <p:nvSpPr>
          <p:cNvPr id="134" name="era5_R_60_exact_anchor">
            <a:extLst xmlns:a="http://schemas.openxmlformats.org/drawingml/2006/main">
              <a:ext uri="{FF2B5EF4-FFF2-40B4-BE49-F238E27FC236}">
                <a16:creationId xmlns:a16="http://schemas.microsoft.com/office/drawing/2014/main" id="{83F70843-47AE-4989-8B1F-DFB7F20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870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35" name="line_134">
            <a:extLst xmlns:a="http://schemas.openxmlformats.org/drawingml/2006/main">
              <a:ext uri="{FF2B5EF4-FFF2-40B4-BE49-F238E27FC236}">
                <a16:creationId xmlns:a16="http://schemas.microsoft.com/office/drawing/2014/main" id="{195186CB-272A-4798-9ACA-9FF274C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57550"/>
            <a:ext cx="1943100" cy="467620"/>
          </a:xfrm>
          <a:custGeom xmlns:a="http://schemas.openxmlformats.org/drawingml/2006/main">
            <a:pathLst>
              <a:path w="1943100" h="467620">
                <a:moveTo>
                  <a:pt x="0" y="467620"/>
                </a:moveTo>
                <a:lnTo>
                  <a:pt x="1943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72B2"/>
            </a:solidFill>
            <a:prstDash val="solid"/>
          </a:ln>
        </p:spPr>
      </p:sp>
      <p:sp>
        <p:nvSpPr>
          <p:cNvPr id="136" name="text_135">
            <a:extLst xmlns:a="http://schemas.openxmlformats.org/drawingml/2006/main">
              <a:ext uri="{FF2B5EF4-FFF2-40B4-BE49-F238E27FC236}">
                <a16:creationId xmlns:a16="http://schemas.microsoft.com/office/drawing/2014/main" id="{AC8C6F5F-25D1-4998-82FB-92DA03D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162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7" name="path_136">
            <a:extLst xmlns:a="http://schemas.openxmlformats.org/drawingml/2006/main">
              <a:ext uri="{FF2B5EF4-FFF2-40B4-BE49-F238E27FC236}">
                <a16:creationId xmlns:a16="http://schemas.microsoft.com/office/drawing/2014/main" id="{7874CC42-AF0C-423C-AD80-CD6A6684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0944"/>
            <a:ext cx="3429000" cy="469478"/>
          </a:xfrm>
          <a:custGeom xmlns:a="http://schemas.openxmlformats.org/drawingml/2006/main">
            <a:pathLst>
              <a:path w="3429000" h="469478">
                <a:moveTo>
                  <a:pt x="0" y="469478"/>
                </a:moveTo>
                <a:lnTo>
                  <a:pt x="342900" y="404718"/>
                </a:lnTo>
                <a:lnTo>
                  <a:pt x="685800" y="327040"/>
                </a:lnTo>
                <a:lnTo>
                  <a:pt x="1028700" y="324071"/>
                </a:lnTo>
                <a:lnTo>
                  <a:pt x="1371600" y="284488"/>
                </a:lnTo>
                <a:lnTo>
                  <a:pt x="1714500" y="118924"/>
                </a:lnTo>
                <a:lnTo>
                  <a:pt x="2057400" y="67151"/>
                </a:lnTo>
                <a:lnTo>
                  <a:pt x="2400300" y="27015"/>
                </a:lnTo>
                <a:lnTo>
                  <a:pt x="2743200" y="0"/>
                </a:lnTo>
                <a:lnTo>
                  <a:pt x="3086100" y="3298"/>
                </a:lnTo>
                <a:lnTo>
                  <a:pt x="3429000" y="2031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8" name="era5_R_track_38_trace">
            <a:extLst xmlns:a="http://schemas.openxmlformats.org/drawingml/2006/main">
              <a:ext uri="{FF2B5EF4-FFF2-40B4-BE49-F238E27FC236}">
                <a16:creationId xmlns:a16="http://schemas.microsoft.com/office/drawing/2014/main" id="{04224464-9944-4C1C-A17E-7AC45DC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0944"/>
            <a:ext cx="3429000" cy="469478"/>
          </a:xfrm>
          <a:custGeom xmlns:a="http://schemas.openxmlformats.org/drawingml/2006/main">
            <a:pathLst>
              <a:path w="3429000" h="469478">
                <a:moveTo>
                  <a:pt x="0" y="469478"/>
                </a:moveTo>
                <a:lnTo>
                  <a:pt x="342900" y="404718"/>
                </a:lnTo>
                <a:lnTo>
                  <a:pt x="685800" y="327040"/>
                </a:lnTo>
                <a:lnTo>
                  <a:pt x="1028700" y="324071"/>
                </a:lnTo>
                <a:lnTo>
                  <a:pt x="1371600" y="284488"/>
                </a:lnTo>
                <a:lnTo>
                  <a:pt x="1714500" y="118924"/>
                </a:lnTo>
                <a:lnTo>
                  <a:pt x="2057400" y="67151"/>
                </a:lnTo>
                <a:lnTo>
                  <a:pt x="2400300" y="27015"/>
                </a:lnTo>
                <a:lnTo>
                  <a:pt x="2743200" y="0"/>
                </a:lnTo>
                <a:lnTo>
                  <a:pt x="3086100" y="3298"/>
                </a:lnTo>
                <a:lnTo>
                  <a:pt x="3429000" y="20317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39" name="era5_R_true_reference_38">
            <a:extLst xmlns:a="http://schemas.openxmlformats.org/drawingml/2006/main">
              <a:ext uri="{FF2B5EF4-FFF2-40B4-BE49-F238E27FC236}">
                <a16:creationId xmlns:a16="http://schemas.microsoft.com/office/drawing/2014/main" id="{AF745E5A-7BC9-4A67-9A1D-2D1ACA4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54347"/>
            <a:ext cx="3429000" cy="482672"/>
          </a:xfrm>
          <a:custGeom xmlns:a="http://schemas.openxmlformats.org/drawingml/2006/main">
            <a:pathLst>
              <a:path w="3429000" h="482672">
                <a:moveTo>
                  <a:pt x="0" y="482672"/>
                </a:moveTo>
                <a:lnTo>
                  <a:pt x="342900" y="417912"/>
                </a:lnTo>
                <a:lnTo>
                  <a:pt x="685800" y="369645"/>
                </a:lnTo>
                <a:lnTo>
                  <a:pt x="1028700" y="337265"/>
                </a:lnTo>
                <a:lnTo>
                  <a:pt x="1371600" y="272808"/>
                </a:lnTo>
                <a:lnTo>
                  <a:pt x="1714500" y="128612"/>
                </a:lnTo>
                <a:lnTo>
                  <a:pt x="2057400" y="80344"/>
                </a:lnTo>
                <a:lnTo>
                  <a:pt x="2400300" y="32077"/>
                </a:lnTo>
                <a:lnTo>
                  <a:pt x="2743200" y="0"/>
                </a:lnTo>
                <a:lnTo>
                  <a:pt x="3086100" y="16492"/>
                </a:lnTo>
                <a:lnTo>
                  <a:pt x="3429000" y="1619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5E00"/>
            </a:solidFill>
            <a:prstDash val="dash"/>
          </a:ln>
        </p:spPr>
      </p:sp>
      <p:sp>
        <p:nvSpPr>
          <p:cNvPr id="140" name="era5_R_38_exact_anchor">
            <a:extLst xmlns:a="http://schemas.openxmlformats.org/drawingml/2006/main">
              <a:ext uri="{FF2B5EF4-FFF2-40B4-BE49-F238E27FC236}">
                <a16:creationId xmlns:a16="http://schemas.microsoft.com/office/drawing/2014/main" id="{D5778588-F312-4836-BA53-955D0DEC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417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41" name="line_140">
            <a:extLst xmlns:a="http://schemas.openxmlformats.org/drawingml/2006/main">
              <a:ext uri="{FF2B5EF4-FFF2-40B4-BE49-F238E27FC236}">
                <a16:creationId xmlns:a16="http://schemas.microsoft.com/office/drawing/2014/main" id="{7F9F4E3C-81DF-44DF-858F-B05F79E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79868"/>
            <a:ext cx="1943100" cy="136432"/>
          </a:xfrm>
          <a:custGeom xmlns:a="http://schemas.openxmlformats.org/drawingml/2006/main">
            <a:pathLst>
              <a:path w="1943100" h="136432">
                <a:moveTo>
                  <a:pt x="0" y="0"/>
                </a:moveTo>
                <a:lnTo>
                  <a:pt x="1943100" y="13643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D55E00"/>
            </a:solidFill>
            <a:prstDash val="solid"/>
          </a:ln>
        </p:spPr>
      </p:sp>
      <p:sp>
        <p:nvSpPr>
          <p:cNvPr id="142" name="text_141">
            <a:extLst xmlns:a="http://schemas.openxmlformats.org/drawingml/2006/main">
              <a:ext uri="{FF2B5EF4-FFF2-40B4-BE49-F238E27FC236}">
                <a16:creationId xmlns:a16="http://schemas.microsoft.com/office/drawing/2014/main" id="{2393AD78-6E16-4158-9E52-71852BA9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321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3" name="path_142">
            <a:extLst xmlns:a="http://schemas.openxmlformats.org/drawingml/2006/main">
              <a:ext uri="{FF2B5EF4-FFF2-40B4-BE49-F238E27FC236}">
                <a16:creationId xmlns:a16="http://schemas.microsoft.com/office/drawing/2014/main" id="{4D167911-2957-41E3-8F88-F1D4812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94961"/>
            <a:ext cx="685800" cy="25571"/>
          </a:xfrm>
          <a:custGeom xmlns:a="http://schemas.openxmlformats.org/drawingml/2006/main">
            <a:pathLst>
              <a:path w="685800" h="25571">
                <a:moveTo>
                  <a:pt x="0" y="25571"/>
                </a:moveTo>
                <a:lnTo>
                  <a:pt x="342900" y="7631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4" name="era5_R_track_56_trace">
            <a:extLst xmlns:a="http://schemas.openxmlformats.org/drawingml/2006/main">
              <a:ext uri="{FF2B5EF4-FFF2-40B4-BE49-F238E27FC236}">
                <a16:creationId xmlns:a16="http://schemas.microsoft.com/office/drawing/2014/main" id="{869EC017-B75F-4134-A189-F6393C3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94961"/>
            <a:ext cx="685800" cy="25571"/>
          </a:xfrm>
          <a:custGeom xmlns:a="http://schemas.openxmlformats.org/drawingml/2006/main">
            <a:pathLst>
              <a:path w="685800" h="25571">
                <a:moveTo>
                  <a:pt x="0" y="25571"/>
                </a:moveTo>
                <a:lnTo>
                  <a:pt x="342900" y="7631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45" name="era5_R_true_reference_56">
            <a:extLst xmlns:a="http://schemas.openxmlformats.org/drawingml/2006/main">
              <a:ext uri="{FF2B5EF4-FFF2-40B4-BE49-F238E27FC236}">
                <a16:creationId xmlns:a16="http://schemas.microsoft.com/office/drawing/2014/main" id="{34515A8E-D5E5-47D0-95A8-96E8047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89936"/>
            <a:ext cx="685800" cy="48872"/>
          </a:xfrm>
          <a:custGeom xmlns:a="http://schemas.openxmlformats.org/drawingml/2006/main">
            <a:pathLst>
              <a:path w="685800" h="48872">
                <a:moveTo>
                  <a:pt x="0" y="48872"/>
                </a:moveTo>
                <a:lnTo>
                  <a:pt x="342900" y="1619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9E73"/>
            </a:solidFill>
            <a:prstDash val="dash"/>
          </a:ln>
        </p:spPr>
      </p:sp>
      <p:sp>
        <p:nvSpPr>
          <p:cNvPr id="146" name="era5_R_56_exact_anchor">
            <a:extLst xmlns:a="http://schemas.openxmlformats.org/drawingml/2006/main">
              <a:ext uri="{FF2B5EF4-FFF2-40B4-BE49-F238E27FC236}">
                <a16:creationId xmlns:a16="http://schemas.microsoft.com/office/drawing/2014/main" id="{E91E0149-CF36-4B3E-9F3C-A0554861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644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47" name="line_146">
            <a:extLst xmlns:a="http://schemas.openxmlformats.org/drawingml/2006/main">
              <a:ext uri="{FF2B5EF4-FFF2-40B4-BE49-F238E27FC236}">
                <a16:creationId xmlns:a16="http://schemas.microsoft.com/office/drawing/2014/main" id="{D8B004D7-C472-42CF-ABF7-FD16884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02592"/>
            <a:ext cx="1943100" cy="172458"/>
          </a:xfrm>
          <a:custGeom xmlns:a="http://schemas.openxmlformats.org/drawingml/2006/main">
            <a:pathLst>
              <a:path w="1943100" h="172458">
                <a:moveTo>
                  <a:pt x="0" y="0"/>
                </a:moveTo>
                <a:lnTo>
                  <a:pt x="1943100" y="17245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9E73"/>
            </a:solidFill>
            <a:prstDash val="solid"/>
          </a:ln>
        </p:spPr>
      </p:sp>
      <p:sp>
        <p:nvSpPr>
          <p:cNvPr id="148" name="text_147">
            <a:extLst xmlns:a="http://schemas.openxmlformats.org/drawingml/2006/main">
              <a:ext uri="{FF2B5EF4-FFF2-40B4-BE49-F238E27FC236}">
                <a16:creationId xmlns:a16="http://schemas.microsoft.com/office/drawing/2014/main" id="{ECE85A47-AADE-42E6-BF78-C62E964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79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9" name="rect_148">
            <a:extLst xmlns:a="http://schemas.openxmlformats.org/drawingml/2006/main">
              <a:ext uri="{FF2B5EF4-FFF2-40B4-BE49-F238E27FC236}">
                <a16:creationId xmlns:a16="http://schemas.microsoft.com/office/drawing/2014/main" id="{E5ACE26D-CAA9-4E26-A0C5-756070AE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87" y="3114675"/>
            <a:ext cx="548737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43572B-9BF7-4A4E-9709-91F42E9C9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45bcf1ef4eb7"/>
          <a:stretch xmlns:a="http://schemas.openxmlformats.org/drawingml/2006/main"/>
        </p:blipFill>
        <p:spPr>
          <a:xfrm xmlns:a="http://schemas.openxmlformats.org/drawingml/2006/main">
            <a:off x="742950" y="4371975"/>
            <a:ext cx="1162050" cy="1123950"/>
          </a:xfrm>
          <a:prstGeom xmlns:a="http://schemas.openxmlformats.org/drawingml/2006/main" prst="rect">
            <a:avLst/>
          </a:prstGeom>
        </p:spPr>
      </p:pic>
      <p:sp>
        <p:nvSpPr>
          <p:cNvPr id="151" name="line_150">
            <a:extLst xmlns:a="http://schemas.openxmlformats.org/drawingml/2006/main">
              <a:ext uri="{FF2B5EF4-FFF2-40B4-BE49-F238E27FC236}">
                <a16:creationId xmlns:a16="http://schemas.microsoft.com/office/drawing/2014/main" id="{AE5CD854-9614-42F4-96B9-AE5B5A6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83" y="5316093"/>
            <a:ext cx="224748" cy="4348"/>
          </a:xfrm>
          <a:custGeom xmlns:a="http://schemas.openxmlformats.org/drawingml/2006/main">
            <a:pathLst>
              <a:path w="224748" h="4348">
                <a:moveTo>
                  <a:pt x="0" y="0"/>
                </a:moveTo>
                <a:lnTo>
                  <a:pt x="224748" y="43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152" name="line_151">
            <a:extLst xmlns:a="http://schemas.openxmlformats.org/drawingml/2006/main">
              <a:ext uri="{FF2B5EF4-FFF2-40B4-BE49-F238E27FC236}">
                <a16:creationId xmlns:a16="http://schemas.microsoft.com/office/drawing/2014/main" id="{2683ECBC-921B-4B5C-ACD5-C55E95E5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44" y="5290766"/>
            <a:ext cx="56587" cy="29675"/>
          </a:xfrm>
          <a:custGeom xmlns:a="http://schemas.openxmlformats.org/drawingml/2006/main">
            <a:pathLst>
              <a:path w="56587" h="29675">
                <a:moveTo>
                  <a:pt x="0" y="0"/>
                </a:moveTo>
                <a:lnTo>
                  <a:pt x="56587" y="29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53" name="line_152">
            <a:extLst xmlns:a="http://schemas.openxmlformats.org/drawingml/2006/main">
              <a:ext uri="{FF2B5EF4-FFF2-40B4-BE49-F238E27FC236}">
                <a16:creationId xmlns:a16="http://schemas.microsoft.com/office/drawing/2014/main" id="{3F96F523-81A2-4AB8-9814-08EC9DCC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39" y="5320441"/>
            <a:ext cx="57692" cy="27464"/>
          </a:xfrm>
          <a:custGeom xmlns:a="http://schemas.openxmlformats.org/drawingml/2006/main">
            <a:pathLst>
              <a:path w="57692" h="27464">
                <a:moveTo>
                  <a:pt x="0" y="27464"/>
                </a:moveTo>
                <a:lnTo>
                  <a:pt x="57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54" name="text_153">
            <a:extLst xmlns:a="http://schemas.openxmlformats.org/drawingml/2006/main">
              <a:ext uri="{FF2B5EF4-FFF2-40B4-BE49-F238E27FC236}">
                <a16:creationId xmlns:a16="http://schemas.microsoft.com/office/drawing/2014/main" id="{7DC482D3-A491-43F3-A4A8-0BB21F10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06" y="5196616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55" name="era5_space_38_t47">
            <a:extLst xmlns:a="http://schemas.openxmlformats.org/drawingml/2006/main">
              <a:ext uri="{FF2B5EF4-FFF2-40B4-BE49-F238E27FC236}">
                <a16:creationId xmlns:a16="http://schemas.microsoft.com/office/drawing/2014/main" id="{708F8638-7F1F-40E4-BCFB-CF7E081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022" y="4571864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56" name="text_155">
            <a:extLst xmlns:a="http://schemas.openxmlformats.org/drawingml/2006/main">
              <a:ext uri="{FF2B5EF4-FFF2-40B4-BE49-F238E27FC236}">
                <a16:creationId xmlns:a16="http://schemas.microsoft.com/office/drawing/2014/main" id="{DEC3CCBB-9FE7-4A2B-8FC9-9089578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704" y="4393746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7" name="era5_space_56_t47">
            <a:extLst xmlns:a="http://schemas.openxmlformats.org/drawingml/2006/main">
              <a:ext uri="{FF2B5EF4-FFF2-40B4-BE49-F238E27FC236}">
                <a16:creationId xmlns:a16="http://schemas.microsoft.com/office/drawing/2014/main" id="{59EF1F25-A9A3-4CA8-801F-A5A93700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271" y="4915930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58" name="text_157">
            <a:extLst xmlns:a="http://schemas.openxmlformats.org/drawingml/2006/main">
              <a:ext uri="{FF2B5EF4-FFF2-40B4-BE49-F238E27FC236}">
                <a16:creationId xmlns:a16="http://schemas.microsoft.com/office/drawing/2014/main" id="{6003D836-DE5D-4CBE-B966-C341287F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53" y="4737813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9" name="text_158">
            <a:extLst xmlns:a="http://schemas.openxmlformats.org/drawingml/2006/main">
              <a:ext uri="{FF2B5EF4-FFF2-40B4-BE49-F238E27FC236}">
                <a16:creationId xmlns:a16="http://schemas.microsoft.com/office/drawing/2014/main" id="{F2B78CFA-1BD0-4EA9-A7C9-BB5C1E1F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338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(c) f47  1999-12-10 12:00</a:t>
            </a:r>
          </a:p>
        </p:txBody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E50BD43-ABF4-4C1E-B516-CCDA2ABBC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cc8f870e148e5"/>
          <a:stretch xmlns:a="http://schemas.openxmlformats.org/drawingml/2006/main"/>
        </p:blipFill>
        <p:spPr>
          <a:xfrm xmlns:a="http://schemas.openxmlformats.org/drawingml/2006/main">
            <a:off x="3267075" y="4371975"/>
            <a:ext cx="1162050" cy="1123950"/>
          </a:xfrm>
          <a:prstGeom xmlns:a="http://schemas.openxmlformats.org/drawingml/2006/main" prst="rect">
            <a:avLst/>
          </a:prstGeom>
        </p:spPr>
      </p:pic>
      <p:sp>
        <p:nvSpPr>
          <p:cNvPr id="161" name="line_160">
            <a:extLst xmlns:a="http://schemas.openxmlformats.org/drawingml/2006/main">
              <a:ext uri="{FF2B5EF4-FFF2-40B4-BE49-F238E27FC236}">
                <a16:creationId xmlns:a16="http://schemas.microsoft.com/office/drawing/2014/main" id="{EDDA4719-6822-4787-BEF5-E8D14903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08" y="5316093"/>
            <a:ext cx="224748" cy="4348"/>
          </a:xfrm>
          <a:custGeom xmlns:a="http://schemas.openxmlformats.org/drawingml/2006/main">
            <a:pathLst>
              <a:path w="224748" h="4348">
                <a:moveTo>
                  <a:pt x="0" y="0"/>
                </a:moveTo>
                <a:lnTo>
                  <a:pt x="224748" y="43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162" name="line_161">
            <a:extLst xmlns:a="http://schemas.openxmlformats.org/drawingml/2006/main">
              <a:ext uri="{FF2B5EF4-FFF2-40B4-BE49-F238E27FC236}">
                <a16:creationId xmlns:a16="http://schemas.microsoft.com/office/drawing/2014/main" id="{94E7CFFD-80EA-4DD4-8844-E7F364EE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569" y="5290766"/>
            <a:ext cx="56587" cy="29675"/>
          </a:xfrm>
          <a:custGeom xmlns:a="http://schemas.openxmlformats.org/drawingml/2006/main">
            <a:pathLst>
              <a:path w="56587" h="29675">
                <a:moveTo>
                  <a:pt x="0" y="0"/>
                </a:moveTo>
                <a:lnTo>
                  <a:pt x="56587" y="29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63" name="line_162">
            <a:extLst xmlns:a="http://schemas.openxmlformats.org/drawingml/2006/main">
              <a:ext uri="{FF2B5EF4-FFF2-40B4-BE49-F238E27FC236}">
                <a16:creationId xmlns:a16="http://schemas.microsoft.com/office/drawing/2014/main" id="{AE1BE1C7-63C8-4484-8B1A-DD6DAA06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64" y="5320441"/>
            <a:ext cx="57692" cy="27464"/>
          </a:xfrm>
          <a:custGeom xmlns:a="http://schemas.openxmlformats.org/drawingml/2006/main">
            <a:pathLst>
              <a:path w="57692" h="27464">
                <a:moveTo>
                  <a:pt x="0" y="27464"/>
                </a:moveTo>
                <a:lnTo>
                  <a:pt x="57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64" name="text_163">
            <a:extLst xmlns:a="http://schemas.openxmlformats.org/drawingml/2006/main">
              <a:ext uri="{FF2B5EF4-FFF2-40B4-BE49-F238E27FC236}">
                <a16:creationId xmlns:a16="http://schemas.microsoft.com/office/drawing/2014/main" id="{DF4C2D26-74AB-4AD5-946D-FC4B74D7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731" y="5196616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5" name="era5_space_60_t48">
            <a:extLst xmlns:a="http://schemas.openxmlformats.org/drawingml/2006/main">
              <a:ext uri="{FF2B5EF4-FFF2-40B4-BE49-F238E27FC236}">
                <a16:creationId xmlns:a16="http://schemas.microsoft.com/office/drawing/2014/main" id="{B8DECE26-5914-45F3-A985-0A4C64F1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628" y="4571864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66" name="text_165">
            <a:extLst xmlns:a="http://schemas.openxmlformats.org/drawingml/2006/main">
              <a:ext uri="{FF2B5EF4-FFF2-40B4-BE49-F238E27FC236}">
                <a16:creationId xmlns:a16="http://schemas.microsoft.com/office/drawing/2014/main" id="{549F7BA5-B5C4-4659-9A75-7139453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1311" y="4393746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7" name="era5_space_38_t48">
            <a:extLst xmlns:a="http://schemas.openxmlformats.org/drawingml/2006/main">
              <a:ext uri="{FF2B5EF4-FFF2-40B4-BE49-F238E27FC236}">
                <a16:creationId xmlns:a16="http://schemas.microsoft.com/office/drawing/2014/main" id="{25AB9AC4-8B6B-46BA-A62E-4273E98F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906" y="4457175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68" name="text_167">
            <a:extLst xmlns:a="http://schemas.openxmlformats.org/drawingml/2006/main">
              <a:ext uri="{FF2B5EF4-FFF2-40B4-BE49-F238E27FC236}">
                <a16:creationId xmlns:a16="http://schemas.microsoft.com/office/drawing/2014/main" id="{9983E539-BA39-4451-A0D8-715806F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588" y="4555283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9" name="era5_space_56_t48">
            <a:extLst xmlns:a="http://schemas.openxmlformats.org/drawingml/2006/main">
              <a:ext uri="{FF2B5EF4-FFF2-40B4-BE49-F238E27FC236}">
                <a16:creationId xmlns:a16="http://schemas.microsoft.com/office/drawing/2014/main" id="{644FC2E9-33C1-4474-8FB4-D08449B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898" y="49388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70" name="text_169">
            <a:extLst xmlns:a="http://schemas.openxmlformats.org/drawingml/2006/main">
              <a:ext uri="{FF2B5EF4-FFF2-40B4-BE49-F238E27FC236}">
                <a16:creationId xmlns:a16="http://schemas.microsoft.com/office/drawing/2014/main" id="{B90E73D2-223A-4623-8024-9F48BEB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580" y="4760751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1" name="text_170">
            <a:extLst xmlns:a="http://schemas.openxmlformats.org/drawingml/2006/main">
              <a:ext uri="{FF2B5EF4-FFF2-40B4-BE49-F238E27FC236}">
                <a16:creationId xmlns:a16="http://schemas.microsoft.com/office/drawing/2014/main" id="{A73A3F82-4948-464C-B7A8-732D9A3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f48  1999-12-11 00:00</a:t>
            </a:r>
          </a:p>
        </p:txBody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D141954-3A66-4F5A-B834-3A30B2068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414ac609c492a"/>
          <a:stretch xmlns:a="http://schemas.openxmlformats.org/drawingml/2006/main"/>
        </p:blipFill>
        <p:spPr>
          <a:xfrm xmlns:a="http://schemas.openxmlformats.org/drawingml/2006/main">
            <a:off x="5791200" y="4371975"/>
            <a:ext cx="1162050" cy="1123950"/>
          </a:xfrm>
          <a:prstGeom xmlns:a="http://schemas.openxmlformats.org/drawingml/2006/main" prst="rect">
            <a:avLst/>
          </a:prstGeom>
        </p:spPr>
      </p:pic>
      <p:sp>
        <p:nvSpPr>
          <p:cNvPr id="173" name="line_172">
            <a:extLst xmlns:a="http://schemas.openxmlformats.org/drawingml/2006/main">
              <a:ext uri="{FF2B5EF4-FFF2-40B4-BE49-F238E27FC236}">
                <a16:creationId xmlns:a16="http://schemas.microsoft.com/office/drawing/2014/main" id="{51122440-A893-4450-9B75-1A1A5C8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533" y="5316093"/>
            <a:ext cx="224748" cy="4348"/>
          </a:xfrm>
          <a:custGeom xmlns:a="http://schemas.openxmlformats.org/drawingml/2006/main">
            <a:pathLst>
              <a:path w="224748" h="4348">
                <a:moveTo>
                  <a:pt x="0" y="0"/>
                </a:moveTo>
                <a:lnTo>
                  <a:pt x="224748" y="434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63238"/>
            </a:solidFill>
            <a:prstDash val="solid"/>
          </a:ln>
        </p:spPr>
      </p:sp>
      <p:sp>
        <p:nvSpPr>
          <p:cNvPr id="174" name="line_173">
            <a:extLst xmlns:a="http://schemas.openxmlformats.org/drawingml/2006/main">
              <a:ext uri="{FF2B5EF4-FFF2-40B4-BE49-F238E27FC236}">
                <a16:creationId xmlns:a16="http://schemas.microsoft.com/office/drawing/2014/main" id="{079FD0F9-510C-4E22-81B8-B3D5BD9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5290766"/>
            <a:ext cx="56587" cy="29675"/>
          </a:xfrm>
          <a:custGeom xmlns:a="http://schemas.openxmlformats.org/drawingml/2006/main">
            <a:pathLst>
              <a:path w="56587" h="29675">
                <a:moveTo>
                  <a:pt x="0" y="0"/>
                </a:moveTo>
                <a:lnTo>
                  <a:pt x="56587" y="29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75" name="line_174">
            <a:extLst xmlns:a="http://schemas.openxmlformats.org/drawingml/2006/main">
              <a:ext uri="{FF2B5EF4-FFF2-40B4-BE49-F238E27FC236}">
                <a16:creationId xmlns:a16="http://schemas.microsoft.com/office/drawing/2014/main" id="{1C6C7800-E9E9-4146-95D2-52779607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89" y="5320441"/>
            <a:ext cx="57692" cy="27464"/>
          </a:xfrm>
          <a:custGeom xmlns:a="http://schemas.openxmlformats.org/drawingml/2006/main">
            <a:pathLst>
              <a:path w="57692" h="27464">
                <a:moveTo>
                  <a:pt x="0" y="27464"/>
                </a:moveTo>
                <a:lnTo>
                  <a:pt x="57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3238"/>
            </a:solidFill>
            <a:prstDash val="solid"/>
          </a:ln>
        </p:spPr>
      </p:sp>
      <p:sp>
        <p:nvSpPr>
          <p:cNvPr id="176" name="text_175">
            <a:extLst xmlns:a="http://schemas.openxmlformats.org/drawingml/2006/main">
              <a:ext uri="{FF2B5EF4-FFF2-40B4-BE49-F238E27FC236}">
                <a16:creationId xmlns:a16="http://schemas.microsoft.com/office/drawing/2014/main" id="{DFED43ED-6A83-47DF-B2B5-D5120CDE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856" y="5196616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77" name="era5_space_60_t49">
            <a:extLst xmlns:a="http://schemas.openxmlformats.org/drawingml/2006/main">
              <a:ext uri="{FF2B5EF4-FFF2-40B4-BE49-F238E27FC236}">
                <a16:creationId xmlns:a16="http://schemas.microsoft.com/office/drawing/2014/main" id="{244ACFC4-C8D0-42CE-B802-9E5C6380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02" y="4548926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78" name="text_177">
            <a:extLst xmlns:a="http://schemas.openxmlformats.org/drawingml/2006/main">
              <a:ext uri="{FF2B5EF4-FFF2-40B4-BE49-F238E27FC236}">
                <a16:creationId xmlns:a16="http://schemas.microsoft.com/office/drawing/2014/main" id="{BB319078-14E8-4E36-95E6-1A12716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685" y="4370809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9" name="era5_space_38_t49">
            <a:extLst xmlns:a="http://schemas.openxmlformats.org/drawingml/2006/main">
              <a:ext uri="{FF2B5EF4-FFF2-40B4-BE49-F238E27FC236}">
                <a16:creationId xmlns:a16="http://schemas.microsoft.com/office/drawing/2014/main" id="{35EC4A5C-7D62-4DF4-A0A7-8E8E0FC2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284" y="4434237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80" name="text_179">
            <a:extLst xmlns:a="http://schemas.openxmlformats.org/drawingml/2006/main">
              <a:ext uri="{FF2B5EF4-FFF2-40B4-BE49-F238E27FC236}">
                <a16:creationId xmlns:a16="http://schemas.microsoft.com/office/drawing/2014/main" id="{893A3ACE-A183-4F5C-95F3-50FF054E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16" y="453234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1" name="era5_space_56_t49">
            <a:extLst xmlns:a="http://schemas.openxmlformats.org/drawingml/2006/main">
              <a:ext uri="{FF2B5EF4-FFF2-40B4-BE49-F238E27FC236}">
                <a16:creationId xmlns:a16="http://schemas.microsoft.com/office/drawing/2014/main" id="{2F0A0CF8-1B36-4CD1-A810-FAB885A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774" y="49388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82" name="text_181">
            <a:extLst xmlns:a="http://schemas.openxmlformats.org/drawingml/2006/main">
              <a:ext uri="{FF2B5EF4-FFF2-40B4-BE49-F238E27FC236}">
                <a16:creationId xmlns:a16="http://schemas.microsoft.com/office/drawing/2014/main" id="{75F442F7-E23E-4577-AF8B-FDE60937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456" y="4760751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3" name="text_182">
            <a:extLst xmlns:a="http://schemas.openxmlformats.org/drawingml/2006/main">
              <a:ext uri="{FF2B5EF4-FFF2-40B4-BE49-F238E27FC236}">
                <a16:creationId xmlns:a16="http://schemas.microsoft.com/office/drawing/2014/main" id="{49D99021-3375-47B9-ADD2-00AA410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3385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f49  1999-12-11 12:00</a:t>
            </a:r>
          </a:p>
        </p:txBody>
      </p:sp>
      <p:sp>
        <p:nvSpPr>
          <p:cNvPr id="184" name="text_183">
            <a:extLst xmlns:a="http://schemas.openxmlformats.org/drawingml/2006/main">
              <a:ext uri="{FF2B5EF4-FFF2-40B4-BE49-F238E27FC236}">
                <a16:creationId xmlns:a16="http://schemas.microsoft.com/office/drawing/2014/main" id="{517F9640-2CED-4ACF-AF51-6657331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95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A/B/C IDs: 60, 38, 56</a:t>
            </a:r>
          </a:p>
        </p:txBody>
      </p:sp>
      <p:sp>
        <p:nvSpPr>
          <p:cNvPr id="185" name="text_184">
            <a:extLst xmlns:a="http://schemas.openxmlformats.org/drawingml/2006/main">
              <a:ext uri="{FF2B5EF4-FFF2-40B4-BE49-F238E27FC236}">
                <a16:creationId xmlns:a16="http://schemas.microsoft.com/office/drawing/2014/main" id="{EFC7FECA-78D0-4E12-B7C8-1A7933C6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624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f48: max displacement (% L)</a:t>
            </a:r>
          </a:p>
        </p:txBody>
      </p:sp>
      <p:sp>
        <p:nvSpPr>
          <p:cNvPr id="186" name="text_185">
            <a:extLst xmlns:a="http://schemas.openxmlformats.org/drawingml/2006/main">
              <a:ext uri="{FF2B5EF4-FFF2-40B4-BE49-F238E27FC236}">
                <a16:creationId xmlns:a16="http://schemas.microsoft.com/office/drawing/2014/main" id="{B3BE07BE-9359-449D-BD1A-3CBDF7E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386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P 8.87 → R 0.83</a:t>
            </a:r>
          </a:p>
        </p:txBody>
      </p:sp>
      <p:sp>
        <p:nvSpPr>
          <p:cNvPr id="187" name="text_186">
            <a:extLst xmlns:a="http://schemas.openxmlformats.org/drawingml/2006/main">
              <a:ext uri="{FF2B5EF4-FFF2-40B4-BE49-F238E27FC236}">
                <a16:creationId xmlns:a16="http://schemas.microsoft.com/office/drawing/2014/main" id="{4726A142-DB09-4529-88C7-71C8BD5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5300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Hierarchy 8.45% L; NMLE 13.21%</a:t>
            </a:r>
          </a:p>
        </p:txBody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9FC6A21-7107-40D5-B579-BC4A015C7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7fd9517114d3c"/>
          <a:stretch xmlns:a="http://schemas.openxmlformats.org/drawingml/2006/main"/>
        </p:blipFill>
        <p:spPr>
          <a:xfrm xmlns:a="http://schemas.openxmlformats.org/drawingml/2006/main">
            <a:off x="7896225" y="5457825"/>
            <a:ext cx="3905250" cy="95250"/>
          </a:xfrm>
          <a:prstGeom xmlns:a="http://schemas.openxmlformats.org/drawingml/2006/main" prst="rect">
            <a:avLst/>
          </a:prstGeom>
        </p:spPr>
      </p:pic>
      <p:sp>
        <p:nvSpPr>
          <p:cNvPr id="189" name="text_188">
            <a:extLst xmlns:a="http://schemas.openxmlformats.org/drawingml/2006/main">
              <a:ext uri="{FF2B5EF4-FFF2-40B4-BE49-F238E27FC236}">
                <a16:creationId xmlns:a16="http://schemas.microsoft.com/office/drawing/2014/main" id="{B3318EE9-ACB0-4F8B-B720-C0B07243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572125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952.06</a:t>
            </a:r>
          </a:p>
        </p:txBody>
      </p:sp>
      <p:sp>
        <p:nvSpPr>
          <p:cNvPr id="190" name="text_189">
            <a:extLst xmlns:a="http://schemas.openxmlformats.org/drawingml/2006/main">
              <a:ext uri="{FF2B5EF4-FFF2-40B4-BE49-F238E27FC236}">
                <a16:creationId xmlns:a16="http://schemas.microsoft.com/office/drawing/2014/main" id="{8BFA9EE2-65A9-4ADA-8A72-35F6D24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572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1046.84</a:t>
            </a:r>
          </a:p>
        </p:txBody>
      </p:sp>
      <p:sp>
        <p:nvSpPr>
          <p:cNvPr id="191" name="text_190">
            <a:extLst xmlns:a="http://schemas.openxmlformats.org/drawingml/2006/main">
              <a:ext uri="{FF2B5EF4-FFF2-40B4-BE49-F238E27FC236}">
                <a16:creationId xmlns:a16="http://schemas.microsoft.com/office/drawing/2014/main" id="{0DF3F145-B946-417F-B1B7-53D31BDB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19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pressure (hPa)</a:t>
            </a:r>
          </a:p>
        </p:txBody>
      </p:sp>
    </p:spTree>
    <p:extLst>
      <p:ext uri="{BB962C8B-B14F-4D97-AF65-F5344CB8AC3E}">
        <p14:creationId xmlns:p14="http://schemas.microsoft.com/office/powerpoint/2010/main" val="967297993"/>
      </p:ext>
    </p:extLst>
  </p:cSld>
</p:sld>
</file>

<file path=ppt/main_figures/Fig8/ppt/tableStyles.xml><?xml version="1.0" encoding="utf-8"?>
<a:tblStyleLst xmlns:a="http://schemas.openxmlformats.org/drawingml/2006/main" def="{5C22544A-7EE6-4342-B048-85BDC9FD1C3A}"/>
</file>

<file path=ppt/main_figures/Fig8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9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9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2026-10-21T10:52:50.8270000Z</dcterms:created>
  <dcterms:modified xsi:type="dcterms:W3CDTF">2026-10-21T10:52:50.8270000Z</dcterms:modified>
</coreProperties>
</file>

<file path=ppt/main_figures/Fig9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9/ppt/theme/theme1.xml" Id="R09d26fcffd6449a5" /><Relationship Type="http://schemas.openxmlformats.org/officeDocument/2006/relationships/slideMaster" Target="/ppt/main_figures/Fig9/ppt/slideMasters/slideMaster1.xml" Id="R99faddfe0dbe4168" /><Relationship Type="http://schemas.openxmlformats.org/officeDocument/2006/relationships/notesMaster" Target="/ppt/main_figures/Fig9/ppt/notesMasters/notesMaster1.xml" Id="R40afb89713404b24" /><Relationship Type="http://schemas.openxmlformats.org/officeDocument/2006/relationships/presProps" Target="/ppt/main_figures/Fig9/ppt/presProps.xml" Id="Rcb9d8bb9ac064cfc" /><Relationship Type="http://schemas.openxmlformats.org/officeDocument/2006/relationships/tableStyles" Target="/ppt/main_figures/Fig9/ppt/tableStyles.xml" Id="R2b881fdf4c9a4a02" /><Relationship Type="http://schemas.openxmlformats.org/officeDocument/2006/relationships/slide" Target="/ppt/main_figures/Fig9/ppt/slides/slide1.xml" Id="Raefad6e444df42c5" /></Relationships>
</file>

<file path=ppt/main_figures/Fig9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9/ppt/notesMasters/theme/theme3.xml" Id="Rbfe7076a68ec47d1" /></Relationships>
</file>

<file path=ppt/main_figures/Fig9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9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9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9/ppt/slides/slide1.xml" Id="R30c530e253024924" /><Relationship Type="http://schemas.openxmlformats.org/officeDocument/2006/relationships/notesMaster" Target="/ppt/main_figures/Fig9/ppt/notesMasters/notesMaster1.xml" Id="Rc836595bdb0e48e2" /></Relationships>
</file>

<file path=ppt/main_figures/Fig9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source fields, projections and 64-frame trajectories are from frozen bisector_highres_x_three_methods.npz, SHA256 676c5d3b4c323d7cfbcd1b735e8bf63c0cba7955fa5dbcd25e1d4ed3c48afb6f. No experiment, calibration or smoothing rerun. Common fixed scalar range [0,1.05]. TMTM and ST-MTM use their native coordinate spans normalized to [0,1]; RG-MTM-R uses source x [0,120]. Scalar data are embedded images; x projections, references, guides, frames and Arial text are native editable objects. Source-field peak glyphs and trajectory overlays are omitted so the scalar field and temporal maps supply the visual evidence. Source rendering follows the field/map comparison in ST-MTM Figure 2 (local PDF page 4), adapted to this separate nonnegative bisector control. Truncated viridis [0.4,1] encodes the unchanged scalar domain [0,1.05].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6 identity-label override: all A/B/C text is black, with no white halo. The saved scalar field and the blue/orange/green projection symbols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9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9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99faddfe0dbe4168"/>
  </p:sldMasterIdLst>
  <p:notesMasterIdLst>
    <p:notesMasterId r:id="R40afb89713404b24"/>
  </p:notesMasterIdLst>
  <p:sldIdLst>
    <p:sldId id="256" r:id="Raefad6e444df42c5"/>
  </p:sldIdLst>
  <p:sldSz cx="12801600" cy="6324600"/>
  <p:notesSz cx="6858000" cy="9144000"/>
</p:presentation>
</file>

<file path=ppt/main_figures/Fig9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9/ppt/slideMasters/slideMaster1.xml" Id="Rcfaddb0263b04c0f" /></Relationships>
</file>

<file path=ppt/main_figures/Fig9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9/ppt/slideMasters/slideMaster1.xml" Id="Rd43a21c6efde4915" /></Relationships>
</file>

<file path=ppt/main_figures/Fig9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9/ppt/slideMasters/slideMaster1.xml" Id="R72d32211c6b34cd5" /></Relationships>
</file>

<file path=ppt/main_figures/Fig9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9/ppt/slideMasters/slideMaster1.xml" Id="R34578da66bea4366" /></Relationships>
</file>

<file path=ppt/main_figures/Fig9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9/ppt/slideMasters/slideMaster1.xml" Id="R56713d52c7b64387" /></Relationships>
</file>

<file path=ppt/main_figures/Fig9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9/ppt/slideMasters/slideMaster1.xml" Id="Rddee26cb608d4de9" /></Relationships>
</file>

<file path=ppt/main_figures/Fig9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F5EB42-77E7-4C84-BD84-93DEE3CF5F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89293"/>
            <a:ext cx="10241280" cy="91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62A5FB-1B5A-442C-9833-85C35A97C0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478530"/>
            <a:ext cx="8961120" cy="702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9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8A21DE-F5E0-4B8A-A622-F8C5B4F5FF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635250"/>
            <a:ext cx="1024128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9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3886A2-CA80-4F46-B76F-67AF8E434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91913"/>
            <a:ext cx="11361420" cy="773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E24C1D-EC1B-4C18-B17A-C2CC374096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756833"/>
            <a:ext cx="1136142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9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444328-BDF8-47E8-943E-18FFE51C7F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91913"/>
            <a:ext cx="11361420" cy="773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1896C-F50C-4CFC-BC6E-DC53AB9B61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756833"/>
            <a:ext cx="528066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E11103-1590-4A65-9A32-89B41F7631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756833"/>
            <a:ext cx="528066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9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52458C-FF54-4329-9AB4-48E5C1590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91913"/>
            <a:ext cx="11361420" cy="773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F0652-C097-487E-BC03-9552DEF01D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756833"/>
            <a:ext cx="528066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9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9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9/ppt/slideMasters/theme/theme2.xml" Id="Rbbccaef710574e03" /><Relationship Type="http://schemas.openxmlformats.org/officeDocument/2006/relationships/slideLayout" Target="/ppt/main_figures/Fig9/ppt/slideLayouts/slideLayout1.xml" Id="R567a6bde9a42486a" /><Relationship Type="http://schemas.openxmlformats.org/officeDocument/2006/relationships/slideLayout" Target="/ppt/main_figures/Fig9/ppt/slideLayouts/slideLayout2.xml" Id="R1232fd1a2a73429f" /><Relationship Type="http://schemas.openxmlformats.org/officeDocument/2006/relationships/slideLayout" Target="/ppt/main_figures/Fig9/ppt/slideLayouts/slideLayout3.xml" Id="R49b64b8f468b4127" /><Relationship Type="http://schemas.openxmlformats.org/officeDocument/2006/relationships/slideLayout" Target="/ppt/main_figures/Fig9/ppt/slideLayouts/slideLayout4.xml" Id="R84e44dbf85f64fa0" /><Relationship Type="http://schemas.openxmlformats.org/officeDocument/2006/relationships/slideLayout" Target="/ppt/main_figures/Fig9/ppt/slideLayouts/slideLayout5.xml" Id="R3bd13a6504514fe9" /><Relationship Type="http://schemas.openxmlformats.org/officeDocument/2006/relationships/slideLayout" Target="/ppt/main_figures/Fig9/ppt/slideLayouts/slideLayout6.xml" Id="Rd71ca0d3d24349dc" /></Relationships>
</file>

<file path=ppt/main_figures/Fig9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a6bde9a42486a"/>
    <p:sldLayoutId xmlns:r="http://schemas.openxmlformats.org/officeDocument/2006/relationships" id="2147483650" r:id="R1232fd1a2a73429f"/>
    <p:sldLayoutId xmlns:r="http://schemas.openxmlformats.org/officeDocument/2006/relationships" id="2147483651" r:id="R49b64b8f468b4127"/>
    <p:sldLayoutId xmlns:r="http://schemas.openxmlformats.org/officeDocument/2006/relationships" id="2147483652" r:id="R84e44dbf85f64fa0"/>
    <p:sldLayoutId xmlns:r="http://schemas.openxmlformats.org/officeDocument/2006/relationships" id="2147483653" r:id="R3bd13a6504514fe9"/>
    <p:sldLayoutId xmlns:r="http://schemas.openxmlformats.org/officeDocument/2006/relationships" id="2147483654" r:id="Rd71ca0d3d243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9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9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9/ppt/slideLayouts/slideLayout6.xml" Id="R2d0da521b5504b7b" /><Relationship Type="http://schemas.openxmlformats.org/officeDocument/2006/relationships/image" Target="/ppt/main_figures/Fig9/ppt/media/image.png" Id="Re31f6a086a63419a" /><Relationship Type="http://schemas.openxmlformats.org/officeDocument/2006/relationships/image" Target="/ppt/main_figures/Fig9/ppt/media/image2.png" Id="R977e667ad3da4b58" /><Relationship Type="http://schemas.openxmlformats.org/officeDocument/2006/relationships/image" Target="/ppt/main_figures/Fig9/ppt/media/image3.png" Id="R979cb5438a71439c" /><Relationship Type="http://schemas.openxmlformats.org/officeDocument/2006/relationships/image" Target="/ppt/main_figures/Fig9/ppt/media/image4.png" Id="Rfe2055f96b5f404f" /><Relationship Type="http://schemas.openxmlformats.org/officeDocument/2006/relationships/image" Target="/ppt/main_figures/Fig9/ppt/media/image5.png" Id="R17e4c43aed1a4f27" /><Relationship Type="http://schemas.openxmlformats.org/officeDocument/2006/relationships/image" Target="/ppt/main_figures/Fig9/ppt/media/image6.png" Id="R3f4e7da8ce224d97" /><Relationship Type="http://schemas.openxmlformats.org/officeDocument/2006/relationships/image" Target="/ppt/main_figures/Fig9/ppt/media/image7.png" Id="R68720792861248a3" /><Relationship Type="http://schemas.openxmlformats.org/officeDocument/2006/relationships/image" Target="/ppt/main_figures/Fig9/ppt/media/image8.png" Id="R6b4d06adc5364dcc" /><Relationship Type="http://schemas.openxmlformats.org/officeDocument/2006/relationships/image" Target="/ppt/main_figures/Fig9/ppt/media/image9.png" Id="R0e7c4a6fcac04418" /><Relationship Type="http://schemas.openxmlformats.org/officeDocument/2006/relationships/image" Target="/ppt/main_figures/Fig9/ppt/media/image10.png" Id="R3e427929b0b04bba" /><Relationship Type="http://schemas.openxmlformats.org/officeDocument/2006/relationships/notesSlide" Target="/ppt/main_figures/Fig9/ppt/notesSlides/notesSlide1.xml" Id="Rd5df4f9386324fc2" /></Relationships>
</file>

<file path=ppt/main_figures/Fig9/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4" name="(a) Source fields and x projections">
            <a:extLst>
              <a:ext uri="{FF2B5EF4-FFF2-40B4-BE49-F238E27FC236}">
                <ns2:creationId id="{9AC52198-D291-4059-B67D-5029ECEE6834}"/>
              </a:ext>
            </a:extLst>
          </p:cNvPr>
          <p:cNvSpPr>
            <a:spLocks noGrp="1"/>
          </p:cNvSpPr>
          <p:nvPr/>
        </p:nvSpPr>
        <p:spPr>
          <a:xfrm>
            <a:off x="171450" y="57150"/>
            <a:ext cx="6953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Source fields and x projections</a:t>
            </a:r>
          </a:p>
        </p:txBody>
      </p:sp>
      <p:pic>
        <p:nvPicPr>
          <p:cNvPr id="3" name="">
            <a:extLst>
              <a:ext uri="{FF2B5EF4-FFF2-40B4-BE49-F238E27FC236}">
                <ns2:creationId id="{1CACF375-5E53-4937-A482-5D4E059B10C8}"/>
              </a:ext>
            </a:extLst>
          </p:cNvPr>
          <p:cNvPicPr>
            <a:picLocks noChangeAspect="1"/>
          </p:cNvPicPr>
          <p:nvPr/>
        </p:nvPicPr>
        <p:blipFill>
          <a:blip r:embed="Re31f6a086a63419a"/>
          <a:stretch/>
        </p:blipFill>
        <p:spPr>
          <a:xfrm>
            <a:off x="10306050" y="104775"/>
            <a:ext cx="1676400" cy="85725"/>
          </a:xfrm>
          <a:prstGeom prst="rect">
            <a:avLst/>
          </a:prstGeom>
        </p:spPr>
      </p:pic>
      <p:sp>
        <p:nvSpPr>
          <p:cNvPr id="4" name="0">
            <a:extLst>
              <a:ext uri="{FF2B5EF4-FFF2-40B4-BE49-F238E27FC236}">
                <ns2:creationId id="{37232620-2D26-4CF1-B115-A72B7ED359A7}"/>
              </a:ext>
            </a:extLst>
          </p:cNvPr>
          <p:cNvSpPr>
            <a:spLocks noGrp="1"/>
          </p:cNvSpPr>
          <p:nvPr/>
        </p:nvSpPr>
        <p:spPr>
          <a:xfrm>
            <a:off x="10229850" y="209550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1.05">
            <a:extLst>
              <a:ext uri="{FF2B5EF4-FFF2-40B4-BE49-F238E27FC236}">
                <ns2:creationId id="{C381897A-D392-492D-96A1-061EE9F4306A}"/>
              </a:ext>
            </a:extLst>
          </p:cNvPr>
          <p:cNvSpPr>
            <a:spLocks noGrp="1"/>
          </p:cNvSpPr>
          <p:nvPr/>
        </p:nvSpPr>
        <p:spPr>
          <a:xfrm>
            <a:off x="11734800" y="20955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1.05</a:t>
            </a:r>
          </a:p>
        </p:txBody>
      </p:sp>
      <p:sp>
        <p:nvSpPr>
          <p:cNvPr id="6" name="t = 0">
            <a:extLst>
              <a:ext uri="{FF2B5EF4-FFF2-40B4-BE49-F238E27FC236}">
                <ns2:creationId id="{B272ADEF-3A22-4131-990E-B8B4A5F40872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0</a:t>
            </a:r>
          </a:p>
        </p:txBody>
      </p:sp>
      <p:pic>
        <p:nvPicPr>
          <p:cNvPr id="7" name="">
            <a:extLst>
              <a:ext uri="{FF2B5EF4-FFF2-40B4-BE49-F238E27FC236}">
                <ns2:creationId id="{F0BE38F2-CE72-4BD6-8A6F-78207AD12BC5}"/>
              </a:ext>
            </a:extLst>
          </p:cNvPr>
          <p:cNvPicPr>
            <a:picLocks noChangeAspect="1"/>
          </p:cNvPicPr>
          <p:nvPr/>
        </p:nvPicPr>
        <p:blipFill>
          <a:blip r:embed="R977e667ad3da4b58"/>
          <a:stretch/>
        </p:blipFill>
        <p:spPr>
          <a:xfrm>
            <a:off x="857250" y="685800"/>
            <a:ext cx="1676400" cy="1676400"/>
          </a:xfrm>
          <a:prstGeom prst="rect">
            <a:avLst/>
          </a:prstGeom>
        </p:spPr>
      </p:pic>
      <p:sp>
        <p:nvSpPr>
          <p:cNvPr id="8" name="Scientific domain frame">
            <a:extLst>
              <a:ext uri="{FF2B5EF4-FFF2-40B4-BE49-F238E27FC236}">
                <ns2:creationId id="{B2FBD9B0-0256-4204-95BD-932DC2AED109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9" name="Scientific path">
            <a:extLst>
              <a:ext uri="{FF2B5EF4-FFF2-40B4-BE49-F238E27FC236}">
                <ns2:creationId id="{91B99CBA-11B6-443A-BFA5-D75F72AC66D9}"/>
              </a:ext>
            </a:extLst>
          </p:cNvPr>
          <p:cNvSpPr>
            <a:spLocks noGrp="1"/>
          </p:cNvSpPr>
          <p:nvPr/>
        </p:nvSpPr>
        <p:spPr>
          <a:xfrm>
            <a:off x="1009650" y="819150"/>
            <a:ext cx="504825" cy="95"/>
          </a:xfrm>
          <a:custGeom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3335">
            <a:solidFill>
              <a:srgbClr val="E4EEF0"/>
            </a:solidFill>
            <a:prstDash val="solid"/>
          </a:ln>
        </p:spPr>
      </p:sp>
      <p:sp>
        <p:nvSpPr>
          <p:cNvPr id="10" name="Scientific path">
            <a:extLst>
              <a:ext uri="{FF2B5EF4-FFF2-40B4-BE49-F238E27FC236}">
                <ns2:creationId id="{F2AB7E58-516A-4859-AB07-B81DE2E83B9C}"/>
              </a:ext>
            </a:extLst>
          </p:cNvPr>
          <p:cNvSpPr>
            <a:spLocks noGrp="1"/>
          </p:cNvSpPr>
          <p:nvPr/>
        </p:nvSpPr>
        <p:spPr>
          <a:xfrm>
            <a:off x="1457325" y="790575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3335">
            <a:solidFill>
              <a:srgbClr val="E4EEF0"/>
            </a:solidFill>
            <a:prstDash val="solid"/>
          </a:ln>
        </p:spPr>
      </p:sp>
      <p:sp>
        <p:nvSpPr>
          <p:cNvPr id="11" name="Scientific path">
            <a:extLst>
              <a:ext uri="{FF2B5EF4-FFF2-40B4-BE49-F238E27FC236}">
                <ns2:creationId id="{EC9010CE-8EB9-420C-9E53-69C85BDEB0C5}"/>
              </a:ext>
            </a:extLst>
          </p:cNvPr>
          <p:cNvSpPr>
            <a:spLocks noGrp="1"/>
          </p:cNvSpPr>
          <p:nvPr/>
        </p:nvSpPr>
        <p:spPr>
          <a:xfrm>
            <a:off x="1457325" y="819150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E4EEF0"/>
            </a:solidFill>
            <a:prstDash val="solid"/>
          </a:ln>
        </p:spPr>
      </p:sp>
      <p:sp>
        <p:nvSpPr>
          <p:cNvPr id="12" name="d = x">
            <a:extLst>
              <a:ext uri="{FF2B5EF4-FFF2-40B4-BE49-F238E27FC236}">
                <ns2:creationId id="{4926A974-7418-4641-A6B3-0B6903C3D8C4}"/>
              </a:ext>
            </a:extLst>
          </p:cNvPr>
          <p:cNvSpPr>
            <a:spLocks noGrp="1"/>
          </p:cNvSpPr>
          <p:nvPr/>
        </p:nvSpPr>
        <p:spPr>
          <a:xfrm>
            <a:off x="1047750" y="885825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x</a:t>
            </a:r>
          </a:p>
        </p:txBody>
      </p:sp>
      <p:sp>
        <p:nvSpPr>
          <p:cNvPr id="17" name="Source identity A t0">
            <a:extLst>
              <a:ext uri="{FF2B5EF4-FFF2-40B4-BE49-F238E27FC236}">
                <ns2:creationId id="{24A3DFD5-BE58-42D2-8756-E9245BDBD0C8}"/>
              </a:ext>
            </a:extLst>
          </p:cNvPr>
          <p:cNvSpPr>
            <a:spLocks noGrp="1"/>
          </p:cNvSpPr>
          <p:nvPr/>
        </p:nvSpPr>
        <p:spPr>
          <a:xfrm>
            <a:off x="12223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Source identity B t0">
            <a:extLst>
              <a:ext uri="{FF2B5EF4-FFF2-40B4-BE49-F238E27FC236}">
                <ns2:creationId id="{25147C35-C4A8-4651-8EC8-134436715E3C}"/>
              </a:ext>
            </a:extLst>
          </p:cNvPr>
          <p:cNvSpPr>
            <a:spLocks noGrp="1"/>
          </p:cNvSpPr>
          <p:nvPr/>
        </p:nvSpPr>
        <p:spPr>
          <a:xfrm>
            <a:off x="1501775" y="1025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7" name="Source identity C t0">
            <a:extLst>
              <a:ext uri="{FF2B5EF4-FFF2-40B4-BE49-F238E27FC236}">
                <ns2:creationId id="{2427D21B-DF0D-412A-B9C1-96B142C022FF}"/>
              </a:ext>
            </a:extLst>
          </p:cNvPr>
          <p:cNvSpPr>
            <a:spLocks noGrp="1"/>
          </p:cNvSpPr>
          <p:nvPr/>
        </p:nvSpPr>
        <p:spPr>
          <a:xfrm>
            <a:off x="23399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Scientific path">
            <a:extLst>
              <a:ext uri="{FF2B5EF4-FFF2-40B4-BE49-F238E27FC236}">
                <ns2:creationId id="{42EBCE20-49FB-4D59-935E-F0FEBD7E3B4D}"/>
              </a:ext>
            </a:extLst>
          </p:cNvPr>
          <p:cNvSpPr>
            <a:spLocks noGrp="1"/>
          </p:cNvSpPr>
          <p:nvPr/>
        </p:nvSpPr>
        <p:spPr>
          <a:xfrm>
            <a:off x="8572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29" name="Scientific path">
            <a:extLst>
              <a:ext uri="{FF2B5EF4-FFF2-40B4-BE49-F238E27FC236}">
                <ns2:creationId id="{A4654520-0A8C-44D5-9451-5C829AEB89BE}"/>
              </a:ext>
            </a:extLst>
          </p:cNvPr>
          <p:cNvSpPr>
            <a:spLocks noGrp="1"/>
          </p:cNvSpPr>
          <p:nvPr/>
        </p:nvSpPr>
        <p:spPr>
          <a:xfrm>
            <a:off x="24765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30" name="Scientific path">
            <a:extLst>
              <a:ext uri="{FF2B5EF4-FFF2-40B4-BE49-F238E27FC236}">
                <ns2:creationId id="{E0951C91-497E-4EF5-939D-ADB40A343659}"/>
              </a:ext>
            </a:extLst>
          </p:cNvPr>
          <p:cNvSpPr>
            <a:spLocks noGrp="1"/>
          </p:cNvSpPr>
          <p:nvPr/>
        </p:nvSpPr>
        <p:spPr>
          <a:xfrm>
            <a:off x="24765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31" name="A exact x projection t0">
            <a:extLst>
              <a:ext uri="{FF2B5EF4-FFF2-40B4-BE49-F238E27FC236}">
                <ns2:creationId id="{32FF9D78-1E5B-4BE6-9A61-F8E5C35DA9FA}"/>
              </a:ext>
            </a:extLst>
          </p:cNvPr>
          <p:cNvSpPr>
            <a:spLocks noGrp="1"/>
          </p:cNvSpPr>
          <p:nvPr/>
        </p:nvSpPr>
        <p:spPr>
          <a:xfrm>
            <a:off x="10947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32" name="A">
            <a:extLst>
              <a:ext uri="{FF2B5EF4-FFF2-40B4-BE49-F238E27FC236}">
                <ns2:creationId id="{8C9CD00B-6737-4588-BFF8-6B308D9AF964}"/>
              </a:ext>
            </a:extLst>
          </p:cNvPr>
          <p:cNvSpPr>
            <a:spLocks noGrp="1"/>
          </p:cNvSpPr>
          <p:nvPr/>
        </p:nvSpPr>
        <p:spPr>
          <a:xfrm>
            <a:off x="10128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20">
            <a:extLst>
              <a:ext uri="{FF2B5EF4-FFF2-40B4-BE49-F238E27FC236}">
                <ns2:creationId id="{2BA2AE67-01A6-4477-90CF-38DEE5C4C2EE}"/>
              </a:ext>
            </a:extLst>
          </p:cNvPr>
          <p:cNvSpPr>
            <a:spLocks noGrp="1"/>
          </p:cNvSpPr>
          <p:nvPr/>
        </p:nvSpPr>
        <p:spPr>
          <a:xfrm>
            <a:off x="8890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4" name="B exact x projection t0">
            <a:extLst>
              <a:ext uri="{FF2B5EF4-FFF2-40B4-BE49-F238E27FC236}">
                <ns2:creationId id="{C46FD7FA-BD16-4843-BBEE-E4943D04800A}"/>
              </a:ext>
            </a:extLst>
          </p:cNvPr>
          <p:cNvSpPr>
            <a:spLocks noGrp="1"/>
          </p:cNvSpPr>
          <p:nvPr/>
        </p:nvSpPr>
        <p:spPr>
          <a:xfrm>
            <a:off x="137414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35" name="B">
            <a:extLst>
              <a:ext uri="{FF2B5EF4-FFF2-40B4-BE49-F238E27FC236}">
                <ns2:creationId id="{894763F6-4F17-417B-8CF8-6E8E3B8E7CB4}"/>
              </a:ext>
            </a:extLst>
          </p:cNvPr>
          <p:cNvSpPr>
            <a:spLocks noGrp="1"/>
          </p:cNvSpPr>
          <p:nvPr/>
        </p:nvSpPr>
        <p:spPr>
          <a:xfrm>
            <a:off x="12922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40">
            <a:extLst>
              <a:ext uri="{FF2B5EF4-FFF2-40B4-BE49-F238E27FC236}">
                <ns2:creationId id="{AF1345C5-4C3C-4E17-831C-90F9BC417845}"/>
              </a:ext>
            </a:extLst>
          </p:cNvPr>
          <p:cNvSpPr>
            <a:spLocks noGrp="1"/>
          </p:cNvSpPr>
          <p:nvPr/>
        </p:nvSpPr>
        <p:spPr>
          <a:xfrm>
            <a:off x="11684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7" name="C exact x projection t0">
            <a:extLst>
              <a:ext uri="{FF2B5EF4-FFF2-40B4-BE49-F238E27FC236}">
                <ns2:creationId id="{9E5499DB-9901-48E0-9822-C0CE6509404D}"/>
              </a:ext>
            </a:extLst>
          </p:cNvPr>
          <p:cNvSpPr>
            <a:spLocks noGrp="1"/>
          </p:cNvSpPr>
          <p:nvPr/>
        </p:nvSpPr>
        <p:spPr>
          <a:xfrm>
            <a:off x="22123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38" name="C">
            <a:extLst>
              <a:ext uri="{FF2B5EF4-FFF2-40B4-BE49-F238E27FC236}">
                <ns2:creationId id="{2A196E36-63C9-473D-B8DF-883C783AF468}"/>
              </a:ext>
            </a:extLst>
          </p:cNvPr>
          <p:cNvSpPr>
            <a:spLocks noGrp="1"/>
          </p:cNvSpPr>
          <p:nvPr/>
        </p:nvSpPr>
        <p:spPr>
          <a:xfrm>
            <a:off x="21304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" name="100">
            <a:extLst>
              <a:ext uri="{FF2B5EF4-FFF2-40B4-BE49-F238E27FC236}">
                <ns2:creationId id="{6DB82269-83D5-4A5F-B102-ABE554612989}"/>
              </a:ext>
            </a:extLst>
          </p:cNvPr>
          <p:cNvSpPr>
            <a:spLocks noGrp="1"/>
          </p:cNvSpPr>
          <p:nvPr/>
        </p:nvSpPr>
        <p:spPr>
          <a:xfrm>
            <a:off x="20066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" name="t = 12">
            <a:extLst>
              <a:ext uri="{FF2B5EF4-FFF2-40B4-BE49-F238E27FC236}">
                <ns2:creationId id="{3150B4BE-62C8-4D2B-8F23-3EFE0655CF40}"/>
              </a:ext>
            </a:extLst>
          </p:cNvPr>
          <p:cNvSpPr>
            <a:spLocks noGrp="1"/>
          </p:cNvSpPr>
          <p:nvPr/>
        </p:nvSpPr>
        <p:spPr>
          <a:xfrm>
            <a:off x="28003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12</a:t>
            </a:r>
          </a:p>
        </p:txBody>
      </p:sp>
      <p:pic>
        <p:nvPicPr>
          <p:cNvPr id="41" name="">
            <a:extLst>
              <a:ext uri="{FF2B5EF4-FFF2-40B4-BE49-F238E27FC236}">
                <ns2:creationId id="{78A31139-EAEE-43F9-8B0F-6EF49B77C598}"/>
              </a:ext>
            </a:extLst>
          </p:cNvPr>
          <p:cNvPicPr>
            <a:picLocks noChangeAspect="1"/>
          </p:cNvPicPr>
          <p:nvPr/>
        </p:nvPicPr>
        <p:blipFill>
          <a:blip r:embed="R979cb5438a71439c"/>
          <a:stretch/>
        </p:blipFill>
        <p:spPr>
          <a:xfrm>
            <a:off x="2800350" y="685800"/>
            <a:ext cx="1676400" cy="1676400"/>
          </a:xfrm>
          <a:prstGeom prst="rect">
            <a:avLst/>
          </a:prstGeom>
        </p:spPr>
      </p:pic>
      <p:sp>
        <p:nvSpPr>
          <p:cNvPr id="42" name="Scientific domain frame">
            <a:extLst>
              <a:ext uri="{FF2B5EF4-FFF2-40B4-BE49-F238E27FC236}">
                <ns2:creationId id="{6822FAAE-F1FC-4ECF-B95C-C3DBC4784333}"/>
              </a:ext>
            </a:extLst>
          </p:cNvPr>
          <p:cNvSpPr>
            <a:spLocks noGrp="1"/>
          </p:cNvSpPr>
          <p:nvPr/>
        </p:nvSpPr>
        <p:spPr>
          <a:xfrm>
            <a:off x="28003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47" name="Source identity A t12">
            <a:extLst>
              <a:ext uri="{FF2B5EF4-FFF2-40B4-BE49-F238E27FC236}">
                <ns2:creationId id="{1BF398B3-2F05-4F1E-B0FC-76816A6BEA14}"/>
              </a:ext>
            </a:extLst>
          </p:cNvPr>
          <p:cNvSpPr>
            <a:spLocks noGrp="1"/>
          </p:cNvSpPr>
          <p:nvPr/>
        </p:nvSpPr>
        <p:spPr>
          <a:xfrm>
            <a:off x="31654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2" name="Source identity B t12">
            <a:extLst>
              <a:ext uri="{FF2B5EF4-FFF2-40B4-BE49-F238E27FC236}">
                <ns2:creationId id="{D72BCB1D-F5A0-4190-9822-8553F846CE59}"/>
              </a:ext>
            </a:extLst>
          </p:cNvPr>
          <p:cNvSpPr>
            <a:spLocks noGrp="1"/>
          </p:cNvSpPr>
          <p:nvPr/>
        </p:nvSpPr>
        <p:spPr>
          <a:xfrm>
            <a:off x="3549650" y="1130300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Source identity C t12">
            <a:extLst>
              <a:ext uri="{FF2B5EF4-FFF2-40B4-BE49-F238E27FC236}">
                <ns2:creationId id="{994720F7-F6DB-4CD1-9459-19C5AE26C236}"/>
              </a:ext>
            </a:extLst>
          </p:cNvPr>
          <p:cNvSpPr>
            <a:spLocks noGrp="1"/>
          </p:cNvSpPr>
          <p:nvPr/>
        </p:nvSpPr>
        <p:spPr>
          <a:xfrm>
            <a:off x="42830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Scientific path">
            <a:extLst>
              <a:ext uri="{FF2B5EF4-FFF2-40B4-BE49-F238E27FC236}">
                <ns2:creationId id="{418F954B-CE6E-451F-A6E6-933986C2D123}"/>
              </a:ext>
            </a:extLst>
          </p:cNvPr>
          <p:cNvSpPr>
            <a:spLocks noGrp="1"/>
          </p:cNvSpPr>
          <p:nvPr/>
        </p:nvSpPr>
        <p:spPr>
          <a:xfrm>
            <a:off x="28003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59" name="Scientific path">
            <a:extLst>
              <a:ext uri="{FF2B5EF4-FFF2-40B4-BE49-F238E27FC236}">
                <ns2:creationId id="{424AA644-BB98-4743-97A8-EC2C85AE7215}"/>
              </a:ext>
            </a:extLst>
          </p:cNvPr>
          <p:cNvSpPr>
            <a:spLocks noGrp="1"/>
          </p:cNvSpPr>
          <p:nvPr/>
        </p:nvSpPr>
        <p:spPr>
          <a:xfrm>
            <a:off x="44196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60" name="Scientific path">
            <a:extLst>
              <a:ext uri="{FF2B5EF4-FFF2-40B4-BE49-F238E27FC236}">
                <ns2:creationId id="{88962D4D-FBB2-4F69-B68F-41C2C6DC1620}"/>
              </a:ext>
            </a:extLst>
          </p:cNvPr>
          <p:cNvSpPr>
            <a:spLocks noGrp="1"/>
          </p:cNvSpPr>
          <p:nvPr/>
        </p:nvSpPr>
        <p:spPr>
          <a:xfrm>
            <a:off x="44196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61" name="A exact x projection t12">
            <a:extLst>
              <a:ext uri="{FF2B5EF4-FFF2-40B4-BE49-F238E27FC236}">
                <ns2:creationId id="{613B732B-61A7-41AA-A03B-8EF0C8A355BA}"/>
              </a:ext>
            </a:extLst>
          </p:cNvPr>
          <p:cNvSpPr>
            <a:spLocks noGrp="1"/>
          </p:cNvSpPr>
          <p:nvPr/>
        </p:nvSpPr>
        <p:spPr>
          <a:xfrm>
            <a:off x="30378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62" name="A">
            <a:extLst>
              <a:ext uri="{FF2B5EF4-FFF2-40B4-BE49-F238E27FC236}">
                <ns2:creationId id="{F89E8D4B-9448-4617-A548-FCA67AA18841}"/>
              </a:ext>
            </a:extLst>
          </p:cNvPr>
          <p:cNvSpPr>
            <a:spLocks noGrp="1"/>
          </p:cNvSpPr>
          <p:nvPr/>
        </p:nvSpPr>
        <p:spPr>
          <a:xfrm>
            <a:off x="29559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3" name="20">
            <a:extLst>
              <a:ext uri="{FF2B5EF4-FFF2-40B4-BE49-F238E27FC236}">
                <ns2:creationId id="{FF60313E-862A-46CE-B47D-48188FB8F623}"/>
              </a:ext>
            </a:extLst>
          </p:cNvPr>
          <p:cNvSpPr>
            <a:spLocks noGrp="1"/>
          </p:cNvSpPr>
          <p:nvPr/>
        </p:nvSpPr>
        <p:spPr>
          <a:xfrm>
            <a:off x="28321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4" name="B exact x projection t12">
            <a:extLst>
              <a:ext uri="{FF2B5EF4-FFF2-40B4-BE49-F238E27FC236}">
                <ns2:creationId id="{06192CE8-A965-4F96-8033-B08288A2F10C}"/>
              </a:ext>
            </a:extLst>
          </p:cNvPr>
          <p:cNvSpPr>
            <a:spLocks noGrp="1"/>
          </p:cNvSpPr>
          <p:nvPr/>
        </p:nvSpPr>
        <p:spPr>
          <a:xfrm>
            <a:off x="3422015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65" name="B">
            <a:extLst>
              <a:ext uri="{FF2B5EF4-FFF2-40B4-BE49-F238E27FC236}">
                <ns2:creationId id="{DCF664C9-80CC-4620-A38A-934D6E7F0846}"/>
              </a:ext>
            </a:extLst>
          </p:cNvPr>
          <p:cNvSpPr>
            <a:spLocks noGrp="1"/>
          </p:cNvSpPr>
          <p:nvPr/>
        </p:nvSpPr>
        <p:spPr>
          <a:xfrm>
            <a:off x="3340100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6" name="47.5">
            <a:extLst>
              <a:ext uri="{FF2B5EF4-FFF2-40B4-BE49-F238E27FC236}">
                <ns2:creationId id="{B34A5F81-79C6-4A85-9014-2E6847A1EC06}"/>
              </a:ext>
            </a:extLst>
          </p:cNvPr>
          <p:cNvSpPr>
            <a:spLocks noGrp="1"/>
          </p:cNvSpPr>
          <p:nvPr/>
        </p:nvSpPr>
        <p:spPr>
          <a:xfrm>
            <a:off x="3216275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47.5</a:t>
            </a:r>
          </a:p>
        </p:txBody>
      </p:sp>
      <p:sp>
        <p:nvSpPr>
          <p:cNvPr id="67" name="C exact x projection t12">
            <a:extLst>
              <a:ext uri="{FF2B5EF4-FFF2-40B4-BE49-F238E27FC236}">
                <ns2:creationId id="{39012931-7309-4550-A75B-D52D89383DCC}"/>
              </a:ext>
            </a:extLst>
          </p:cNvPr>
          <p:cNvSpPr>
            <a:spLocks noGrp="1"/>
          </p:cNvSpPr>
          <p:nvPr/>
        </p:nvSpPr>
        <p:spPr>
          <a:xfrm>
            <a:off x="41554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68" name="C">
            <a:extLst>
              <a:ext uri="{FF2B5EF4-FFF2-40B4-BE49-F238E27FC236}">
                <ns2:creationId id="{24DD0AC7-558A-4D3B-80F0-840EF63D4AAA}"/>
              </a:ext>
            </a:extLst>
          </p:cNvPr>
          <p:cNvSpPr>
            <a:spLocks noGrp="1"/>
          </p:cNvSpPr>
          <p:nvPr/>
        </p:nvSpPr>
        <p:spPr>
          <a:xfrm>
            <a:off x="40735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9" name="100">
            <a:extLst>
              <a:ext uri="{FF2B5EF4-FFF2-40B4-BE49-F238E27FC236}">
                <ns2:creationId id="{AED5B126-A6E6-40E3-A6E8-1922100E9C1E}"/>
              </a:ext>
            </a:extLst>
          </p:cNvPr>
          <p:cNvSpPr>
            <a:spLocks noGrp="1"/>
          </p:cNvSpPr>
          <p:nvPr/>
        </p:nvSpPr>
        <p:spPr>
          <a:xfrm>
            <a:off x="39497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0" name="t = 25">
            <a:extLst>
              <a:ext uri="{FF2B5EF4-FFF2-40B4-BE49-F238E27FC236}">
                <ns2:creationId id="{6DEA06C3-F2FD-4D5C-A3E1-891E3B0AADB5}"/>
              </a:ext>
            </a:extLst>
          </p:cNvPr>
          <p:cNvSpPr>
            <a:spLocks noGrp="1"/>
          </p:cNvSpPr>
          <p:nvPr/>
        </p:nvSpPr>
        <p:spPr>
          <a:xfrm>
            <a:off x="47434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25</a:t>
            </a:r>
          </a:p>
        </p:txBody>
      </p:sp>
      <p:pic>
        <p:nvPicPr>
          <p:cNvPr id="71" name="">
            <a:extLst>
              <a:ext uri="{FF2B5EF4-FFF2-40B4-BE49-F238E27FC236}">
                <ns2:creationId id="{2FDA1361-5800-452E-A1D3-35184E921BC8}"/>
              </a:ext>
            </a:extLst>
          </p:cNvPr>
          <p:cNvPicPr>
            <a:picLocks noChangeAspect="1"/>
          </p:cNvPicPr>
          <p:nvPr/>
        </p:nvPicPr>
        <p:blipFill>
          <a:blip r:embed="Rfe2055f96b5f404f"/>
          <a:stretch/>
        </p:blipFill>
        <p:spPr>
          <a:xfrm>
            <a:off x="4743450" y="685800"/>
            <a:ext cx="1676400" cy="1676400"/>
          </a:xfrm>
          <a:prstGeom prst="rect">
            <a:avLst/>
          </a:prstGeom>
        </p:spPr>
      </p:pic>
      <p:sp>
        <p:nvSpPr>
          <p:cNvPr id="72" name="Scientific domain frame">
            <a:extLst>
              <a:ext uri="{FF2B5EF4-FFF2-40B4-BE49-F238E27FC236}">
                <ns2:creationId id="{26515932-25CF-4D00-8E69-9F245B353773}"/>
              </a:ext>
            </a:extLst>
          </p:cNvPr>
          <p:cNvSpPr>
            <a:spLocks noGrp="1"/>
          </p:cNvSpPr>
          <p:nvPr/>
        </p:nvSpPr>
        <p:spPr>
          <a:xfrm>
            <a:off x="47434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77" name="Source identity A t25">
            <a:extLst>
              <a:ext uri="{FF2B5EF4-FFF2-40B4-BE49-F238E27FC236}">
                <ns2:creationId id="{CF8E7695-301B-4FC1-8888-89A05138F6B1}"/>
              </a:ext>
            </a:extLst>
          </p:cNvPr>
          <p:cNvSpPr>
            <a:spLocks noGrp="1"/>
          </p:cNvSpPr>
          <p:nvPr/>
        </p:nvSpPr>
        <p:spPr>
          <a:xfrm>
            <a:off x="51085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Source identity B t25">
            <a:extLst>
              <a:ext uri="{FF2B5EF4-FFF2-40B4-BE49-F238E27FC236}">
                <ns2:creationId id="{F913784C-500C-4BCA-B768-0F37BDED8AA1}"/>
              </a:ext>
            </a:extLst>
          </p:cNvPr>
          <p:cNvSpPr>
            <a:spLocks noGrp="1"/>
          </p:cNvSpPr>
          <p:nvPr/>
        </p:nvSpPr>
        <p:spPr>
          <a:xfrm>
            <a:off x="5611495" y="124904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7" name="Source identity C t25">
            <a:extLst>
              <a:ext uri="{FF2B5EF4-FFF2-40B4-BE49-F238E27FC236}">
                <ns2:creationId id="{92B81EC0-193A-44F3-8AB9-565C0C3EF885}"/>
              </a:ext>
            </a:extLst>
          </p:cNvPr>
          <p:cNvSpPr>
            <a:spLocks noGrp="1"/>
          </p:cNvSpPr>
          <p:nvPr/>
        </p:nvSpPr>
        <p:spPr>
          <a:xfrm>
            <a:off x="62261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8" name="Scientific path">
            <a:extLst>
              <a:ext uri="{FF2B5EF4-FFF2-40B4-BE49-F238E27FC236}">
                <ns2:creationId id="{3FF5A61C-1A2C-406F-BEEB-29FBE3949953}"/>
              </a:ext>
            </a:extLst>
          </p:cNvPr>
          <p:cNvSpPr>
            <a:spLocks noGrp="1"/>
          </p:cNvSpPr>
          <p:nvPr/>
        </p:nvSpPr>
        <p:spPr>
          <a:xfrm>
            <a:off x="47434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89" name="Scientific path">
            <a:extLst>
              <a:ext uri="{FF2B5EF4-FFF2-40B4-BE49-F238E27FC236}">
                <ns2:creationId id="{8B7CEAAB-2DA5-429E-B281-EFDE15E66D0D}"/>
              </a:ext>
            </a:extLst>
          </p:cNvPr>
          <p:cNvSpPr>
            <a:spLocks noGrp="1"/>
          </p:cNvSpPr>
          <p:nvPr/>
        </p:nvSpPr>
        <p:spPr>
          <a:xfrm>
            <a:off x="63627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90" name="Scientific path">
            <a:extLst>
              <a:ext uri="{FF2B5EF4-FFF2-40B4-BE49-F238E27FC236}">
                <ns2:creationId id="{1A39648A-250F-4D62-91D7-467D03C2E283}"/>
              </a:ext>
            </a:extLst>
          </p:cNvPr>
          <p:cNvSpPr>
            <a:spLocks noGrp="1"/>
          </p:cNvSpPr>
          <p:nvPr/>
        </p:nvSpPr>
        <p:spPr>
          <a:xfrm>
            <a:off x="63627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91" name="A exact x projection t25">
            <a:extLst>
              <a:ext uri="{FF2B5EF4-FFF2-40B4-BE49-F238E27FC236}">
                <ns2:creationId id="{A16063BD-8778-47A5-B37F-5F6CB7565D35}"/>
              </a:ext>
            </a:extLst>
          </p:cNvPr>
          <p:cNvSpPr>
            <a:spLocks noGrp="1"/>
          </p:cNvSpPr>
          <p:nvPr/>
        </p:nvSpPr>
        <p:spPr>
          <a:xfrm>
            <a:off x="49809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92" name="A">
            <a:extLst>
              <a:ext uri="{FF2B5EF4-FFF2-40B4-BE49-F238E27FC236}">
                <ns2:creationId id="{45A2907E-47F5-48BF-BAFF-8458A7641BBA}"/>
              </a:ext>
            </a:extLst>
          </p:cNvPr>
          <p:cNvSpPr>
            <a:spLocks noGrp="1"/>
          </p:cNvSpPr>
          <p:nvPr/>
        </p:nvSpPr>
        <p:spPr>
          <a:xfrm>
            <a:off x="48990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3" name="20">
            <a:extLst>
              <a:ext uri="{FF2B5EF4-FFF2-40B4-BE49-F238E27FC236}">
                <ns2:creationId id="{2FC8065D-E7AB-45CA-823C-09C52862AD7F}"/>
              </a:ext>
            </a:extLst>
          </p:cNvPr>
          <p:cNvSpPr>
            <a:spLocks noGrp="1"/>
          </p:cNvSpPr>
          <p:nvPr/>
        </p:nvSpPr>
        <p:spPr>
          <a:xfrm>
            <a:off x="47752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4" name="B exact x projection t25">
            <a:extLst>
              <a:ext uri="{FF2B5EF4-FFF2-40B4-BE49-F238E27FC236}">
                <ns2:creationId id="{829AC507-59A4-4D6E-9641-6C3D0C3C7A15}"/>
              </a:ext>
            </a:extLst>
          </p:cNvPr>
          <p:cNvSpPr>
            <a:spLocks noGrp="1"/>
          </p:cNvSpPr>
          <p:nvPr/>
        </p:nvSpPr>
        <p:spPr>
          <a:xfrm>
            <a:off x="548386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95" name="B">
            <a:extLst>
              <a:ext uri="{FF2B5EF4-FFF2-40B4-BE49-F238E27FC236}">
                <ns2:creationId id="{B5C437CD-7D0D-4EF6-AABD-EF77553EFF13}"/>
              </a:ext>
            </a:extLst>
          </p:cNvPr>
          <p:cNvSpPr>
            <a:spLocks noGrp="1"/>
          </p:cNvSpPr>
          <p:nvPr/>
        </p:nvSpPr>
        <p:spPr>
          <a:xfrm>
            <a:off x="540194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6" name="56">
            <a:extLst>
              <a:ext uri="{FF2B5EF4-FFF2-40B4-BE49-F238E27FC236}">
                <ns2:creationId id="{C8DFA174-3150-4AA9-8453-8F136F7EED73}"/>
              </a:ext>
            </a:extLst>
          </p:cNvPr>
          <p:cNvSpPr>
            <a:spLocks noGrp="1"/>
          </p:cNvSpPr>
          <p:nvPr/>
        </p:nvSpPr>
        <p:spPr>
          <a:xfrm>
            <a:off x="527812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97" name="C exact x projection t25">
            <a:extLst>
              <a:ext uri="{FF2B5EF4-FFF2-40B4-BE49-F238E27FC236}">
                <ns2:creationId id="{5AF0C3E7-8F5B-45A5-B5E8-8F492EE97A58}"/>
              </a:ext>
            </a:extLst>
          </p:cNvPr>
          <p:cNvSpPr>
            <a:spLocks noGrp="1"/>
          </p:cNvSpPr>
          <p:nvPr/>
        </p:nvSpPr>
        <p:spPr>
          <a:xfrm>
            <a:off x="60985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98" name="C">
            <a:extLst>
              <a:ext uri="{FF2B5EF4-FFF2-40B4-BE49-F238E27FC236}">
                <ns2:creationId id="{BC34C997-8BF3-43A0-A7BE-477EE7C839D9}"/>
              </a:ext>
            </a:extLst>
          </p:cNvPr>
          <p:cNvSpPr>
            <a:spLocks noGrp="1"/>
          </p:cNvSpPr>
          <p:nvPr/>
        </p:nvSpPr>
        <p:spPr>
          <a:xfrm>
            <a:off x="60166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9" name="100">
            <a:extLst>
              <a:ext uri="{FF2B5EF4-FFF2-40B4-BE49-F238E27FC236}">
                <ns2:creationId id="{CECCF95D-77AB-4EA2-8D74-9483B15B271D}"/>
              </a:ext>
            </a:extLst>
          </p:cNvPr>
          <p:cNvSpPr>
            <a:spLocks noGrp="1"/>
          </p:cNvSpPr>
          <p:nvPr/>
        </p:nvSpPr>
        <p:spPr>
          <a:xfrm>
            <a:off x="58928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0" name="t = 38">
            <a:extLst>
              <a:ext uri="{FF2B5EF4-FFF2-40B4-BE49-F238E27FC236}">
                <ns2:creationId id="{A85D6DC9-B8CC-447A-AFD3-16F9E74071A6}"/>
              </a:ext>
            </a:extLst>
          </p:cNvPr>
          <p:cNvSpPr>
            <a:spLocks noGrp="1"/>
          </p:cNvSpPr>
          <p:nvPr/>
        </p:nvSpPr>
        <p:spPr>
          <a:xfrm>
            <a:off x="66865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38</a:t>
            </a:r>
          </a:p>
        </p:txBody>
      </p:sp>
      <p:pic>
        <p:nvPicPr>
          <p:cNvPr id="101" name="">
            <a:extLst>
              <a:ext uri="{FF2B5EF4-FFF2-40B4-BE49-F238E27FC236}">
                <ns2:creationId id="{701D40CD-687E-45D8-A0C0-600F4604A453}"/>
              </a:ext>
            </a:extLst>
          </p:cNvPr>
          <p:cNvPicPr>
            <a:picLocks noChangeAspect="1"/>
          </p:cNvPicPr>
          <p:nvPr/>
        </p:nvPicPr>
        <p:blipFill>
          <a:blip r:embed="R17e4c43aed1a4f27"/>
          <a:stretch/>
        </p:blipFill>
        <p:spPr>
          <a:xfrm>
            <a:off x="6686550" y="685800"/>
            <a:ext cx="1676400" cy="1676400"/>
          </a:xfrm>
          <a:prstGeom prst="rect">
            <a:avLst/>
          </a:prstGeom>
        </p:spPr>
      </p:pic>
      <p:sp>
        <p:nvSpPr>
          <p:cNvPr id="102" name="Scientific domain frame">
            <a:extLst>
              <a:ext uri="{FF2B5EF4-FFF2-40B4-BE49-F238E27FC236}">
                <ns2:creationId id="{21BEDD1E-1264-4B94-93D3-992A0CE8E6A3}"/>
              </a:ext>
            </a:extLst>
          </p:cNvPr>
          <p:cNvSpPr>
            <a:spLocks noGrp="1"/>
          </p:cNvSpPr>
          <p:nvPr/>
        </p:nvSpPr>
        <p:spPr>
          <a:xfrm>
            <a:off x="66865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107" name="Source identity A t38">
            <a:extLst>
              <a:ext uri="{FF2B5EF4-FFF2-40B4-BE49-F238E27FC236}">
                <ns2:creationId id="{077877CB-5B24-42AD-A021-32D61FAB85A7}"/>
              </a:ext>
            </a:extLst>
          </p:cNvPr>
          <p:cNvSpPr>
            <a:spLocks noGrp="1"/>
          </p:cNvSpPr>
          <p:nvPr/>
        </p:nvSpPr>
        <p:spPr>
          <a:xfrm>
            <a:off x="70516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2" name="Source identity B t38">
            <a:extLst>
              <a:ext uri="{FF2B5EF4-FFF2-40B4-BE49-F238E27FC236}">
                <ns2:creationId id="{E71754BB-5D0B-41DF-A810-4D68FA2E825C}"/>
              </a:ext>
            </a:extLst>
          </p:cNvPr>
          <p:cNvSpPr>
            <a:spLocks noGrp="1"/>
          </p:cNvSpPr>
          <p:nvPr/>
        </p:nvSpPr>
        <p:spPr>
          <a:xfrm>
            <a:off x="7666355" y="136080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7" name="Source identity C t38">
            <a:extLst>
              <a:ext uri="{FF2B5EF4-FFF2-40B4-BE49-F238E27FC236}">
                <ns2:creationId id="{41424000-614E-4A30-A0EB-64A7EADE6034}"/>
              </a:ext>
            </a:extLst>
          </p:cNvPr>
          <p:cNvSpPr>
            <a:spLocks noGrp="1"/>
          </p:cNvSpPr>
          <p:nvPr/>
        </p:nvSpPr>
        <p:spPr>
          <a:xfrm>
            <a:off x="81692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8" name="Scientific path">
            <a:extLst>
              <a:ext uri="{FF2B5EF4-FFF2-40B4-BE49-F238E27FC236}">
                <ns2:creationId id="{EE61233D-A1BC-4284-A9EC-D69AF1D2583F}"/>
              </a:ext>
            </a:extLst>
          </p:cNvPr>
          <p:cNvSpPr>
            <a:spLocks noGrp="1"/>
          </p:cNvSpPr>
          <p:nvPr/>
        </p:nvSpPr>
        <p:spPr>
          <a:xfrm>
            <a:off x="66865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19" name="Scientific path">
            <a:extLst>
              <a:ext uri="{FF2B5EF4-FFF2-40B4-BE49-F238E27FC236}">
                <ns2:creationId id="{E2BCF2A9-D98C-4D42-9FF7-61C04E56EE0E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20" name="Scientific path">
            <a:extLst>
              <a:ext uri="{FF2B5EF4-FFF2-40B4-BE49-F238E27FC236}">
                <ns2:creationId id="{380BDFBC-B1CD-4935-BD8C-899502EA3998}"/>
              </a:ext>
            </a:extLst>
          </p:cNvPr>
          <p:cNvSpPr>
            <a:spLocks noGrp="1"/>
          </p:cNvSpPr>
          <p:nvPr/>
        </p:nvSpPr>
        <p:spPr>
          <a:xfrm>
            <a:off x="83058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21" name="A exact x projection t38">
            <a:extLst>
              <a:ext uri="{FF2B5EF4-FFF2-40B4-BE49-F238E27FC236}">
                <ns2:creationId id="{6706D342-C494-4C5A-A954-99FBC418CF20}"/>
              </a:ext>
            </a:extLst>
          </p:cNvPr>
          <p:cNvSpPr>
            <a:spLocks noGrp="1"/>
          </p:cNvSpPr>
          <p:nvPr/>
        </p:nvSpPr>
        <p:spPr>
          <a:xfrm>
            <a:off x="69240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122" name="A">
            <a:extLst>
              <a:ext uri="{FF2B5EF4-FFF2-40B4-BE49-F238E27FC236}">
                <ns2:creationId id="{607F2AD6-911C-4E43-B102-72C7F858892F}"/>
              </a:ext>
            </a:extLst>
          </p:cNvPr>
          <p:cNvSpPr>
            <a:spLocks noGrp="1"/>
          </p:cNvSpPr>
          <p:nvPr/>
        </p:nvSpPr>
        <p:spPr>
          <a:xfrm>
            <a:off x="68421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3" name="20">
            <a:extLst>
              <a:ext uri="{FF2B5EF4-FFF2-40B4-BE49-F238E27FC236}">
                <ns2:creationId id="{3BA3406F-5EB3-45EE-AA46-293A1706C88B}"/>
              </a:ext>
            </a:extLst>
          </p:cNvPr>
          <p:cNvSpPr>
            <a:spLocks noGrp="1"/>
          </p:cNvSpPr>
          <p:nvPr/>
        </p:nvSpPr>
        <p:spPr>
          <a:xfrm>
            <a:off x="67183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4" name="B exact x projection t38">
            <a:extLst>
              <a:ext uri="{FF2B5EF4-FFF2-40B4-BE49-F238E27FC236}">
                <ns2:creationId id="{F7FFA518-F49D-413C-A60D-1DCFFD5BD4A6}"/>
              </a:ext>
            </a:extLst>
          </p:cNvPr>
          <p:cNvSpPr>
            <a:spLocks noGrp="1"/>
          </p:cNvSpPr>
          <p:nvPr/>
        </p:nvSpPr>
        <p:spPr>
          <a:xfrm>
            <a:off x="753872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125" name="B">
            <a:extLst>
              <a:ext uri="{FF2B5EF4-FFF2-40B4-BE49-F238E27FC236}">
                <ns2:creationId id="{6AED0E90-8394-4D15-83D5-2FC5C4C51C83}"/>
              </a:ext>
            </a:extLst>
          </p:cNvPr>
          <p:cNvSpPr>
            <a:spLocks noGrp="1"/>
          </p:cNvSpPr>
          <p:nvPr/>
        </p:nvSpPr>
        <p:spPr>
          <a:xfrm>
            <a:off x="745680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6" name="64">
            <a:extLst>
              <a:ext uri="{FF2B5EF4-FFF2-40B4-BE49-F238E27FC236}">
                <ns2:creationId id="{81B0A127-641E-4294-8080-1E68ADB57147}"/>
              </a:ext>
            </a:extLst>
          </p:cNvPr>
          <p:cNvSpPr>
            <a:spLocks noGrp="1"/>
          </p:cNvSpPr>
          <p:nvPr/>
        </p:nvSpPr>
        <p:spPr>
          <a:xfrm>
            <a:off x="733298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27" name="C exact x projection t38">
            <a:extLst>
              <a:ext uri="{FF2B5EF4-FFF2-40B4-BE49-F238E27FC236}">
                <ns2:creationId id="{2FE5908C-F02F-4802-98CE-00EA967A7109}"/>
              </a:ext>
            </a:extLst>
          </p:cNvPr>
          <p:cNvSpPr>
            <a:spLocks noGrp="1"/>
          </p:cNvSpPr>
          <p:nvPr/>
        </p:nvSpPr>
        <p:spPr>
          <a:xfrm>
            <a:off x="80416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128" name="C">
            <a:extLst>
              <a:ext uri="{FF2B5EF4-FFF2-40B4-BE49-F238E27FC236}">
                <ns2:creationId id="{88990D7B-B3CA-4F79-9187-1E74123EE6BD}"/>
              </a:ext>
            </a:extLst>
          </p:cNvPr>
          <p:cNvSpPr>
            <a:spLocks noGrp="1"/>
          </p:cNvSpPr>
          <p:nvPr/>
        </p:nvSpPr>
        <p:spPr>
          <a:xfrm>
            <a:off x="79597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9" name="100">
            <a:extLst>
              <a:ext uri="{FF2B5EF4-FFF2-40B4-BE49-F238E27FC236}">
                <ns2:creationId id="{238E57A9-0E8B-4A22-8253-45D8EBB22B70}"/>
              </a:ext>
            </a:extLst>
          </p:cNvPr>
          <p:cNvSpPr>
            <a:spLocks noGrp="1"/>
          </p:cNvSpPr>
          <p:nvPr/>
        </p:nvSpPr>
        <p:spPr>
          <a:xfrm>
            <a:off x="78359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0" name="t = 51">
            <a:extLst>
              <a:ext uri="{FF2B5EF4-FFF2-40B4-BE49-F238E27FC236}">
                <ns2:creationId id="{6A80D7F1-59AC-4FFA-BA3E-26AA611A4207}"/>
              </a:ext>
            </a:extLst>
          </p:cNvPr>
          <p:cNvSpPr>
            <a:spLocks noGrp="1"/>
          </p:cNvSpPr>
          <p:nvPr/>
        </p:nvSpPr>
        <p:spPr>
          <a:xfrm>
            <a:off x="86296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51</a:t>
            </a:r>
          </a:p>
        </p:txBody>
      </p:sp>
      <p:pic>
        <p:nvPicPr>
          <p:cNvPr id="131" name="">
            <a:extLst>
              <a:ext uri="{FF2B5EF4-FFF2-40B4-BE49-F238E27FC236}">
                <ns2:creationId id="{909F927A-30DA-4BA6-8058-A515639F003E}"/>
              </a:ext>
            </a:extLst>
          </p:cNvPr>
          <p:cNvPicPr>
            <a:picLocks noChangeAspect="1"/>
          </p:cNvPicPr>
          <p:nvPr/>
        </p:nvPicPr>
        <p:blipFill>
          <a:blip r:embed="R3f4e7da8ce224d97"/>
          <a:stretch/>
        </p:blipFill>
        <p:spPr>
          <a:xfrm>
            <a:off x="8629650" y="685800"/>
            <a:ext cx="1676400" cy="1676400"/>
          </a:xfrm>
          <a:prstGeom prst="rect">
            <a:avLst/>
          </a:prstGeom>
        </p:spPr>
      </p:pic>
      <p:sp>
        <p:nvSpPr>
          <p:cNvPr id="132" name="Scientific domain frame">
            <a:extLst>
              <a:ext uri="{FF2B5EF4-FFF2-40B4-BE49-F238E27FC236}">
                <ns2:creationId id="{1D55A4A8-26E5-4C57-8298-BC6FAC5D8E31}"/>
              </a:ext>
            </a:extLst>
          </p:cNvPr>
          <p:cNvSpPr>
            <a:spLocks noGrp="1"/>
          </p:cNvSpPr>
          <p:nvPr/>
        </p:nvSpPr>
        <p:spPr>
          <a:xfrm>
            <a:off x="86296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137" name="Source identity A t51">
            <a:extLst>
              <a:ext uri="{FF2B5EF4-FFF2-40B4-BE49-F238E27FC236}">
                <ns2:creationId id="{AB6463BB-3F27-400F-A159-371CBE6E1F9A}"/>
              </a:ext>
            </a:extLst>
          </p:cNvPr>
          <p:cNvSpPr>
            <a:spLocks noGrp="1"/>
          </p:cNvSpPr>
          <p:nvPr/>
        </p:nvSpPr>
        <p:spPr>
          <a:xfrm>
            <a:off x="89947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2" name="Source identity B t51">
            <a:extLst>
              <a:ext uri="{FF2B5EF4-FFF2-40B4-BE49-F238E27FC236}">
                <ns2:creationId id="{EC481926-D946-4B4D-BB3D-612F64A1EF53}"/>
              </a:ext>
            </a:extLst>
          </p:cNvPr>
          <p:cNvSpPr>
            <a:spLocks noGrp="1"/>
          </p:cNvSpPr>
          <p:nvPr/>
        </p:nvSpPr>
        <p:spPr>
          <a:xfrm>
            <a:off x="9728200" y="1479550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7" name="Source identity C t51">
            <a:extLst>
              <a:ext uri="{FF2B5EF4-FFF2-40B4-BE49-F238E27FC236}">
                <ns2:creationId id="{6587AE40-1399-4978-B4FC-0C945F40BEAB}"/>
              </a:ext>
            </a:extLst>
          </p:cNvPr>
          <p:cNvSpPr>
            <a:spLocks noGrp="1"/>
          </p:cNvSpPr>
          <p:nvPr/>
        </p:nvSpPr>
        <p:spPr>
          <a:xfrm>
            <a:off x="101123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8" name="Scientific path">
            <a:extLst>
              <a:ext uri="{FF2B5EF4-FFF2-40B4-BE49-F238E27FC236}">
                <ns2:creationId id="{4572EDD6-3C1C-4EFA-80C7-D896ACB8752A}"/>
              </a:ext>
            </a:extLst>
          </p:cNvPr>
          <p:cNvSpPr>
            <a:spLocks noGrp="1"/>
          </p:cNvSpPr>
          <p:nvPr/>
        </p:nvSpPr>
        <p:spPr>
          <a:xfrm>
            <a:off x="86296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49" name="Scientific path">
            <a:extLst>
              <a:ext uri="{FF2B5EF4-FFF2-40B4-BE49-F238E27FC236}">
                <ns2:creationId id="{43DE4B32-2E7B-4E40-B520-6EA3068A80E4}"/>
              </a:ext>
            </a:extLst>
          </p:cNvPr>
          <p:cNvSpPr>
            <a:spLocks noGrp="1"/>
          </p:cNvSpPr>
          <p:nvPr/>
        </p:nvSpPr>
        <p:spPr>
          <a:xfrm>
            <a:off x="102489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50" name="Scientific path">
            <a:extLst>
              <a:ext uri="{FF2B5EF4-FFF2-40B4-BE49-F238E27FC236}">
                <ns2:creationId id="{6D72C126-F046-4750-87F9-7906504A58F9}"/>
              </a:ext>
            </a:extLst>
          </p:cNvPr>
          <p:cNvSpPr>
            <a:spLocks noGrp="1"/>
          </p:cNvSpPr>
          <p:nvPr/>
        </p:nvSpPr>
        <p:spPr>
          <a:xfrm>
            <a:off x="102489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51" name="A exact x projection t51">
            <a:extLst>
              <a:ext uri="{FF2B5EF4-FFF2-40B4-BE49-F238E27FC236}">
                <ns2:creationId id="{CA6AF1BB-32D4-4388-9ECF-DE0394371E78}"/>
              </a:ext>
            </a:extLst>
          </p:cNvPr>
          <p:cNvSpPr>
            <a:spLocks noGrp="1"/>
          </p:cNvSpPr>
          <p:nvPr/>
        </p:nvSpPr>
        <p:spPr>
          <a:xfrm>
            <a:off x="88671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152" name="A">
            <a:extLst>
              <a:ext uri="{FF2B5EF4-FFF2-40B4-BE49-F238E27FC236}">
                <ns2:creationId id="{D76C2719-ED13-4187-B9B2-DA1C7889CDBC}"/>
              </a:ext>
            </a:extLst>
          </p:cNvPr>
          <p:cNvSpPr>
            <a:spLocks noGrp="1"/>
          </p:cNvSpPr>
          <p:nvPr/>
        </p:nvSpPr>
        <p:spPr>
          <a:xfrm>
            <a:off x="87852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3" name="20">
            <a:extLst>
              <a:ext uri="{FF2B5EF4-FFF2-40B4-BE49-F238E27FC236}">
                <ns2:creationId id="{D13A958D-9D8B-48EB-9A01-6BB313009580}"/>
              </a:ext>
            </a:extLst>
          </p:cNvPr>
          <p:cNvSpPr>
            <a:spLocks noGrp="1"/>
          </p:cNvSpPr>
          <p:nvPr/>
        </p:nvSpPr>
        <p:spPr>
          <a:xfrm>
            <a:off x="86614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4" name="B exact x projection t51">
            <a:extLst>
              <a:ext uri="{FF2B5EF4-FFF2-40B4-BE49-F238E27FC236}">
                <ns2:creationId id="{B562E75C-9228-4E4D-8CB6-D7CBC1EFFA13}"/>
              </a:ext>
            </a:extLst>
          </p:cNvPr>
          <p:cNvSpPr>
            <a:spLocks noGrp="1"/>
          </p:cNvSpPr>
          <p:nvPr/>
        </p:nvSpPr>
        <p:spPr>
          <a:xfrm>
            <a:off x="9600565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155" name="B">
            <a:extLst>
              <a:ext uri="{FF2B5EF4-FFF2-40B4-BE49-F238E27FC236}">
                <ns2:creationId id="{756FCE26-3070-4BE1-8C2A-04A9BE496161}"/>
              </a:ext>
            </a:extLst>
          </p:cNvPr>
          <p:cNvSpPr>
            <a:spLocks noGrp="1"/>
          </p:cNvSpPr>
          <p:nvPr/>
        </p:nvSpPr>
        <p:spPr>
          <a:xfrm>
            <a:off x="9518650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6" name="72.5">
            <a:extLst>
              <a:ext uri="{FF2B5EF4-FFF2-40B4-BE49-F238E27FC236}">
                <ns2:creationId id="{CD08590C-6760-4E48-BF4D-59B1504FFB06}"/>
              </a:ext>
            </a:extLst>
          </p:cNvPr>
          <p:cNvSpPr>
            <a:spLocks noGrp="1"/>
          </p:cNvSpPr>
          <p:nvPr/>
        </p:nvSpPr>
        <p:spPr>
          <a:xfrm>
            <a:off x="9394825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72.5</a:t>
            </a:r>
          </a:p>
        </p:txBody>
      </p:sp>
      <p:sp>
        <p:nvSpPr>
          <p:cNvPr id="157" name="C exact x projection t51">
            <a:extLst>
              <a:ext uri="{FF2B5EF4-FFF2-40B4-BE49-F238E27FC236}">
                <ns2:creationId id="{903BE3CE-A972-4DA9-ADD4-A4197CA0A2F8}"/>
              </a:ext>
            </a:extLst>
          </p:cNvPr>
          <p:cNvSpPr>
            <a:spLocks noGrp="1"/>
          </p:cNvSpPr>
          <p:nvPr/>
        </p:nvSpPr>
        <p:spPr>
          <a:xfrm>
            <a:off x="99847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158" name="C">
            <a:extLst>
              <a:ext uri="{FF2B5EF4-FFF2-40B4-BE49-F238E27FC236}">
                <ns2:creationId id="{CBF1CA61-2F5D-44FA-99E0-B1323FB09659}"/>
              </a:ext>
            </a:extLst>
          </p:cNvPr>
          <p:cNvSpPr>
            <a:spLocks noGrp="1"/>
          </p:cNvSpPr>
          <p:nvPr/>
        </p:nvSpPr>
        <p:spPr>
          <a:xfrm>
            <a:off x="99028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9" name="100">
            <a:extLst>
              <a:ext uri="{FF2B5EF4-FFF2-40B4-BE49-F238E27FC236}">
                <ns2:creationId id="{75A3E8BF-4144-4F16-924F-C39B96344727}"/>
              </a:ext>
            </a:extLst>
          </p:cNvPr>
          <p:cNvSpPr>
            <a:spLocks noGrp="1"/>
          </p:cNvSpPr>
          <p:nvPr/>
        </p:nvSpPr>
        <p:spPr>
          <a:xfrm>
            <a:off x="97790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t = 63">
            <a:extLst>
              <a:ext uri="{FF2B5EF4-FFF2-40B4-BE49-F238E27FC236}">
                <ns2:creationId id="{F3E38087-65C7-454B-9CC6-16CE968A0C26}"/>
              </a:ext>
            </a:extLst>
          </p:cNvPr>
          <p:cNvSpPr>
            <a:spLocks noGrp="1"/>
          </p:cNvSpPr>
          <p:nvPr/>
        </p:nvSpPr>
        <p:spPr>
          <a:xfrm>
            <a:off x="105727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63</a:t>
            </a:r>
          </a:p>
        </p:txBody>
      </p:sp>
      <p:pic>
        <p:nvPicPr>
          <p:cNvPr id="161" name="">
            <a:extLst>
              <a:ext uri="{FF2B5EF4-FFF2-40B4-BE49-F238E27FC236}">
                <ns2:creationId id="{E90A951C-2546-441C-9E76-C79B6DDF83BE}"/>
              </a:ext>
            </a:extLst>
          </p:cNvPr>
          <p:cNvPicPr>
            <a:picLocks noChangeAspect="1"/>
          </p:cNvPicPr>
          <p:nvPr/>
        </p:nvPicPr>
        <p:blipFill>
          <a:blip r:embed="R68720792861248a3"/>
          <a:stretch/>
        </p:blipFill>
        <p:spPr>
          <a:xfrm>
            <a:off x="10572750" y="685800"/>
            <a:ext cx="1676400" cy="1676400"/>
          </a:xfrm>
          <a:prstGeom prst="rect">
            <a:avLst/>
          </a:prstGeom>
        </p:spPr>
      </p:pic>
      <p:sp>
        <p:nvSpPr>
          <p:cNvPr id="162" name="Scientific domain frame">
            <a:extLst>
              <a:ext uri="{FF2B5EF4-FFF2-40B4-BE49-F238E27FC236}">
                <ns2:creationId id="{04A94EBD-083E-455E-A94D-829F2A938B75}"/>
              </a:ext>
            </a:extLst>
          </p:cNvPr>
          <p:cNvSpPr>
            <a:spLocks noGrp="1"/>
          </p:cNvSpPr>
          <p:nvPr/>
        </p:nvSpPr>
        <p:spPr>
          <a:xfrm>
            <a:off x="105727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167" name="Source identity A t63">
            <a:extLst>
              <a:ext uri="{FF2B5EF4-FFF2-40B4-BE49-F238E27FC236}">
                <ns2:creationId id="{B6634178-D42B-43CD-BD98-A690558355BF}"/>
              </a:ext>
            </a:extLst>
          </p:cNvPr>
          <p:cNvSpPr>
            <a:spLocks noGrp="1"/>
          </p:cNvSpPr>
          <p:nvPr/>
        </p:nvSpPr>
        <p:spPr>
          <a:xfrm>
            <a:off x="109378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2" name="Source identity B t63">
            <a:extLst>
              <a:ext uri="{FF2B5EF4-FFF2-40B4-BE49-F238E27FC236}">
                <ns2:creationId id="{DDD8742A-D892-4AAB-95D6-35F389BA1C85}"/>
              </a:ext>
            </a:extLst>
          </p:cNvPr>
          <p:cNvSpPr>
            <a:spLocks noGrp="1"/>
          </p:cNvSpPr>
          <p:nvPr/>
        </p:nvSpPr>
        <p:spPr>
          <a:xfrm>
            <a:off x="11776075" y="15843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7" name="Source identity C t63">
            <a:extLst>
              <a:ext uri="{FF2B5EF4-FFF2-40B4-BE49-F238E27FC236}">
                <ns2:creationId id="{95385464-C0D1-4181-9F79-160ACC616D81}"/>
              </a:ext>
            </a:extLst>
          </p:cNvPr>
          <p:cNvSpPr>
            <a:spLocks noGrp="1"/>
          </p:cNvSpPr>
          <p:nvPr/>
        </p:nvSpPr>
        <p:spPr>
          <a:xfrm>
            <a:off x="120554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8" name="Scientific path">
            <a:extLst>
              <a:ext uri="{FF2B5EF4-FFF2-40B4-BE49-F238E27FC236}">
                <ns2:creationId id="{B1370A7C-C14F-4ECB-BEAC-7C2C45FBD6F2}"/>
              </a:ext>
            </a:extLst>
          </p:cNvPr>
          <p:cNvSpPr>
            <a:spLocks noGrp="1"/>
          </p:cNvSpPr>
          <p:nvPr/>
        </p:nvSpPr>
        <p:spPr>
          <a:xfrm>
            <a:off x="105727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79" name="Scientific path">
            <a:extLst>
              <a:ext uri="{FF2B5EF4-FFF2-40B4-BE49-F238E27FC236}">
                <ns2:creationId id="{B9E8707F-F7EB-4471-BD5A-0990E66B4ABD}"/>
              </a:ext>
            </a:extLst>
          </p:cNvPr>
          <p:cNvSpPr>
            <a:spLocks noGrp="1"/>
          </p:cNvSpPr>
          <p:nvPr/>
        </p:nvSpPr>
        <p:spPr>
          <a:xfrm>
            <a:off x="121920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80" name="Scientific path">
            <a:extLst>
              <a:ext uri="{FF2B5EF4-FFF2-40B4-BE49-F238E27FC236}">
                <ns2:creationId id="{B1E68AEF-062B-4859-A37A-F2560420F200}"/>
              </a:ext>
            </a:extLst>
          </p:cNvPr>
          <p:cNvSpPr>
            <a:spLocks noGrp="1"/>
          </p:cNvSpPr>
          <p:nvPr/>
        </p:nvSpPr>
        <p:spPr>
          <a:xfrm>
            <a:off x="121920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81" name="A exact x projection t63">
            <a:extLst>
              <a:ext uri="{FF2B5EF4-FFF2-40B4-BE49-F238E27FC236}">
                <ns2:creationId id="{245DF5DE-745E-4A45-B622-75DA4C10DBEC}"/>
              </a:ext>
            </a:extLst>
          </p:cNvPr>
          <p:cNvSpPr>
            <a:spLocks noGrp="1"/>
          </p:cNvSpPr>
          <p:nvPr/>
        </p:nvSpPr>
        <p:spPr>
          <a:xfrm>
            <a:off x="108102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182" name="A">
            <a:extLst>
              <a:ext uri="{FF2B5EF4-FFF2-40B4-BE49-F238E27FC236}">
                <ns2:creationId id="{8B35246D-A265-4848-A45F-6512F77B7B01}"/>
              </a:ext>
            </a:extLst>
          </p:cNvPr>
          <p:cNvSpPr>
            <a:spLocks noGrp="1"/>
          </p:cNvSpPr>
          <p:nvPr/>
        </p:nvSpPr>
        <p:spPr>
          <a:xfrm>
            <a:off x="107283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3" name="20">
            <a:extLst>
              <a:ext uri="{FF2B5EF4-FFF2-40B4-BE49-F238E27FC236}">
                <ns2:creationId id="{E2A32542-5083-4BE3-90F8-D80D2419931E}"/>
              </a:ext>
            </a:extLst>
          </p:cNvPr>
          <p:cNvSpPr>
            <a:spLocks noGrp="1"/>
          </p:cNvSpPr>
          <p:nvPr/>
        </p:nvSpPr>
        <p:spPr>
          <a:xfrm>
            <a:off x="106045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84" name="B exact x projection t63">
            <a:extLst>
              <a:ext uri="{FF2B5EF4-FFF2-40B4-BE49-F238E27FC236}">
                <ns2:creationId id="{FA004B35-632A-4910-B22C-9EB9BC30FFC7}"/>
              </a:ext>
            </a:extLst>
          </p:cNvPr>
          <p:cNvSpPr>
            <a:spLocks noGrp="1"/>
          </p:cNvSpPr>
          <p:nvPr/>
        </p:nvSpPr>
        <p:spPr>
          <a:xfrm>
            <a:off x="1164844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185" name="B">
            <a:extLst>
              <a:ext uri="{FF2B5EF4-FFF2-40B4-BE49-F238E27FC236}">
                <ns2:creationId id="{EE34D481-8340-4A44-BB96-AC2C80F44B0E}"/>
              </a:ext>
            </a:extLst>
          </p:cNvPr>
          <p:cNvSpPr>
            <a:spLocks noGrp="1"/>
          </p:cNvSpPr>
          <p:nvPr/>
        </p:nvSpPr>
        <p:spPr>
          <a:xfrm>
            <a:off x="115665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6" name="80">
            <a:extLst>
              <a:ext uri="{FF2B5EF4-FFF2-40B4-BE49-F238E27FC236}">
                <ns2:creationId id="{ECA5A7E0-CF51-4D84-A180-F72AFC8B8A8C}"/>
              </a:ext>
            </a:extLst>
          </p:cNvPr>
          <p:cNvSpPr>
            <a:spLocks noGrp="1"/>
          </p:cNvSpPr>
          <p:nvPr/>
        </p:nvSpPr>
        <p:spPr>
          <a:xfrm>
            <a:off x="114427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87" name="C exact x projection t63">
            <a:extLst>
              <a:ext uri="{FF2B5EF4-FFF2-40B4-BE49-F238E27FC236}">
                <ns2:creationId id="{37469751-29D0-4490-8FC6-0272F9921DF8}"/>
              </a:ext>
            </a:extLst>
          </p:cNvPr>
          <p:cNvSpPr>
            <a:spLocks noGrp="1"/>
          </p:cNvSpPr>
          <p:nvPr/>
        </p:nvSpPr>
        <p:spPr>
          <a:xfrm>
            <a:off x="119278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188" name="C">
            <a:extLst>
              <a:ext uri="{FF2B5EF4-FFF2-40B4-BE49-F238E27FC236}">
                <ns2:creationId id="{F52189FD-9B0C-4847-8ECA-59E820D465D8}"/>
              </a:ext>
            </a:extLst>
          </p:cNvPr>
          <p:cNvSpPr>
            <a:spLocks noGrp="1"/>
          </p:cNvSpPr>
          <p:nvPr/>
        </p:nvSpPr>
        <p:spPr>
          <a:xfrm>
            <a:off x="118459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9" name="100">
            <a:extLst>
              <a:ext uri="{FF2B5EF4-FFF2-40B4-BE49-F238E27FC236}">
                <ns2:creationId id="{872569B2-2E18-42A0-A6EA-6E0DE9FAD79F}"/>
              </a:ext>
            </a:extLst>
          </p:cNvPr>
          <p:cNvSpPr>
            <a:spLocks noGrp="1"/>
          </p:cNvSpPr>
          <p:nvPr/>
        </p:nvSpPr>
        <p:spPr>
          <a:xfrm>
            <a:off x="117221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0" name="(b) TMTM">
            <a:extLst>
              <a:ext uri="{FF2B5EF4-FFF2-40B4-BE49-F238E27FC236}">
                <ns2:creationId id="{13AFB3CB-195B-4BA5-888B-0CA5094FF310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TMTM</a:t>
            </a:r>
          </a:p>
        </p:txBody>
      </p:sp>
      <p:pic>
        <p:nvPicPr>
          <p:cNvPr id="192" name="">
            <a:extLst>
              <a:ext uri="{FF2B5EF4-FFF2-40B4-BE49-F238E27FC236}">
                <ns2:creationId id="{CC7D342D-5640-4C32-848A-E2D5B193299E}"/>
              </a:ext>
            </a:extLst>
          </p:cNvPr>
          <p:cNvPicPr>
            <a:picLocks noChangeAspect="1"/>
          </p:cNvPicPr>
          <p:nvPr/>
        </p:nvPicPr>
        <p:blipFill>
          <a:blip r:embed="R6b4d06adc5364dcc"/>
          <a:stretch/>
        </p:blipFill>
        <p:spPr>
          <a:xfrm>
            <a:off x="704850" y="3962400"/>
            <a:ext cx="3143250" cy="1619250"/>
          </a:xfrm>
          <a:prstGeom prst="rect">
            <a:avLst/>
          </a:prstGeom>
        </p:spPr>
      </p:pic>
      <p:sp>
        <p:nvSpPr>
          <p:cNvPr id="193" name="Snapshot time guide 12">
            <a:extLst>
              <a:ext uri="{FF2B5EF4-FFF2-40B4-BE49-F238E27FC236}">
                <ns2:creationId id="{9B94CD29-275D-4D5E-918B-F8DB718F5AD4}"/>
              </a:ext>
            </a:extLst>
          </p:cNvPr>
          <p:cNvSpPr>
            <a:spLocks noGrp="1"/>
          </p:cNvSpPr>
          <p:nvPr/>
        </p:nvSpPr>
        <p:spPr>
          <a:xfrm>
            <a:off x="1303564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4" name="Snapshot time guide 25">
            <a:extLst>
              <a:ext uri="{FF2B5EF4-FFF2-40B4-BE49-F238E27FC236}">
                <ns2:creationId id="{D093FFD8-9C95-45A5-A10F-DB7FDD20D703}"/>
              </a:ext>
            </a:extLst>
          </p:cNvPr>
          <p:cNvSpPr>
            <a:spLocks noGrp="1"/>
          </p:cNvSpPr>
          <p:nvPr/>
        </p:nvSpPr>
        <p:spPr>
          <a:xfrm>
            <a:off x="1952171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5" name="Snapshot time guide 38">
            <a:extLst>
              <a:ext uri="{FF2B5EF4-FFF2-40B4-BE49-F238E27FC236}">
                <ns2:creationId id="{86F84A92-3C15-48B1-8004-E55D69AF6BAD}"/>
              </a:ext>
            </a:extLst>
          </p:cNvPr>
          <p:cNvSpPr>
            <a:spLocks noGrp="1"/>
          </p:cNvSpPr>
          <p:nvPr/>
        </p:nvSpPr>
        <p:spPr>
          <a:xfrm>
            <a:off x="2600779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6" name="Snapshot time guide 51">
            <a:extLst>
              <a:ext uri="{FF2B5EF4-FFF2-40B4-BE49-F238E27FC236}">
                <ns2:creationId id="{0A3508C1-2781-48C5-91BB-6D4EA532877E}"/>
              </a:ext>
            </a:extLst>
          </p:cNvPr>
          <p:cNvSpPr>
            <a:spLocks noGrp="1"/>
          </p:cNvSpPr>
          <p:nvPr/>
        </p:nvSpPr>
        <p:spPr>
          <a:xfrm>
            <a:off x="3249386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7" name="A">
            <a:extLst>
              <a:ext uri="{FF2B5EF4-FFF2-40B4-BE49-F238E27FC236}">
                <ns2:creationId id="{61290144-4D7D-4254-8250-3C0F937E31F0}"/>
              </a:ext>
            </a:extLst>
          </p:cNvPr>
          <p:cNvSpPr>
            <a:spLocks noGrp="1"/>
          </p:cNvSpPr>
          <p:nvPr/>
        </p:nvSpPr>
        <p:spPr>
          <a:xfrm>
            <a:off x="3914775" y="495924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8" name="B">
            <a:extLst>
              <a:ext uri="{FF2B5EF4-FFF2-40B4-BE49-F238E27FC236}">
                <ns2:creationId id="{BA29A57F-F0B8-433E-B411-887713F67192}"/>
              </a:ext>
            </a:extLst>
          </p:cNvPr>
          <p:cNvSpPr>
            <a:spLocks noGrp="1"/>
          </p:cNvSpPr>
          <p:nvPr/>
        </p:nvSpPr>
        <p:spPr>
          <a:xfrm>
            <a:off x="3914775" y="4657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9" name="C">
            <a:extLst>
              <a:ext uri="{FF2B5EF4-FFF2-40B4-BE49-F238E27FC236}">
                <ns2:creationId id="{5A4262DB-1EE2-4630-9E96-4468FC7EE971}"/>
              </a:ext>
            </a:extLst>
          </p:cNvPr>
          <p:cNvSpPr>
            <a:spLocks noGrp="1"/>
          </p:cNvSpPr>
          <p:nvPr/>
        </p:nvSpPr>
        <p:spPr>
          <a:xfrm>
            <a:off x="3914775" y="4355761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0" name="Scientific domain frame">
            <a:extLst>
              <a:ext uri="{FF2B5EF4-FFF2-40B4-BE49-F238E27FC236}">
                <ns2:creationId id="{469726FD-3F64-4F8F-8852-ADC84CF1CB30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3143250" cy="161925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201" name="Scientific path">
            <a:extLst>
              <a:ext uri="{FF2B5EF4-FFF2-40B4-BE49-F238E27FC236}">
                <ns2:creationId id="{7BF6884F-D7E1-454D-B615-401CE40E1D4D}"/>
              </a:ext>
            </a:extLst>
          </p:cNvPr>
          <p:cNvSpPr>
            <a:spLocks noGrp="1"/>
          </p:cNvSpPr>
          <p:nvPr/>
        </p:nvSpPr>
        <p:spPr>
          <a:xfrm>
            <a:off x="70485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2" name="0">
            <a:extLst>
              <a:ext uri="{FF2B5EF4-FFF2-40B4-BE49-F238E27FC236}">
                <ns2:creationId id="{C268C6B5-5D1F-4D29-91CC-3875386457EB}"/>
              </a:ext>
            </a:extLst>
          </p:cNvPr>
          <p:cNvSpPr>
            <a:spLocks noGrp="1"/>
          </p:cNvSpPr>
          <p:nvPr/>
        </p:nvSpPr>
        <p:spPr>
          <a:xfrm>
            <a:off x="47625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3" name="Scientific path">
            <a:extLst>
              <a:ext uri="{FF2B5EF4-FFF2-40B4-BE49-F238E27FC236}">
                <ns2:creationId id="{950D715F-4BEB-45C5-AF71-EB99FD7EBA2E}"/>
              </a:ext>
            </a:extLst>
          </p:cNvPr>
          <p:cNvSpPr>
            <a:spLocks noGrp="1"/>
          </p:cNvSpPr>
          <p:nvPr/>
        </p:nvSpPr>
        <p:spPr>
          <a:xfrm>
            <a:off x="1303564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4" name="12">
            <a:extLst>
              <a:ext uri="{FF2B5EF4-FFF2-40B4-BE49-F238E27FC236}">
                <ns2:creationId id="{015864F2-3BF8-4A0C-A6A3-68998DA8404C}"/>
              </a:ext>
            </a:extLst>
          </p:cNvPr>
          <p:cNvSpPr>
            <a:spLocks noGrp="1"/>
          </p:cNvSpPr>
          <p:nvPr/>
        </p:nvSpPr>
        <p:spPr>
          <a:xfrm>
            <a:off x="1074964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5" name="Scientific path">
            <a:extLst>
              <a:ext uri="{FF2B5EF4-FFF2-40B4-BE49-F238E27FC236}">
                <ns2:creationId id="{2CBB1F32-8068-4008-9F34-5C730549DD3A}"/>
              </a:ext>
            </a:extLst>
          </p:cNvPr>
          <p:cNvSpPr>
            <a:spLocks noGrp="1"/>
          </p:cNvSpPr>
          <p:nvPr/>
        </p:nvSpPr>
        <p:spPr>
          <a:xfrm>
            <a:off x="1952171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6" name="25">
            <a:extLst>
              <a:ext uri="{FF2B5EF4-FFF2-40B4-BE49-F238E27FC236}">
                <ns2:creationId id="{15329D1D-826B-486B-BF0E-EF978BEA09E2}"/>
              </a:ext>
            </a:extLst>
          </p:cNvPr>
          <p:cNvSpPr>
            <a:spLocks noGrp="1"/>
          </p:cNvSpPr>
          <p:nvPr/>
        </p:nvSpPr>
        <p:spPr>
          <a:xfrm>
            <a:off x="1723571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07" name="Scientific path">
            <a:extLst>
              <a:ext uri="{FF2B5EF4-FFF2-40B4-BE49-F238E27FC236}">
                <ns2:creationId id="{B34CE0FA-1A98-4A51-9CAD-C894349A07F2}"/>
              </a:ext>
            </a:extLst>
          </p:cNvPr>
          <p:cNvSpPr>
            <a:spLocks noGrp="1"/>
          </p:cNvSpPr>
          <p:nvPr/>
        </p:nvSpPr>
        <p:spPr>
          <a:xfrm>
            <a:off x="2600779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8" name="38">
            <a:extLst>
              <a:ext uri="{FF2B5EF4-FFF2-40B4-BE49-F238E27FC236}">
                <ns2:creationId id="{5DEDF6C3-AA75-410B-A1D7-8125CC831326}"/>
              </a:ext>
            </a:extLst>
          </p:cNvPr>
          <p:cNvSpPr>
            <a:spLocks noGrp="1"/>
          </p:cNvSpPr>
          <p:nvPr/>
        </p:nvSpPr>
        <p:spPr>
          <a:xfrm>
            <a:off x="2372179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09" name="Scientific path">
            <a:extLst>
              <a:ext uri="{FF2B5EF4-FFF2-40B4-BE49-F238E27FC236}">
                <ns2:creationId id="{48B06EBD-9ECF-42A2-8C76-8D16527F7BA8}"/>
              </a:ext>
            </a:extLst>
          </p:cNvPr>
          <p:cNvSpPr>
            <a:spLocks noGrp="1"/>
          </p:cNvSpPr>
          <p:nvPr/>
        </p:nvSpPr>
        <p:spPr>
          <a:xfrm>
            <a:off x="3249386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0" name="51">
            <a:extLst>
              <a:ext uri="{FF2B5EF4-FFF2-40B4-BE49-F238E27FC236}">
                <ns2:creationId id="{836E5C6C-5FF6-4926-BC38-8F351CDDD5FB}"/>
              </a:ext>
            </a:extLst>
          </p:cNvPr>
          <p:cNvSpPr>
            <a:spLocks noGrp="1"/>
          </p:cNvSpPr>
          <p:nvPr/>
        </p:nvSpPr>
        <p:spPr>
          <a:xfrm>
            <a:off x="3020786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11" name="Scientific path">
            <a:extLst>
              <a:ext uri="{FF2B5EF4-FFF2-40B4-BE49-F238E27FC236}">
                <ns2:creationId id="{633A18F9-F932-4594-A418-12BADC043C6C}"/>
              </a:ext>
            </a:extLst>
          </p:cNvPr>
          <p:cNvSpPr>
            <a:spLocks noGrp="1"/>
          </p:cNvSpPr>
          <p:nvPr/>
        </p:nvSpPr>
        <p:spPr>
          <a:xfrm>
            <a:off x="384810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2" name="63">
            <a:extLst>
              <a:ext uri="{FF2B5EF4-FFF2-40B4-BE49-F238E27FC236}">
                <ns2:creationId id="{090FCA8D-70CA-4BFC-995F-429209268FE0}"/>
              </a:ext>
            </a:extLst>
          </p:cNvPr>
          <p:cNvSpPr>
            <a:spLocks noGrp="1"/>
          </p:cNvSpPr>
          <p:nvPr/>
        </p:nvSpPr>
        <p:spPr>
          <a:xfrm>
            <a:off x="361950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13" name="Scientific path">
            <a:extLst>
              <a:ext uri="{FF2B5EF4-FFF2-40B4-BE49-F238E27FC236}">
                <ns2:creationId id="{64BDC6B4-9227-4B8F-8EE8-F4199383D9F4}"/>
              </a:ext>
            </a:extLst>
          </p:cNvPr>
          <p:cNvSpPr>
            <a:spLocks noGrp="1"/>
          </p:cNvSpPr>
          <p:nvPr/>
        </p:nvSpPr>
        <p:spPr>
          <a:xfrm>
            <a:off x="666750" y="55816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4" name="0.0">
            <a:extLst>
              <a:ext uri="{FF2B5EF4-FFF2-40B4-BE49-F238E27FC236}">
                <ns2:creationId id="{0B69CF26-4C34-4D1F-84F5-D3F95C74E287}"/>
              </a:ext>
            </a:extLst>
          </p:cNvPr>
          <p:cNvSpPr>
            <a:spLocks noGrp="1"/>
          </p:cNvSpPr>
          <p:nvPr/>
        </p:nvSpPr>
        <p:spPr>
          <a:xfrm>
            <a:off x="161925" y="54673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15" name="Scientific path">
            <a:extLst>
              <a:ext uri="{FF2B5EF4-FFF2-40B4-BE49-F238E27FC236}">
                <ns2:creationId id="{DECD1A47-228F-4A20-A699-85F83177BC8A}"/>
              </a:ext>
            </a:extLst>
          </p:cNvPr>
          <p:cNvSpPr>
            <a:spLocks noGrp="1"/>
          </p:cNvSpPr>
          <p:nvPr/>
        </p:nvSpPr>
        <p:spPr>
          <a:xfrm>
            <a:off x="666750" y="47720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6" name="0.5">
            <a:extLst>
              <a:ext uri="{FF2B5EF4-FFF2-40B4-BE49-F238E27FC236}">
                <ns2:creationId id="{67B84D52-7E9F-4C38-8257-30B0A8EC896C}"/>
              </a:ext>
            </a:extLst>
          </p:cNvPr>
          <p:cNvSpPr>
            <a:spLocks noGrp="1"/>
          </p:cNvSpPr>
          <p:nvPr/>
        </p:nvSpPr>
        <p:spPr>
          <a:xfrm>
            <a:off x="161925" y="4657725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17" name="Scientific path">
            <a:extLst>
              <a:ext uri="{FF2B5EF4-FFF2-40B4-BE49-F238E27FC236}">
                <ns2:creationId id="{0402EA67-EC8D-4FFD-B401-084396FA5138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8" name="1.0">
            <a:extLst>
              <a:ext uri="{FF2B5EF4-FFF2-40B4-BE49-F238E27FC236}">
                <ns2:creationId id="{A7EF2088-90C9-482C-92EC-03A72EE38B12}"/>
              </a:ext>
            </a:extLst>
          </p:cNvPr>
          <p:cNvSpPr>
            <a:spLocks noGrp="1"/>
          </p:cNvSpPr>
          <p:nvPr/>
        </p:nvSpPr>
        <p:spPr>
          <a:xfrm>
            <a:off x="161925" y="38481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19" name="Time">
            <a:extLst>
              <a:ext uri="{FF2B5EF4-FFF2-40B4-BE49-F238E27FC236}">
                <ns2:creationId id="{3513387C-1AA8-44C7-9BC5-A7FC80B8E8BE}"/>
              </a:ext>
            </a:extLst>
          </p:cNvPr>
          <p:cNvSpPr>
            <a:spLocks noGrp="1"/>
          </p:cNvSpPr>
          <p:nvPr/>
        </p:nvSpPr>
        <p:spPr>
          <a:xfrm>
            <a:off x="704850" y="5953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20" name="(c) ST-MTM">
            <a:extLst>
              <a:ext uri="{FF2B5EF4-FFF2-40B4-BE49-F238E27FC236}">
                <ns2:creationId id="{134146D1-7D70-419A-ACA1-19D743CC14C1}"/>
              </a:ext>
            </a:extLst>
          </p:cNvPr>
          <p:cNvSpPr>
            <a:spLocks noGrp="1"/>
          </p:cNvSpPr>
          <p:nvPr/>
        </p:nvSpPr>
        <p:spPr>
          <a:xfrm>
            <a:off x="4943475" y="3409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ST-MTM</a:t>
            </a:r>
          </a:p>
        </p:txBody>
      </p:sp>
      <p:pic>
        <p:nvPicPr>
          <p:cNvPr id="222" name="">
            <a:extLst>
              <a:ext uri="{FF2B5EF4-FFF2-40B4-BE49-F238E27FC236}">
                <ns2:creationId id="{22FC2BC7-DC14-49C3-9617-9EF5037F4B29}"/>
              </a:ext>
            </a:extLst>
          </p:cNvPr>
          <p:cNvPicPr>
            <a:picLocks noChangeAspect="1"/>
          </p:cNvPicPr>
          <p:nvPr/>
        </p:nvPicPr>
        <p:blipFill>
          <a:blip r:embed="R0e7c4a6fcac04418"/>
          <a:stretch/>
        </p:blipFill>
        <p:spPr>
          <a:xfrm>
            <a:off x="4943475" y="3962400"/>
            <a:ext cx="3143250" cy="1619250"/>
          </a:xfrm>
          <a:prstGeom prst="rect">
            <a:avLst/>
          </a:prstGeom>
        </p:spPr>
      </p:pic>
      <p:sp>
        <p:nvSpPr>
          <p:cNvPr id="223" name="Snapshot time guide 12">
            <a:extLst>
              <a:ext uri="{FF2B5EF4-FFF2-40B4-BE49-F238E27FC236}">
                <ns2:creationId id="{3E8A330A-CD48-420D-8345-88E02B63C42A}"/>
              </a:ext>
            </a:extLst>
          </p:cNvPr>
          <p:cNvSpPr>
            <a:spLocks noGrp="1"/>
          </p:cNvSpPr>
          <p:nvPr/>
        </p:nvSpPr>
        <p:spPr>
          <a:xfrm>
            <a:off x="5542189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4" name="Snapshot time guide 25">
            <a:extLst>
              <a:ext uri="{FF2B5EF4-FFF2-40B4-BE49-F238E27FC236}">
                <ns2:creationId id="{01E14121-0207-41FD-81BF-295D0FFD21B6}"/>
              </a:ext>
            </a:extLst>
          </p:cNvPr>
          <p:cNvSpPr>
            <a:spLocks noGrp="1"/>
          </p:cNvSpPr>
          <p:nvPr/>
        </p:nvSpPr>
        <p:spPr>
          <a:xfrm>
            <a:off x="6190796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5" name="Snapshot time guide 38">
            <a:extLst>
              <a:ext uri="{FF2B5EF4-FFF2-40B4-BE49-F238E27FC236}">
                <ns2:creationId id="{492C9B69-0B84-4241-AAA8-2B1BAAA005B0}"/>
              </a:ext>
            </a:extLst>
          </p:cNvPr>
          <p:cNvSpPr>
            <a:spLocks noGrp="1"/>
          </p:cNvSpPr>
          <p:nvPr/>
        </p:nvSpPr>
        <p:spPr>
          <a:xfrm>
            <a:off x="6839404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6" name="Snapshot time guide 51">
            <a:extLst>
              <a:ext uri="{FF2B5EF4-FFF2-40B4-BE49-F238E27FC236}">
                <ns2:creationId id="{7AC11E77-33D8-4CB6-B206-DA7AA2B7EF00}"/>
              </a:ext>
            </a:extLst>
          </p:cNvPr>
          <p:cNvSpPr>
            <a:spLocks noGrp="1"/>
          </p:cNvSpPr>
          <p:nvPr/>
        </p:nvSpPr>
        <p:spPr>
          <a:xfrm>
            <a:off x="7488011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7" name="A">
            <a:extLst>
              <a:ext uri="{FF2B5EF4-FFF2-40B4-BE49-F238E27FC236}">
                <ns2:creationId id="{92EA564E-A065-44EC-ABDC-97227908403C}"/>
              </a:ext>
            </a:extLst>
          </p:cNvPr>
          <p:cNvSpPr>
            <a:spLocks noGrp="1"/>
          </p:cNvSpPr>
          <p:nvPr/>
        </p:nvSpPr>
        <p:spPr>
          <a:xfrm>
            <a:off x="8153400" y="5087746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8" name="B">
            <a:extLst>
              <a:ext uri="{FF2B5EF4-FFF2-40B4-BE49-F238E27FC236}">
                <ns2:creationId id="{95C9182F-C55D-4643-BD13-4BE0F4ED167B}"/>
              </a:ext>
            </a:extLst>
          </p:cNvPr>
          <p:cNvSpPr>
            <a:spLocks noGrp="1"/>
          </p:cNvSpPr>
          <p:nvPr/>
        </p:nvSpPr>
        <p:spPr>
          <a:xfrm>
            <a:off x="8153400" y="465792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9" name="C">
            <a:extLst>
              <a:ext uri="{FF2B5EF4-FFF2-40B4-BE49-F238E27FC236}">
                <ns2:creationId id="{5AD1B18D-AB9D-4ACB-BA1D-9650ABE640A0}"/>
              </a:ext>
            </a:extLst>
          </p:cNvPr>
          <p:cNvSpPr>
            <a:spLocks noGrp="1"/>
          </p:cNvSpPr>
          <p:nvPr/>
        </p:nvSpPr>
        <p:spPr>
          <a:xfrm>
            <a:off x="8153400" y="4227704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0" name="Scientific domain frame">
            <a:extLst>
              <a:ext uri="{FF2B5EF4-FFF2-40B4-BE49-F238E27FC236}">
                <ns2:creationId id="{17577DC8-1D83-4CF0-8D48-100EEC821556}"/>
              </a:ext>
            </a:extLst>
          </p:cNvPr>
          <p:cNvSpPr>
            <a:spLocks noGrp="1"/>
          </p:cNvSpPr>
          <p:nvPr/>
        </p:nvSpPr>
        <p:spPr>
          <a:xfrm>
            <a:off x="4943475" y="3962400"/>
            <a:ext cx="3143250" cy="161925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231" name="Scientific path">
            <a:extLst>
              <a:ext uri="{FF2B5EF4-FFF2-40B4-BE49-F238E27FC236}">
                <ns2:creationId id="{7FB18DAA-87D1-4141-8677-C48AF1902168}"/>
              </a:ext>
            </a:extLst>
          </p:cNvPr>
          <p:cNvSpPr>
            <a:spLocks noGrp="1"/>
          </p:cNvSpPr>
          <p:nvPr/>
        </p:nvSpPr>
        <p:spPr>
          <a:xfrm>
            <a:off x="4943475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2" name="0">
            <a:extLst>
              <a:ext uri="{FF2B5EF4-FFF2-40B4-BE49-F238E27FC236}">
                <ns2:creationId id="{3F01A953-BFFE-44C1-8177-754B179BBABC}"/>
              </a:ext>
            </a:extLst>
          </p:cNvPr>
          <p:cNvSpPr>
            <a:spLocks noGrp="1"/>
          </p:cNvSpPr>
          <p:nvPr/>
        </p:nvSpPr>
        <p:spPr>
          <a:xfrm>
            <a:off x="4714875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3" name="Scientific path">
            <a:extLst>
              <a:ext uri="{FF2B5EF4-FFF2-40B4-BE49-F238E27FC236}">
                <ns2:creationId id="{A0BA59A9-6565-431A-8ADB-140CF4889FB2}"/>
              </a:ext>
            </a:extLst>
          </p:cNvPr>
          <p:cNvSpPr>
            <a:spLocks noGrp="1"/>
          </p:cNvSpPr>
          <p:nvPr/>
        </p:nvSpPr>
        <p:spPr>
          <a:xfrm>
            <a:off x="5542189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4" name="12">
            <a:extLst>
              <a:ext uri="{FF2B5EF4-FFF2-40B4-BE49-F238E27FC236}">
                <ns2:creationId id="{F47AC4B3-8AB3-413E-984D-7EEDF2C6F057}"/>
              </a:ext>
            </a:extLst>
          </p:cNvPr>
          <p:cNvSpPr>
            <a:spLocks noGrp="1"/>
          </p:cNvSpPr>
          <p:nvPr/>
        </p:nvSpPr>
        <p:spPr>
          <a:xfrm>
            <a:off x="5313589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35" name="Scientific path">
            <a:extLst>
              <a:ext uri="{FF2B5EF4-FFF2-40B4-BE49-F238E27FC236}">
                <ns2:creationId id="{E4510C4F-9FAF-4A14-A67D-A3FF70243E26}"/>
              </a:ext>
            </a:extLst>
          </p:cNvPr>
          <p:cNvSpPr>
            <a:spLocks noGrp="1"/>
          </p:cNvSpPr>
          <p:nvPr/>
        </p:nvSpPr>
        <p:spPr>
          <a:xfrm>
            <a:off x="6190796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6" name="25">
            <a:extLst>
              <a:ext uri="{FF2B5EF4-FFF2-40B4-BE49-F238E27FC236}">
                <ns2:creationId id="{96A2BD81-16F1-407F-B0CA-40507C6B54FC}"/>
              </a:ext>
            </a:extLst>
          </p:cNvPr>
          <p:cNvSpPr>
            <a:spLocks noGrp="1"/>
          </p:cNvSpPr>
          <p:nvPr/>
        </p:nvSpPr>
        <p:spPr>
          <a:xfrm>
            <a:off x="5962196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37" name="Scientific path">
            <a:extLst>
              <a:ext uri="{FF2B5EF4-FFF2-40B4-BE49-F238E27FC236}">
                <ns2:creationId id="{101F4545-2B77-4934-BC40-59EF493F11CD}"/>
              </a:ext>
            </a:extLst>
          </p:cNvPr>
          <p:cNvSpPr>
            <a:spLocks noGrp="1"/>
          </p:cNvSpPr>
          <p:nvPr/>
        </p:nvSpPr>
        <p:spPr>
          <a:xfrm>
            <a:off x="6839404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8" name="38">
            <a:extLst>
              <a:ext uri="{FF2B5EF4-FFF2-40B4-BE49-F238E27FC236}">
                <ns2:creationId id="{C33EFBA2-AE56-4E0D-AC0F-117B06DBACB5}"/>
              </a:ext>
            </a:extLst>
          </p:cNvPr>
          <p:cNvSpPr>
            <a:spLocks noGrp="1"/>
          </p:cNvSpPr>
          <p:nvPr/>
        </p:nvSpPr>
        <p:spPr>
          <a:xfrm>
            <a:off x="6610804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39" name="Scientific path">
            <a:extLst>
              <a:ext uri="{FF2B5EF4-FFF2-40B4-BE49-F238E27FC236}">
                <ns2:creationId id="{C390A630-49E6-45E0-9C7A-666442F2F21C}"/>
              </a:ext>
            </a:extLst>
          </p:cNvPr>
          <p:cNvSpPr>
            <a:spLocks noGrp="1"/>
          </p:cNvSpPr>
          <p:nvPr/>
        </p:nvSpPr>
        <p:spPr>
          <a:xfrm>
            <a:off x="7488011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0" name="51">
            <a:extLst>
              <a:ext uri="{FF2B5EF4-FFF2-40B4-BE49-F238E27FC236}">
                <ns2:creationId id="{2F70FE9B-38A7-4B24-9138-FA61DC9133DA}"/>
              </a:ext>
            </a:extLst>
          </p:cNvPr>
          <p:cNvSpPr>
            <a:spLocks noGrp="1"/>
          </p:cNvSpPr>
          <p:nvPr/>
        </p:nvSpPr>
        <p:spPr>
          <a:xfrm>
            <a:off x="7259411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41" name="Scientific path">
            <a:extLst>
              <a:ext uri="{FF2B5EF4-FFF2-40B4-BE49-F238E27FC236}">
                <ns2:creationId id="{0F605C4E-1246-4CF5-B2A0-3AF341957D91}"/>
              </a:ext>
            </a:extLst>
          </p:cNvPr>
          <p:cNvSpPr>
            <a:spLocks noGrp="1"/>
          </p:cNvSpPr>
          <p:nvPr/>
        </p:nvSpPr>
        <p:spPr>
          <a:xfrm>
            <a:off x="8086725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2" name="63">
            <a:extLst>
              <a:ext uri="{FF2B5EF4-FFF2-40B4-BE49-F238E27FC236}">
                <ns2:creationId id="{64EAC6FA-4B4E-4787-9268-E130B44961EC}"/>
              </a:ext>
            </a:extLst>
          </p:cNvPr>
          <p:cNvSpPr>
            <a:spLocks noGrp="1"/>
          </p:cNvSpPr>
          <p:nvPr/>
        </p:nvSpPr>
        <p:spPr>
          <a:xfrm>
            <a:off x="7858125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43" name="Scientific path">
            <a:extLst>
              <a:ext uri="{FF2B5EF4-FFF2-40B4-BE49-F238E27FC236}">
                <ns2:creationId id="{4EF1D4F5-4BAE-4D3C-B107-2E382BDA26CA}"/>
              </a:ext>
            </a:extLst>
          </p:cNvPr>
          <p:cNvSpPr>
            <a:spLocks noGrp="1"/>
          </p:cNvSpPr>
          <p:nvPr/>
        </p:nvSpPr>
        <p:spPr>
          <a:xfrm>
            <a:off x="4905375" y="55816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4" name="0.0">
            <a:extLst>
              <a:ext uri="{FF2B5EF4-FFF2-40B4-BE49-F238E27FC236}">
                <ns2:creationId id="{8B9EFB3D-69CE-4986-9869-272A16B1C2D6}"/>
              </a:ext>
            </a:extLst>
          </p:cNvPr>
          <p:cNvSpPr>
            <a:spLocks noGrp="1"/>
          </p:cNvSpPr>
          <p:nvPr/>
        </p:nvSpPr>
        <p:spPr>
          <a:xfrm>
            <a:off x="4400550" y="54673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45" name="Scientific path">
            <a:extLst>
              <a:ext uri="{FF2B5EF4-FFF2-40B4-BE49-F238E27FC236}">
                <ns2:creationId id="{17323A69-9543-492D-BA9F-BD23C3881F5F}"/>
              </a:ext>
            </a:extLst>
          </p:cNvPr>
          <p:cNvSpPr>
            <a:spLocks noGrp="1"/>
          </p:cNvSpPr>
          <p:nvPr/>
        </p:nvSpPr>
        <p:spPr>
          <a:xfrm>
            <a:off x="4905375" y="47720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6" name="0.5">
            <a:extLst>
              <a:ext uri="{FF2B5EF4-FFF2-40B4-BE49-F238E27FC236}">
                <ns2:creationId id="{EABC9453-EE56-4ED5-B1F4-B7CC193854D4}"/>
              </a:ext>
            </a:extLst>
          </p:cNvPr>
          <p:cNvSpPr>
            <a:spLocks noGrp="1"/>
          </p:cNvSpPr>
          <p:nvPr/>
        </p:nvSpPr>
        <p:spPr>
          <a:xfrm>
            <a:off x="4400550" y="4657725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47" name="Scientific path">
            <a:extLst>
              <a:ext uri="{FF2B5EF4-FFF2-40B4-BE49-F238E27FC236}">
                <ns2:creationId id="{24CBF89D-7FB9-4CBB-926C-178CA44B7B7B}"/>
              </a:ext>
            </a:extLst>
          </p:cNvPr>
          <p:cNvSpPr>
            <a:spLocks noGrp="1"/>
          </p:cNvSpPr>
          <p:nvPr/>
        </p:nvSpPr>
        <p:spPr>
          <a:xfrm>
            <a:off x="4905375" y="39624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8" name="1.0">
            <a:extLst>
              <a:ext uri="{FF2B5EF4-FFF2-40B4-BE49-F238E27FC236}">
                <ns2:creationId id="{3A38E3E7-63F4-4B66-9C63-3AF02E3068D3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49" name="Time">
            <a:extLst>
              <a:ext uri="{FF2B5EF4-FFF2-40B4-BE49-F238E27FC236}">
                <ns2:creationId id="{0A413B9C-6B27-4F94-AA87-89F557C09ADB}"/>
              </a:ext>
            </a:extLst>
          </p:cNvPr>
          <p:cNvSpPr>
            <a:spLocks noGrp="1"/>
          </p:cNvSpPr>
          <p:nvPr/>
        </p:nvSpPr>
        <p:spPr>
          <a:xfrm>
            <a:off x="4943475" y="5953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50" name="(d) RG-MTM-R">
            <a:extLst>
              <a:ext uri="{FF2B5EF4-FFF2-40B4-BE49-F238E27FC236}">
                <ns2:creationId id="{91E91D84-9E04-4B90-ABFC-820FC41710B3}"/>
              </a:ext>
            </a:extLst>
          </p:cNvPr>
          <p:cNvSpPr>
            <a:spLocks noGrp="1"/>
          </p:cNvSpPr>
          <p:nvPr/>
        </p:nvSpPr>
        <p:spPr>
          <a:xfrm>
            <a:off x="9182100" y="3409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</a:t>
            </a:r>
          </a:p>
        </p:txBody>
      </p:sp>
      <p:pic>
        <p:nvPicPr>
          <p:cNvPr id="252" name="">
            <a:extLst>
              <a:ext uri="{FF2B5EF4-FFF2-40B4-BE49-F238E27FC236}">
                <ns2:creationId id="{EAD25CA2-16C7-49CE-9048-DCF3B8A7488C}"/>
              </a:ext>
            </a:extLst>
          </p:cNvPr>
          <p:cNvPicPr>
            <a:picLocks noChangeAspect="1"/>
          </p:cNvPicPr>
          <p:nvPr/>
        </p:nvPicPr>
        <p:blipFill>
          <a:blip r:embed="R3e427929b0b04bba"/>
          <a:stretch/>
        </p:blipFill>
        <p:spPr>
          <a:xfrm>
            <a:off x="9182100" y="3962400"/>
            <a:ext cx="3143250" cy="1619250"/>
          </a:xfrm>
          <a:prstGeom prst="rect">
            <a:avLst/>
          </a:prstGeom>
        </p:spPr>
      </p:pic>
      <p:sp>
        <p:nvSpPr>
          <p:cNvPr id="253" name="Snapshot time guide 12">
            <a:extLst>
              <a:ext uri="{FF2B5EF4-FFF2-40B4-BE49-F238E27FC236}">
                <ns2:creationId id="{86FC2D46-DAF0-43D7-8F75-A9CC49D82C3E}"/>
              </a:ext>
            </a:extLst>
          </p:cNvPr>
          <p:cNvSpPr>
            <a:spLocks noGrp="1"/>
          </p:cNvSpPr>
          <p:nvPr/>
        </p:nvSpPr>
        <p:spPr>
          <a:xfrm>
            <a:off x="9780814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4" name="Snapshot time guide 25">
            <a:extLst>
              <a:ext uri="{FF2B5EF4-FFF2-40B4-BE49-F238E27FC236}">
                <ns2:creationId id="{136ECBDF-92F2-410F-A65D-91E55B06E873}"/>
              </a:ext>
            </a:extLst>
          </p:cNvPr>
          <p:cNvSpPr>
            <a:spLocks noGrp="1"/>
          </p:cNvSpPr>
          <p:nvPr/>
        </p:nvSpPr>
        <p:spPr>
          <a:xfrm>
            <a:off x="10429421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5" name="Snapshot time guide 38">
            <a:extLst>
              <a:ext uri="{FF2B5EF4-FFF2-40B4-BE49-F238E27FC236}">
                <ns2:creationId id="{CA3B1BF6-6203-4C6A-99B1-D05B6E741D92}"/>
              </a:ext>
            </a:extLst>
          </p:cNvPr>
          <p:cNvSpPr>
            <a:spLocks noGrp="1"/>
          </p:cNvSpPr>
          <p:nvPr/>
        </p:nvSpPr>
        <p:spPr>
          <a:xfrm>
            <a:off x="11078029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6" name="Snapshot time guide 51">
            <a:extLst>
              <a:ext uri="{FF2B5EF4-FFF2-40B4-BE49-F238E27FC236}">
                <ns2:creationId id="{10992206-A84C-4808-A120-8136D4F6D766}"/>
              </a:ext>
            </a:extLst>
          </p:cNvPr>
          <p:cNvSpPr>
            <a:spLocks noGrp="1"/>
          </p:cNvSpPr>
          <p:nvPr/>
        </p:nvSpPr>
        <p:spPr>
          <a:xfrm>
            <a:off x="11726636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7" name="A fixed source-x reference">
            <a:extLst>
              <a:ext uri="{FF2B5EF4-FFF2-40B4-BE49-F238E27FC236}">
                <ns2:creationId id="{D1D9EB65-E633-4A8F-AF18-859FA7311283}"/>
              </a:ext>
            </a:extLst>
          </p:cNvPr>
          <p:cNvSpPr>
            <a:spLocks noGrp="1"/>
          </p:cNvSpPr>
          <p:nvPr/>
        </p:nvSpPr>
        <p:spPr>
          <a:xfrm>
            <a:off x="9182100" y="5311775"/>
            <a:ext cx="3143250" cy="95"/>
          </a:xfrm>
          <a:custGeom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7620">
            <a:solidFill>
              <a:srgbClr val="D5E5E7"/>
            </a:solidFill>
            <a:prstDash val="dash"/>
          </a:ln>
        </p:spPr>
      </p:sp>
      <p:sp>
        <p:nvSpPr>
          <p:cNvPr id="258" name="C fixed source-x reference">
            <a:extLst>
              <a:ext uri="{FF2B5EF4-FFF2-40B4-BE49-F238E27FC236}">
                <ns2:creationId id="{C3D485EE-80F7-4C2B-8B8D-9F72A0310BB6}"/>
              </a:ext>
            </a:extLst>
          </p:cNvPr>
          <p:cNvSpPr>
            <a:spLocks noGrp="1"/>
          </p:cNvSpPr>
          <p:nvPr/>
        </p:nvSpPr>
        <p:spPr>
          <a:xfrm>
            <a:off x="9182100" y="4232275"/>
            <a:ext cx="3143250" cy="95"/>
          </a:xfrm>
          <a:custGeom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7620">
            <a:solidFill>
              <a:srgbClr val="D5E5E7"/>
            </a:solidFill>
            <a:prstDash val="dash"/>
          </a:ln>
        </p:spPr>
      </p:sp>
      <p:sp>
        <p:nvSpPr>
          <p:cNvPr id="259" name="A">
            <a:extLst>
              <a:ext uri="{FF2B5EF4-FFF2-40B4-BE49-F238E27FC236}">
                <ns2:creationId id="{11A05C74-FF83-4DEE-A552-A2359D383B07}"/>
              </a:ext>
            </a:extLst>
          </p:cNvPr>
          <p:cNvSpPr>
            <a:spLocks noGrp="1"/>
          </p:cNvSpPr>
          <p:nvPr/>
        </p:nvSpPr>
        <p:spPr>
          <a:xfrm>
            <a:off x="12392025" y="5211117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0" name="B">
            <a:extLst>
              <a:ext uri="{FF2B5EF4-FFF2-40B4-BE49-F238E27FC236}">
                <ns2:creationId id="{030244A0-C1A6-4B34-81D7-89235FDBBDBF}"/>
              </a:ext>
            </a:extLst>
          </p:cNvPr>
          <p:cNvSpPr>
            <a:spLocks noGrp="1"/>
          </p:cNvSpPr>
          <p:nvPr/>
        </p:nvSpPr>
        <p:spPr>
          <a:xfrm>
            <a:off x="12392025" y="4401294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1" name="C">
            <a:extLst>
              <a:ext uri="{FF2B5EF4-FFF2-40B4-BE49-F238E27FC236}">
                <ns2:creationId id="{C58A9148-2617-4191-8E92-2C15AB99C68B}"/>
              </a:ext>
            </a:extLst>
          </p:cNvPr>
          <p:cNvSpPr>
            <a:spLocks noGrp="1"/>
          </p:cNvSpPr>
          <p:nvPr/>
        </p:nvSpPr>
        <p:spPr>
          <a:xfrm>
            <a:off x="12392025" y="410433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2" name="Scientific domain frame">
            <a:extLst>
              <a:ext uri="{FF2B5EF4-FFF2-40B4-BE49-F238E27FC236}">
                <ns2:creationId id="{2451ECA5-124D-49FD-B63C-35019B9CFA69}"/>
              </a:ext>
            </a:extLst>
          </p:cNvPr>
          <p:cNvSpPr>
            <a:spLocks noGrp="1"/>
          </p:cNvSpPr>
          <p:nvPr/>
        </p:nvSpPr>
        <p:spPr>
          <a:xfrm>
            <a:off x="9182100" y="3962400"/>
            <a:ext cx="3143250" cy="161925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263" name="Scientific path">
            <a:extLst>
              <a:ext uri="{FF2B5EF4-FFF2-40B4-BE49-F238E27FC236}">
                <ns2:creationId id="{259A47B4-3B74-418B-9438-10B32F4CE0B7}"/>
              </a:ext>
            </a:extLst>
          </p:cNvPr>
          <p:cNvSpPr>
            <a:spLocks noGrp="1"/>
          </p:cNvSpPr>
          <p:nvPr/>
        </p:nvSpPr>
        <p:spPr>
          <a:xfrm>
            <a:off x="918210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64" name="0">
            <a:extLst>
              <a:ext uri="{FF2B5EF4-FFF2-40B4-BE49-F238E27FC236}">
                <ns2:creationId id="{864065BB-4382-47E8-9839-1D78B1E23CF4}"/>
              </a:ext>
            </a:extLst>
          </p:cNvPr>
          <p:cNvSpPr>
            <a:spLocks noGrp="1"/>
          </p:cNvSpPr>
          <p:nvPr/>
        </p:nvSpPr>
        <p:spPr>
          <a:xfrm>
            <a:off x="895350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5" name="Scientific path">
            <a:extLst>
              <a:ext uri="{FF2B5EF4-FFF2-40B4-BE49-F238E27FC236}">
                <ns2:creationId id="{4BEE843D-AD37-4361-BFE3-F2DE43B4CEF5}"/>
              </a:ext>
            </a:extLst>
          </p:cNvPr>
          <p:cNvSpPr>
            <a:spLocks noGrp="1"/>
          </p:cNvSpPr>
          <p:nvPr/>
        </p:nvSpPr>
        <p:spPr>
          <a:xfrm>
            <a:off x="9780814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66" name="12">
            <a:extLst>
              <a:ext uri="{FF2B5EF4-FFF2-40B4-BE49-F238E27FC236}">
                <ns2:creationId id="{79A28A7E-CD80-4780-8D82-341D19A30AE6}"/>
              </a:ext>
            </a:extLst>
          </p:cNvPr>
          <p:cNvSpPr>
            <a:spLocks noGrp="1"/>
          </p:cNvSpPr>
          <p:nvPr/>
        </p:nvSpPr>
        <p:spPr>
          <a:xfrm>
            <a:off x="9552214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7" name="Scientific path">
            <a:extLst>
              <a:ext uri="{FF2B5EF4-FFF2-40B4-BE49-F238E27FC236}">
                <ns2:creationId id="{9F7DF4BE-F4C5-4DA6-A629-477BB65ADBDE}"/>
              </a:ext>
            </a:extLst>
          </p:cNvPr>
          <p:cNvSpPr>
            <a:spLocks noGrp="1"/>
          </p:cNvSpPr>
          <p:nvPr/>
        </p:nvSpPr>
        <p:spPr>
          <a:xfrm>
            <a:off x="10429421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68" name="25">
            <a:extLst>
              <a:ext uri="{FF2B5EF4-FFF2-40B4-BE49-F238E27FC236}">
                <ns2:creationId id="{DA51FB67-1BA8-4147-B5D9-67F8B7B395AA}"/>
              </a:ext>
            </a:extLst>
          </p:cNvPr>
          <p:cNvSpPr>
            <a:spLocks noGrp="1"/>
          </p:cNvSpPr>
          <p:nvPr/>
        </p:nvSpPr>
        <p:spPr>
          <a:xfrm>
            <a:off x="10200821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9" name="Scientific path">
            <a:extLst>
              <a:ext uri="{FF2B5EF4-FFF2-40B4-BE49-F238E27FC236}">
                <ns2:creationId id="{741F7C04-1941-4C2A-A678-1264D457DDE1}"/>
              </a:ext>
            </a:extLst>
          </p:cNvPr>
          <p:cNvSpPr>
            <a:spLocks noGrp="1"/>
          </p:cNvSpPr>
          <p:nvPr/>
        </p:nvSpPr>
        <p:spPr>
          <a:xfrm>
            <a:off x="11078029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0" name="38">
            <a:extLst>
              <a:ext uri="{FF2B5EF4-FFF2-40B4-BE49-F238E27FC236}">
                <ns2:creationId id="{08D413F5-5D3D-4636-A63D-6273A10DB152}"/>
              </a:ext>
            </a:extLst>
          </p:cNvPr>
          <p:cNvSpPr>
            <a:spLocks noGrp="1"/>
          </p:cNvSpPr>
          <p:nvPr/>
        </p:nvSpPr>
        <p:spPr>
          <a:xfrm>
            <a:off x="10849429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71" name="Scientific path">
            <a:extLst>
              <a:ext uri="{FF2B5EF4-FFF2-40B4-BE49-F238E27FC236}">
                <ns2:creationId id="{576B6BF8-81D6-4ADB-BE55-3E969E5CA5AA}"/>
              </a:ext>
            </a:extLst>
          </p:cNvPr>
          <p:cNvSpPr>
            <a:spLocks noGrp="1"/>
          </p:cNvSpPr>
          <p:nvPr/>
        </p:nvSpPr>
        <p:spPr>
          <a:xfrm>
            <a:off x="11726636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2" name="51">
            <a:extLst>
              <a:ext uri="{FF2B5EF4-FFF2-40B4-BE49-F238E27FC236}">
                <ns2:creationId id="{918615DD-3C20-4E57-BA96-6C76040C85EF}"/>
              </a:ext>
            </a:extLst>
          </p:cNvPr>
          <p:cNvSpPr>
            <a:spLocks noGrp="1"/>
          </p:cNvSpPr>
          <p:nvPr/>
        </p:nvSpPr>
        <p:spPr>
          <a:xfrm>
            <a:off x="11498036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73" name="Scientific path">
            <a:extLst>
              <a:ext uri="{FF2B5EF4-FFF2-40B4-BE49-F238E27FC236}">
                <ns2:creationId id="{C92CB6F8-FE1D-4FB4-B135-7D788990B286}"/>
              </a:ext>
            </a:extLst>
          </p:cNvPr>
          <p:cNvSpPr>
            <a:spLocks noGrp="1"/>
          </p:cNvSpPr>
          <p:nvPr/>
        </p:nvSpPr>
        <p:spPr>
          <a:xfrm>
            <a:off x="1232535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4" name="63">
            <a:extLst>
              <a:ext uri="{FF2B5EF4-FFF2-40B4-BE49-F238E27FC236}">
                <ns2:creationId id="{D8E89D86-8797-4E39-BA9B-92C7015BF512}"/>
              </a:ext>
            </a:extLst>
          </p:cNvPr>
          <p:cNvSpPr>
            <a:spLocks noGrp="1"/>
          </p:cNvSpPr>
          <p:nvPr/>
        </p:nvSpPr>
        <p:spPr>
          <a:xfrm>
            <a:off x="1209675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75" name="Scientific path">
            <a:extLst>
              <a:ext uri="{FF2B5EF4-FFF2-40B4-BE49-F238E27FC236}">
                <ns2:creationId id="{A1BA4BD0-D088-44BF-8B6E-9E72A914E23B}"/>
              </a:ext>
            </a:extLst>
          </p:cNvPr>
          <p:cNvSpPr>
            <a:spLocks noGrp="1"/>
          </p:cNvSpPr>
          <p:nvPr/>
        </p:nvSpPr>
        <p:spPr>
          <a:xfrm>
            <a:off x="9144000" y="55816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6" name="0">
            <a:extLst>
              <a:ext uri="{FF2B5EF4-FFF2-40B4-BE49-F238E27FC236}">
                <ns2:creationId id="{1E7AB87D-A8E8-4F3C-B8DF-A0AA6BD3C3C3}"/>
              </a:ext>
            </a:extLst>
          </p:cNvPr>
          <p:cNvSpPr>
            <a:spLocks noGrp="1"/>
          </p:cNvSpPr>
          <p:nvPr/>
        </p:nvSpPr>
        <p:spPr>
          <a:xfrm>
            <a:off x="8639175" y="54673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7" name="Scientific path">
            <a:extLst>
              <a:ext uri="{FF2B5EF4-FFF2-40B4-BE49-F238E27FC236}">
                <ns2:creationId id="{E2AACE1C-E77C-4797-B1DB-F477B1591C76}"/>
              </a:ext>
            </a:extLst>
          </p:cNvPr>
          <p:cNvSpPr>
            <a:spLocks noGrp="1"/>
          </p:cNvSpPr>
          <p:nvPr/>
        </p:nvSpPr>
        <p:spPr>
          <a:xfrm>
            <a:off x="9144000" y="50419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8" name="40">
            <a:extLst>
              <a:ext uri="{FF2B5EF4-FFF2-40B4-BE49-F238E27FC236}">
                <ns2:creationId id="{098C41E5-06BB-4656-8BB0-225F643ED3E0}"/>
              </a:ext>
            </a:extLst>
          </p:cNvPr>
          <p:cNvSpPr>
            <a:spLocks noGrp="1"/>
          </p:cNvSpPr>
          <p:nvPr/>
        </p:nvSpPr>
        <p:spPr>
          <a:xfrm>
            <a:off x="8639175" y="49276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9" name="Scientific path">
            <a:extLst>
              <a:ext uri="{FF2B5EF4-FFF2-40B4-BE49-F238E27FC236}">
                <ns2:creationId id="{4F634A40-B249-49DC-87CB-5D58E714F939}"/>
              </a:ext>
            </a:extLst>
          </p:cNvPr>
          <p:cNvSpPr>
            <a:spLocks noGrp="1"/>
          </p:cNvSpPr>
          <p:nvPr/>
        </p:nvSpPr>
        <p:spPr>
          <a:xfrm>
            <a:off x="9144000" y="45021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80" name="80">
            <a:extLst>
              <a:ext uri="{FF2B5EF4-FFF2-40B4-BE49-F238E27FC236}">
                <ns2:creationId id="{25825A79-C98F-4BBA-8044-130C3BF4FB86}"/>
              </a:ext>
            </a:extLst>
          </p:cNvPr>
          <p:cNvSpPr>
            <a:spLocks noGrp="1"/>
          </p:cNvSpPr>
          <p:nvPr/>
        </p:nvSpPr>
        <p:spPr>
          <a:xfrm>
            <a:off x="8639175" y="43878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81" name="Scientific path">
            <a:extLst>
              <a:ext uri="{FF2B5EF4-FFF2-40B4-BE49-F238E27FC236}">
                <ns2:creationId id="{6732F5DD-80AD-420C-BEEA-5AF2D72803CA}"/>
              </a:ext>
            </a:extLst>
          </p:cNvPr>
          <p:cNvSpPr>
            <a:spLocks noGrp="1"/>
          </p:cNvSpPr>
          <p:nvPr/>
        </p:nvSpPr>
        <p:spPr>
          <a:xfrm>
            <a:off x="9144000" y="39624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82" name="120">
            <a:extLst>
              <a:ext uri="{FF2B5EF4-FFF2-40B4-BE49-F238E27FC236}">
                <ns2:creationId id="{E47E39BD-E4ED-456F-BDD7-B5F483B169AE}"/>
              </a:ext>
            </a:extLst>
          </p:cNvPr>
          <p:cNvSpPr>
            <a:spLocks noGrp="1"/>
          </p:cNvSpPr>
          <p:nvPr/>
        </p:nvSpPr>
        <p:spPr>
          <a:xfrm>
            <a:off x="8639175" y="38481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83" name="Time">
            <a:extLst>
              <a:ext uri="{FF2B5EF4-FFF2-40B4-BE49-F238E27FC236}">
                <ns2:creationId id="{7BFDA0CB-6987-48D6-BA83-0BBD68BA7371}"/>
              </a:ext>
            </a:extLst>
          </p:cNvPr>
          <p:cNvSpPr>
            <a:spLocks noGrp="1"/>
          </p:cNvSpPr>
          <p:nvPr/>
        </p:nvSpPr>
        <p:spPr>
          <a:xfrm>
            <a:off x="9182100" y="5953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</p:spTree>
    <p:extLst>
      <p:ext uri="{BB962C8B-B14F-4D97-AF65-F5344CB8AC3E}">
        <ns4:creationId val="1837124702"/>
      </p:ext>
    </p:extLst>
  </p:cSld>
</p:sld>
</file>

<file path=ppt/main_figures/Fig9/ppt/tableStyles.xml><?xml version="1.0" encoding="utf-8"?>
<a:tblStyleLst xmlns:a="http://schemas.openxmlformats.org/drawingml/2006/main" def="{5C22544A-7EE6-4342-B048-85BDC9FD1C3A}"/>
</file>

<file path=ppt/main_figures/Fig9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0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0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2026-10-19T02:13:19.0090000Z</dcterms:created>
  <dcterms:modified xsi:type="dcterms:W3CDTF">2026-10-19T02:13:19.0090000Z</dcterms:modified>
</coreProperties>
</file>

<file path=ppt/main_figures/Fig10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0/ppt/theme/theme1.xml" Id="R5d15d1f668534c7f" /><Relationship Type="http://schemas.openxmlformats.org/officeDocument/2006/relationships/slideMaster" Target="/ppt/main_figures/Fig10/ppt/slideMasters/slideMaster1.xml" Id="Rfdafd7be026f4b93" /><Relationship Type="http://schemas.openxmlformats.org/officeDocument/2006/relationships/notesMaster" Target="/ppt/main_figures/Fig10/ppt/notesMasters/notesMaster1.xml" Id="R7cca6d21e0bd46f3" /><Relationship Type="http://schemas.openxmlformats.org/officeDocument/2006/relationships/presProps" Target="/ppt/main_figures/Fig10/ppt/presProps.xml" Id="R6521ade1fb264a0e" /><Relationship Type="http://schemas.openxmlformats.org/officeDocument/2006/relationships/tableStyles" Target="/ppt/main_figures/Fig10/ppt/tableStyles.xml" Id="Rd65b65cce2604b02" /><Relationship Type="http://schemas.openxmlformats.org/officeDocument/2006/relationships/slide" Target="/ppt/main_figures/Fig10/ppt/slides/slide1.xml" Id="R13e7bbda4a4d4e00" /></Relationships>
</file>

<file path=ppt/main_figures/Fig10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0/ppt/notesMasters/theme/theme3.xml" Id="Rc949a969758f42a8" /></Relationships>
</file>

<file path=ppt/main_figures/Fig10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0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0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0/ppt/slides/slide1.xml" Id="Rb79e14378c964b09" /><Relationship Type="http://schemas.openxmlformats.org/officeDocument/2006/relationships/notesMaster" Target="/ppt/main_figures/Fig10/ppt/notesMasters/notesMaster1.xml" Id="R9a8e4737865e41b9" /></Relationships>
</file>

<file path=ppt/main_figures/Fig10/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{"source": "saved real_case_studies/evidence", "case": "wildfire", "selection": {"t": 18, "witness": [7, 1, 8], "node": 871, "bound": 20.792130615669763, "tracks": [3, 48, 52], "persistent_three_frames": true, "H": 0.13921149643185637, "gain": 0.12121684405613914, "errorP": 0.14754482976518962, "errorR": 0.026327985709050483, "delta": 0.6350617768029346, "rule": "Among H&gt;2% frames with a witness triple matched in all three adjacent frames and positive P-to-R max-error reduction and measured cost, choose largest H (earliest tie). Descriptive selection, not unbiased performance evidence.", "snapshots": [17, 18, 19], "window": [13, 24]},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main_figures/Fig10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0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dafd7be026f4b93"/>
  </p:sldMasterIdLst>
  <p:notesMasterIdLst>
    <p:notesMasterId r:id="R7cca6d21e0bd46f3"/>
  </p:notesMasterIdLst>
  <p:sldIdLst>
    <p:sldId id="256" r:id="R13e7bbda4a4d4e00"/>
  </p:sldIdLst>
  <p:sldSz cx="12801600" cy="6667500"/>
  <p:notesSz cx="6858000" cy="9144000"/>
</p:presentation>
</file>

<file path=ppt/main_figures/Fig10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0/ppt/slideMasters/slideMaster1.xml" Id="Rf6cd6cc24a3f499b" /></Relationships>
</file>

<file path=ppt/main_figures/Fig10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0/ppt/slideMasters/slideMaster1.xml" Id="R2b815945e5494e63" /></Relationships>
</file>

<file path=ppt/main_figures/Fig10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0/ppt/slideMasters/slideMaster1.xml" Id="R6b50e8c99e1242da" /></Relationships>
</file>

<file path=ppt/main_figures/Fig10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0/ppt/slideMasters/slideMaster1.xml" Id="R2e15cba83f574a83" /></Relationships>
</file>

<file path=ppt/main_figures/Fig10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0/ppt/slideMasters/slideMaster1.xml" Id="R682dca7da5ba47c9" /></Relationships>
</file>

<file path=ppt/main_figures/Fig10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0/ppt/slideMasters/slideMaster1.xml" Id="R4ce2936cbdeb4169" /></Relationships>
</file>

<file path=ppt/main_figures/Fig10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A07C64-86AE-4FF3-B8CA-CE3D20717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C59AA1-80CA-4924-8F1A-A6A561FB9F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0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2F4DC4-F7F2-49D0-85CA-BD92C85E9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0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FE8434-B153-4193-97A3-3FADD3D7D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5E583E-6F07-44CD-89D3-6AA3FE1E98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0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60CF78-EA74-4550-9CB5-2956A175A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DE433F-9BAD-4F05-AB5C-01754F921B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D84F7D-8D69-49C6-A25B-B56550803D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0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05DF43-02D0-4542-890B-28AB3A45EA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0069D1-408B-449A-8CC1-78326B27B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0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0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0/ppt/slideMasters/theme/theme2.xml" Id="Re005fcaf46e14551" /><Relationship Type="http://schemas.openxmlformats.org/officeDocument/2006/relationships/slideLayout" Target="/ppt/main_figures/Fig10/ppt/slideLayouts/slideLayout1.xml" Id="R5ed72a9e3df04570" /><Relationship Type="http://schemas.openxmlformats.org/officeDocument/2006/relationships/slideLayout" Target="/ppt/main_figures/Fig10/ppt/slideLayouts/slideLayout2.xml" Id="Rcd93ffde0dd54bb1" /><Relationship Type="http://schemas.openxmlformats.org/officeDocument/2006/relationships/slideLayout" Target="/ppt/main_figures/Fig10/ppt/slideLayouts/slideLayout3.xml" Id="Re85c781e9e1b4b5e" /><Relationship Type="http://schemas.openxmlformats.org/officeDocument/2006/relationships/slideLayout" Target="/ppt/main_figures/Fig10/ppt/slideLayouts/slideLayout4.xml" Id="Rba3e51475bf04547" /><Relationship Type="http://schemas.openxmlformats.org/officeDocument/2006/relationships/slideLayout" Target="/ppt/main_figures/Fig10/ppt/slideLayouts/slideLayout5.xml" Id="Rcda608db879547f8" /><Relationship Type="http://schemas.openxmlformats.org/officeDocument/2006/relationships/slideLayout" Target="/ppt/main_figures/Fig10/ppt/slideLayouts/slideLayout6.xml" Id="R8db34a06e886446c" /></Relationships>
</file>

<file path=ppt/main_figures/Fig10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d72a9e3df04570"/>
    <p:sldLayoutId xmlns:r="http://schemas.openxmlformats.org/officeDocument/2006/relationships" id="2147483650" r:id="Rcd93ffde0dd54bb1"/>
    <p:sldLayoutId xmlns:r="http://schemas.openxmlformats.org/officeDocument/2006/relationships" id="2147483651" r:id="Re85c781e9e1b4b5e"/>
    <p:sldLayoutId xmlns:r="http://schemas.openxmlformats.org/officeDocument/2006/relationships" id="2147483652" r:id="Rba3e51475bf04547"/>
    <p:sldLayoutId xmlns:r="http://schemas.openxmlformats.org/officeDocument/2006/relationships" id="2147483653" r:id="Rcda608db879547f8"/>
    <p:sldLayoutId xmlns:r="http://schemas.openxmlformats.org/officeDocument/2006/relationships" id="2147483654" r:id="R8db34a06e886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main_figures/Fig10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0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0/ppt/slideLayouts/slideLayout6.xml" Id="Ref1858f188734495" /><Relationship Type="http://schemas.openxmlformats.org/officeDocument/2006/relationships/image" Target="/ppt/main_figures/Fig10/ppt/media/image.png" Id="Rb6d9912e3e7c4026" /><Relationship Type="http://schemas.openxmlformats.org/officeDocument/2006/relationships/image" Target="/ppt/main_figures/Fig10/ppt/media/image2.png" Id="R8b5e912cae284379" /><Relationship Type="http://schemas.openxmlformats.org/officeDocument/2006/relationships/image" Target="/ppt/main_figures/Fig10/ppt/media/image3.png" Id="Rcc20a1254fd94d03" /><Relationship Type="http://schemas.openxmlformats.org/officeDocument/2006/relationships/image" Target="/ppt/main_figures/Fig10/ppt/media/image4.png" Id="R0c60c8a170de45ed" /><Relationship Type="http://schemas.openxmlformats.org/officeDocument/2006/relationships/image" Target="/ppt/main_figures/Fig10/ppt/media/image5.png" Id="Rdd2320b7b80e4b36" /><Relationship Type="http://schemas.openxmlformats.org/officeDocument/2006/relationships/image" Target="/ppt/main_figures/Fig10/ppt/media/image6.png" Id="Rf8231da426fa4555" /><Relationship Type="http://schemas.openxmlformats.org/officeDocument/2006/relationships/image" Target="/ppt/main_figures/Fig10/ppt/media/image7.png" Id="R7d729d5a72b44c75" /><Relationship Type="http://schemas.openxmlformats.org/officeDocument/2006/relationships/image" Target="/ppt/main_figures/Fig10/ppt/media/image8.png" Id="R58f2aa0e22f34a9d" /><Relationship Type="http://schemas.openxmlformats.org/officeDocument/2006/relationships/image" Target="/ppt/main_figures/Fig10/ppt/media/image9.png" Id="Ra26b157e54324851" /><Relationship Type="http://schemas.openxmlformats.org/officeDocument/2006/relationships/image" Target="/ppt/main_figures/Fig10/ppt/media/image10.png" Id="Rf4949b24bba44744" /><Relationship Type="http://schemas.openxmlformats.org/officeDocument/2006/relationships/image" Target="/ppt/main_figures/Fig10/ppt/media/image11.png" Id="Rbf2256151a064c31" /><Relationship Type="http://schemas.openxmlformats.org/officeDocument/2006/relationships/image" Target="/ppt/main_figures/Fig10/ppt/media/image12.png" Id="R77eeebd76d974dcc" /><Relationship Type="http://schemas.openxmlformats.org/officeDocument/2006/relationships/notesSlide" Target="/ppt/main_figures/Fig10/ppt/notesSlides/notesSlide1.xml" Id="Ref4ceaa99d4849ed" /><Relationship Id="Refined_Rf3f44c2f36d24aa8" Type="http://schemas.openxmlformats.org/officeDocument/2006/relationships/image" Target="/ppt/main_figures/Fig10/ppt/fig8_refined_media/image.png" /><Relationship Id="Refined_R07d59643cd9a422d" Type="http://schemas.openxmlformats.org/officeDocument/2006/relationships/image" Target="/ppt/main_figures/Fig10/ppt/fig8_refined_media/image2.png" /><Relationship Id="Refined_R2e19184622464edc" Type="http://schemas.openxmlformats.org/officeDocument/2006/relationships/image" Target="/ppt/main_figures/Fig10/ppt/fig8_refined_media/image3.png" /></Relationships>
</file>

<file path=ppt/main_figures/Fig10/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_001">
            <a:extLst>
              <a:ext uri="{FF2B5EF4-FFF2-40B4-BE49-F238E27FC236}">
                <ns2:creationId id="{585F1D43-407E-4EBF-A5F2-BBCADEFA9B9E}"/>
              </a:ext>
            </a:extLst>
          </p:cNvPr>
          <p:cNvSpPr>
            <a:spLocks noGrp="1"/>
          </p:cNvSpPr>
          <p:nvPr/>
        </p:nvSpPr>
        <p:spPr>
          <a:xfrm>
            <a:off x="1438275" y="85725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Full sequence (30 frames); vertical guide: f18</a:t>
            </a:r>
          </a:p>
        </p:txBody>
      </p:sp>
      <p:sp>
        <p:nvSpPr>
          <p:cNvPr id="3" name="text_002">
            <a:extLst>
              <a:ext uri="{FF2B5EF4-FFF2-40B4-BE49-F238E27FC236}">
                <ns2:creationId id="{31CC7CDF-1880-42AF-8D17-585E6F44C054}"/>
              </a:ext>
            </a:extLst>
          </p:cNvPr>
          <p:cNvSpPr>
            <a:spLocks noGrp="1"/>
          </p:cNvSpPr>
          <p:nvPr/>
        </p:nvSpPr>
        <p:spPr>
          <a:xfrm>
            <a:off x="8372475" y="8572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window: exact anchors</a:t>
            </a:r>
          </a:p>
        </p:txBody>
      </p:sp>
      <p:sp>
        <p:nvSpPr>
          <p:cNvPr id="4" name="text_003">
            <a:extLst>
              <a:ext uri="{FF2B5EF4-FFF2-40B4-BE49-F238E27FC236}">
                <ns2:creationId id="{245A7679-1AA9-498A-9C1E-201FF760B1D0}"/>
              </a:ext>
            </a:extLst>
          </p:cNvPr>
          <p:cNvSpPr>
            <a:spLocks noGrp="1"/>
          </p:cNvSpPr>
          <p:nvPr/>
        </p:nvSpPr>
        <p:spPr>
          <a:xfrm>
            <a:off x="152400" y="50482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pic>
        <p:nvPicPr>
          <p:cNvPr id="6" name="">
            <a:extLst>
              <a:ext uri="{FF2B5EF4-FFF2-40B4-BE49-F238E27FC236}">
                <ns2:creationId id="{71BCE1AB-989F-431D-9699-44DDF7C95E3B}"/>
              </a:ext>
            </a:extLst>
          </p:cNvPr>
          <p:cNvPicPr>
            <a:picLocks noChangeAspect="1"/>
          </p:cNvPicPr>
          <p:nvPr/>
        </p:nvPicPr>
        <p:blipFill>
          <a:blip r:embed="Rb6d9912e3e7c4026"/>
          <a:stretch/>
        </p:blipFill>
        <p:spPr>
          <a:xfrm>
            <a:off x="1457325" y="457200"/>
            <a:ext cx="5886450" cy="666750"/>
          </a:xfrm>
          <a:prstGeom prst="rect">
            <a:avLst/>
          </a:prstGeom>
        </p:spPr>
      </p:pic>
      <p:sp>
        <p:nvSpPr>
          <p:cNvPr id="7" name="line_006">
            <a:extLst>
              <a:ext uri="{FF2B5EF4-FFF2-40B4-BE49-F238E27FC236}">
                <ns2:creationId id="{8A8DEFEA-5D96-4A52-8D66-581B5CF2140F}"/>
              </a:ext>
            </a:extLst>
          </p:cNvPr>
          <p:cNvSpPr>
            <a:spLocks noGrp="1"/>
          </p:cNvSpPr>
          <p:nvPr/>
        </p:nvSpPr>
        <p:spPr>
          <a:xfrm>
            <a:off x="5087303" y="45720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" name="rect_007">
            <a:extLst>
              <a:ext uri="{FF2B5EF4-FFF2-40B4-BE49-F238E27FC236}">
                <ns2:creationId id="{6472DB64-04E9-46BC-ABF0-2A1482B346CD}"/>
              </a:ext>
            </a:extLst>
          </p:cNvPr>
          <p:cNvSpPr>
            <a:spLocks noGrp="1"/>
          </p:cNvSpPr>
          <p:nvPr/>
        </p:nvSpPr>
        <p:spPr>
          <a:xfrm>
            <a:off x="1457325" y="457200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7CE233F9-E3E5-4F59-8DDF-46B3FCF310C7}"/>
              </a:ext>
            </a:extLst>
          </p:cNvPr>
          <p:cNvSpPr>
            <a:spLocks noGrp="1"/>
          </p:cNvSpPr>
          <p:nvPr/>
        </p:nvSpPr>
        <p:spPr>
          <a:xfrm>
            <a:off x="1085850" y="10287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_009">
            <a:extLst>
              <a:ext uri="{FF2B5EF4-FFF2-40B4-BE49-F238E27FC236}">
                <ns2:creationId id="{FAE45460-30AE-4A97-B955-D831AB17687D}"/>
              </a:ext>
            </a:extLst>
          </p:cNvPr>
          <p:cNvSpPr>
            <a:spLocks noGrp="1"/>
          </p:cNvSpPr>
          <p:nvPr/>
        </p:nvSpPr>
        <p:spPr>
          <a:xfrm>
            <a:off x="1085850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_010">
            <a:extLst>
              <a:ext uri="{FF2B5EF4-FFF2-40B4-BE49-F238E27FC236}">
                <ns2:creationId id="{4BBF564F-483D-4F97-9BC5-4559A8D68E2E}"/>
              </a:ext>
            </a:extLst>
          </p:cNvPr>
          <p:cNvSpPr>
            <a:spLocks noGrp="1"/>
          </p:cNvSpPr>
          <p:nvPr/>
        </p:nvSpPr>
        <p:spPr>
          <a:xfrm>
            <a:off x="1364933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>
              <a:ext uri="{FF2B5EF4-FFF2-40B4-BE49-F238E27FC236}">
                <ns2:creationId id="{04951498-03DA-4393-9F6B-702E305C3D5E}"/>
              </a:ext>
            </a:extLst>
          </p:cNvPr>
          <p:cNvSpPr>
            <a:spLocks noGrp="1"/>
          </p:cNvSpPr>
          <p:nvPr/>
        </p:nvSpPr>
        <p:spPr>
          <a:xfrm>
            <a:off x="7055167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3" name="wildfire_TMTM_3_exact_anchor">
            <a:extLst>
              <a:ext uri="{FF2B5EF4-FFF2-40B4-BE49-F238E27FC236}">
                <ns2:creationId id="{0D26E80D-53C8-4029-A817-13A1B9F1DB00}"/>
              </a:ext>
            </a:extLst>
          </p:cNvPr>
          <p:cNvSpPr>
            <a:spLocks noGrp="1"/>
          </p:cNvSpPr>
          <p:nvPr/>
        </p:nvSpPr>
        <p:spPr>
          <a:xfrm>
            <a:off x="5049203" y="72390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4" name="wildfire_TMTM_48_exact_anchor">
            <a:extLst>
              <a:ext uri="{FF2B5EF4-FFF2-40B4-BE49-F238E27FC236}">
                <ns2:creationId id="{98128491-6B98-41FA-A85D-71AEBF18B638}"/>
              </a:ext>
            </a:extLst>
          </p:cNvPr>
          <p:cNvSpPr>
            <a:spLocks noGrp="1"/>
          </p:cNvSpPr>
          <p:nvPr/>
        </p:nvSpPr>
        <p:spPr>
          <a:xfrm>
            <a:off x="5049203" y="63076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5" name="wildfire_TMTM_52_exact_anchor">
            <a:extLst>
              <a:ext uri="{FF2B5EF4-FFF2-40B4-BE49-F238E27FC236}">
                <ns2:creationId id="{CA342CB3-46C3-4F45-8610-F4D0391E64D6}"/>
              </a:ext>
            </a:extLst>
          </p:cNvPr>
          <p:cNvSpPr>
            <a:spLocks noGrp="1"/>
          </p:cNvSpPr>
          <p:nvPr/>
        </p:nvSpPr>
        <p:spPr>
          <a:xfrm>
            <a:off x="5049203" y="87825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16" name="">
            <a:extLst>
              <a:ext uri="{FF2B5EF4-FFF2-40B4-BE49-F238E27FC236}">
                <ns2:creationId id="{BF18E07E-A730-4B25-BBF8-AC2529BB17EC}"/>
              </a:ext>
            </a:extLst>
          </p:cNvPr>
          <p:cNvPicPr>
            <a:picLocks noChangeAspect="1"/>
          </p:cNvPicPr>
          <p:nvPr/>
        </p:nvPicPr>
        <p:blipFill>
          <a:blip r:embed="R8b5e912cae284379"/>
          <a:stretch/>
        </p:blipFill>
        <p:spPr>
          <a:xfrm>
            <a:off x="8439150" y="457200"/>
            <a:ext cx="3771900" cy="666750"/>
          </a:xfrm>
          <a:prstGeom prst="rect">
            <a:avLst/>
          </a:prstGeom>
        </p:spPr>
      </p:pic>
      <p:sp>
        <p:nvSpPr>
          <p:cNvPr id="17" name="line_016">
            <a:extLst>
              <a:ext uri="{FF2B5EF4-FFF2-40B4-BE49-F238E27FC236}">
                <ns2:creationId id="{D21F8C7F-BDBC-4F9E-98CE-9DC8CF9ABFFD}"/>
              </a:ext>
            </a:extLst>
          </p:cNvPr>
          <p:cNvSpPr>
            <a:spLocks noGrp="1"/>
          </p:cNvSpPr>
          <p:nvPr/>
        </p:nvSpPr>
        <p:spPr>
          <a:xfrm>
            <a:off x="10325100" y="45720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8" name="rect_017">
            <a:extLst>
              <a:ext uri="{FF2B5EF4-FFF2-40B4-BE49-F238E27FC236}">
                <ns2:creationId id="{854FE06C-7625-44E3-867A-5F120BD92FE7}"/>
              </a:ext>
            </a:extLst>
          </p:cNvPr>
          <p:cNvSpPr>
            <a:spLocks noGrp="1"/>
          </p:cNvSpPr>
          <p:nvPr/>
        </p:nvSpPr>
        <p:spPr>
          <a:xfrm>
            <a:off x="8439150" y="457200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>
              <a:ext uri="{FF2B5EF4-FFF2-40B4-BE49-F238E27FC236}">
                <ns2:creationId id="{D418EBB0-F2A0-4506-A6B7-28F513DD3701}"/>
              </a:ext>
            </a:extLst>
          </p:cNvPr>
          <p:cNvSpPr>
            <a:spLocks noGrp="1"/>
          </p:cNvSpPr>
          <p:nvPr/>
        </p:nvSpPr>
        <p:spPr>
          <a:xfrm>
            <a:off x="8067675" y="10287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65A74079-90FB-403B-8E12-6B0EBEA32A32}"/>
              </a:ext>
            </a:extLst>
          </p:cNvPr>
          <p:cNvSpPr>
            <a:spLocks noGrp="1"/>
          </p:cNvSpPr>
          <p:nvPr/>
        </p:nvSpPr>
        <p:spPr>
          <a:xfrm>
            <a:off x="8067675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0.73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0045748E-84DF-452C-A117-F982ADE7DCDA}"/>
              </a:ext>
            </a:extLst>
          </p:cNvPr>
          <p:cNvSpPr>
            <a:spLocks noGrp="1"/>
          </p:cNvSpPr>
          <p:nvPr/>
        </p:nvSpPr>
        <p:spPr>
          <a:xfrm>
            <a:off x="8420100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2" name="text_021">
            <a:extLst>
              <a:ext uri="{FF2B5EF4-FFF2-40B4-BE49-F238E27FC236}">
                <ns2:creationId id="{99D51B9D-5B40-46AE-BED2-72005DCD04C5}"/>
              </a:ext>
            </a:extLst>
          </p:cNvPr>
          <p:cNvSpPr>
            <a:spLocks noGrp="1"/>
          </p:cNvSpPr>
          <p:nvPr/>
        </p:nvSpPr>
        <p:spPr>
          <a:xfrm>
            <a:off x="11849100" y="11525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23" name="path_022">
            <a:extLst>
              <a:ext uri="{FF2B5EF4-FFF2-40B4-BE49-F238E27FC236}">
                <ns2:creationId id="{B32188F1-46B2-429B-9B17-EFF051089C95}"/>
              </a:ext>
            </a:extLst>
          </p:cNvPr>
          <p:cNvSpPr>
            <a:spLocks noGrp="1"/>
          </p:cNvSpPr>
          <p:nvPr/>
        </p:nvSpPr>
        <p:spPr>
          <a:xfrm>
            <a:off x="8610600" y="686324"/>
            <a:ext cx="3429000" cy="131255"/>
          </a:xfrm>
          <a:custGeom>
            <a:pathLst>
              <a:path w="3429000" h="131255">
                <a:moveTo>
                  <a:pt x="0" y="109325"/>
                </a:moveTo>
                <a:lnTo>
                  <a:pt x="342900" y="53680"/>
                </a:lnTo>
                <a:lnTo>
                  <a:pt x="685800" y="18985"/>
                </a:lnTo>
                <a:lnTo>
                  <a:pt x="1028700" y="46807"/>
                </a:lnTo>
                <a:lnTo>
                  <a:pt x="1371600" y="32405"/>
                </a:lnTo>
                <a:lnTo>
                  <a:pt x="1714500" y="25204"/>
                </a:lnTo>
                <a:lnTo>
                  <a:pt x="2057400" y="9165"/>
                </a:lnTo>
                <a:lnTo>
                  <a:pt x="2400300" y="14729"/>
                </a:lnTo>
                <a:lnTo>
                  <a:pt x="2743200" y="131255"/>
                </a:lnTo>
                <a:lnTo>
                  <a:pt x="3086100" y="8838"/>
                </a:lnTo>
                <a:lnTo>
                  <a:pt x="3429000" y="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4" name="wildfire_TMTM_track_3_trace">
            <a:extLst>
              <a:ext uri="{FF2B5EF4-FFF2-40B4-BE49-F238E27FC236}">
                <ns2:creationId id="{5D9E0E51-30EF-44B3-981F-7A3E5C67C1E2}"/>
              </a:ext>
            </a:extLst>
          </p:cNvPr>
          <p:cNvSpPr>
            <a:spLocks noGrp="1"/>
          </p:cNvSpPr>
          <p:nvPr/>
        </p:nvSpPr>
        <p:spPr>
          <a:xfrm>
            <a:off x="8610600" y="686324"/>
            <a:ext cx="3429000" cy="131255"/>
          </a:xfrm>
          <a:custGeom>
            <a:pathLst>
              <a:path w="3429000" h="131255">
                <a:moveTo>
                  <a:pt x="0" y="109325"/>
                </a:moveTo>
                <a:lnTo>
                  <a:pt x="342900" y="53680"/>
                </a:lnTo>
                <a:lnTo>
                  <a:pt x="685800" y="18985"/>
                </a:lnTo>
                <a:lnTo>
                  <a:pt x="1028700" y="46807"/>
                </a:lnTo>
                <a:lnTo>
                  <a:pt x="1371600" y="32405"/>
                </a:lnTo>
                <a:lnTo>
                  <a:pt x="1714500" y="25204"/>
                </a:lnTo>
                <a:lnTo>
                  <a:pt x="2057400" y="9165"/>
                </a:lnTo>
                <a:lnTo>
                  <a:pt x="2400300" y="14729"/>
                </a:lnTo>
                <a:lnTo>
                  <a:pt x="2743200" y="131255"/>
                </a:lnTo>
                <a:lnTo>
                  <a:pt x="3086100" y="8838"/>
                </a:lnTo>
                <a:lnTo>
                  <a:pt x="3429000" y="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25" name="wildfire_TMTM_3_exact_anchor">
            <a:extLst>
              <a:ext uri="{FF2B5EF4-FFF2-40B4-BE49-F238E27FC236}">
                <ns2:creationId id="{D689CF45-CB2B-4460-AE23-FC11753DE2AB}"/>
              </a:ext>
            </a:extLst>
          </p:cNvPr>
          <p:cNvSpPr>
            <a:spLocks noGrp="1"/>
          </p:cNvSpPr>
          <p:nvPr/>
        </p:nvSpPr>
        <p:spPr>
          <a:xfrm>
            <a:off x="10287000" y="67342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8" name="path_027">
            <a:extLst>
              <a:ext uri="{FF2B5EF4-FFF2-40B4-BE49-F238E27FC236}">
                <ns2:creationId id="{61C9D394-28A5-4ED3-928E-E1288A605EC0}"/>
              </a:ext>
            </a:extLst>
          </p:cNvPr>
          <p:cNvSpPr>
            <a:spLocks noGrp="1"/>
          </p:cNvSpPr>
          <p:nvPr/>
        </p:nvSpPr>
        <p:spPr>
          <a:xfrm>
            <a:off x="9639300" y="524301"/>
            <a:ext cx="2400300" cy="462503"/>
          </a:xfrm>
          <a:custGeom>
            <a:pathLst>
              <a:path w="2400300" h="462503">
                <a:moveTo>
                  <a:pt x="0" y="462503"/>
                </a:moveTo>
                <a:lnTo>
                  <a:pt x="342900" y="41570"/>
                </a:lnTo>
                <a:lnTo>
                  <a:pt x="685800" y="0"/>
                </a:lnTo>
                <a:lnTo>
                  <a:pt x="1028700" y="305716"/>
                </a:lnTo>
                <a:lnTo>
                  <a:pt x="1371600" y="330265"/>
                </a:lnTo>
                <a:lnTo>
                  <a:pt x="1714500" y="22258"/>
                </a:lnTo>
                <a:lnTo>
                  <a:pt x="2057400" y="19966"/>
                </a:lnTo>
                <a:lnTo>
                  <a:pt x="2400300" y="363652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9" name="wildfire_TMTM_track_48_trace">
            <a:extLst>
              <a:ext uri="{FF2B5EF4-FFF2-40B4-BE49-F238E27FC236}">
                <ns2:creationId id="{684D3FA2-3597-4460-A733-4A6F45A67654}"/>
              </a:ext>
            </a:extLst>
          </p:cNvPr>
          <p:cNvSpPr>
            <a:spLocks noGrp="1"/>
          </p:cNvSpPr>
          <p:nvPr/>
        </p:nvSpPr>
        <p:spPr>
          <a:xfrm>
            <a:off x="9639300" y="524301"/>
            <a:ext cx="2400300" cy="462503"/>
          </a:xfrm>
          <a:custGeom>
            <a:pathLst>
              <a:path w="2400300" h="462503">
                <a:moveTo>
                  <a:pt x="0" y="462503"/>
                </a:moveTo>
                <a:lnTo>
                  <a:pt x="342900" y="41570"/>
                </a:lnTo>
                <a:lnTo>
                  <a:pt x="685800" y="0"/>
                </a:lnTo>
                <a:lnTo>
                  <a:pt x="1028700" y="305716"/>
                </a:lnTo>
                <a:lnTo>
                  <a:pt x="1371600" y="330265"/>
                </a:lnTo>
                <a:lnTo>
                  <a:pt x="1714500" y="22258"/>
                </a:lnTo>
                <a:lnTo>
                  <a:pt x="2057400" y="19966"/>
                </a:lnTo>
                <a:lnTo>
                  <a:pt x="2400300" y="363652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30" name="wildfire_TMTM_48_exact_anchor">
            <a:extLst>
              <a:ext uri="{FF2B5EF4-FFF2-40B4-BE49-F238E27FC236}">
                <ns2:creationId id="{DB16A23A-E955-4C2A-9C3E-F0E7C75F71F4}"/>
              </a:ext>
            </a:extLst>
          </p:cNvPr>
          <p:cNvSpPr>
            <a:spLocks noGrp="1"/>
          </p:cNvSpPr>
          <p:nvPr/>
        </p:nvSpPr>
        <p:spPr>
          <a:xfrm>
            <a:off x="10287000" y="48620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33" name="path_032">
            <a:extLst>
              <a:ext uri="{FF2B5EF4-FFF2-40B4-BE49-F238E27FC236}">
                <ns2:creationId id="{3DACDB14-88AE-445A-B29D-91DA6A87416F}"/>
              </a:ext>
            </a:extLst>
          </p:cNvPr>
          <p:cNvSpPr>
            <a:spLocks noGrp="1"/>
          </p:cNvSpPr>
          <p:nvPr/>
        </p:nvSpPr>
        <p:spPr>
          <a:xfrm>
            <a:off x="9982200" y="1021826"/>
            <a:ext cx="685800" cy="35023"/>
          </a:xfrm>
          <a:custGeom>
            <a:pathLst>
              <a:path w="685800" h="35023">
                <a:moveTo>
                  <a:pt x="0" y="18003"/>
                </a:moveTo>
                <a:lnTo>
                  <a:pt x="342900" y="0"/>
                </a:lnTo>
                <a:lnTo>
                  <a:pt x="685800" y="35023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34" name="wildfire_TMTM_track_52_trace">
            <a:extLst>
              <a:ext uri="{FF2B5EF4-FFF2-40B4-BE49-F238E27FC236}">
                <ns2:creationId id="{BC47B5B6-3E26-4A57-8938-BBDE1D5A19FA}"/>
              </a:ext>
            </a:extLst>
          </p:cNvPr>
          <p:cNvSpPr>
            <a:spLocks noGrp="1"/>
          </p:cNvSpPr>
          <p:nvPr/>
        </p:nvSpPr>
        <p:spPr>
          <a:xfrm>
            <a:off x="9982200" y="1021826"/>
            <a:ext cx="685800" cy="35023"/>
          </a:xfrm>
          <a:custGeom>
            <a:pathLst>
              <a:path w="685800" h="35023">
                <a:moveTo>
                  <a:pt x="0" y="18003"/>
                </a:moveTo>
                <a:lnTo>
                  <a:pt x="342900" y="0"/>
                </a:lnTo>
                <a:lnTo>
                  <a:pt x="685800" y="35023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35" name="wildfire_TMTM_52_exact_anchor">
            <a:extLst>
              <a:ext uri="{FF2B5EF4-FFF2-40B4-BE49-F238E27FC236}">
                <ns2:creationId id="{F15F75AF-2F2B-4268-934E-33A2B50AC5D9}"/>
              </a:ext>
            </a:extLst>
          </p:cNvPr>
          <p:cNvSpPr>
            <a:spLocks noGrp="1"/>
          </p:cNvSpPr>
          <p:nvPr/>
        </p:nvSpPr>
        <p:spPr>
          <a:xfrm>
            <a:off x="10287000" y="98372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38" name="rect_037">
            <a:extLst>
              <a:ext uri="{FF2B5EF4-FFF2-40B4-BE49-F238E27FC236}">
                <ns2:creationId id="{A88528EF-EABD-4F31-82C1-230947E001CB}"/>
              </a:ext>
            </a:extLst>
          </p:cNvPr>
          <p:cNvSpPr>
            <a:spLocks noGrp="1"/>
          </p:cNvSpPr>
          <p:nvPr/>
        </p:nvSpPr>
        <p:spPr>
          <a:xfrm>
            <a:off x="4008120" y="457200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825FB271-EA8B-4BEC-942D-9964AC04BBDD}"/>
              </a:ext>
            </a:extLst>
          </p:cNvPr>
          <p:cNvSpPr>
            <a:spLocks noGrp="1"/>
          </p:cNvSpPr>
          <p:nvPr/>
        </p:nvSpPr>
        <p:spPr>
          <a:xfrm>
            <a:off x="152400" y="139065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pic>
        <p:nvPicPr>
          <p:cNvPr id="41" name="">
            <a:extLst>
              <a:ext uri="{FF2B5EF4-FFF2-40B4-BE49-F238E27FC236}">
                <ns2:creationId id="{D9D81043-956A-4954-B128-D158CB894665}"/>
              </a:ext>
            </a:extLst>
          </p:cNvPr>
          <p:cNvPicPr>
            <a:picLocks noChangeAspect="1"/>
          </p:cNvPicPr>
          <p:nvPr/>
        </p:nvPicPr>
        <p:blipFill>
          <a:blip r:embed="Rcc20a1254fd94d03"/>
          <a:stretch/>
        </p:blipFill>
        <p:spPr>
          <a:xfrm>
            <a:off x="1457325" y="1343025"/>
            <a:ext cx="5886450" cy="666750"/>
          </a:xfrm>
          <a:prstGeom prst="rect">
            <a:avLst/>
          </a:prstGeom>
        </p:spPr>
      </p:pic>
      <p:sp>
        <p:nvSpPr>
          <p:cNvPr id="42" name="line_041">
            <a:extLst>
              <a:ext uri="{FF2B5EF4-FFF2-40B4-BE49-F238E27FC236}">
                <ns2:creationId id="{CFCEBD60-B9D3-4F0A-8C3A-60CB4B4F0F9F}"/>
              </a:ext>
            </a:extLst>
          </p:cNvPr>
          <p:cNvSpPr>
            <a:spLocks noGrp="1"/>
          </p:cNvSpPr>
          <p:nvPr/>
        </p:nvSpPr>
        <p:spPr>
          <a:xfrm>
            <a:off x="5087303" y="134302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>
              <a:ext uri="{FF2B5EF4-FFF2-40B4-BE49-F238E27FC236}">
                <ns2:creationId id="{ED21B073-FFC8-452D-AADD-6908489D515A}"/>
              </a:ext>
            </a:extLst>
          </p:cNvPr>
          <p:cNvSpPr>
            <a:spLocks noGrp="1"/>
          </p:cNvSpPr>
          <p:nvPr/>
        </p:nvSpPr>
        <p:spPr>
          <a:xfrm>
            <a:off x="1457325" y="1343025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>
              <a:ext uri="{FF2B5EF4-FFF2-40B4-BE49-F238E27FC236}">
                <ns2:creationId id="{686F8BAD-B2A2-496A-9FF0-2385C0F9A4AB}"/>
              </a:ext>
            </a:extLst>
          </p:cNvPr>
          <p:cNvSpPr>
            <a:spLocks noGrp="1"/>
          </p:cNvSpPr>
          <p:nvPr/>
        </p:nvSpPr>
        <p:spPr>
          <a:xfrm>
            <a:off x="1085850" y="19145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>
              <a:ext uri="{FF2B5EF4-FFF2-40B4-BE49-F238E27FC236}">
                <ns2:creationId id="{34EF9672-F883-4771-9EBF-DF019B69E150}"/>
              </a:ext>
            </a:extLst>
          </p:cNvPr>
          <p:cNvSpPr>
            <a:spLocks noGrp="1"/>
          </p:cNvSpPr>
          <p:nvPr/>
        </p:nvSpPr>
        <p:spPr>
          <a:xfrm>
            <a:off x="1085850" y="12477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>
              <a:ext uri="{FF2B5EF4-FFF2-40B4-BE49-F238E27FC236}">
                <ns2:creationId id="{0FC56281-22D7-45BC-B560-B1044754F00A}"/>
              </a:ext>
            </a:extLst>
          </p:cNvPr>
          <p:cNvSpPr>
            <a:spLocks noGrp="1"/>
          </p:cNvSpPr>
          <p:nvPr/>
        </p:nvSpPr>
        <p:spPr>
          <a:xfrm>
            <a:off x="1364933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7A6A70E8-61FE-476F-90D7-07D1A85BF0D0}"/>
              </a:ext>
            </a:extLst>
          </p:cNvPr>
          <p:cNvSpPr>
            <a:spLocks noGrp="1"/>
          </p:cNvSpPr>
          <p:nvPr/>
        </p:nvSpPr>
        <p:spPr>
          <a:xfrm>
            <a:off x="7055167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8" name="wildfire_ST-MTM_3_exact_anchor">
            <a:extLst>
              <a:ext uri="{FF2B5EF4-FFF2-40B4-BE49-F238E27FC236}">
                <ns2:creationId id="{9160D2CC-9A91-4A54-A2CA-337FCD7C9F3E}"/>
              </a:ext>
            </a:extLst>
          </p:cNvPr>
          <p:cNvSpPr>
            <a:spLocks noGrp="1"/>
          </p:cNvSpPr>
          <p:nvPr/>
        </p:nvSpPr>
        <p:spPr>
          <a:xfrm>
            <a:off x="5049203" y="158471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49" name="wildfire_ST-MTM_48_exact_anchor">
            <a:extLst>
              <a:ext uri="{FF2B5EF4-FFF2-40B4-BE49-F238E27FC236}">
                <ns2:creationId id="{E6D7326C-29D8-49C2-B786-5781B8C1A737}"/>
              </a:ext>
            </a:extLst>
          </p:cNvPr>
          <p:cNvSpPr>
            <a:spLocks noGrp="1"/>
          </p:cNvSpPr>
          <p:nvPr/>
        </p:nvSpPr>
        <p:spPr>
          <a:xfrm>
            <a:off x="5049203" y="178927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50" name="wildfire_ST-MTM_52_exact_anchor">
            <a:extLst>
              <a:ext uri="{FF2B5EF4-FFF2-40B4-BE49-F238E27FC236}">
                <ns2:creationId id="{CC074555-926D-456E-8A64-FB1BC1BB997F}"/>
              </a:ext>
            </a:extLst>
          </p:cNvPr>
          <p:cNvSpPr>
            <a:spLocks noGrp="1"/>
          </p:cNvSpPr>
          <p:nvPr/>
        </p:nvSpPr>
        <p:spPr>
          <a:xfrm>
            <a:off x="5049203" y="143195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CD22A2BD-3B74-4C88-B4FA-74FA1A83ED0F}"/>
              </a:ext>
            </a:extLst>
          </p:cNvPr>
          <p:cNvPicPr>
            <a:picLocks noChangeAspect="1"/>
          </p:cNvPicPr>
          <p:nvPr/>
        </p:nvPicPr>
        <p:blipFill>
          <a:blip r:embed="R0c60c8a170de45ed"/>
          <a:stretch/>
        </p:blipFill>
        <p:spPr>
          <a:xfrm>
            <a:off x="8439150" y="1343025"/>
            <a:ext cx="3771900" cy="666750"/>
          </a:xfrm>
          <a:prstGeom prst="rect">
            <a:avLst/>
          </a:prstGeom>
        </p:spPr>
      </p:pic>
      <p:sp>
        <p:nvSpPr>
          <p:cNvPr id="52" name="line_051">
            <a:extLst>
              <a:ext uri="{FF2B5EF4-FFF2-40B4-BE49-F238E27FC236}">
                <ns2:creationId id="{2B99E7A7-6567-48EE-A15F-52955895A333}"/>
              </a:ext>
            </a:extLst>
          </p:cNvPr>
          <p:cNvSpPr>
            <a:spLocks noGrp="1"/>
          </p:cNvSpPr>
          <p:nvPr/>
        </p:nvSpPr>
        <p:spPr>
          <a:xfrm>
            <a:off x="10325100" y="134302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>
              <a:ext uri="{FF2B5EF4-FFF2-40B4-BE49-F238E27FC236}">
                <ns2:creationId id="{AFD726DC-A6A5-4397-8238-ECB30316967A}"/>
              </a:ext>
            </a:extLst>
          </p:cNvPr>
          <p:cNvSpPr>
            <a:spLocks noGrp="1"/>
          </p:cNvSpPr>
          <p:nvPr/>
        </p:nvSpPr>
        <p:spPr>
          <a:xfrm>
            <a:off x="8439150" y="1343025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13D513A5-0D2F-4C7A-8F9D-BC6F55F7DB99}"/>
              </a:ext>
            </a:extLst>
          </p:cNvPr>
          <p:cNvSpPr>
            <a:spLocks noGrp="1"/>
          </p:cNvSpPr>
          <p:nvPr/>
        </p:nvSpPr>
        <p:spPr>
          <a:xfrm>
            <a:off x="8067675" y="19145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0.16</a:t>
            </a:r>
          </a:p>
        </p:txBody>
      </p:sp>
      <p:sp>
        <p:nvSpPr>
          <p:cNvPr id="55" name="text_054">
            <a:extLst>
              <a:ext uri="{FF2B5EF4-FFF2-40B4-BE49-F238E27FC236}">
                <ns2:creationId id="{F74C1FD4-009F-408D-8114-45D19D1C75F6}"/>
              </a:ext>
            </a:extLst>
          </p:cNvPr>
          <p:cNvSpPr>
            <a:spLocks noGrp="1"/>
          </p:cNvSpPr>
          <p:nvPr/>
        </p:nvSpPr>
        <p:spPr>
          <a:xfrm>
            <a:off x="8067675" y="12477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56" name="text_055">
            <a:extLst>
              <a:ext uri="{FF2B5EF4-FFF2-40B4-BE49-F238E27FC236}">
                <ns2:creationId id="{10177CAC-EBE5-425E-BAF9-5F6F7B51A30B}"/>
              </a:ext>
            </a:extLst>
          </p:cNvPr>
          <p:cNvSpPr>
            <a:spLocks noGrp="1"/>
          </p:cNvSpPr>
          <p:nvPr/>
        </p:nvSpPr>
        <p:spPr>
          <a:xfrm>
            <a:off x="8420100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7" name="text_056">
            <a:extLst>
              <a:ext uri="{FF2B5EF4-FFF2-40B4-BE49-F238E27FC236}">
                <ns2:creationId id="{000B9C79-A3D7-4416-BDD4-D6E4BD106782}"/>
              </a:ext>
            </a:extLst>
          </p:cNvPr>
          <p:cNvSpPr>
            <a:spLocks noGrp="1"/>
          </p:cNvSpPr>
          <p:nvPr/>
        </p:nvSpPr>
        <p:spPr>
          <a:xfrm>
            <a:off x="11849100" y="20383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8" name="path_057">
            <a:extLst>
              <a:ext uri="{FF2B5EF4-FFF2-40B4-BE49-F238E27FC236}">
                <ns2:creationId id="{F9793FB5-797F-47C5-85AC-E3061D90BD87}"/>
              </a:ext>
            </a:extLst>
          </p:cNvPr>
          <p:cNvSpPr>
            <a:spLocks noGrp="1"/>
          </p:cNvSpPr>
          <p:nvPr/>
        </p:nvSpPr>
        <p:spPr>
          <a:xfrm>
            <a:off x="8610600" y="1522499"/>
            <a:ext cx="3429000" cy="336630"/>
          </a:xfrm>
          <a:custGeom>
            <a:pathLst>
              <a:path w="3429000" h="336630">
                <a:moveTo>
                  <a:pt x="0" y="47891"/>
                </a:moveTo>
                <a:lnTo>
                  <a:pt x="342900" y="0"/>
                </a:lnTo>
                <a:lnTo>
                  <a:pt x="685800" y="13949"/>
                </a:lnTo>
                <a:lnTo>
                  <a:pt x="1028700" y="54400"/>
                </a:lnTo>
                <a:lnTo>
                  <a:pt x="1371600" y="92527"/>
                </a:lnTo>
                <a:lnTo>
                  <a:pt x="1714500" y="86482"/>
                </a:lnTo>
                <a:lnTo>
                  <a:pt x="2057400" y="55330"/>
                </a:lnTo>
                <a:lnTo>
                  <a:pt x="2400300" y="22318"/>
                </a:lnTo>
                <a:lnTo>
                  <a:pt x="2743200" y="15809"/>
                </a:lnTo>
                <a:lnTo>
                  <a:pt x="3086100" y="162735"/>
                </a:lnTo>
                <a:lnTo>
                  <a:pt x="3429000" y="33663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59" name="wildfire_ST-MTM_track_3_trace">
            <a:extLst>
              <a:ext uri="{FF2B5EF4-FFF2-40B4-BE49-F238E27FC236}">
                <ns2:creationId id="{36C4870B-DD48-412C-8D15-AC01B815B1DB}"/>
              </a:ext>
            </a:extLst>
          </p:cNvPr>
          <p:cNvSpPr>
            <a:spLocks noGrp="1"/>
          </p:cNvSpPr>
          <p:nvPr/>
        </p:nvSpPr>
        <p:spPr>
          <a:xfrm>
            <a:off x="8610600" y="1522499"/>
            <a:ext cx="3429000" cy="336630"/>
          </a:xfrm>
          <a:custGeom>
            <a:pathLst>
              <a:path w="3429000" h="336630">
                <a:moveTo>
                  <a:pt x="0" y="47891"/>
                </a:moveTo>
                <a:lnTo>
                  <a:pt x="342900" y="0"/>
                </a:lnTo>
                <a:lnTo>
                  <a:pt x="685800" y="13949"/>
                </a:lnTo>
                <a:lnTo>
                  <a:pt x="1028700" y="54400"/>
                </a:lnTo>
                <a:lnTo>
                  <a:pt x="1371600" y="92527"/>
                </a:lnTo>
                <a:lnTo>
                  <a:pt x="1714500" y="86482"/>
                </a:lnTo>
                <a:lnTo>
                  <a:pt x="2057400" y="55330"/>
                </a:lnTo>
                <a:lnTo>
                  <a:pt x="2400300" y="22318"/>
                </a:lnTo>
                <a:lnTo>
                  <a:pt x="2743200" y="15809"/>
                </a:lnTo>
                <a:lnTo>
                  <a:pt x="3086100" y="162735"/>
                </a:lnTo>
                <a:lnTo>
                  <a:pt x="3429000" y="33663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60" name="wildfire_ST-MTM_3_exact_anchor">
            <a:extLst>
              <a:ext uri="{FF2B5EF4-FFF2-40B4-BE49-F238E27FC236}">
                <ns2:creationId id="{0F323514-93F7-4B33-93DD-B26897E6FB43}"/>
              </a:ext>
            </a:extLst>
          </p:cNvPr>
          <p:cNvSpPr>
            <a:spLocks noGrp="1"/>
          </p:cNvSpPr>
          <p:nvPr/>
        </p:nvSpPr>
        <p:spPr>
          <a:xfrm>
            <a:off x="10287000" y="157088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63" name="path_062">
            <a:extLst>
              <a:ext uri="{FF2B5EF4-FFF2-40B4-BE49-F238E27FC236}">
                <ns2:creationId id="{A21FCEAE-FC16-4175-849E-24E433C99CB4}"/>
              </a:ext>
            </a:extLst>
          </p:cNvPr>
          <p:cNvSpPr>
            <a:spLocks noGrp="1"/>
          </p:cNvSpPr>
          <p:nvPr/>
        </p:nvSpPr>
        <p:spPr>
          <a:xfrm>
            <a:off x="9639300" y="1480188"/>
            <a:ext cx="2400300" cy="481697"/>
          </a:xfrm>
          <a:custGeom>
            <a:pathLst>
              <a:path w="2400300" h="481697">
                <a:moveTo>
                  <a:pt x="0" y="435666"/>
                </a:moveTo>
                <a:lnTo>
                  <a:pt x="342900" y="414743"/>
                </a:lnTo>
                <a:lnTo>
                  <a:pt x="685800" y="420787"/>
                </a:lnTo>
                <a:lnTo>
                  <a:pt x="1028700" y="404979"/>
                </a:lnTo>
                <a:lnTo>
                  <a:pt x="1371600" y="435666"/>
                </a:lnTo>
                <a:lnTo>
                  <a:pt x="1714500" y="481697"/>
                </a:lnTo>
                <a:lnTo>
                  <a:pt x="2057400" y="0"/>
                </a:lnTo>
                <a:lnTo>
                  <a:pt x="2400300" y="5951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4" name="wildfire_ST-MTM_track_48_trace">
            <a:extLst>
              <a:ext uri="{FF2B5EF4-FFF2-40B4-BE49-F238E27FC236}">
                <ns2:creationId id="{7C47CD09-04CF-4ADF-B17F-7B2CF004B4D8}"/>
              </a:ext>
            </a:extLst>
          </p:cNvPr>
          <p:cNvSpPr>
            <a:spLocks noGrp="1"/>
          </p:cNvSpPr>
          <p:nvPr/>
        </p:nvSpPr>
        <p:spPr>
          <a:xfrm>
            <a:off x="9639300" y="1480188"/>
            <a:ext cx="2400300" cy="481697"/>
          </a:xfrm>
          <a:custGeom>
            <a:pathLst>
              <a:path w="2400300" h="481697">
                <a:moveTo>
                  <a:pt x="0" y="435666"/>
                </a:moveTo>
                <a:lnTo>
                  <a:pt x="342900" y="414743"/>
                </a:lnTo>
                <a:lnTo>
                  <a:pt x="685800" y="420787"/>
                </a:lnTo>
                <a:lnTo>
                  <a:pt x="1028700" y="404979"/>
                </a:lnTo>
                <a:lnTo>
                  <a:pt x="1371600" y="435666"/>
                </a:lnTo>
                <a:lnTo>
                  <a:pt x="1714500" y="481697"/>
                </a:lnTo>
                <a:lnTo>
                  <a:pt x="2057400" y="0"/>
                </a:lnTo>
                <a:lnTo>
                  <a:pt x="2400300" y="5951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65" name="wildfire_ST-MTM_48_exact_anchor">
            <a:extLst>
              <a:ext uri="{FF2B5EF4-FFF2-40B4-BE49-F238E27FC236}">
                <ns2:creationId id="{3EFAD90B-3DEC-4CC0-B5D0-F0A98DD23678}"/>
              </a:ext>
            </a:extLst>
          </p:cNvPr>
          <p:cNvSpPr>
            <a:spLocks noGrp="1"/>
          </p:cNvSpPr>
          <p:nvPr/>
        </p:nvSpPr>
        <p:spPr>
          <a:xfrm>
            <a:off x="10287000" y="186287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68" name="path_067">
            <a:extLst>
              <a:ext uri="{FF2B5EF4-FFF2-40B4-BE49-F238E27FC236}">
                <ns2:creationId id="{45ACE809-8B3E-4242-9151-6EE8784EDFA8}"/>
              </a:ext>
            </a:extLst>
          </p:cNvPr>
          <p:cNvSpPr>
            <a:spLocks noGrp="1"/>
          </p:cNvSpPr>
          <p:nvPr/>
        </p:nvSpPr>
        <p:spPr>
          <a:xfrm>
            <a:off x="9982200" y="1390916"/>
            <a:ext cx="685800" cy="43706"/>
          </a:xfrm>
          <a:custGeom>
            <a:pathLst>
              <a:path w="685800" h="43706">
                <a:moveTo>
                  <a:pt x="0" y="465"/>
                </a:moveTo>
                <a:lnTo>
                  <a:pt x="342900" y="0"/>
                </a:lnTo>
                <a:lnTo>
                  <a:pt x="685800" y="43706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69" name="wildfire_ST-MTM_track_52_trace">
            <a:extLst>
              <a:ext uri="{FF2B5EF4-FFF2-40B4-BE49-F238E27FC236}">
                <ns2:creationId id="{425CC1B0-7B02-4DCB-9A19-E2D7F59628F2}"/>
              </a:ext>
            </a:extLst>
          </p:cNvPr>
          <p:cNvSpPr>
            <a:spLocks noGrp="1"/>
          </p:cNvSpPr>
          <p:nvPr/>
        </p:nvSpPr>
        <p:spPr>
          <a:xfrm>
            <a:off x="9982200" y="1390916"/>
            <a:ext cx="685800" cy="43706"/>
          </a:xfrm>
          <a:custGeom>
            <a:pathLst>
              <a:path w="685800" h="43706">
                <a:moveTo>
                  <a:pt x="0" y="465"/>
                </a:moveTo>
                <a:lnTo>
                  <a:pt x="342900" y="0"/>
                </a:lnTo>
                <a:lnTo>
                  <a:pt x="685800" y="43706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70" name="wildfire_ST-MTM_52_exact_anchor">
            <a:extLst>
              <a:ext uri="{FF2B5EF4-FFF2-40B4-BE49-F238E27FC236}">
                <ns2:creationId id="{8EF49679-6610-4FD9-8B90-EB946283977A}"/>
              </a:ext>
            </a:extLst>
          </p:cNvPr>
          <p:cNvSpPr>
            <a:spLocks noGrp="1"/>
          </p:cNvSpPr>
          <p:nvPr/>
        </p:nvSpPr>
        <p:spPr>
          <a:xfrm>
            <a:off x="10287000" y="135281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73" name="rect_072">
            <a:extLst>
              <a:ext uri="{FF2B5EF4-FFF2-40B4-BE49-F238E27FC236}">
                <ns2:creationId id="{B8D0DF60-FDB9-4EC9-915C-8E473C5C1170}"/>
              </a:ext>
            </a:extLst>
          </p:cNvPr>
          <p:cNvSpPr>
            <a:spLocks noGrp="1"/>
          </p:cNvSpPr>
          <p:nvPr/>
        </p:nvSpPr>
        <p:spPr>
          <a:xfrm>
            <a:off x="4008120" y="1343025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74" name="text_073">
            <a:extLst>
              <a:ext uri="{FF2B5EF4-FFF2-40B4-BE49-F238E27FC236}">
                <ns2:creationId id="{B9E26A93-8825-48AE-89BC-8B6D2C4FE17E}"/>
              </a:ext>
            </a:extLst>
          </p:cNvPr>
          <p:cNvSpPr>
            <a:spLocks noGrp="1"/>
          </p:cNvSpPr>
          <p:nvPr/>
        </p:nvSpPr>
        <p:spPr>
          <a:xfrm>
            <a:off x="152400" y="227647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pic>
        <p:nvPicPr>
          <p:cNvPr id="76" name="">
            <a:extLst>
              <a:ext uri="{FF2B5EF4-FFF2-40B4-BE49-F238E27FC236}">
                <ns2:creationId id="{5398122F-2ECF-4D5F-9106-57EC8DE80AC9}"/>
              </a:ext>
            </a:extLst>
          </p:cNvPr>
          <p:cNvPicPr>
            <a:picLocks noChangeAspect="1"/>
          </p:cNvPicPr>
          <p:nvPr/>
        </p:nvPicPr>
        <p:blipFill>
          <a:blip r:embed="Rdd2320b7b80e4b36"/>
          <a:stretch/>
        </p:blipFill>
        <p:spPr>
          <a:xfrm>
            <a:off x="1457325" y="2228850"/>
            <a:ext cx="5886450" cy="666750"/>
          </a:xfrm>
          <a:prstGeom prst="rect">
            <a:avLst/>
          </a:prstGeom>
        </p:spPr>
      </p:pic>
      <p:sp>
        <p:nvSpPr>
          <p:cNvPr id="77" name="line_076">
            <a:extLst>
              <a:ext uri="{FF2B5EF4-FFF2-40B4-BE49-F238E27FC236}">
                <ns2:creationId id="{297CE8D5-059E-4F81-865B-4082B7601DF0}"/>
              </a:ext>
            </a:extLst>
          </p:cNvPr>
          <p:cNvSpPr>
            <a:spLocks noGrp="1"/>
          </p:cNvSpPr>
          <p:nvPr/>
        </p:nvSpPr>
        <p:spPr>
          <a:xfrm>
            <a:off x="5087303" y="222885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78" name="rect_077">
            <a:extLst>
              <a:ext uri="{FF2B5EF4-FFF2-40B4-BE49-F238E27FC236}">
                <ns2:creationId id="{B678553D-9039-4FC4-816D-21DB1B8AF8CD}"/>
              </a:ext>
            </a:extLst>
          </p:cNvPr>
          <p:cNvSpPr>
            <a:spLocks noGrp="1"/>
          </p:cNvSpPr>
          <p:nvPr/>
        </p:nvSpPr>
        <p:spPr>
          <a:xfrm>
            <a:off x="1457325" y="2228850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79" name="text_078">
            <a:extLst>
              <a:ext uri="{FF2B5EF4-FFF2-40B4-BE49-F238E27FC236}">
                <ns2:creationId id="{02C5B329-8E4C-4174-8E81-67232211D89A}"/>
              </a:ext>
            </a:extLst>
          </p:cNvPr>
          <p:cNvSpPr>
            <a:spLocks noGrp="1"/>
          </p:cNvSpPr>
          <p:nvPr/>
        </p:nvSpPr>
        <p:spPr>
          <a:xfrm>
            <a:off x="1085850" y="28003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text_079">
            <a:extLst>
              <a:ext uri="{FF2B5EF4-FFF2-40B4-BE49-F238E27FC236}">
                <ns2:creationId id="{EBCCB282-8E4A-4A41-83A4-A9102E2B09AE}"/>
              </a:ext>
            </a:extLst>
          </p:cNvPr>
          <p:cNvSpPr>
            <a:spLocks noGrp="1"/>
          </p:cNvSpPr>
          <p:nvPr/>
        </p:nvSpPr>
        <p:spPr>
          <a:xfrm>
            <a:off x="1085850" y="21336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text_080">
            <a:extLst>
              <a:ext uri="{FF2B5EF4-FFF2-40B4-BE49-F238E27FC236}">
                <ns2:creationId id="{F8DFD3B0-1953-4A96-8BDF-C10069CB9EEE}"/>
              </a:ext>
            </a:extLst>
          </p:cNvPr>
          <p:cNvSpPr>
            <a:spLocks noGrp="1"/>
          </p:cNvSpPr>
          <p:nvPr/>
        </p:nvSpPr>
        <p:spPr>
          <a:xfrm>
            <a:off x="1364933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2" name="text_081">
            <a:extLst>
              <a:ext uri="{FF2B5EF4-FFF2-40B4-BE49-F238E27FC236}">
                <ns2:creationId id="{F8659525-0C98-488A-A476-EC76D69D7502}"/>
              </a:ext>
            </a:extLst>
          </p:cNvPr>
          <p:cNvSpPr>
            <a:spLocks noGrp="1"/>
          </p:cNvSpPr>
          <p:nvPr/>
        </p:nvSpPr>
        <p:spPr>
          <a:xfrm>
            <a:off x="7055167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3" name="wildfire_P_3_exact_anchor">
            <a:extLst>
              <a:ext uri="{FF2B5EF4-FFF2-40B4-BE49-F238E27FC236}">
                <ns2:creationId id="{9904228B-620A-4E07-A880-732E6BBC7DF0}"/>
              </a:ext>
            </a:extLst>
          </p:cNvPr>
          <p:cNvSpPr>
            <a:spLocks noGrp="1"/>
          </p:cNvSpPr>
          <p:nvPr/>
        </p:nvSpPr>
        <p:spPr>
          <a:xfrm>
            <a:off x="5049203" y="272861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84" name="wildfire_P_48_exact_anchor">
            <a:extLst>
              <a:ext uri="{FF2B5EF4-FFF2-40B4-BE49-F238E27FC236}">
                <ns2:creationId id="{2EE65550-3A5B-43DE-8749-FBA2E65F5BC6}"/>
              </a:ext>
            </a:extLst>
          </p:cNvPr>
          <p:cNvSpPr>
            <a:spLocks noGrp="1"/>
          </p:cNvSpPr>
          <p:nvPr/>
        </p:nvSpPr>
        <p:spPr>
          <a:xfrm>
            <a:off x="5049203" y="249942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85" name="wildfire_P_52_exact_anchor">
            <a:extLst>
              <a:ext uri="{FF2B5EF4-FFF2-40B4-BE49-F238E27FC236}">
                <ns2:creationId id="{64100E6A-273F-4404-A2E8-606114936761}"/>
              </a:ext>
            </a:extLst>
          </p:cNvPr>
          <p:cNvSpPr>
            <a:spLocks noGrp="1"/>
          </p:cNvSpPr>
          <p:nvPr/>
        </p:nvSpPr>
        <p:spPr>
          <a:xfrm>
            <a:off x="5049203" y="249137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86" name="">
            <a:extLst>
              <a:ext uri="{FF2B5EF4-FFF2-40B4-BE49-F238E27FC236}">
                <ns2:creationId id="{39C48359-BDE7-4E22-8EAA-BF7C213BF4C7}"/>
              </a:ext>
            </a:extLst>
          </p:cNvPr>
          <p:cNvPicPr>
            <a:picLocks noChangeAspect="1"/>
          </p:cNvPicPr>
          <p:nvPr/>
        </p:nvPicPr>
        <p:blipFill>
          <a:blip r:embed="Rf8231da426fa4555"/>
          <a:stretch/>
        </p:blipFill>
        <p:spPr>
          <a:xfrm>
            <a:off x="8439150" y="2228850"/>
            <a:ext cx="3771900" cy="666750"/>
          </a:xfrm>
          <a:prstGeom prst="rect">
            <a:avLst/>
          </a:prstGeom>
        </p:spPr>
      </p:pic>
      <p:sp>
        <p:nvSpPr>
          <p:cNvPr id="87" name="line_086">
            <a:extLst>
              <a:ext uri="{FF2B5EF4-FFF2-40B4-BE49-F238E27FC236}">
                <ns2:creationId id="{1453586D-44B0-4DB2-B599-3B58DDE21A28}"/>
              </a:ext>
            </a:extLst>
          </p:cNvPr>
          <p:cNvSpPr>
            <a:spLocks noGrp="1"/>
          </p:cNvSpPr>
          <p:nvPr/>
        </p:nvSpPr>
        <p:spPr>
          <a:xfrm>
            <a:off x="10325100" y="2228850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8" name="rect_087">
            <a:extLst>
              <a:ext uri="{FF2B5EF4-FFF2-40B4-BE49-F238E27FC236}">
                <ns2:creationId id="{CC3829C7-951D-4634-9900-0B896C91E53E}"/>
              </a:ext>
            </a:extLst>
          </p:cNvPr>
          <p:cNvSpPr>
            <a:spLocks noGrp="1"/>
          </p:cNvSpPr>
          <p:nvPr/>
        </p:nvSpPr>
        <p:spPr>
          <a:xfrm>
            <a:off x="8439150" y="2228850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89" name="text_088">
            <a:extLst>
              <a:ext uri="{FF2B5EF4-FFF2-40B4-BE49-F238E27FC236}">
                <ns2:creationId id="{CE6FD94A-6EDA-48A2-BFD6-67440AF5FC07}"/>
              </a:ext>
            </a:extLst>
          </p:cNvPr>
          <p:cNvSpPr>
            <a:spLocks noGrp="1"/>
          </p:cNvSpPr>
          <p:nvPr/>
        </p:nvSpPr>
        <p:spPr>
          <a:xfrm>
            <a:off x="8067675" y="28003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90" name="text_089">
            <a:extLst>
              <a:ext uri="{FF2B5EF4-FFF2-40B4-BE49-F238E27FC236}">
                <ns2:creationId id="{328CAAB9-F3B5-4907-BBA9-477627FE5B50}"/>
              </a:ext>
            </a:extLst>
          </p:cNvPr>
          <p:cNvSpPr>
            <a:spLocks noGrp="1"/>
          </p:cNvSpPr>
          <p:nvPr/>
        </p:nvSpPr>
        <p:spPr>
          <a:xfrm>
            <a:off x="8067675" y="21336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0.75</a:t>
            </a:r>
          </a:p>
        </p:txBody>
      </p:sp>
      <p:sp>
        <p:nvSpPr>
          <p:cNvPr id="91" name="text_090">
            <a:extLst>
              <a:ext uri="{FF2B5EF4-FFF2-40B4-BE49-F238E27FC236}">
                <ns2:creationId id="{FCFAD733-DA7F-46CE-9FFB-27EBD85EBC93}"/>
              </a:ext>
            </a:extLst>
          </p:cNvPr>
          <p:cNvSpPr>
            <a:spLocks noGrp="1"/>
          </p:cNvSpPr>
          <p:nvPr/>
        </p:nvSpPr>
        <p:spPr>
          <a:xfrm>
            <a:off x="8420100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2" name="text_091">
            <a:extLst>
              <a:ext uri="{FF2B5EF4-FFF2-40B4-BE49-F238E27FC236}">
                <ns2:creationId id="{F7E64382-193D-4E42-864D-7687790ED55F}"/>
              </a:ext>
            </a:extLst>
          </p:cNvPr>
          <p:cNvSpPr>
            <a:spLocks noGrp="1"/>
          </p:cNvSpPr>
          <p:nvPr/>
        </p:nvSpPr>
        <p:spPr>
          <a:xfrm>
            <a:off x="11849100" y="29241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93" name="path_092">
            <a:extLst>
              <a:ext uri="{FF2B5EF4-FFF2-40B4-BE49-F238E27FC236}">
                <ns2:creationId id="{B0E38D21-FAD1-414E-ABA7-6B7426371442}"/>
              </a:ext>
            </a:extLst>
          </p:cNvPr>
          <p:cNvSpPr>
            <a:spLocks noGrp="1"/>
          </p:cNvSpPr>
          <p:nvPr/>
        </p:nvSpPr>
        <p:spPr>
          <a:xfrm>
            <a:off x="8610600" y="2629817"/>
            <a:ext cx="3429000" cy="197252"/>
          </a:xfrm>
          <a:custGeom>
            <a:pathLst>
              <a:path w="3429000" h="197252">
                <a:moveTo>
                  <a:pt x="0" y="128335"/>
                </a:moveTo>
                <a:lnTo>
                  <a:pt x="342900" y="197252"/>
                </a:lnTo>
                <a:lnTo>
                  <a:pt x="685800" y="147638"/>
                </a:lnTo>
                <a:lnTo>
                  <a:pt x="1028700" y="115543"/>
                </a:lnTo>
                <a:lnTo>
                  <a:pt x="1371600" y="64365"/>
                </a:lnTo>
                <a:lnTo>
                  <a:pt x="1714500" y="171474"/>
                </a:lnTo>
                <a:lnTo>
                  <a:pt x="2057400" y="0"/>
                </a:lnTo>
                <a:lnTo>
                  <a:pt x="2400300" y="74260"/>
                </a:lnTo>
                <a:lnTo>
                  <a:pt x="2743200" y="148736"/>
                </a:lnTo>
                <a:lnTo>
                  <a:pt x="3086100" y="175215"/>
                </a:lnTo>
                <a:lnTo>
                  <a:pt x="3429000" y="19550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94" name="wildfire_P_track_3_trace">
            <a:extLst>
              <a:ext uri="{FF2B5EF4-FFF2-40B4-BE49-F238E27FC236}">
                <ns2:creationId id="{C102D3EC-2DBD-4EC9-9BA8-F6AB7EAA45A1}"/>
              </a:ext>
            </a:extLst>
          </p:cNvPr>
          <p:cNvSpPr>
            <a:spLocks noGrp="1"/>
          </p:cNvSpPr>
          <p:nvPr/>
        </p:nvSpPr>
        <p:spPr>
          <a:xfrm>
            <a:off x="8610600" y="2629817"/>
            <a:ext cx="3429000" cy="197252"/>
          </a:xfrm>
          <a:custGeom>
            <a:pathLst>
              <a:path w="3429000" h="197252">
                <a:moveTo>
                  <a:pt x="0" y="128335"/>
                </a:moveTo>
                <a:lnTo>
                  <a:pt x="342900" y="197252"/>
                </a:lnTo>
                <a:lnTo>
                  <a:pt x="685800" y="147638"/>
                </a:lnTo>
                <a:lnTo>
                  <a:pt x="1028700" y="115543"/>
                </a:lnTo>
                <a:lnTo>
                  <a:pt x="1371600" y="64365"/>
                </a:lnTo>
                <a:lnTo>
                  <a:pt x="1714500" y="171474"/>
                </a:lnTo>
                <a:lnTo>
                  <a:pt x="2057400" y="0"/>
                </a:lnTo>
                <a:lnTo>
                  <a:pt x="2400300" y="74260"/>
                </a:lnTo>
                <a:lnTo>
                  <a:pt x="2743200" y="148736"/>
                </a:lnTo>
                <a:lnTo>
                  <a:pt x="3086100" y="175215"/>
                </a:lnTo>
                <a:lnTo>
                  <a:pt x="3429000" y="19550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95" name="wildfire_P_true_reference_3">
            <a:extLst>
              <a:ext uri="{FF2B5EF4-FFF2-40B4-BE49-F238E27FC236}">
                <ns2:creationId id="{610DA25C-6958-4B7A-A924-897BF490E013}"/>
              </a:ext>
            </a:extLst>
          </p:cNvPr>
          <p:cNvSpPr>
            <a:spLocks noGrp="1"/>
          </p:cNvSpPr>
          <p:nvPr/>
        </p:nvSpPr>
        <p:spPr>
          <a:xfrm>
            <a:off x="8610600" y="2742457"/>
            <a:ext cx="3429000" cy="101496"/>
          </a:xfrm>
          <a:custGeom>
            <a:pathLst>
              <a:path w="3429000" h="101496">
                <a:moveTo>
                  <a:pt x="0" y="83753"/>
                </a:moveTo>
                <a:lnTo>
                  <a:pt x="342900" y="84462"/>
                </a:lnTo>
                <a:lnTo>
                  <a:pt x="685800" y="83753"/>
                </a:lnTo>
                <a:lnTo>
                  <a:pt x="1028700" y="67428"/>
                </a:lnTo>
                <a:lnTo>
                  <a:pt x="1371600" y="75236"/>
                </a:lnTo>
                <a:lnTo>
                  <a:pt x="1714500" y="83753"/>
                </a:lnTo>
                <a:lnTo>
                  <a:pt x="2057400" y="0"/>
                </a:lnTo>
                <a:lnTo>
                  <a:pt x="2400300" y="59619"/>
                </a:lnTo>
                <a:lnTo>
                  <a:pt x="2743200" y="101496"/>
                </a:lnTo>
                <a:lnTo>
                  <a:pt x="3086100" y="68136"/>
                </a:lnTo>
                <a:lnTo>
                  <a:pt x="3429000" y="76653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96" name="wildfire_P_3_exact_anchor">
            <a:extLst>
              <a:ext uri="{FF2B5EF4-FFF2-40B4-BE49-F238E27FC236}">
                <ns2:creationId id="{30862062-DCAD-4DB7-95A8-F6F0611884F0}"/>
              </a:ext>
            </a:extLst>
          </p:cNvPr>
          <p:cNvSpPr>
            <a:spLocks noGrp="1"/>
          </p:cNvSpPr>
          <p:nvPr/>
        </p:nvSpPr>
        <p:spPr>
          <a:xfrm>
            <a:off x="10287000" y="276319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99" name="path_098">
            <a:extLst>
              <a:ext uri="{FF2B5EF4-FFF2-40B4-BE49-F238E27FC236}">
                <ns2:creationId id="{99B838E2-5526-429C-9A39-FC2234D1E59A}"/>
              </a:ext>
            </a:extLst>
          </p:cNvPr>
          <p:cNvSpPr>
            <a:spLocks noGrp="1"/>
          </p:cNvSpPr>
          <p:nvPr/>
        </p:nvSpPr>
        <p:spPr>
          <a:xfrm>
            <a:off x="9639300" y="2280638"/>
            <a:ext cx="2400300" cy="167112"/>
          </a:xfrm>
          <a:custGeom>
            <a:pathLst>
              <a:path w="2400300" h="167112">
                <a:moveTo>
                  <a:pt x="0" y="6877"/>
                </a:moveTo>
                <a:lnTo>
                  <a:pt x="342900" y="136488"/>
                </a:lnTo>
                <a:lnTo>
                  <a:pt x="685800" y="167112"/>
                </a:lnTo>
                <a:lnTo>
                  <a:pt x="1028700" y="18674"/>
                </a:lnTo>
                <a:lnTo>
                  <a:pt x="1371600" y="15271"/>
                </a:lnTo>
                <a:lnTo>
                  <a:pt x="1714500" y="0"/>
                </a:lnTo>
                <a:lnTo>
                  <a:pt x="2057400" y="119168"/>
                </a:lnTo>
                <a:lnTo>
                  <a:pt x="2400300" y="14301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00" name="wildfire_P_track_48_trace">
            <a:extLst>
              <a:ext uri="{FF2B5EF4-FFF2-40B4-BE49-F238E27FC236}">
                <ns2:creationId id="{89CB6B32-DD69-438A-BB2B-39113E66EF75}"/>
              </a:ext>
            </a:extLst>
          </p:cNvPr>
          <p:cNvSpPr>
            <a:spLocks noGrp="1"/>
          </p:cNvSpPr>
          <p:nvPr/>
        </p:nvSpPr>
        <p:spPr>
          <a:xfrm>
            <a:off x="9639300" y="2280638"/>
            <a:ext cx="2400300" cy="167112"/>
          </a:xfrm>
          <a:custGeom>
            <a:pathLst>
              <a:path w="2400300" h="167112">
                <a:moveTo>
                  <a:pt x="0" y="6877"/>
                </a:moveTo>
                <a:lnTo>
                  <a:pt x="342900" y="136488"/>
                </a:lnTo>
                <a:lnTo>
                  <a:pt x="685800" y="167112"/>
                </a:lnTo>
                <a:lnTo>
                  <a:pt x="1028700" y="18674"/>
                </a:lnTo>
                <a:lnTo>
                  <a:pt x="1371600" y="15271"/>
                </a:lnTo>
                <a:lnTo>
                  <a:pt x="1714500" y="0"/>
                </a:lnTo>
                <a:lnTo>
                  <a:pt x="2057400" y="119168"/>
                </a:lnTo>
                <a:lnTo>
                  <a:pt x="2400300" y="14301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01" name="wildfire_P_true_reference_48">
            <a:extLst>
              <a:ext uri="{FF2B5EF4-FFF2-40B4-BE49-F238E27FC236}">
                <ns2:creationId id="{9ACBC3E4-9E09-4CB2-A3AB-C96E2ED3F4BF}"/>
              </a:ext>
            </a:extLst>
          </p:cNvPr>
          <p:cNvSpPr>
            <a:spLocks noGrp="1"/>
          </p:cNvSpPr>
          <p:nvPr/>
        </p:nvSpPr>
        <p:spPr>
          <a:xfrm>
            <a:off x="9639300" y="2295998"/>
            <a:ext cx="2400300" cy="8517"/>
          </a:xfrm>
          <a:custGeom>
            <a:pathLst>
              <a:path w="2400300" h="8517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  <a:lnTo>
                  <a:pt x="1028700" y="0"/>
                </a:lnTo>
                <a:lnTo>
                  <a:pt x="1371600" y="8517"/>
                </a:lnTo>
                <a:lnTo>
                  <a:pt x="1714500" y="0"/>
                </a:lnTo>
                <a:lnTo>
                  <a:pt x="2057400" y="0"/>
                </a:lnTo>
                <a:lnTo>
                  <a:pt x="2400300" y="0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02" name="wildfire_P_48_exact_anchor">
            <a:extLst>
              <a:ext uri="{FF2B5EF4-FFF2-40B4-BE49-F238E27FC236}">
                <ns2:creationId id="{4F83D95F-F3A1-4DFF-A91C-AFCF2DF2E56E}"/>
              </a:ext>
            </a:extLst>
          </p:cNvPr>
          <p:cNvSpPr>
            <a:spLocks noGrp="1"/>
          </p:cNvSpPr>
          <p:nvPr/>
        </p:nvSpPr>
        <p:spPr>
          <a:xfrm>
            <a:off x="10287000" y="240965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05" name="path_104">
            <a:extLst>
              <a:ext uri="{FF2B5EF4-FFF2-40B4-BE49-F238E27FC236}">
                <ns2:creationId id="{39AEC1A6-EAC7-48D8-8276-A7FDCE062F4A}"/>
              </a:ext>
            </a:extLst>
          </p:cNvPr>
          <p:cNvSpPr>
            <a:spLocks noGrp="1"/>
          </p:cNvSpPr>
          <p:nvPr/>
        </p:nvSpPr>
        <p:spPr>
          <a:xfrm>
            <a:off x="9982200" y="2435335"/>
            <a:ext cx="685800" cy="275264"/>
          </a:xfrm>
          <a:custGeom>
            <a:pathLst>
              <a:path w="685800" h="275264">
                <a:moveTo>
                  <a:pt x="0" y="275264"/>
                </a:moveTo>
                <a:lnTo>
                  <a:pt x="342900" y="0"/>
                </a:lnTo>
                <a:lnTo>
                  <a:pt x="685800" y="230109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06" name="wildfire_P_track_52_trace">
            <a:extLst>
              <a:ext uri="{FF2B5EF4-FFF2-40B4-BE49-F238E27FC236}">
                <ns2:creationId id="{2EA98CCE-BE7A-4335-9940-93D011243F5C}"/>
              </a:ext>
            </a:extLst>
          </p:cNvPr>
          <p:cNvSpPr>
            <a:spLocks noGrp="1"/>
          </p:cNvSpPr>
          <p:nvPr/>
        </p:nvSpPr>
        <p:spPr>
          <a:xfrm>
            <a:off x="9982200" y="2435335"/>
            <a:ext cx="685800" cy="275264"/>
          </a:xfrm>
          <a:custGeom>
            <a:pathLst>
              <a:path w="685800" h="275264">
                <a:moveTo>
                  <a:pt x="0" y="275264"/>
                </a:moveTo>
                <a:lnTo>
                  <a:pt x="342900" y="0"/>
                </a:lnTo>
                <a:lnTo>
                  <a:pt x="685800" y="230109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07" name="wildfire_P_true_reference_52">
            <a:extLst>
              <a:ext uri="{FF2B5EF4-FFF2-40B4-BE49-F238E27FC236}">
                <ns2:creationId id="{19D9F92C-300C-4DFF-AD83-89E039A35F6B}"/>
              </a:ext>
            </a:extLst>
          </p:cNvPr>
          <p:cNvSpPr>
            <a:spLocks noGrp="1"/>
          </p:cNvSpPr>
          <p:nvPr/>
        </p:nvSpPr>
        <p:spPr>
          <a:xfrm>
            <a:off x="9982200" y="2569945"/>
            <a:ext cx="685800" cy="95"/>
          </a:xfrm>
          <a:custGeom>
            <a:pathLst>
              <a:path w="685800" h="95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08" name="wildfire_P_52_exact_anchor">
            <a:extLst>
              <a:ext uri="{FF2B5EF4-FFF2-40B4-BE49-F238E27FC236}">
                <ns2:creationId id="{95A58A93-C056-435B-8B3F-14817B85E026}"/>
              </a:ext>
            </a:extLst>
          </p:cNvPr>
          <p:cNvSpPr>
            <a:spLocks noGrp="1"/>
          </p:cNvSpPr>
          <p:nvPr/>
        </p:nvSpPr>
        <p:spPr>
          <a:xfrm>
            <a:off x="10287000" y="239723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11" name="rect_110">
            <a:extLst>
              <a:ext uri="{FF2B5EF4-FFF2-40B4-BE49-F238E27FC236}">
                <ns2:creationId id="{9D197AE9-1D16-4092-BFB9-C2BA6925FF8A}"/>
              </a:ext>
            </a:extLst>
          </p:cNvPr>
          <p:cNvSpPr>
            <a:spLocks noGrp="1"/>
          </p:cNvSpPr>
          <p:nvPr/>
        </p:nvSpPr>
        <p:spPr>
          <a:xfrm>
            <a:off x="4008120" y="2228850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12" name="text_111">
            <a:extLst>
              <a:ext uri="{FF2B5EF4-FFF2-40B4-BE49-F238E27FC236}">
                <ns2:creationId id="{484E251D-F240-4B89-B225-E9030BABB394}"/>
              </a:ext>
            </a:extLst>
          </p:cNvPr>
          <p:cNvSpPr>
            <a:spLocks noGrp="1"/>
          </p:cNvSpPr>
          <p:nvPr/>
        </p:nvSpPr>
        <p:spPr>
          <a:xfrm>
            <a:off x="152400" y="316230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pic>
        <p:nvPicPr>
          <p:cNvPr id="114" name="">
            <a:extLst>
              <a:ext uri="{FF2B5EF4-FFF2-40B4-BE49-F238E27FC236}">
                <ns2:creationId id="{B4695A5C-CF5A-4F78-9EC1-F7F4B462915F}"/>
              </a:ext>
            </a:extLst>
          </p:cNvPr>
          <p:cNvPicPr>
            <a:picLocks noChangeAspect="1"/>
          </p:cNvPicPr>
          <p:nvPr/>
        </p:nvPicPr>
        <p:blipFill>
          <a:blip r:embed="R7d729d5a72b44c75"/>
          <a:stretch/>
        </p:blipFill>
        <p:spPr>
          <a:xfrm>
            <a:off x="1457325" y="3114675"/>
            <a:ext cx="5886450" cy="666750"/>
          </a:xfrm>
          <a:prstGeom prst="rect">
            <a:avLst/>
          </a:prstGeom>
        </p:spPr>
      </p:pic>
      <p:sp>
        <p:nvSpPr>
          <p:cNvPr id="115" name="line_114">
            <a:extLst>
              <a:ext uri="{FF2B5EF4-FFF2-40B4-BE49-F238E27FC236}">
                <ns2:creationId id="{F344CAC8-67DF-463E-BC9D-DB1746B96CBF}"/>
              </a:ext>
            </a:extLst>
          </p:cNvPr>
          <p:cNvSpPr>
            <a:spLocks noGrp="1"/>
          </p:cNvSpPr>
          <p:nvPr/>
        </p:nvSpPr>
        <p:spPr>
          <a:xfrm>
            <a:off x="5087303" y="311467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16" name="rect_115">
            <a:extLst>
              <a:ext uri="{FF2B5EF4-FFF2-40B4-BE49-F238E27FC236}">
                <ns2:creationId id="{F86D4BF1-F53B-456D-8311-5B7A16CF4C7A}"/>
              </a:ext>
            </a:extLst>
          </p:cNvPr>
          <p:cNvSpPr>
            <a:spLocks noGrp="1"/>
          </p:cNvSpPr>
          <p:nvPr/>
        </p:nvSpPr>
        <p:spPr>
          <a:xfrm>
            <a:off x="1457325" y="3114675"/>
            <a:ext cx="588645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17" name="text_116">
            <a:extLst>
              <a:ext uri="{FF2B5EF4-FFF2-40B4-BE49-F238E27FC236}">
                <ns2:creationId id="{E69135E4-C3C0-4172-961C-34D5732EF070}"/>
              </a:ext>
            </a:extLst>
          </p:cNvPr>
          <p:cNvSpPr>
            <a:spLocks noGrp="1"/>
          </p:cNvSpPr>
          <p:nvPr/>
        </p:nvSpPr>
        <p:spPr>
          <a:xfrm>
            <a:off x="1085850" y="36861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8" name="text_117">
            <a:extLst>
              <a:ext uri="{FF2B5EF4-FFF2-40B4-BE49-F238E27FC236}">
                <ns2:creationId id="{F0FD17F9-12D9-4F00-9D21-3C2332A83041}"/>
              </a:ext>
            </a:extLst>
          </p:cNvPr>
          <p:cNvSpPr>
            <a:spLocks noGrp="1"/>
          </p:cNvSpPr>
          <p:nvPr/>
        </p:nvSpPr>
        <p:spPr>
          <a:xfrm>
            <a:off x="1085850" y="30194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" name="text_118">
            <a:extLst>
              <a:ext uri="{FF2B5EF4-FFF2-40B4-BE49-F238E27FC236}">
                <ns2:creationId id="{A2BA31B2-B52E-40F6-B2E8-601977E460EA}"/>
              </a:ext>
            </a:extLst>
          </p:cNvPr>
          <p:cNvSpPr>
            <a:spLocks noGrp="1"/>
          </p:cNvSpPr>
          <p:nvPr/>
        </p:nvSpPr>
        <p:spPr>
          <a:xfrm>
            <a:off x="1364933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0" name="text_119">
            <a:extLst>
              <a:ext uri="{FF2B5EF4-FFF2-40B4-BE49-F238E27FC236}">
                <ns2:creationId id="{78837675-5225-411C-9B24-7343CFF6B2FD}"/>
              </a:ext>
            </a:extLst>
          </p:cNvPr>
          <p:cNvSpPr>
            <a:spLocks noGrp="1"/>
          </p:cNvSpPr>
          <p:nvPr/>
        </p:nvSpPr>
        <p:spPr>
          <a:xfrm>
            <a:off x="7055167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21" name="wildfire_R_3_exact_anchor">
            <a:extLst>
              <a:ext uri="{FF2B5EF4-FFF2-40B4-BE49-F238E27FC236}">
                <ns2:creationId id="{A2984D05-9919-4B90-B3B5-7279895961B0}"/>
              </a:ext>
            </a:extLst>
          </p:cNvPr>
          <p:cNvSpPr>
            <a:spLocks noGrp="1"/>
          </p:cNvSpPr>
          <p:nvPr/>
        </p:nvSpPr>
        <p:spPr>
          <a:xfrm>
            <a:off x="5049203" y="363255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22" name="wildfire_R_48_exact_anchor">
            <a:extLst>
              <a:ext uri="{FF2B5EF4-FFF2-40B4-BE49-F238E27FC236}">
                <ns2:creationId id="{7DD1E69A-B425-48C0-8A79-E4D5B742E7F9}"/>
              </a:ext>
            </a:extLst>
          </p:cNvPr>
          <p:cNvSpPr>
            <a:spLocks noGrp="1"/>
          </p:cNvSpPr>
          <p:nvPr/>
        </p:nvSpPr>
        <p:spPr>
          <a:xfrm>
            <a:off x="5049203" y="327354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23" name="wildfire_R_52_exact_anchor">
            <a:extLst>
              <a:ext uri="{FF2B5EF4-FFF2-40B4-BE49-F238E27FC236}">
                <ns2:creationId id="{AD123C6C-036D-4793-94FC-9E868B064571}"/>
              </a:ext>
            </a:extLst>
          </p:cNvPr>
          <p:cNvSpPr>
            <a:spLocks noGrp="1"/>
          </p:cNvSpPr>
          <p:nvPr/>
        </p:nvSpPr>
        <p:spPr>
          <a:xfrm>
            <a:off x="5049203" y="346204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124" name="">
            <a:extLst>
              <a:ext uri="{FF2B5EF4-FFF2-40B4-BE49-F238E27FC236}">
                <ns2:creationId id="{272B4CFE-6BB6-421E-A97E-54A2B142E164}"/>
              </a:ext>
            </a:extLst>
          </p:cNvPr>
          <p:cNvPicPr>
            <a:picLocks noChangeAspect="1"/>
          </p:cNvPicPr>
          <p:nvPr/>
        </p:nvPicPr>
        <p:blipFill>
          <a:blip r:embed="R58f2aa0e22f34a9d"/>
          <a:stretch/>
        </p:blipFill>
        <p:spPr>
          <a:xfrm>
            <a:off x="8439150" y="3114675"/>
            <a:ext cx="3771900" cy="666750"/>
          </a:xfrm>
          <a:prstGeom prst="rect">
            <a:avLst/>
          </a:prstGeom>
        </p:spPr>
      </p:pic>
      <p:sp>
        <p:nvSpPr>
          <p:cNvPr id="125" name="line_124">
            <a:extLst>
              <a:ext uri="{FF2B5EF4-FFF2-40B4-BE49-F238E27FC236}">
                <ns2:creationId id="{ED67D55B-2A0C-411E-9A44-99C2252B0837}"/>
              </a:ext>
            </a:extLst>
          </p:cNvPr>
          <p:cNvSpPr>
            <a:spLocks noGrp="1"/>
          </p:cNvSpPr>
          <p:nvPr/>
        </p:nvSpPr>
        <p:spPr>
          <a:xfrm>
            <a:off x="10325100" y="3114675"/>
            <a:ext cx="95" cy="666750"/>
          </a:xfrm>
          <a:custGeom>
            <a:pathLst>
              <a:path w="9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26" name="rect_125">
            <a:extLst>
              <a:ext uri="{FF2B5EF4-FFF2-40B4-BE49-F238E27FC236}">
                <ns2:creationId id="{84286569-BFCE-4409-A330-03E61D649F55}"/>
              </a:ext>
            </a:extLst>
          </p:cNvPr>
          <p:cNvSpPr>
            <a:spLocks noGrp="1"/>
          </p:cNvSpPr>
          <p:nvPr/>
        </p:nvSpPr>
        <p:spPr>
          <a:xfrm>
            <a:off x="8439150" y="3114675"/>
            <a:ext cx="3771900" cy="6667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27" name="text_126">
            <a:extLst>
              <a:ext uri="{FF2B5EF4-FFF2-40B4-BE49-F238E27FC236}">
                <ns2:creationId id="{4350426D-561A-4046-A5D8-B77F93BDB99C}"/>
              </a:ext>
            </a:extLst>
          </p:cNvPr>
          <p:cNvSpPr>
            <a:spLocks noGrp="1"/>
          </p:cNvSpPr>
          <p:nvPr/>
        </p:nvSpPr>
        <p:spPr>
          <a:xfrm>
            <a:off x="8067675" y="36861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128" name="text_127">
            <a:extLst>
              <a:ext uri="{FF2B5EF4-FFF2-40B4-BE49-F238E27FC236}">
                <ns2:creationId id="{962C16BB-24CB-49E6-AB16-4E03C4252D0E}"/>
              </a:ext>
            </a:extLst>
          </p:cNvPr>
          <p:cNvSpPr>
            <a:spLocks noGrp="1"/>
          </p:cNvSpPr>
          <p:nvPr/>
        </p:nvSpPr>
        <p:spPr>
          <a:xfrm>
            <a:off x="8067675" y="30194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0.76</a:t>
            </a:r>
          </a:p>
        </p:txBody>
      </p:sp>
      <p:sp>
        <p:nvSpPr>
          <p:cNvPr id="129" name="text_128">
            <a:extLst>
              <a:ext uri="{FF2B5EF4-FFF2-40B4-BE49-F238E27FC236}">
                <ns2:creationId id="{DBCA3741-658D-44E6-834B-64C95F369A1C}"/>
              </a:ext>
            </a:extLst>
          </p:cNvPr>
          <p:cNvSpPr>
            <a:spLocks noGrp="1"/>
          </p:cNvSpPr>
          <p:nvPr/>
        </p:nvSpPr>
        <p:spPr>
          <a:xfrm>
            <a:off x="8420100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30" name="text_129">
            <a:extLst>
              <a:ext uri="{FF2B5EF4-FFF2-40B4-BE49-F238E27FC236}">
                <ns2:creationId id="{75D1CC35-BDCB-40BD-8485-2E55E578E600}"/>
              </a:ext>
            </a:extLst>
          </p:cNvPr>
          <p:cNvSpPr>
            <a:spLocks noGrp="1"/>
          </p:cNvSpPr>
          <p:nvPr/>
        </p:nvSpPr>
        <p:spPr>
          <a:xfrm>
            <a:off x="11849100" y="3810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31" name="path_130">
            <a:extLst>
              <a:ext uri="{FF2B5EF4-FFF2-40B4-BE49-F238E27FC236}">
                <ns2:creationId id="{2437DCA4-B46D-41C4-AB22-88306C97A440}"/>
              </a:ext>
            </a:extLst>
          </p:cNvPr>
          <p:cNvSpPr>
            <a:spLocks noGrp="1"/>
          </p:cNvSpPr>
          <p:nvPr/>
        </p:nvSpPr>
        <p:spPr>
          <a:xfrm>
            <a:off x="8610600" y="3635872"/>
            <a:ext cx="3429000" cy="95167"/>
          </a:xfrm>
          <a:custGeom>
            <a:pathLst>
              <a:path w="3429000" h="95167">
                <a:moveTo>
                  <a:pt x="0" y="80081"/>
                </a:moveTo>
                <a:lnTo>
                  <a:pt x="342900" y="79256"/>
                </a:lnTo>
                <a:lnTo>
                  <a:pt x="685800" y="77132"/>
                </a:lnTo>
                <a:lnTo>
                  <a:pt x="1028700" y="64077"/>
                </a:lnTo>
                <a:lnTo>
                  <a:pt x="1371600" y="14067"/>
                </a:lnTo>
                <a:lnTo>
                  <a:pt x="1714500" y="75076"/>
                </a:lnTo>
                <a:lnTo>
                  <a:pt x="2057400" y="0"/>
                </a:lnTo>
                <a:lnTo>
                  <a:pt x="2400300" y="54976"/>
                </a:lnTo>
                <a:lnTo>
                  <a:pt x="2743200" y="95167"/>
                </a:lnTo>
                <a:lnTo>
                  <a:pt x="3086100" y="57630"/>
                </a:lnTo>
                <a:lnTo>
                  <a:pt x="3429000" y="73040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2" name="wildfire_R_track_3_trace">
            <a:extLst>
              <a:ext uri="{FF2B5EF4-FFF2-40B4-BE49-F238E27FC236}">
                <ns2:creationId id="{63A87208-0D83-41C1-B07C-09167A55F326}"/>
              </a:ext>
            </a:extLst>
          </p:cNvPr>
          <p:cNvSpPr>
            <a:spLocks noGrp="1"/>
          </p:cNvSpPr>
          <p:nvPr/>
        </p:nvSpPr>
        <p:spPr>
          <a:xfrm>
            <a:off x="8610600" y="3635872"/>
            <a:ext cx="3429000" cy="95167"/>
          </a:xfrm>
          <a:custGeom>
            <a:pathLst>
              <a:path w="3429000" h="95167">
                <a:moveTo>
                  <a:pt x="0" y="80081"/>
                </a:moveTo>
                <a:lnTo>
                  <a:pt x="342900" y="79256"/>
                </a:lnTo>
                <a:lnTo>
                  <a:pt x="685800" y="77132"/>
                </a:lnTo>
                <a:lnTo>
                  <a:pt x="1028700" y="64077"/>
                </a:lnTo>
                <a:lnTo>
                  <a:pt x="1371600" y="14067"/>
                </a:lnTo>
                <a:lnTo>
                  <a:pt x="1714500" y="75076"/>
                </a:lnTo>
                <a:lnTo>
                  <a:pt x="2057400" y="0"/>
                </a:lnTo>
                <a:lnTo>
                  <a:pt x="2400300" y="54976"/>
                </a:lnTo>
                <a:lnTo>
                  <a:pt x="2743200" y="95167"/>
                </a:lnTo>
                <a:lnTo>
                  <a:pt x="3086100" y="57630"/>
                </a:lnTo>
                <a:lnTo>
                  <a:pt x="3429000" y="7304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133" name="wildfire_R_true_reference_3">
            <a:extLst>
              <a:ext uri="{FF2B5EF4-FFF2-40B4-BE49-F238E27FC236}">
                <ns2:creationId id="{558FDCE0-E5EA-4EA8-9FD1-A083FFBB98EF}"/>
              </a:ext>
            </a:extLst>
          </p:cNvPr>
          <p:cNvSpPr>
            <a:spLocks noGrp="1"/>
          </p:cNvSpPr>
          <p:nvPr/>
        </p:nvSpPr>
        <p:spPr>
          <a:xfrm>
            <a:off x="8610600" y="3626457"/>
            <a:ext cx="3429000" cy="98815"/>
          </a:xfrm>
          <a:custGeom>
            <a:pathLst>
              <a:path w="3429000" h="98815">
                <a:moveTo>
                  <a:pt x="0" y="81541"/>
                </a:moveTo>
                <a:lnTo>
                  <a:pt x="342900" y="82231"/>
                </a:lnTo>
                <a:lnTo>
                  <a:pt x="685800" y="81541"/>
                </a:lnTo>
                <a:lnTo>
                  <a:pt x="1028700" y="65647"/>
                </a:lnTo>
                <a:lnTo>
                  <a:pt x="1371600" y="73249"/>
                </a:lnTo>
                <a:lnTo>
                  <a:pt x="1714500" y="81541"/>
                </a:lnTo>
                <a:lnTo>
                  <a:pt x="2057400" y="0"/>
                </a:lnTo>
                <a:lnTo>
                  <a:pt x="2400300" y="58045"/>
                </a:lnTo>
                <a:lnTo>
                  <a:pt x="2743200" y="98815"/>
                </a:lnTo>
                <a:lnTo>
                  <a:pt x="3086100" y="66337"/>
                </a:lnTo>
                <a:lnTo>
                  <a:pt x="3429000" y="74629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134" name="wildfire_R_3_exact_anchor">
            <a:extLst>
              <a:ext uri="{FF2B5EF4-FFF2-40B4-BE49-F238E27FC236}">
                <ns2:creationId id="{16171DBC-ACB0-4072-BA1F-FE610FA38706}"/>
              </a:ext>
            </a:extLst>
          </p:cNvPr>
          <p:cNvSpPr>
            <a:spLocks noGrp="1"/>
          </p:cNvSpPr>
          <p:nvPr/>
        </p:nvSpPr>
        <p:spPr>
          <a:xfrm>
            <a:off x="10287000" y="367284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37" name="path_136">
            <a:extLst>
              <a:ext uri="{FF2B5EF4-FFF2-40B4-BE49-F238E27FC236}">
                <ns2:creationId id="{D8E4015F-E51F-4E2E-8D89-F37DAFD74330}"/>
              </a:ext>
            </a:extLst>
          </p:cNvPr>
          <p:cNvSpPr>
            <a:spLocks noGrp="1"/>
          </p:cNvSpPr>
          <p:nvPr/>
        </p:nvSpPr>
        <p:spPr>
          <a:xfrm>
            <a:off x="9639300" y="3164817"/>
            <a:ext cx="2400300" cy="31731"/>
          </a:xfrm>
          <a:custGeom>
            <a:pathLst>
              <a:path w="2400300" h="31731">
                <a:moveTo>
                  <a:pt x="0" y="18754"/>
                </a:moveTo>
                <a:lnTo>
                  <a:pt x="342900" y="0"/>
                </a:lnTo>
                <a:lnTo>
                  <a:pt x="685800" y="6958"/>
                </a:lnTo>
                <a:lnTo>
                  <a:pt x="1028700" y="17558"/>
                </a:lnTo>
                <a:lnTo>
                  <a:pt x="1371600" y="31731"/>
                </a:lnTo>
                <a:lnTo>
                  <a:pt x="1714500" y="18628"/>
                </a:lnTo>
                <a:lnTo>
                  <a:pt x="2057400" y="28675"/>
                </a:lnTo>
                <a:lnTo>
                  <a:pt x="2400300" y="27525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38" name="wildfire_R_track_48_trace">
            <a:extLst>
              <a:ext uri="{FF2B5EF4-FFF2-40B4-BE49-F238E27FC236}">
                <ns2:creationId id="{6F21D3A1-174B-42DD-8E8E-5296C41AF103}"/>
              </a:ext>
            </a:extLst>
          </p:cNvPr>
          <p:cNvSpPr>
            <a:spLocks noGrp="1"/>
          </p:cNvSpPr>
          <p:nvPr/>
        </p:nvSpPr>
        <p:spPr>
          <a:xfrm>
            <a:off x="9639300" y="3164817"/>
            <a:ext cx="2400300" cy="31731"/>
          </a:xfrm>
          <a:custGeom>
            <a:pathLst>
              <a:path w="2400300" h="31731">
                <a:moveTo>
                  <a:pt x="0" y="18754"/>
                </a:moveTo>
                <a:lnTo>
                  <a:pt x="342900" y="0"/>
                </a:lnTo>
                <a:lnTo>
                  <a:pt x="685800" y="6958"/>
                </a:lnTo>
                <a:lnTo>
                  <a:pt x="1028700" y="17558"/>
                </a:lnTo>
                <a:lnTo>
                  <a:pt x="1371600" y="31731"/>
                </a:lnTo>
                <a:lnTo>
                  <a:pt x="1714500" y="18628"/>
                </a:lnTo>
                <a:lnTo>
                  <a:pt x="2057400" y="28675"/>
                </a:lnTo>
                <a:lnTo>
                  <a:pt x="2400300" y="2752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39" name="wildfire_R_true_reference_48">
            <a:extLst>
              <a:ext uri="{FF2B5EF4-FFF2-40B4-BE49-F238E27FC236}">
                <ns2:creationId id="{E7C0088A-BEB6-4F1B-BB6B-A280F57ACA53}"/>
              </a:ext>
            </a:extLst>
          </p:cNvPr>
          <p:cNvSpPr>
            <a:spLocks noGrp="1"/>
          </p:cNvSpPr>
          <p:nvPr/>
        </p:nvSpPr>
        <p:spPr>
          <a:xfrm>
            <a:off x="9639300" y="3191790"/>
            <a:ext cx="2400300" cy="8292"/>
          </a:xfrm>
          <a:custGeom>
            <a:pathLst>
              <a:path w="2400300" h="8292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  <a:lnTo>
                  <a:pt x="1028700" y="0"/>
                </a:lnTo>
                <a:lnTo>
                  <a:pt x="1371600" y="8292"/>
                </a:lnTo>
                <a:lnTo>
                  <a:pt x="1714500" y="0"/>
                </a:lnTo>
                <a:lnTo>
                  <a:pt x="2057400" y="0"/>
                </a:lnTo>
                <a:lnTo>
                  <a:pt x="2400300" y="0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40" name="wildfire_R_48_exact_anchor">
            <a:extLst>
              <a:ext uri="{FF2B5EF4-FFF2-40B4-BE49-F238E27FC236}">
                <ns2:creationId id="{868D62A8-2F70-437D-84C4-42F3389847B1}"/>
              </a:ext>
            </a:extLst>
          </p:cNvPr>
          <p:cNvSpPr>
            <a:spLocks noGrp="1"/>
          </p:cNvSpPr>
          <p:nvPr/>
        </p:nvSpPr>
        <p:spPr>
          <a:xfrm>
            <a:off x="10287000" y="313367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43" name="path_142">
            <a:extLst>
              <a:ext uri="{FF2B5EF4-FFF2-40B4-BE49-F238E27FC236}">
                <ns2:creationId id="{78178995-D39E-456F-97D0-35D9B1A45575}"/>
              </a:ext>
            </a:extLst>
          </p:cNvPr>
          <p:cNvSpPr>
            <a:spLocks noGrp="1"/>
          </p:cNvSpPr>
          <p:nvPr/>
        </p:nvSpPr>
        <p:spPr>
          <a:xfrm>
            <a:off x="9982200" y="3408828"/>
            <a:ext cx="685800" cy="59088"/>
          </a:xfrm>
          <a:custGeom>
            <a:pathLst>
              <a:path w="685800" h="59088">
                <a:moveTo>
                  <a:pt x="0" y="0"/>
                </a:moveTo>
                <a:lnTo>
                  <a:pt x="342900" y="46045"/>
                </a:lnTo>
                <a:lnTo>
                  <a:pt x="685800" y="59088"/>
                </a:lnTo>
              </a:path>
            </a:pathLst>
          </a:cu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44" name="wildfire_R_track_52_trace">
            <a:extLst>
              <a:ext uri="{FF2B5EF4-FFF2-40B4-BE49-F238E27FC236}">
                <ns2:creationId id="{A45B6052-8983-4BB1-AAF9-50F6A2425429}"/>
              </a:ext>
            </a:extLst>
          </p:cNvPr>
          <p:cNvSpPr>
            <a:spLocks noGrp="1"/>
          </p:cNvSpPr>
          <p:nvPr/>
        </p:nvSpPr>
        <p:spPr>
          <a:xfrm>
            <a:off x="9982200" y="3408828"/>
            <a:ext cx="685800" cy="59088"/>
          </a:xfrm>
          <a:custGeom>
            <a:pathLst>
              <a:path w="685800" h="59088">
                <a:moveTo>
                  <a:pt x="0" y="0"/>
                </a:moveTo>
                <a:lnTo>
                  <a:pt x="342900" y="46045"/>
                </a:lnTo>
                <a:lnTo>
                  <a:pt x="685800" y="59088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45" name="wildfire_R_true_reference_52">
            <a:extLst>
              <a:ext uri="{FF2B5EF4-FFF2-40B4-BE49-F238E27FC236}">
                <ns2:creationId id="{808D67F4-D9A2-4A2D-A4A7-DAD5C9F20EE2}"/>
              </a:ext>
            </a:extLst>
          </p:cNvPr>
          <p:cNvSpPr>
            <a:spLocks noGrp="1"/>
          </p:cNvSpPr>
          <p:nvPr/>
        </p:nvSpPr>
        <p:spPr>
          <a:xfrm>
            <a:off x="9982200" y="3458501"/>
            <a:ext cx="685800" cy="95"/>
          </a:xfrm>
          <a:custGeom>
            <a:pathLst>
              <a:path w="685800" h="95">
                <a:moveTo>
                  <a:pt x="0" y="0"/>
                </a:moveTo>
                <a:lnTo>
                  <a:pt x="342900" y="0"/>
                </a:lnTo>
                <a:lnTo>
                  <a:pt x="685800" y="0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46" name="wildfire_R_52_exact_anchor">
            <a:extLst>
              <a:ext uri="{FF2B5EF4-FFF2-40B4-BE49-F238E27FC236}">
                <ns2:creationId id="{74D189A4-1401-40A3-8A18-F7C6A7A01DEE}"/>
              </a:ext>
            </a:extLst>
          </p:cNvPr>
          <p:cNvSpPr>
            <a:spLocks noGrp="1"/>
          </p:cNvSpPr>
          <p:nvPr/>
        </p:nvSpPr>
        <p:spPr>
          <a:xfrm>
            <a:off x="10287000" y="341677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49" name="rect_148">
            <a:extLst>
              <a:ext uri="{FF2B5EF4-FFF2-40B4-BE49-F238E27FC236}">
                <ns2:creationId id="{F30F036B-0B07-4EF2-8605-51B6025B4164}"/>
              </a:ext>
            </a:extLst>
          </p:cNvPr>
          <p:cNvSpPr>
            <a:spLocks noGrp="1"/>
          </p:cNvSpPr>
          <p:nvPr/>
        </p:nvSpPr>
        <p:spPr>
          <a:xfrm>
            <a:off x="4008120" y="3114675"/>
            <a:ext cx="2158365" cy="6667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0000" name="TMTM A endpoint leader">
            <a:extLst>
              <a:ext uri="{FF2B5EF4-FFF2-40B4-BE49-F238E27FC236}">
                <ns2:creationId id="{9A553663-425F-4977-92B3-C102C5F574AC}"/>
              </a:ext>
            </a:extLst>
          </p:cNvPr>
          <p:cNvSpPr>
            <a:spLocks noGrp="1"/>
          </p:cNvSpPr>
          <p:nvPr/>
        </p:nvSpPr>
        <p:spPr>
          <a:xfrm>
            <a:off x="12068175" y="686324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01" name="A">
            <a:extLst>
              <a:ext uri="{FF2B5EF4-FFF2-40B4-BE49-F238E27FC236}">
                <ns2:creationId id="{77C6F0DF-F64B-4476-B008-B58FBB0FEF0A}"/>
              </a:ext>
            </a:extLst>
          </p:cNvPr>
          <p:cNvSpPr>
            <a:spLocks noGrp="1"/>
          </p:cNvSpPr>
          <p:nvPr/>
        </p:nvSpPr>
        <p:spPr>
          <a:xfrm>
            <a:off x="12296775" y="581549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02" name="TMTM B endpoint leader">
            <a:extLst>
              <a:ext uri="{FF2B5EF4-FFF2-40B4-BE49-F238E27FC236}">
                <ns2:creationId id="{8ED88B7B-9B40-4E87-A541-93395F164665}"/>
              </a:ext>
            </a:extLst>
          </p:cNvPr>
          <p:cNvSpPr>
            <a:spLocks noGrp="1"/>
          </p:cNvSpPr>
          <p:nvPr/>
        </p:nvSpPr>
        <p:spPr>
          <a:xfrm>
            <a:off x="12068175" y="887953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03" name="B">
            <a:extLst>
              <a:ext uri="{FF2B5EF4-FFF2-40B4-BE49-F238E27FC236}">
                <ns2:creationId id="{41CE999F-A04A-46C5-94A1-23ED88B90CF9}"/>
              </a:ext>
            </a:extLst>
          </p:cNvPr>
          <p:cNvSpPr>
            <a:spLocks noGrp="1"/>
          </p:cNvSpPr>
          <p:nvPr/>
        </p:nvSpPr>
        <p:spPr>
          <a:xfrm>
            <a:off x="12296775" y="783178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04" name="TMTM C endpoint leader">
            <a:extLst>
              <a:ext uri="{FF2B5EF4-FFF2-40B4-BE49-F238E27FC236}">
                <ns2:creationId id="{2685BBE7-CB3A-46E3-A3DF-FCFD36F70464}"/>
              </a:ext>
            </a:extLst>
          </p:cNvPr>
          <p:cNvSpPr>
            <a:spLocks noGrp="1"/>
          </p:cNvSpPr>
          <p:nvPr/>
        </p:nvSpPr>
        <p:spPr>
          <a:xfrm>
            <a:off x="10696575" y="1056849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05" name="C">
            <a:extLst>
              <a:ext uri="{FF2B5EF4-FFF2-40B4-BE49-F238E27FC236}">
                <ns2:creationId id="{BEFB45B4-C2CA-4C70-8371-243C61B94854}"/>
              </a:ext>
            </a:extLst>
          </p:cNvPr>
          <p:cNvSpPr>
            <a:spLocks noGrp="1"/>
          </p:cNvSpPr>
          <p:nvPr/>
        </p:nvSpPr>
        <p:spPr>
          <a:xfrm>
            <a:off x="10791825" y="952074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06" name="ST-MTM A endpoint leader">
            <a:extLst>
              <a:ext uri="{FF2B5EF4-FFF2-40B4-BE49-F238E27FC236}">
                <ns2:creationId id="{7C651B83-83ED-439E-9DD4-8FF6074A3483}"/>
              </a:ext>
            </a:extLst>
          </p:cNvPr>
          <p:cNvSpPr>
            <a:spLocks noGrp="1"/>
          </p:cNvSpPr>
          <p:nvPr/>
        </p:nvSpPr>
        <p:spPr>
          <a:xfrm>
            <a:off x="12068175" y="1859129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07" name="A">
            <a:extLst>
              <a:ext uri="{FF2B5EF4-FFF2-40B4-BE49-F238E27FC236}">
                <ns2:creationId id="{8FA38F65-B8EC-4839-8E5A-2CBC56D0612A}"/>
              </a:ext>
            </a:extLst>
          </p:cNvPr>
          <p:cNvSpPr>
            <a:spLocks noGrp="1"/>
          </p:cNvSpPr>
          <p:nvPr/>
        </p:nvSpPr>
        <p:spPr>
          <a:xfrm>
            <a:off x="12296775" y="1754354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08" name="ST-MTM B endpoint leader">
            <a:extLst>
              <a:ext uri="{FF2B5EF4-FFF2-40B4-BE49-F238E27FC236}">
                <ns2:creationId id="{69957995-7AEC-41EC-AA49-CC9D339FBCAD}"/>
              </a:ext>
            </a:extLst>
          </p:cNvPr>
          <p:cNvSpPr>
            <a:spLocks noGrp="1"/>
          </p:cNvSpPr>
          <p:nvPr/>
        </p:nvSpPr>
        <p:spPr>
          <a:xfrm>
            <a:off x="12068175" y="1539702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09" name="B">
            <a:extLst>
              <a:ext uri="{FF2B5EF4-FFF2-40B4-BE49-F238E27FC236}">
                <ns2:creationId id="{C8435ED0-0E50-43C1-8413-A89F496D8302}"/>
              </a:ext>
            </a:extLst>
          </p:cNvPr>
          <p:cNvSpPr>
            <a:spLocks noGrp="1"/>
          </p:cNvSpPr>
          <p:nvPr/>
        </p:nvSpPr>
        <p:spPr>
          <a:xfrm>
            <a:off x="12296775" y="1434927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0" name="ST-MTM C endpoint leader">
            <a:extLst>
              <a:ext uri="{FF2B5EF4-FFF2-40B4-BE49-F238E27FC236}">
                <ns2:creationId id="{F6765327-36B6-46E8-8805-24CD1779B37D}"/>
              </a:ext>
            </a:extLst>
          </p:cNvPr>
          <p:cNvSpPr>
            <a:spLocks noGrp="1"/>
          </p:cNvSpPr>
          <p:nvPr/>
        </p:nvSpPr>
        <p:spPr>
          <a:xfrm>
            <a:off x="10696575" y="1434622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11" name="C">
            <a:extLst>
              <a:ext uri="{FF2B5EF4-FFF2-40B4-BE49-F238E27FC236}">
                <ns2:creationId id="{EE9ED79B-9193-446E-94D1-21CED8CE94B5}"/>
              </a:ext>
            </a:extLst>
          </p:cNvPr>
          <p:cNvSpPr>
            <a:spLocks noGrp="1"/>
          </p:cNvSpPr>
          <p:nvPr/>
        </p:nvSpPr>
        <p:spPr>
          <a:xfrm>
            <a:off x="10791825" y="1329847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12" name="P A endpoint leader">
            <a:extLst>
              <a:ext uri="{FF2B5EF4-FFF2-40B4-BE49-F238E27FC236}">
                <ns2:creationId id="{BC5352A1-D420-4B95-A62D-4E5C612B2C2E}"/>
              </a:ext>
            </a:extLst>
          </p:cNvPr>
          <p:cNvSpPr>
            <a:spLocks noGrp="1"/>
          </p:cNvSpPr>
          <p:nvPr/>
        </p:nvSpPr>
        <p:spPr>
          <a:xfrm>
            <a:off x="12068175" y="2825316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13" name="A">
            <a:extLst>
              <a:ext uri="{FF2B5EF4-FFF2-40B4-BE49-F238E27FC236}">
                <ns2:creationId id="{0C52274B-C778-485C-B07C-F5652F4FDE82}"/>
              </a:ext>
            </a:extLst>
          </p:cNvPr>
          <p:cNvSpPr>
            <a:spLocks noGrp="1"/>
          </p:cNvSpPr>
          <p:nvPr/>
        </p:nvSpPr>
        <p:spPr>
          <a:xfrm>
            <a:off x="12296775" y="2720541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14" name="P B endpoint leader">
            <a:extLst>
              <a:ext uri="{FF2B5EF4-FFF2-40B4-BE49-F238E27FC236}">
                <ns2:creationId id="{93011C28-CD4E-442A-AA9B-900C2B25F984}"/>
              </a:ext>
            </a:extLst>
          </p:cNvPr>
          <p:cNvSpPr>
            <a:spLocks noGrp="1"/>
          </p:cNvSpPr>
          <p:nvPr/>
        </p:nvSpPr>
        <p:spPr>
          <a:xfrm>
            <a:off x="12068175" y="2423653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15" name="B">
            <a:extLst>
              <a:ext uri="{FF2B5EF4-FFF2-40B4-BE49-F238E27FC236}">
                <ns2:creationId id="{BA012CFE-AC02-4C61-A74B-C052527E1933}"/>
              </a:ext>
            </a:extLst>
          </p:cNvPr>
          <p:cNvSpPr>
            <a:spLocks noGrp="1"/>
          </p:cNvSpPr>
          <p:nvPr/>
        </p:nvSpPr>
        <p:spPr>
          <a:xfrm>
            <a:off x="12296775" y="2318878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6" name="P C endpoint leader">
            <a:extLst>
              <a:ext uri="{FF2B5EF4-FFF2-40B4-BE49-F238E27FC236}">
                <ns2:creationId id="{4EF5E1A5-82C3-4E0A-B0B8-08DE4C91AAB4}"/>
              </a:ext>
            </a:extLst>
          </p:cNvPr>
          <p:cNvSpPr>
            <a:spLocks noGrp="1"/>
          </p:cNvSpPr>
          <p:nvPr/>
        </p:nvSpPr>
        <p:spPr>
          <a:xfrm>
            <a:off x="10696575" y="2665444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17" name="C">
            <a:extLst>
              <a:ext uri="{FF2B5EF4-FFF2-40B4-BE49-F238E27FC236}">
                <ns2:creationId id="{DC096426-CBBC-4C78-B2B4-40E2747C7646}"/>
              </a:ext>
            </a:extLst>
          </p:cNvPr>
          <p:cNvSpPr>
            <a:spLocks noGrp="1"/>
          </p:cNvSpPr>
          <p:nvPr/>
        </p:nvSpPr>
        <p:spPr>
          <a:xfrm>
            <a:off x="10791825" y="2560669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18" name="R A endpoint leader">
            <a:extLst>
              <a:ext uri="{FF2B5EF4-FFF2-40B4-BE49-F238E27FC236}">
                <ns2:creationId id="{4789B523-5AB2-4B2D-B469-B8296A15818E}"/>
              </a:ext>
            </a:extLst>
          </p:cNvPr>
          <p:cNvSpPr>
            <a:spLocks noGrp="1"/>
          </p:cNvSpPr>
          <p:nvPr/>
        </p:nvSpPr>
        <p:spPr>
          <a:xfrm>
            <a:off x="12068175" y="3708911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0072B2"/>
            </a:solidFill>
          </a:ln>
        </p:spPr>
      </p:sp>
      <p:sp>
        <p:nvSpPr>
          <p:cNvPr id="10019" name="A">
            <a:extLst>
              <a:ext uri="{FF2B5EF4-FFF2-40B4-BE49-F238E27FC236}">
                <ns2:creationId id="{6AC2726B-34B6-4D49-9D53-61BCD6C25CB9}"/>
              </a:ext>
            </a:extLst>
          </p:cNvPr>
          <p:cNvSpPr>
            <a:spLocks noGrp="1"/>
          </p:cNvSpPr>
          <p:nvPr/>
        </p:nvSpPr>
        <p:spPr>
          <a:xfrm>
            <a:off x="12296775" y="3604136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20" name="R B endpoint leader">
            <a:extLst>
              <a:ext uri="{FF2B5EF4-FFF2-40B4-BE49-F238E27FC236}">
                <ns2:creationId id="{BE2EEF9E-417C-4CBC-BC09-DDE37138C1E7}"/>
              </a:ext>
            </a:extLst>
          </p:cNvPr>
          <p:cNvSpPr>
            <a:spLocks noGrp="1"/>
          </p:cNvSpPr>
          <p:nvPr/>
        </p:nvSpPr>
        <p:spPr>
          <a:xfrm>
            <a:off x="12068175" y="3192343"/>
            <a:ext cx="200025" cy="95"/>
          </a:xfrm>
          <a:custGeom>
            <a:pathLst>
              <a:path w="200025" h="9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8573">
            <a:solidFill>
              <a:srgbClr val="D55E00"/>
            </a:solidFill>
          </a:ln>
        </p:spPr>
      </p:sp>
      <p:sp>
        <p:nvSpPr>
          <p:cNvPr id="10021" name="B">
            <a:extLst>
              <a:ext uri="{FF2B5EF4-FFF2-40B4-BE49-F238E27FC236}">
                <ns2:creationId id="{C3749B5D-E833-418E-AAA6-AC7280512908}"/>
              </a:ext>
            </a:extLst>
          </p:cNvPr>
          <p:cNvSpPr>
            <a:spLocks noGrp="1"/>
          </p:cNvSpPr>
          <p:nvPr/>
        </p:nvSpPr>
        <p:spPr>
          <a:xfrm>
            <a:off x="12296775" y="3087568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22" name="R C endpoint leader">
            <a:extLst>
              <a:ext uri="{FF2B5EF4-FFF2-40B4-BE49-F238E27FC236}">
                <ns2:creationId id="{263CC176-C4A7-4D0D-A3EA-81E86A0CFC7E}"/>
              </a:ext>
            </a:extLst>
          </p:cNvPr>
          <p:cNvSpPr>
            <a:spLocks noGrp="1"/>
          </p:cNvSpPr>
          <p:nvPr/>
        </p:nvSpPr>
        <p:spPr>
          <a:xfrm>
            <a:off x="10696575" y="3467916"/>
            <a:ext cx="66675" cy="95"/>
          </a:xfrm>
          <a:custGeom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573">
            <a:solidFill>
              <a:srgbClr val="009E73"/>
            </a:solidFill>
          </a:ln>
        </p:spPr>
      </p:sp>
      <p:sp>
        <p:nvSpPr>
          <p:cNvPr id="10023" name="C">
            <a:extLst>
              <a:ext uri="{FF2B5EF4-FFF2-40B4-BE49-F238E27FC236}">
                <ns2:creationId id="{D55B2F07-C45C-4861-8071-6375AEB1FBE4}"/>
              </a:ext>
            </a:extLst>
          </p:cNvPr>
          <p:cNvSpPr>
            <a:spLocks noGrp="1"/>
          </p:cNvSpPr>
          <p:nvPr/>
        </p:nvSpPr>
        <p:spPr>
          <a:xfrm>
            <a:off x="10791825" y="3363141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24" name="(c) Source snapshots">
            <a:extLst>
              <a:ext uri="{FF2B5EF4-FFF2-40B4-BE49-F238E27FC236}">
                <ns2:creationId id="{DC3B11CA-744A-4086-A4B3-0E81A92AA19A}"/>
              </a:ext>
            </a:extLst>
          </p:cNvPr>
          <p:cNvSpPr>
            <a:spLocks noGrp="1"/>
          </p:cNvSpPr>
          <p:nvPr/>
        </p:nvSpPr>
        <p:spPr>
          <a:xfrm>
            <a:off x="152400" y="413385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Source snapshots</a:t>
            </a:r>
          </a:p>
        </p:txBody>
      </p:sp>
      <p:sp>
        <p:nvSpPr>
          <p:cNvPr id="10025" name="f17   2019-12-05">
            <a:extLst>
              <a:ext uri="{FF2B5EF4-FFF2-40B4-BE49-F238E27FC236}">
                <ns2:creationId id="{0C7D45C5-5764-4C21-B6DE-58DEF40BC21A}"/>
              </a:ext>
            </a:extLst>
          </p:cNvPr>
          <p:cNvSpPr>
            <a:spLocks noGrp="1"/>
          </p:cNvSpPr>
          <p:nvPr/>
        </p:nvSpPr>
        <p:spPr>
          <a:xfrm>
            <a:off x="600075" y="4400550"/>
            <a:ext cx="3067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17</a:t>
            </a:r>
          </a:p>
        </p:txBody>
      </p:sp>
      <p:pic>
        <p:nvPicPr>
          <p:cNvPr id="10026" name="">
            <a:extLst>
              <a:ext uri="{FF2B5EF4-FFF2-40B4-BE49-F238E27FC236}">
                <ns2:creationId id="{3621CFEB-6755-47F7-A439-B3FF399BC448}"/>
              </a:ext>
            </a:extLst>
          </p:cNvPr>
          <p:cNvPicPr>
            <a:picLocks noChangeAspect="1"/>
          </p:cNvPicPr>
          <p:nvPr/>
        </p:nvPicPr>
        <p:blipFill>
          <a:blip r:embed="Refined_Rf3f44c2f36d24aa8"/>
          <a:stretch/>
        </p:blipFill>
        <p:spPr>
          <a:xfrm>
            <a:off x="1219200" y="4667250"/>
            <a:ext cx="1828800" cy="1828800"/>
          </a:xfrm>
          <a:prstGeom prst="rect">
            <a:avLst/>
          </a:prstGeom>
        </p:spPr>
      </p:pic>
      <p:sp>
        <p:nvSpPr>
          <p:cNvPr id="10027" name="Source domain 0-120">
            <a:extLst>
              <a:ext uri="{FF2B5EF4-FFF2-40B4-BE49-F238E27FC236}">
                <ns2:creationId id="{B4D11E98-83F5-48C3-9B58-18071908C9B3}"/>
              </a:ext>
            </a:extLst>
          </p:cNvPr>
          <p:cNvSpPr>
            <a:spLocks noGrp="1"/>
          </p:cNvSpPr>
          <p:nvPr/>
        </p:nvSpPr>
        <p:spPr>
          <a:xfrm>
            <a:off x="1219200" y="4667250"/>
            <a:ext cx="1828800" cy="1828800"/>
          </a:xfrm>
          <a:prstGeom prst="rect">
            <a:avLst/>
          </a:prstGeom>
          <a:noFill/>
          <a:ln w="7620">
            <a:solidFill>
              <a:srgbClr val="B8C0C8"/>
            </a:solidFill>
          </a:ln>
        </p:spPr>
      </p:sp>
      <p:sp>
        <p:nvSpPr>
          <p:cNvPr id="10028" name="Fixed projection direction">
            <a:extLst>
              <a:ext uri="{FF2B5EF4-FFF2-40B4-BE49-F238E27FC236}">
                <ns2:creationId id="{75D42CB6-0B71-4BC0-900C-2055C01D3DED}"/>
              </a:ext>
            </a:extLst>
          </p:cNvPr>
          <p:cNvSpPr>
            <a:spLocks noGrp="1"/>
          </p:cNvSpPr>
          <p:nvPr/>
        </p:nvSpPr>
        <p:spPr>
          <a:xfrm>
            <a:off x="1490185" y="5977890"/>
            <a:ext cx="247175" cy="269601"/>
          </a:xfrm>
          <a:custGeom>
            <a:pathLst>
              <a:path w="247175" h="269601">
                <a:moveTo>
                  <a:pt x="247175" y="0"/>
                </a:moveTo>
                <a:lnTo>
                  <a:pt x="0" y="269601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29" name="Scientific line">
            <a:extLst>
              <a:ext uri="{FF2B5EF4-FFF2-40B4-BE49-F238E27FC236}">
                <ns2:creationId id="{041F6083-AF9B-4688-99CD-C5424B2CB885}"/>
              </a:ext>
            </a:extLst>
          </p:cNvPr>
          <p:cNvSpPr>
            <a:spLocks noGrp="1"/>
          </p:cNvSpPr>
          <p:nvPr/>
        </p:nvSpPr>
        <p:spPr>
          <a:xfrm>
            <a:off x="1490185" y="6217656"/>
            <a:ext cx="66121" cy="29836"/>
          </a:xfrm>
          <a:custGeom>
            <a:pathLst>
              <a:path w="66121" h="29836">
                <a:moveTo>
                  <a:pt x="66121" y="0"/>
                </a:moveTo>
                <a:lnTo>
                  <a:pt x="0" y="29836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30" name="Scientific line">
            <a:extLst>
              <a:ext uri="{FF2B5EF4-FFF2-40B4-BE49-F238E27FC236}">
                <ns2:creationId id="{D941EECD-5239-413E-A036-64546D51C15B}"/>
              </a:ext>
            </a:extLst>
          </p:cNvPr>
          <p:cNvSpPr>
            <a:spLocks noGrp="1"/>
          </p:cNvSpPr>
          <p:nvPr/>
        </p:nvSpPr>
        <p:spPr>
          <a:xfrm>
            <a:off x="1490185" y="6179035"/>
            <a:ext cx="23995" cy="68457"/>
          </a:xfrm>
          <a:custGeom>
            <a:pathLst>
              <a:path w="23995" h="68457">
                <a:moveTo>
                  <a:pt x="23995" y="0"/>
                </a:moveTo>
                <a:lnTo>
                  <a:pt x="0" y="68457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31" name="d">
            <a:extLst>
              <a:ext uri="{FF2B5EF4-FFF2-40B4-BE49-F238E27FC236}">
                <ns2:creationId id="{E6A42462-FC39-42E4-9DC7-D9928FFF5E0F}"/>
              </a:ext>
            </a:extLst>
          </p:cNvPr>
          <p:cNvSpPr>
            <a:spLocks noGrp="1"/>
          </p:cNvSpPr>
          <p:nvPr/>
        </p:nvSpPr>
        <p:spPr>
          <a:xfrm>
            <a:off x="1765935" y="583501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17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32" name="Exact raw coordinate A, track 3, f17">
            <a:extLst>
              <a:ext uri="{FF2B5EF4-FFF2-40B4-BE49-F238E27FC236}">
                <ns2:creationId id="{DB0183EE-AFAE-4C4D-8589-6CCE4DE8A8BF}"/>
              </a:ext>
            </a:extLst>
          </p:cNvPr>
          <p:cNvSpPr>
            <a:spLocks noGrp="1"/>
          </p:cNvSpPr>
          <p:nvPr/>
        </p:nvSpPr>
        <p:spPr>
          <a:xfrm>
            <a:off x="2790825" y="506730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33" name="A">
            <a:extLst>
              <a:ext uri="{FF2B5EF4-FFF2-40B4-BE49-F238E27FC236}">
                <ns2:creationId id="{6E61B869-9E16-4153-A9C6-625ED0B21D2D}"/>
              </a:ext>
            </a:extLst>
          </p:cNvPr>
          <p:cNvSpPr>
            <a:spLocks noGrp="1"/>
          </p:cNvSpPr>
          <p:nvPr/>
        </p:nvSpPr>
        <p:spPr>
          <a:xfrm>
            <a:off x="2595563" y="490061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34" name="Exact raw coordinate B, track 48, f17">
            <a:extLst>
              <a:ext uri="{FF2B5EF4-FFF2-40B4-BE49-F238E27FC236}">
                <ns2:creationId id="{0E69524F-E526-4981-B78F-C8EE4C290ABA}"/>
              </a:ext>
            </a:extLst>
          </p:cNvPr>
          <p:cNvSpPr>
            <a:spLocks noGrp="1"/>
          </p:cNvSpPr>
          <p:nvPr/>
        </p:nvSpPr>
        <p:spPr>
          <a:xfrm>
            <a:off x="2190750" y="626745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35" name="B">
            <a:extLst>
              <a:ext uri="{FF2B5EF4-FFF2-40B4-BE49-F238E27FC236}">
                <ns2:creationId id="{FCDB24AE-2269-4842-9B22-46DB4ED2CB3C}"/>
              </a:ext>
            </a:extLst>
          </p:cNvPr>
          <p:cNvSpPr>
            <a:spLocks noGrp="1"/>
          </p:cNvSpPr>
          <p:nvPr/>
        </p:nvSpPr>
        <p:spPr>
          <a:xfrm>
            <a:off x="2328863" y="60721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36" name="Exact raw coordinate C, track 52, f17">
            <a:extLst>
              <a:ext uri="{FF2B5EF4-FFF2-40B4-BE49-F238E27FC236}">
                <ns2:creationId id="{5438F412-7BEE-4BAC-B298-EFF4AC34B51B}"/>
              </a:ext>
            </a:extLst>
          </p:cNvPr>
          <p:cNvSpPr>
            <a:spLocks noGrp="1"/>
          </p:cNvSpPr>
          <p:nvPr/>
        </p:nvSpPr>
        <p:spPr>
          <a:xfrm>
            <a:off x="1790700" y="498157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37" name="C">
            <a:extLst>
              <a:ext uri="{FF2B5EF4-FFF2-40B4-BE49-F238E27FC236}">
                <ns2:creationId id="{DFCF2C0E-7BE9-4061-AC26-D275A4F6B7EE}"/>
              </a:ext>
            </a:extLst>
          </p:cNvPr>
          <p:cNvSpPr>
            <a:spLocks noGrp="1"/>
          </p:cNvSpPr>
          <p:nvPr/>
        </p:nvSpPr>
        <p:spPr>
          <a:xfrm>
            <a:off x="1928813" y="48148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38" name="f18   2019-12-07">
            <a:extLst>
              <a:ext uri="{FF2B5EF4-FFF2-40B4-BE49-F238E27FC236}">
                <ns2:creationId id="{7CB624E0-D37E-4DC9-9AB2-10CF4B199C88}"/>
              </a:ext>
            </a:extLst>
          </p:cNvPr>
          <p:cNvSpPr>
            <a:spLocks noGrp="1"/>
          </p:cNvSpPr>
          <p:nvPr/>
        </p:nvSpPr>
        <p:spPr>
          <a:xfrm>
            <a:off x="4867275" y="4400550"/>
            <a:ext cx="3067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18</a:t>
            </a:r>
          </a:p>
        </p:txBody>
      </p:sp>
      <p:pic>
        <p:nvPicPr>
          <p:cNvPr id="10039" name="">
            <a:extLst>
              <a:ext uri="{FF2B5EF4-FFF2-40B4-BE49-F238E27FC236}">
                <ns2:creationId id="{CE296B33-EDC3-4BE4-B854-BFCD652689DE}"/>
              </a:ext>
            </a:extLst>
          </p:cNvPr>
          <p:cNvPicPr>
            <a:picLocks noChangeAspect="1"/>
          </p:cNvPicPr>
          <p:nvPr/>
        </p:nvPicPr>
        <p:blipFill>
          <a:blip r:embed="Refined_R07d59643cd9a422d"/>
          <a:stretch/>
        </p:blipFill>
        <p:spPr>
          <a:xfrm>
            <a:off x="5486400" y="4667250"/>
            <a:ext cx="1828800" cy="1828800"/>
          </a:xfrm>
          <a:prstGeom prst="rect">
            <a:avLst/>
          </a:prstGeom>
        </p:spPr>
      </p:pic>
      <p:sp>
        <p:nvSpPr>
          <p:cNvPr id="10040" name="Source domain 0-120">
            <a:extLst>
              <a:ext uri="{FF2B5EF4-FFF2-40B4-BE49-F238E27FC236}">
                <ns2:creationId id="{53D5EC7F-7FEE-4558-BB66-5CCEACD7BD70}"/>
              </a:ext>
            </a:extLst>
          </p:cNvPr>
          <p:cNvSpPr>
            <a:spLocks noGrp="1"/>
          </p:cNvSpPr>
          <p:nvPr/>
        </p:nvSpPr>
        <p:spPr>
          <a:xfrm>
            <a:off x="5486400" y="4667250"/>
            <a:ext cx="1828800" cy="1828800"/>
          </a:xfrm>
          <a:prstGeom prst="rect">
            <a:avLst/>
          </a:prstGeom>
          <a:noFill/>
          <a:ln w="7620">
            <a:solidFill>
              <a:srgbClr val="B8C0C8"/>
            </a:solidFill>
          </a:ln>
        </p:spPr>
      </p:sp>
      <p:sp>
        <p:nvSpPr>
          <p:cNvPr id="10041" name="Fixed projection direction">
            <a:extLst>
              <a:ext uri="{FF2B5EF4-FFF2-40B4-BE49-F238E27FC236}">
                <ns2:creationId id="{D45EA284-6E0A-496D-80E9-63C4BAADE0FB}"/>
              </a:ext>
            </a:extLst>
          </p:cNvPr>
          <p:cNvSpPr>
            <a:spLocks noGrp="1"/>
          </p:cNvSpPr>
          <p:nvPr/>
        </p:nvSpPr>
        <p:spPr>
          <a:xfrm>
            <a:off x="5757385" y="5977890"/>
            <a:ext cx="247175" cy="269601"/>
          </a:xfrm>
          <a:custGeom>
            <a:pathLst>
              <a:path w="247175" h="269601">
                <a:moveTo>
                  <a:pt x="247175" y="0"/>
                </a:moveTo>
                <a:lnTo>
                  <a:pt x="0" y="269601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42" name="Scientific line">
            <a:extLst>
              <a:ext uri="{FF2B5EF4-FFF2-40B4-BE49-F238E27FC236}">
                <ns2:creationId id="{1FDE69D2-8A72-4BB3-9D61-40F61A35BDB1}"/>
              </a:ext>
            </a:extLst>
          </p:cNvPr>
          <p:cNvSpPr>
            <a:spLocks noGrp="1"/>
          </p:cNvSpPr>
          <p:nvPr/>
        </p:nvSpPr>
        <p:spPr>
          <a:xfrm>
            <a:off x="5757385" y="6217656"/>
            <a:ext cx="66121" cy="29836"/>
          </a:xfrm>
          <a:custGeom>
            <a:pathLst>
              <a:path w="66121" h="29836">
                <a:moveTo>
                  <a:pt x="66121" y="0"/>
                </a:moveTo>
                <a:lnTo>
                  <a:pt x="0" y="29836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43" name="Scientific line">
            <a:extLst>
              <a:ext uri="{FF2B5EF4-FFF2-40B4-BE49-F238E27FC236}">
                <ns2:creationId id="{2CFD378D-3B60-4380-8DD6-1636218C68EC}"/>
              </a:ext>
            </a:extLst>
          </p:cNvPr>
          <p:cNvSpPr>
            <a:spLocks noGrp="1"/>
          </p:cNvSpPr>
          <p:nvPr/>
        </p:nvSpPr>
        <p:spPr>
          <a:xfrm>
            <a:off x="5757385" y="6179035"/>
            <a:ext cx="23995" cy="68457"/>
          </a:xfrm>
          <a:custGeom>
            <a:pathLst>
              <a:path w="23995" h="68457">
                <a:moveTo>
                  <a:pt x="23995" y="0"/>
                </a:moveTo>
                <a:lnTo>
                  <a:pt x="0" y="68457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44" name="d">
            <a:extLst>
              <a:ext uri="{FF2B5EF4-FFF2-40B4-BE49-F238E27FC236}">
                <ns2:creationId id="{2B32EBFC-EE76-48CF-AEC7-8036E39260AF}"/>
              </a:ext>
            </a:extLst>
          </p:cNvPr>
          <p:cNvSpPr>
            <a:spLocks noGrp="1"/>
          </p:cNvSpPr>
          <p:nvPr/>
        </p:nvSpPr>
        <p:spPr>
          <a:xfrm>
            <a:off x="6033135" y="583501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17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45" name="Exact raw coordinate A, track 3, f18">
            <a:extLst>
              <a:ext uri="{FF2B5EF4-FFF2-40B4-BE49-F238E27FC236}">
                <ns2:creationId id="{466B5A6E-D45E-492C-83AE-99E617B7B82D}"/>
              </a:ext>
            </a:extLst>
          </p:cNvPr>
          <p:cNvSpPr>
            <a:spLocks noGrp="1"/>
          </p:cNvSpPr>
          <p:nvPr/>
        </p:nvSpPr>
        <p:spPr>
          <a:xfrm>
            <a:off x="7058025" y="503872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46" name="A">
            <a:extLst>
              <a:ext uri="{FF2B5EF4-FFF2-40B4-BE49-F238E27FC236}">
                <ns2:creationId id="{4DF43F32-D6FF-4644-8F49-DC2FCCDD04A1}"/>
              </a:ext>
            </a:extLst>
          </p:cNvPr>
          <p:cNvSpPr>
            <a:spLocks noGrp="1"/>
          </p:cNvSpPr>
          <p:nvPr/>
        </p:nvSpPr>
        <p:spPr>
          <a:xfrm>
            <a:off x="6862763" y="487203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47" name="Exact raw coordinate B, track 48, f18">
            <a:extLst>
              <a:ext uri="{FF2B5EF4-FFF2-40B4-BE49-F238E27FC236}">
                <ns2:creationId id="{1191729D-8A3B-4303-9362-B9E3AFDDFFA3}"/>
              </a:ext>
            </a:extLst>
          </p:cNvPr>
          <p:cNvSpPr>
            <a:spLocks noGrp="1"/>
          </p:cNvSpPr>
          <p:nvPr/>
        </p:nvSpPr>
        <p:spPr>
          <a:xfrm>
            <a:off x="6457950" y="626745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48" name="B">
            <a:extLst>
              <a:ext uri="{FF2B5EF4-FFF2-40B4-BE49-F238E27FC236}">
                <ns2:creationId id="{348051F7-338C-4323-AF19-1AE37F214D63}"/>
              </a:ext>
            </a:extLst>
          </p:cNvPr>
          <p:cNvSpPr>
            <a:spLocks noGrp="1"/>
          </p:cNvSpPr>
          <p:nvPr/>
        </p:nvSpPr>
        <p:spPr>
          <a:xfrm>
            <a:off x="6596063" y="60721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49" name="Exact raw coordinate C, track 52, f18">
            <a:extLst>
              <a:ext uri="{FF2B5EF4-FFF2-40B4-BE49-F238E27FC236}">
                <ns2:creationId id="{2CA97533-1DB2-4973-8FAD-0865AF88923F}"/>
              </a:ext>
            </a:extLst>
          </p:cNvPr>
          <p:cNvSpPr>
            <a:spLocks noGrp="1"/>
          </p:cNvSpPr>
          <p:nvPr/>
        </p:nvSpPr>
        <p:spPr>
          <a:xfrm>
            <a:off x="6057900" y="498157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50" name="C">
            <a:extLst>
              <a:ext uri="{FF2B5EF4-FFF2-40B4-BE49-F238E27FC236}">
                <ns2:creationId id="{69C53F88-3D67-42E8-8D18-711386E8FB7C}"/>
              </a:ext>
            </a:extLst>
          </p:cNvPr>
          <p:cNvSpPr>
            <a:spLocks noGrp="1"/>
          </p:cNvSpPr>
          <p:nvPr/>
        </p:nvSpPr>
        <p:spPr>
          <a:xfrm>
            <a:off x="6196013" y="48148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51" name="f19   2019-12-09">
            <a:extLst>
              <a:ext uri="{FF2B5EF4-FFF2-40B4-BE49-F238E27FC236}">
                <ns2:creationId id="{F8A214D6-2047-45D6-BF64-3B05338D5913}"/>
              </a:ext>
            </a:extLst>
          </p:cNvPr>
          <p:cNvSpPr>
            <a:spLocks noGrp="1"/>
          </p:cNvSpPr>
          <p:nvPr/>
        </p:nvSpPr>
        <p:spPr>
          <a:xfrm>
            <a:off x="9134475" y="4400550"/>
            <a:ext cx="3067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19</a:t>
            </a:r>
          </a:p>
        </p:txBody>
      </p:sp>
      <p:pic>
        <p:nvPicPr>
          <p:cNvPr id="10052" name="">
            <a:extLst>
              <a:ext uri="{FF2B5EF4-FFF2-40B4-BE49-F238E27FC236}">
                <ns2:creationId id="{681FD62D-A64B-481D-98FD-6B0DD5AB475F}"/>
              </a:ext>
            </a:extLst>
          </p:cNvPr>
          <p:cNvPicPr>
            <a:picLocks noChangeAspect="1"/>
          </p:cNvPicPr>
          <p:nvPr/>
        </p:nvPicPr>
        <p:blipFill>
          <a:blip r:embed="Refined_R2e19184622464edc"/>
          <a:stretch/>
        </p:blipFill>
        <p:spPr>
          <a:xfrm>
            <a:off x="9753600" y="4667250"/>
            <a:ext cx="1828800" cy="1828800"/>
          </a:xfrm>
          <a:prstGeom prst="rect">
            <a:avLst/>
          </a:prstGeom>
        </p:spPr>
      </p:pic>
      <p:sp>
        <p:nvSpPr>
          <p:cNvPr id="10053" name="Source domain 0-120">
            <a:extLst>
              <a:ext uri="{FF2B5EF4-FFF2-40B4-BE49-F238E27FC236}">
                <ns2:creationId id="{FCF4A1FC-70C2-48FC-A7D6-DC5D9EE2C52A}"/>
              </a:ext>
            </a:extLst>
          </p:cNvPr>
          <p:cNvSpPr>
            <a:spLocks noGrp="1"/>
          </p:cNvSpPr>
          <p:nvPr/>
        </p:nvSpPr>
        <p:spPr>
          <a:xfrm>
            <a:off x="9753600" y="4667250"/>
            <a:ext cx="1828800" cy="1828800"/>
          </a:xfrm>
          <a:prstGeom prst="rect">
            <a:avLst/>
          </a:prstGeom>
          <a:noFill/>
          <a:ln w="7620">
            <a:solidFill>
              <a:srgbClr val="B8C0C8"/>
            </a:solidFill>
          </a:ln>
        </p:spPr>
      </p:sp>
      <p:sp>
        <p:nvSpPr>
          <p:cNvPr id="10054" name="Fixed projection direction">
            <a:extLst>
              <a:ext uri="{FF2B5EF4-FFF2-40B4-BE49-F238E27FC236}">
                <ns2:creationId id="{EA43E82C-8784-45E4-90D6-37502FDE72BA}"/>
              </a:ext>
            </a:extLst>
          </p:cNvPr>
          <p:cNvSpPr>
            <a:spLocks noGrp="1"/>
          </p:cNvSpPr>
          <p:nvPr/>
        </p:nvSpPr>
        <p:spPr>
          <a:xfrm>
            <a:off x="10024585" y="5977890"/>
            <a:ext cx="247175" cy="269601"/>
          </a:xfrm>
          <a:custGeom>
            <a:pathLst>
              <a:path w="247175" h="269601">
                <a:moveTo>
                  <a:pt x="247175" y="0"/>
                </a:moveTo>
                <a:lnTo>
                  <a:pt x="0" y="269601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55" name="Scientific line">
            <a:extLst>
              <a:ext uri="{FF2B5EF4-FFF2-40B4-BE49-F238E27FC236}">
                <ns2:creationId id="{62A41C0F-046C-42A5-82D1-047589BB3C33}"/>
              </a:ext>
            </a:extLst>
          </p:cNvPr>
          <p:cNvSpPr>
            <a:spLocks noGrp="1"/>
          </p:cNvSpPr>
          <p:nvPr/>
        </p:nvSpPr>
        <p:spPr>
          <a:xfrm>
            <a:off x="10024585" y="6217656"/>
            <a:ext cx="66121" cy="29836"/>
          </a:xfrm>
          <a:custGeom>
            <a:pathLst>
              <a:path w="66121" h="29836">
                <a:moveTo>
                  <a:pt x="66121" y="0"/>
                </a:moveTo>
                <a:lnTo>
                  <a:pt x="0" y="29836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56" name="Scientific line">
            <a:extLst>
              <a:ext uri="{FF2B5EF4-FFF2-40B4-BE49-F238E27FC236}">
                <ns2:creationId id="{A926815F-3AF2-448F-8F92-4486A7480ED7}"/>
              </a:ext>
            </a:extLst>
          </p:cNvPr>
          <p:cNvSpPr>
            <a:spLocks noGrp="1"/>
          </p:cNvSpPr>
          <p:nvPr/>
        </p:nvSpPr>
        <p:spPr>
          <a:xfrm>
            <a:off x="10024585" y="6179035"/>
            <a:ext cx="23995" cy="68457"/>
          </a:xfrm>
          <a:custGeom>
            <a:pathLst>
              <a:path w="23995" h="68457">
                <a:moveTo>
                  <a:pt x="23995" y="0"/>
                </a:moveTo>
                <a:lnTo>
                  <a:pt x="0" y="68457"/>
                </a:lnTo>
              </a:path>
            </a:pathLst>
          </a:custGeom>
          <a:noFill/>
          <a:ln w="14288">
            <a:solidFill>
              <a:srgbClr val="65717B"/>
            </a:solidFill>
          </a:ln>
        </p:spPr>
      </p:sp>
      <p:sp>
        <p:nvSpPr>
          <p:cNvPr id="10057" name="d">
            <a:extLst>
              <a:ext uri="{FF2B5EF4-FFF2-40B4-BE49-F238E27FC236}">
                <ns2:creationId id="{3578758C-FA6B-4852-947B-EDD79630A551}"/>
              </a:ext>
            </a:extLst>
          </p:cNvPr>
          <p:cNvSpPr>
            <a:spLocks noGrp="1"/>
          </p:cNvSpPr>
          <p:nvPr/>
        </p:nvSpPr>
        <p:spPr>
          <a:xfrm>
            <a:off x="10300335" y="5835015"/>
            <a:ext cx="2286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1">
                <a:solidFill>
                  <a:srgbClr val="6571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17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58" name="Exact raw coordinate A, track 3, f19">
            <a:extLst>
              <a:ext uri="{FF2B5EF4-FFF2-40B4-BE49-F238E27FC236}">
                <ns2:creationId id="{502C41C2-D150-4D26-9E6C-7FEA00618A2E}"/>
              </a:ext>
            </a:extLst>
          </p:cNvPr>
          <p:cNvSpPr>
            <a:spLocks noGrp="1"/>
          </p:cNvSpPr>
          <p:nvPr/>
        </p:nvSpPr>
        <p:spPr>
          <a:xfrm>
            <a:off x="11268075" y="526732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59" name="A">
            <a:extLst>
              <a:ext uri="{FF2B5EF4-FFF2-40B4-BE49-F238E27FC236}">
                <ns2:creationId id="{F9665015-E3BA-4979-BCDD-9A69176DE904}"/>
              </a:ext>
            </a:extLst>
          </p:cNvPr>
          <p:cNvSpPr>
            <a:spLocks noGrp="1"/>
          </p:cNvSpPr>
          <p:nvPr/>
        </p:nvSpPr>
        <p:spPr>
          <a:xfrm>
            <a:off x="11072813" y="510063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60" name="Exact raw coordinate B, track 48, f19">
            <a:extLst>
              <a:ext uri="{FF2B5EF4-FFF2-40B4-BE49-F238E27FC236}">
                <ns2:creationId id="{A45472A4-0FDF-4FAF-B81B-E9DF60EA6A7A}"/>
              </a:ext>
            </a:extLst>
          </p:cNvPr>
          <p:cNvSpPr>
            <a:spLocks noGrp="1"/>
          </p:cNvSpPr>
          <p:nvPr/>
        </p:nvSpPr>
        <p:spPr>
          <a:xfrm>
            <a:off x="10725150" y="626745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61" name="B">
            <a:extLst>
              <a:ext uri="{FF2B5EF4-FFF2-40B4-BE49-F238E27FC236}">
                <ns2:creationId id="{57A9EB67-0AC5-49B0-B24F-CD02D858C395}"/>
              </a:ext>
            </a:extLst>
          </p:cNvPr>
          <p:cNvSpPr>
            <a:spLocks noGrp="1"/>
          </p:cNvSpPr>
          <p:nvPr/>
        </p:nvSpPr>
        <p:spPr>
          <a:xfrm>
            <a:off x="10863263" y="60721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62" name="Exact raw coordinate C, track 52, f19">
            <a:extLst>
              <a:ext uri="{FF2B5EF4-FFF2-40B4-BE49-F238E27FC236}">
                <ns2:creationId id="{B97F2FB6-2854-416C-AB7B-069945F86A28}"/>
              </a:ext>
            </a:extLst>
          </p:cNvPr>
          <p:cNvSpPr>
            <a:spLocks noGrp="1"/>
          </p:cNvSpPr>
          <p:nvPr/>
        </p:nvSpPr>
        <p:spPr>
          <a:xfrm>
            <a:off x="10325100" y="4981575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63" name="C">
            <a:extLst>
              <a:ext uri="{FF2B5EF4-FFF2-40B4-BE49-F238E27FC236}">
                <ns2:creationId id="{8EA4E71E-9D69-4F3F-9395-64F5E704251A}"/>
              </a:ext>
            </a:extLst>
          </p:cNvPr>
          <p:cNvSpPr>
            <a:spLocks noGrp="1"/>
          </p:cNvSpPr>
          <p:nvPr/>
        </p:nvSpPr>
        <p:spPr>
          <a:xfrm>
            <a:off x="10463213" y="4814888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1758749689"/>
      </p:ext>
    </p:extLst>
  </p:cSld>
</p:sld>
</file>

<file path=ppt/main_figures/Fig10/ppt/tableStyles.xml><?xml version="1.0" encoding="utf-8"?>
<a:tblStyleLst xmlns:a="http://schemas.openxmlformats.org/drawingml/2006/main" def="{5C22544A-7EE6-4342-B048-85BDC9FD1C3A}"/>
</file>

<file path=ppt/main_figures/Fig10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1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1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2026-10-23T03:03:22.6230000Z</dcterms:created>
  <dcterms:modified xsi:type="dcterms:W3CDTF">2026-10-23T03:03:22.6230000Z</dcterms:modified>
</coreProperties>
</file>

<file path=ppt/main_figures/Fig11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1/ppt/theme/theme1.xml" Id="R5cfb440393d64313" /><Relationship Type="http://schemas.openxmlformats.org/officeDocument/2006/relationships/slideMaster" Target="/ppt/main_figures/Fig11/ppt/slideMasters/slideMaster1.xml" Id="R2e4b91ba6e8a4a2c" /><Relationship Type="http://schemas.openxmlformats.org/officeDocument/2006/relationships/notesMaster" Target="/ppt/main_figures/Fig11/ppt/notesMasters/notesMaster1.xml" Id="R91f35f6e58034b12" /><Relationship Type="http://schemas.openxmlformats.org/officeDocument/2006/relationships/presProps" Target="/ppt/main_figures/Fig11/ppt/presProps.xml" Id="R03801303cc614b82" /><Relationship Type="http://schemas.openxmlformats.org/officeDocument/2006/relationships/tableStyles" Target="/ppt/main_figures/Fig11/ppt/tableStyles.xml" Id="R0076c8d48d8e48af" /><Relationship Type="http://schemas.openxmlformats.org/officeDocument/2006/relationships/slide" Target="/ppt/main_figures/Fig11/ppt/slides/slide1.xml" Id="R0d38b1b915104e86" /></Relationships>
</file>

<file path=ppt/main_figures/Fig11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1/ppt/notesMasters/theme/theme3.xml" Id="R591f5ef40bec4ab9" /></Relationships>
</file>

<file path=ppt/main_figures/Fig11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1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1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1/ppt/slides/slide1.xml" Id="R0b235cce1fa54ea6" /><Relationship Type="http://schemas.openxmlformats.org/officeDocument/2006/relationships/notesMaster" Target="/ppt/main_figures/Fig11/ppt/notesMasters/notesMaster1.xml" Id="R3761fd58fac949e4" /></Relationships>
</file>

<file path=ppt/main_figures/Fig11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1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1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4b91ba6e8a4a2c"/>
  </p:sldMasterIdLst>
  <p:notesMasterIdLst>
    <p:notesMasterId xmlns:r="http://schemas.openxmlformats.org/officeDocument/2006/relationships" r:id="R91f35f6e58034b12"/>
  </p:notesMasterIdLst>
  <p:sldIdLst>
    <p:sldId xmlns:r="http://schemas.openxmlformats.org/officeDocument/2006/relationships" id="256" r:id="R0d38b1b915104e86"/>
  </p:sldIdLst>
  <p:sldSz cx="12192000" cy="6096000"/>
  <p:notesSz cx="6858000" cy="9144000"/>
</p:presentation>
</file>

<file path=ppt/main_figures/Fig11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1/ppt/slideMasters/slideMaster1.xml" Id="Rb6f6953b715a4491" /></Relationships>
</file>

<file path=ppt/main_figures/Fig11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1/ppt/slideMasters/slideMaster1.xml" Id="R1844f03fd3cb4d41" /></Relationships>
</file>

<file path=ppt/main_figures/Fig11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1/ppt/slideMasters/slideMaster1.xml" Id="R5262089cb0de448f" /></Relationships>
</file>

<file path=ppt/main_figures/Fig11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1/ppt/slideMasters/slideMaster1.xml" Id="Rb8d819ff984c459c" /></Relationships>
</file>

<file path=ppt/main_figures/Fig11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1/ppt/slideMasters/slideMaster1.xml" Id="R7a8a067a88074c31" /></Relationships>
</file>

<file path=ppt/main_figures/Fig11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1/ppt/slideMasters/slideMaster1.xml" Id="R62029a1016e644e2" /></Relationships>
</file>

<file path=ppt/main_figures/Fig11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363750-E8C1-48CC-A2F4-596EC3698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302933"/>
            <a:ext cx="975360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011478-9597-40C0-BA18-6183162B1C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352800"/>
            <a:ext cx="853440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1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5EC1F3-E11C-4FF0-9161-D6AC16A61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40000"/>
            <a:ext cx="975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1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186D6A-255C-495C-98A2-C08CEDB14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5925DF-C8FA-482F-9624-CDD8CE9879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108204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1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58ADF9-CDE2-4B53-BD5D-CE46F7C10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FBF0DE-68F3-43BB-A401-18B61CD3F1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BB1764-F501-46B7-9B08-E8F8251C85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1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7C636F-8388-4E24-A1CF-6D1FACB18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B2933B-1A8F-4B02-AFF2-EE0AB33B2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1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1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1/ppt/slideMasters/theme/theme2.xml" Id="R5b4996d04d0148a9" /><Relationship Type="http://schemas.openxmlformats.org/officeDocument/2006/relationships/slideLayout" Target="/ppt/main_figures/Fig11/ppt/slideLayouts/slideLayout1.xml" Id="R8264b97ccf1b4e53" /><Relationship Type="http://schemas.openxmlformats.org/officeDocument/2006/relationships/slideLayout" Target="/ppt/main_figures/Fig11/ppt/slideLayouts/slideLayout2.xml" Id="Rfcd81d8e85a84dbb" /><Relationship Type="http://schemas.openxmlformats.org/officeDocument/2006/relationships/slideLayout" Target="/ppt/main_figures/Fig11/ppt/slideLayouts/slideLayout3.xml" Id="R35877986abac4689" /><Relationship Type="http://schemas.openxmlformats.org/officeDocument/2006/relationships/slideLayout" Target="/ppt/main_figures/Fig11/ppt/slideLayouts/slideLayout4.xml" Id="R60c365b5a99649fc" /><Relationship Type="http://schemas.openxmlformats.org/officeDocument/2006/relationships/slideLayout" Target="/ppt/main_figures/Fig11/ppt/slideLayouts/slideLayout5.xml" Id="R033f91865bb04a6f" /><Relationship Type="http://schemas.openxmlformats.org/officeDocument/2006/relationships/slideLayout" Target="/ppt/main_figures/Fig11/ppt/slideLayouts/slideLayout6.xml" Id="R46e85dbc4f7d4eab" /></Relationships>
</file>

<file path=ppt/main_figures/Fig11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64b97ccf1b4e53"/>
    <p:sldLayoutId xmlns:r="http://schemas.openxmlformats.org/officeDocument/2006/relationships" id="2147483650" r:id="Rfcd81d8e85a84dbb"/>
    <p:sldLayoutId xmlns:r="http://schemas.openxmlformats.org/officeDocument/2006/relationships" id="2147483651" r:id="R35877986abac4689"/>
    <p:sldLayoutId xmlns:r="http://schemas.openxmlformats.org/officeDocument/2006/relationships" id="2147483652" r:id="R60c365b5a99649fc"/>
    <p:sldLayoutId xmlns:r="http://schemas.openxmlformats.org/officeDocument/2006/relationships" id="2147483653" r:id="R033f91865bb04a6f"/>
    <p:sldLayoutId xmlns:r="http://schemas.openxmlformats.org/officeDocument/2006/relationships" id="2147483654" r:id="R46e85dbc4f7d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1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1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1/ppt/slideLayouts/slideLayout6.xml" Id="Rc733bbc4797d4c90" /><Relationship Type="http://schemas.openxmlformats.org/officeDocument/2006/relationships/image" Target="/ppt/main_figures/Fig11/ppt/media/image.png" Id="R7deccdfabbe146db" /><Relationship Type="http://schemas.openxmlformats.org/officeDocument/2006/relationships/image" Target="/ppt/main_figures/Fig11/ppt/media/image2.png" Id="Rad342a28f4534a74" /><Relationship Type="http://schemas.openxmlformats.org/officeDocument/2006/relationships/image" Target="/ppt/main_figures/Fig11/ppt/media/image3.png" Id="R1dcf84dedf884e99" /><Relationship Type="http://schemas.openxmlformats.org/officeDocument/2006/relationships/image" Target="/ppt/main_figures/Fig11/ppt/media/image4.png" Id="Rfa69b1c36212470f" /><Relationship Type="http://schemas.openxmlformats.org/officeDocument/2006/relationships/image" Target="/ppt/main_figures/Fig11/ppt/media/image5.png" Id="Rb152f33f48374af8" /><Relationship Type="http://schemas.openxmlformats.org/officeDocument/2006/relationships/notesSlide" Target="/ppt/main_figures/Fig11/ppt/notesSlides/notesSlide1.xml" Id="R4d08718a64124769" /></Relationships>
</file>

<file path=ppt/main_figures/Fig11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xt_000">
            <a:extLst xmlns:a="http://schemas.openxmlformats.org/drawingml/2006/main">
              <a:ext uri="{FF2B5EF4-FFF2-40B4-BE49-F238E27FC236}">
                <a16:creationId xmlns:a16="http://schemas.microsoft.com/office/drawing/2014/main" id="{C42488CF-0D2B-47D1-9698-7F1D612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EB122-36CB-4C20-A7DD-79039C689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ccdfabbe146db"/>
          <a:stretch xmlns:a="http://schemas.openxmlformats.org/drawingml/2006/main"/>
        </p:blipFill>
        <p:spPr>
          <a:xfrm xmlns:a="http://schemas.openxmlformats.org/drawingml/2006/main">
            <a:off x="590689" y="495300"/>
            <a:ext cx="5257522" cy="1724025"/>
          </a:xfrm>
          <a:prstGeom xmlns:a="http://schemas.openxmlformats.org/drawingml/2006/main" prst="rect">
            <a:avLst/>
          </a:prstGeom>
        </p:spPr>
      </p:pic>
      <p:sp>
        <p:nvSpPr>
          <p:cNvPr id="3" name="rect_002">
            <a:extLst xmlns:a="http://schemas.openxmlformats.org/drawingml/2006/main">
              <a:ext uri="{FF2B5EF4-FFF2-40B4-BE49-F238E27FC236}">
                <a16:creationId xmlns:a16="http://schemas.microsoft.com/office/drawing/2014/main" id="{7EABF324-3D12-4A74-A67E-17B0516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BC7CDD5B-86B1-41B0-9811-24D1A896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74BB8BE4-B488-4BC1-931A-C11723F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5697A2F8-7120-45A4-8CA2-3644DD76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BE1FD2F2-1D14-4E7D-A91C-B4344D7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BF37681B-5335-49FC-B184-394E9CAB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83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058F38C9-F49D-4393-8DAD-73A7FF4D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73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1D8A6A0C-BC23-4393-8B1A-8E044B8C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8C95F5B4-995D-4AD4-AA3A-3FBA281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C6E0FCF6-7FA5-4244-BD28-33B0F706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4B07D-3ED5-4E2A-AEBA-2B3DACAAC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42a28f4534a74"/>
          <a:stretch xmlns:a="http://schemas.openxmlformats.org/drawingml/2006/main"/>
        </p:blipFill>
        <p:spPr>
          <a:xfrm xmlns:a="http://schemas.openxmlformats.org/drawingml/2006/main">
            <a:off x="6667500" y="49532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14" name="rect_013">
            <a:extLst xmlns:a="http://schemas.openxmlformats.org/drawingml/2006/main">
              <a:ext uri="{FF2B5EF4-FFF2-40B4-BE49-F238E27FC236}">
                <a16:creationId xmlns:a16="http://schemas.microsoft.com/office/drawing/2014/main" id="{875A666A-19DD-4B84-8408-D7A5899F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 xmlns:a="http://schemas.openxmlformats.org/drawingml/2006/main">
              <a:ext uri="{FF2B5EF4-FFF2-40B4-BE49-F238E27FC236}">
                <a16:creationId xmlns:a16="http://schemas.microsoft.com/office/drawing/2014/main" id="{0A328F9F-3245-4AAA-8FF2-9CEBB1B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49A96A6F-FA40-46BF-B8F0-5F1F94F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EF096799-9D8F-449A-A35E-72202482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05B5F4CF-D11F-4B09-A24D-EB80085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651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A48BB362-E4B3-4BD3-A39E-E5E7F25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778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FDA6B6DD-C727-43BA-BE9F-4C246E27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6685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CF9E49E6-BF28-46BF-94DD-47B27AD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D51EFA7D-DD52-44FB-962F-FC03ACE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22DF3CC4-AAEC-4D75-B496-0C59EE7C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C096D-96B7-43BE-922A-56FBB9D84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f84dedf884e99"/>
          <a:stretch xmlns:a="http://schemas.openxmlformats.org/drawingml/2006/main"/>
        </p:blipFill>
        <p:spPr>
          <a:xfrm xmlns:a="http://schemas.openxmlformats.org/drawingml/2006/main">
            <a:off x="59055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25" name="rect_024">
            <a:extLst xmlns:a="http://schemas.openxmlformats.org/drawingml/2006/main">
              <a:ext uri="{FF2B5EF4-FFF2-40B4-BE49-F238E27FC236}">
                <a16:creationId xmlns:a16="http://schemas.microsoft.com/office/drawing/2014/main" id="{EE93AA1C-60DB-49F1-AC0A-DA1B4180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BAD7A543-9A72-4BB7-B39A-F3D64C3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305F944D-EB3E-4518-867A-BE9099F7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27DF4418-8129-474E-94A7-E5EED3AB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text_028">
            <a:extLst xmlns:a="http://schemas.openxmlformats.org/drawingml/2006/main">
              <a:ext uri="{FF2B5EF4-FFF2-40B4-BE49-F238E27FC236}">
                <a16:creationId xmlns:a16="http://schemas.microsoft.com/office/drawing/2014/main" id="{675159B8-7824-4F2C-9A2E-F4CF490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79DEC6BF-CB1C-4AD5-B389-E69FBCD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83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74013D72-50C5-4755-BE27-A6CC2D83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73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234024EA-1D05-49DE-B0DC-E97F3291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C7608E75-E293-4A9F-9222-D17ECFD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02B7FFAC-9A61-4B3D-9218-64BD3361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RG-MTM-R20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06F1F-D896-40B6-A493-37048A649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9b1c36212470f"/>
          <a:stretch xmlns:a="http://schemas.openxmlformats.org/drawingml/2006/main"/>
        </p:blipFill>
        <p:spPr>
          <a:xfrm xmlns:a="http://schemas.openxmlformats.org/drawingml/2006/main">
            <a:off x="666750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36" name="rect_035">
            <a:extLst xmlns:a="http://schemas.openxmlformats.org/drawingml/2006/main">
              <a:ext uri="{FF2B5EF4-FFF2-40B4-BE49-F238E27FC236}">
                <a16:creationId xmlns:a16="http://schemas.microsoft.com/office/drawing/2014/main" id="{361CD871-A634-4B25-9DDF-26DC0ED4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695F691E-9174-487C-B990-C3DFA51F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A27796D3-E76B-4F11-9D3C-5F493293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2F0EDE5E-5A60-42CE-ABB0-6BAE97A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9AA72BB1-FEA5-428D-86C5-19C7B88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651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39B37A4D-4449-4A91-9327-F97A1CC1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778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2" name="text_041">
            <a:extLst xmlns:a="http://schemas.openxmlformats.org/drawingml/2006/main">
              <a:ext uri="{FF2B5EF4-FFF2-40B4-BE49-F238E27FC236}">
                <a16:creationId xmlns:a16="http://schemas.microsoft.com/office/drawing/2014/main" id="{CF26BFA1-0F41-42E1-9220-A93E7CA7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6685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6D231804-F308-4B37-BA7D-F5C8E0D0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7C834207-4DBF-47DA-8CCD-A07C8D8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FDB5E6-A753-40DB-8A86-5F951F6D6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2f33f48374af8"/>
          <a:stretch xmlns:a="http://schemas.openxmlformats.org/drawingml/2006/main"/>
        </p:blipFill>
        <p:spPr>
          <a:xfrm xmlns:a="http://schemas.openxmlformats.org/drawingml/2006/main">
            <a:off x="3143250" y="5505450"/>
            <a:ext cx="5429250" cy="104775"/>
          </a:xfrm>
          <a:prstGeom xmlns:a="http://schemas.openxmlformats.org/drawingml/2006/main" prst="rect">
            <a:avLst/>
          </a:prstGeom>
        </p:spPr>
      </p:pic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A465FBE8-D340-48B9-99B1-52280691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29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148.23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4EF4AB76-C353-4ADF-8CFC-FAEB998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307.68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A727A37A-048C-4F09-B799-396E36CD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62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olr scalar values</a:t>
            </a:r>
          </a:p>
        </p:txBody>
      </p:sp>
    </p:spTree>
    <p:extLst>
      <p:ext uri="{BB962C8B-B14F-4D97-AF65-F5344CB8AC3E}">
        <p14:creationId xmlns:p14="http://schemas.microsoft.com/office/powerpoint/2010/main" val="2128330649"/>
      </p:ext>
    </p:extLst>
  </p:cSld>
</p:sld>
</file>

<file path=ppt/main_figures/Fig11/ppt/tableStyles.xml><?xml version="1.0" encoding="utf-8"?>
<a:tblStyleLst xmlns:a="http://schemas.openxmlformats.org/drawingml/2006/main" def="{5C22544A-7EE6-4342-B048-85BDC9FD1C3A}"/>
</file>

<file path=ppt/main_figures/Fig11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2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2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2026-10-23T03:03:25.0250000Z</dcterms:created>
  <dcterms:modified xsi:type="dcterms:W3CDTF">2026-10-23T03:03:25.0250000Z</dcterms:modified>
</coreProperties>
</file>

<file path=ppt/main_figures/Fig12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2/ppt/theme/theme1.xml" Id="Rf3183fe96e6940e7" /><Relationship Type="http://schemas.openxmlformats.org/officeDocument/2006/relationships/slideMaster" Target="/ppt/main_figures/Fig12/ppt/slideMasters/slideMaster1.xml" Id="R8c3bf4271f734b75" /><Relationship Type="http://schemas.openxmlformats.org/officeDocument/2006/relationships/notesMaster" Target="/ppt/main_figures/Fig12/ppt/notesMasters/notesMaster1.xml" Id="Rfe84e0f27aaf418a" /><Relationship Type="http://schemas.openxmlformats.org/officeDocument/2006/relationships/presProps" Target="/ppt/main_figures/Fig12/ppt/presProps.xml" Id="Ra96e570766734b20" /><Relationship Type="http://schemas.openxmlformats.org/officeDocument/2006/relationships/tableStyles" Target="/ppt/main_figures/Fig12/ppt/tableStyles.xml" Id="R50d35a720b534a3c" /><Relationship Type="http://schemas.openxmlformats.org/officeDocument/2006/relationships/slide" Target="/ppt/main_figures/Fig12/ppt/slides/slide1.xml" Id="Rc74487e3a2ca4136" /></Relationships>
</file>

<file path=ppt/main_figures/Fig12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2/ppt/notesMasters/theme/theme3.xml" Id="R88fb9d0e82bc4d63" /></Relationships>
</file>

<file path=ppt/main_figures/Fig12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2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2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2/ppt/slides/slide1.xml" Id="R6afcc4e146ea4bc9" /><Relationship Type="http://schemas.openxmlformats.org/officeDocument/2006/relationships/notesMaster" Target="/ppt/main_figures/Fig12/ppt/notesMasters/notesMaster1.xml" Id="Rce2bceaab48045f8" /></Relationships>
</file>

<file path=ppt/main_figures/Fig12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2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2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bf4271f734b75"/>
  </p:sldMasterIdLst>
  <p:notesMasterIdLst>
    <p:notesMasterId xmlns:r="http://schemas.openxmlformats.org/officeDocument/2006/relationships" r:id="Rfe84e0f27aaf418a"/>
  </p:notesMasterIdLst>
  <p:sldIdLst>
    <p:sldId xmlns:r="http://schemas.openxmlformats.org/officeDocument/2006/relationships" id="256" r:id="Rc74487e3a2ca4136"/>
  </p:sldIdLst>
  <p:sldSz cx="12192000" cy="6096000"/>
  <p:notesSz cx="6858000" cy="9144000"/>
</p:presentation>
</file>

<file path=ppt/main_figures/Fig12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2/ppt/slideMasters/slideMaster1.xml" Id="R07cd64bd4ef54157" /></Relationships>
</file>

<file path=ppt/main_figures/Fig12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2/ppt/slideMasters/slideMaster1.xml" Id="R959e69cac1bc49c1" /></Relationships>
</file>

<file path=ppt/main_figures/Fig12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2/ppt/slideMasters/slideMaster1.xml" Id="Rd05a4b7c57394119" /></Relationships>
</file>

<file path=ppt/main_figures/Fig12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2/ppt/slideMasters/slideMaster1.xml" Id="Rad89cb735154426c" /></Relationships>
</file>

<file path=ppt/main_figures/Fig12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2/ppt/slideMasters/slideMaster1.xml" Id="R922508582cf54b34" /></Relationships>
</file>

<file path=ppt/main_figures/Fig12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2/ppt/slideMasters/slideMaster1.xml" Id="R0ea988ad68f04aa3" /></Relationships>
</file>

<file path=ppt/main_figures/Fig12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3821E-F8AC-4AB5-A7DD-0216971E9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302933"/>
            <a:ext cx="975360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28BB1A-470F-4D22-86F2-5148D5366C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352800"/>
            <a:ext cx="853440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2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36BD34-1BBE-4C2F-808F-18151C718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40000"/>
            <a:ext cx="975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2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AA30D2-7385-45C2-B2D0-6C37368214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AC35B6-39B8-4365-9CDB-3DBE066CD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108204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2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56B18A-964E-4B6E-8D0C-4C485FDB4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1532D8-A586-40BE-8E6A-CB7E2CC02F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EEA868-AE1D-4BD0-A93E-81EB589620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2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AC677F-3CD5-4159-ACB5-0E08BE73B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43E197-36BB-41B9-BE27-6D7C4C278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2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2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2/ppt/slideMasters/theme/theme2.xml" Id="R3e72db59f7784c2a" /><Relationship Type="http://schemas.openxmlformats.org/officeDocument/2006/relationships/slideLayout" Target="/ppt/main_figures/Fig12/ppt/slideLayouts/slideLayout1.xml" Id="R1773367793c04eb7" /><Relationship Type="http://schemas.openxmlformats.org/officeDocument/2006/relationships/slideLayout" Target="/ppt/main_figures/Fig12/ppt/slideLayouts/slideLayout2.xml" Id="R94ed6cb6ec38493b" /><Relationship Type="http://schemas.openxmlformats.org/officeDocument/2006/relationships/slideLayout" Target="/ppt/main_figures/Fig12/ppt/slideLayouts/slideLayout3.xml" Id="Rd3733c262b074ad3" /><Relationship Type="http://schemas.openxmlformats.org/officeDocument/2006/relationships/slideLayout" Target="/ppt/main_figures/Fig12/ppt/slideLayouts/slideLayout4.xml" Id="R0c6f8449f8d845d2" /><Relationship Type="http://schemas.openxmlformats.org/officeDocument/2006/relationships/slideLayout" Target="/ppt/main_figures/Fig12/ppt/slideLayouts/slideLayout5.xml" Id="R2b7e6b992e7f4577" /><Relationship Type="http://schemas.openxmlformats.org/officeDocument/2006/relationships/slideLayout" Target="/ppt/main_figures/Fig12/ppt/slideLayouts/slideLayout6.xml" Id="R5e893a2a5caa4c98" /></Relationships>
</file>

<file path=ppt/main_figures/Fig12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3367793c04eb7"/>
    <p:sldLayoutId xmlns:r="http://schemas.openxmlformats.org/officeDocument/2006/relationships" id="2147483650" r:id="R94ed6cb6ec38493b"/>
    <p:sldLayoutId xmlns:r="http://schemas.openxmlformats.org/officeDocument/2006/relationships" id="2147483651" r:id="Rd3733c262b074ad3"/>
    <p:sldLayoutId xmlns:r="http://schemas.openxmlformats.org/officeDocument/2006/relationships" id="2147483652" r:id="R0c6f8449f8d845d2"/>
    <p:sldLayoutId xmlns:r="http://schemas.openxmlformats.org/officeDocument/2006/relationships" id="2147483653" r:id="R2b7e6b992e7f4577"/>
    <p:sldLayoutId xmlns:r="http://schemas.openxmlformats.org/officeDocument/2006/relationships" id="2147483654" r:id="R5e893a2a5caa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2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2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2/ppt/slideLayouts/slideLayout6.xml" Id="R20dfa6524e5e4b05" /><Relationship Type="http://schemas.openxmlformats.org/officeDocument/2006/relationships/image" Target="/ppt/main_figures/Fig12/ppt/media/image.png" Id="R662908c2fdea4872" /><Relationship Type="http://schemas.openxmlformats.org/officeDocument/2006/relationships/image" Target="/ppt/main_figures/Fig12/ppt/media/image2.png" Id="R661af980363e4a82" /><Relationship Type="http://schemas.openxmlformats.org/officeDocument/2006/relationships/image" Target="/ppt/main_figures/Fig12/ppt/media/image3.png" Id="Rde46d33e57d149a5" /><Relationship Type="http://schemas.openxmlformats.org/officeDocument/2006/relationships/image" Target="/ppt/main_figures/Fig12/ppt/media/image4.png" Id="R558bb6f09cc84d6e" /><Relationship Type="http://schemas.openxmlformats.org/officeDocument/2006/relationships/image" Target="/ppt/main_figures/Fig12/ppt/media/image5.png" Id="R978ea9051e424c18" /><Relationship Type="http://schemas.openxmlformats.org/officeDocument/2006/relationships/notesSlide" Target="/ppt/main_figures/Fig12/ppt/notesSlides/notesSlide1.xml" Id="R1dd68700691b4b3d" /></Relationships>
</file>

<file path=ppt/main_figures/Fig12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_000">
            <a:extLst xmlns:a="http://schemas.openxmlformats.org/drawingml/2006/main">
              <a:ext uri="{FF2B5EF4-FFF2-40B4-BE49-F238E27FC236}">
                <a16:creationId xmlns:a16="http://schemas.microsoft.com/office/drawing/2014/main" id="{CAAE7DDE-9B1B-4DF0-B0D8-36746F36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94579-9B01-4903-9C52-6D6800F4C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908c2fdea4872"/>
          <a:stretch xmlns:a="http://schemas.openxmlformats.org/drawingml/2006/main"/>
        </p:blipFill>
        <p:spPr>
          <a:xfrm xmlns:a="http://schemas.openxmlformats.org/drawingml/2006/main">
            <a:off x="590689" y="495300"/>
            <a:ext cx="5257522" cy="1724025"/>
          </a:xfrm>
          <a:prstGeom xmlns:a="http://schemas.openxmlformats.org/drawingml/2006/main" prst="rect">
            <a:avLst/>
          </a:prstGeom>
        </p:spPr>
      </p:pic>
      <p:sp>
        <p:nvSpPr>
          <p:cNvPr id="3" name="rect_002">
            <a:extLst xmlns:a="http://schemas.openxmlformats.org/drawingml/2006/main">
              <a:ext uri="{FF2B5EF4-FFF2-40B4-BE49-F238E27FC236}">
                <a16:creationId xmlns:a16="http://schemas.microsoft.com/office/drawing/2014/main" id="{AA68967B-3BB6-48A9-A4A3-AA7E930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18DF7AA8-471C-495D-AF19-5B1CC7D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FC10EF5E-1C94-46B9-B362-C50DCDAC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824CBFF6-B9F7-480D-870F-6ECF13A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CD335EE8-75A1-41D9-A9E6-4627BBC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3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109DA7CE-5E89-4EB0-8B55-1AEC1FD0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2537243E-42CC-47A1-9647-A896305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46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BBD2865D-60D6-4A9D-9C69-BE38CA5F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FBD5B1EF-5ECB-4320-8974-BFEE5DF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36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FDC5CFCD-BB44-41A3-B660-75ADD0A5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13" name="text_012">
            <a:extLst xmlns:a="http://schemas.openxmlformats.org/drawingml/2006/main">
              <a:ext uri="{FF2B5EF4-FFF2-40B4-BE49-F238E27FC236}">
                <a16:creationId xmlns:a16="http://schemas.microsoft.com/office/drawing/2014/main" id="{BE76C5C4-80EA-4375-A498-3ADA8A7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14" name="text_013">
            <a:extLst xmlns:a="http://schemas.openxmlformats.org/drawingml/2006/main">
              <a:ext uri="{FF2B5EF4-FFF2-40B4-BE49-F238E27FC236}">
                <a16:creationId xmlns:a16="http://schemas.microsoft.com/office/drawing/2014/main" id="{27B038FF-1A88-4697-966B-376185C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05738-1866-4B2F-B543-ABFF3C76B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af980363e4a82"/>
          <a:stretch xmlns:a="http://schemas.openxmlformats.org/drawingml/2006/main"/>
        </p:blipFill>
        <p:spPr>
          <a:xfrm xmlns:a="http://schemas.openxmlformats.org/drawingml/2006/main">
            <a:off x="6667500" y="49532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16" name="rect_015">
            <a:extLst xmlns:a="http://schemas.openxmlformats.org/drawingml/2006/main">
              <a:ext uri="{FF2B5EF4-FFF2-40B4-BE49-F238E27FC236}">
                <a16:creationId xmlns:a16="http://schemas.microsoft.com/office/drawing/2014/main" id="{05991325-FC23-4040-A16E-384E00B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2A03A374-7979-4D3B-8684-A89BC3C3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20F69B2A-3D74-44C7-8584-4B0AACA8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769C5230-1633-4F3B-A8C0-6CCED5A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0BF318F9-A3B1-4C8D-A682-2765838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988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7C70F633-7763-4958-BB55-00FFAA96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3CC442E5-27D8-40B5-B8BB-4E2AF98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41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8F1C3DC8-1ED7-45B4-B59A-97B9FD6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24" name="text_023">
            <a:extLst xmlns:a="http://schemas.openxmlformats.org/drawingml/2006/main">
              <a:ext uri="{FF2B5EF4-FFF2-40B4-BE49-F238E27FC236}">
                <a16:creationId xmlns:a16="http://schemas.microsoft.com/office/drawing/2014/main" id="{055CF76B-DB99-4DFF-83AE-15A4906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31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25" name="text_024">
            <a:extLst xmlns:a="http://schemas.openxmlformats.org/drawingml/2006/main">
              <a:ext uri="{FF2B5EF4-FFF2-40B4-BE49-F238E27FC236}">
                <a16:creationId xmlns:a16="http://schemas.microsoft.com/office/drawing/2014/main" id="{3E0DB723-3308-4534-A5D6-939C8675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16546757-B7B3-482A-BD93-508B228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9DF0850B-5D13-4540-9336-A8F0609A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5A983-2F7C-476B-BD46-F8BDFAE78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6d33e57d149a5"/>
          <a:stretch xmlns:a="http://schemas.openxmlformats.org/drawingml/2006/main"/>
        </p:blipFill>
        <p:spPr>
          <a:xfrm xmlns:a="http://schemas.openxmlformats.org/drawingml/2006/main">
            <a:off x="59055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29" name="rect_028">
            <a:extLst xmlns:a="http://schemas.openxmlformats.org/drawingml/2006/main">
              <a:ext uri="{FF2B5EF4-FFF2-40B4-BE49-F238E27FC236}">
                <a16:creationId xmlns:a16="http://schemas.microsoft.com/office/drawing/2014/main" id="{7D19F089-EAFE-4F6B-800E-9B5D0F5C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669BAAA1-7F40-417C-9458-6AAC76D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8C4DB7DC-9D27-4CE9-87D2-85F2A885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D8EF6089-3651-41A8-AAFB-143FD4D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0ED1F48B-5A2E-4361-B3FB-B4B58238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3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3E3D79CD-CA31-40E4-BE54-984931B8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35" name="text_034">
            <a:extLst xmlns:a="http://schemas.openxmlformats.org/drawingml/2006/main">
              <a:ext uri="{FF2B5EF4-FFF2-40B4-BE49-F238E27FC236}">
                <a16:creationId xmlns:a16="http://schemas.microsoft.com/office/drawing/2014/main" id="{C958199F-85F7-49C4-8204-DAD8398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746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36" name="text_035">
            <a:extLst xmlns:a="http://schemas.openxmlformats.org/drawingml/2006/main">
              <a:ext uri="{FF2B5EF4-FFF2-40B4-BE49-F238E27FC236}">
                <a16:creationId xmlns:a16="http://schemas.microsoft.com/office/drawing/2014/main" id="{C0AEDB19-83B3-4D14-838D-A330EBF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AEC1AF47-8604-4C76-ADAD-86A2618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36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02EC2CB9-CA84-48DC-9C5F-4476BEC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5661FE11-94F2-4ABE-B126-B9F61E82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8767A946-ABD6-4A59-9E45-15CE608A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RG-MTM-R20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6E46B-D678-490A-BC22-8BDB02BFC8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bb6f09cc84d6e"/>
          <a:stretch xmlns:a="http://schemas.openxmlformats.org/drawingml/2006/main"/>
        </p:blipFill>
        <p:spPr>
          <a:xfrm xmlns:a="http://schemas.openxmlformats.org/drawingml/2006/main">
            <a:off x="6667500" y="3067073"/>
            <a:ext cx="5257800" cy="1723979"/>
          </a:xfrm>
          <a:prstGeom xmlns:a="http://schemas.openxmlformats.org/drawingml/2006/main" prst="rect">
            <a:avLst/>
          </a:prstGeom>
        </p:spPr>
      </p:pic>
      <p:sp>
        <p:nvSpPr>
          <p:cNvPr id="42" name="rect_041">
            <a:extLst xmlns:a="http://schemas.openxmlformats.org/drawingml/2006/main">
              <a:ext uri="{FF2B5EF4-FFF2-40B4-BE49-F238E27FC236}">
                <a16:creationId xmlns:a16="http://schemas.microsoft.com/office/drawing/2014/main" id="{780B2575-0762-48E8-912F-81FD211D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6C1D31FA-419B-474B-AD54-385F997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CB8C005E-75C1-4FE2-81D5-E1C64A44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18A13D1C-2BE1-4EF0-97F0-5ECEBEE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30626970-2CA0-4FA8-8131-32ACDAC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988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628DC41F-632F-408D-B10A-0E81A2C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D43CDAAB-4E60-454B-913C-9262673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41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49" name="text_048">
            <a:extLst xmlns:a="http://schemas.openxmlformats.org/drawingml/2006/main">
              <a:ext uri="{FF2B5EF4-FFF2-40B4-BE49-F238E27FC236}">
                <a16:creationId xmlns:a16="http://schemas.microsoft.com/office/drawing/2014/main" id="{CC39ACD0-55A5-46AD-8B8B-5D3FA511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50" name="text_049">
            <a:extLst xmlns:a="http://schemas.openxmlformats.org/drawingml/2006/main">
              <a:ext uri="{FF2B5EF4-FFF2-40B4-BE49-F238E27FC236}">
                <a16:creationId xmlns:a16="http://schemas.microsoft.com/office/drawing/2014/main" id="{ED5E1993-F6CC-449D-B33B-C1D727D8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331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51" name="text_050">
            <a:extLst xmlns:a="http://schemas.openxmlformats.org/drawingml/2006/main">
              <a:ext uri="{FF2B5EF4-FFF2-40B4-BE49-F238E27FC236}">
                <a16:creationId xmlns:a16="http://schemas.microsoft.com/office/drawing/2014/main" id="{A562A32E-C8EE-411F-9E55-4C6623E3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52" name="text_051">
            <a:extLst xmlns:a="http://schemas.openxmlformats.org/drawingml/2006/main">
              <a:ext uri="{FF2B5EF4-FFF2-40B4-BE49-F238E27FC236}">
                <a16:creationId xmlns:a16="http://schemas.microsoft.com/office/drawing/2014/main" id="{0AF15A77-0421-4969-844D-31FAD1A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250246-F2F0-4845-8D44-E0A5FF405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ea9051e424c18"/>
          <a:stretch xmlns:a="http://schemas.openxmlformats.org/drawingml/2006/main"/>
        </p:blipFill>
        <p:spPr>
          <a:xfrm xmlns:a="http://schemas.openxmlformats.org/drawingml/2006/main">
            <a:off x="3143250" y="5505450"/>
            <a:ext cx="5429250" cy="104775"/>
          </a:xfrm>
          <a:prstGeom xmlns:a="http://schemas.openxmlformats.org/drawingml/2006/main" prst="rect">
            <a:avLst/>
          </a:prstGeom>
        </p:spPr>
      </p:pic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648045DD-94CF-4971-A58F-A6628B8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29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55" name="text_054">
            <a:extLst xmlns:a="http://schemas.openxmlformats.org/drawingml/2006/main">
              <a:ext uri="{FF2B5EF4-FFF2-40B4-BE49-F238E27FC236}">
                <a16:creationId xmlns:a16="http://schemas.microsoft.com/office/drawing/2014/main" id="{244C0306-4D4C-4426-AE27-3DE996D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162.34</a:t>
            </a:r>
          </a:p>
        </p:txBody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F6474D68-FBB7-407D-9E12-8F16E3C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62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PM2.5 concentration (ug m-3)</a:t>
            </a:r>
          </a:p>
        </p:txBody>
      </p:sp>
    </p:spTree>
    <p:extLst>
      <p:ext uri="{BB962C8B-B14F-4D97-AF65-F5344CB8AC3E}">
        <p14:creationId xmlns:p14="http://schemas.microsoft.com/office/powerpoint/2010/main" val="57874659"/>
      </p:ext>
    </p:extLst>
  </p:cSld>
</p:sld>
</file>

<file path=ppt/main_figures/Fig12/ppt/tableStyles.xml><?xml version="1.0" encoding="utf-8"?>
<a:tblStyleLst xmlns:a="http://schemas.openxmlformats.org/drawingml/2006/main" def="{5C22544A-7EE6-4342-B048-85BDC9FD1C3A}"/>
</file>

<file path=ppt/main_figures/Fig12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3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3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2026-10-23T03:03:25.4790000Z</dcterms:created>
  <dcterms:modified xsi:type="dcterms:W3CDTF">2026-10-23T03:03:25.4790000Z</dcterms:modified>
</coreProperties>
</file>

<file path=ppt/main_figures/Fig13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3/ppt/theme/theme1.xml" Id="Rf77da3d1b74d41fe" /><Relationship Type="http://schemas.openxmlformats.org/officeDocument/2006/relationships/slideMaster" Target="/ppt/main_figures/Fig13/ppt/slideMasters/slideMaster1.xml" Id="R03d6c37c284446a6" /><Relationship Type="http://schemas.openxmlformats.org/officeDocument/2006/relationships/notesMaster" Target="/ppt/main_figures/Fig13/ppt/notesMasters/notesMaster1.xml" Id="Rf27deb2b6ae547cf" /><Relationship Type="http://schemas.openxmlformats.org/officeDocument/2006/relationships/presProps" Target="/ppt/main_figures/Fig13/ppt/presProps.xml" Id="R79102ba7489b4dcd" /><Relationship Type="http://schemas.openxmlformats.org/officeDocument/2006/relationships/tableStyles" Target="/ppt/main_figures/Fig13/ppt/tableStyles.xml" Id="R537d9af4fbaf43ac" /><Relationship Type="http://schemas.openxmlformats.org/officeDocument/2006/relationships/slide" Target="/ppt/main_figures/Fig13/ppt/slides/slide1.xml" Id="Rd0760c62cb08479e" /></Relationships>
</file>

<file path=ppt/main_figures/Fig13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3/ppt/notesMasters/theme/theme3.xml" Id="R288a26af67a34e71" /></Relationships>
</file>

<file path=ppt/main_figures/Fig13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3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3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3/ppt/slides/slide1.xml" Id="R28c88d822b984621" /><Relationship Type="http://schemas.openxmlformats.org/officeDocument/2006/relationships/notesMaster" Target="/ppt/main_figures/Fig13/ppt/notesMasters/notesMaster1.xml" Id="Rff75e4c6752748bd" /></Relationships>
</file>

<file path=ppt/main_figures/Fig13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3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3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d6c37c284446a6"/>
  </p:sldMasterIdLst>
  <p:notesMasterIdLst>
    <p:notesMasterId xmlns:r="http://schemas.openxmlformats.org/officeDocument/2006/relationships" r:id="Rf27deb2b6ae547cf"/>
  </p:notesMasterIdLst>
  <p:sldIdLst>
    <p:sldId xmlns:r="http://schemas.openxmlformats.org/officeDocument/2006/relationships" id="256" r:id="Rd0760c62cb08479e"/>
  </p:sldIdLst>
  <p:sldSz cx="12192000" cy="6096000"/>
  <p:notesSz cx="6858000" cy="9144000"/>
</p:presentation>
</file>

<file path=ppt/main_figures/Fig13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3/ppt/slideMasters/slideMaster1.xml" Id="R9b025b81233845fb" /></Relationships>
</file>

<file path=ppt/main_figures/Fig13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3/ppt/slideMasters/slideMaster1.xml" Id="R52d85373448b41c8" /></Relationships>
</file>

<file path=ppt/main_figures/Fig13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3/ppt/slideMasters/slideMaster1.xml" Id="R56a57f2eae2445da" /></Relationships>
</file>

<file path=ppt/main_figures/Fig13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3/ppt/slideMasters/slideMaster1.xml" Id="R8e322ab11543464e" /></Relationships>
</file>

<file path=ppt/main_figures/Fig13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3/ppt/slideMasters/slideMaster1.xml" Id="R8f3d1f33ffce42b7" /></Relationships>
</file>

<file path=ppt/main_figures/Fig13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3/ppt/slideMasters/slideMaster1.xml" Id="Rd143301da1364ea4" /></Relationships>
</file>

<file path=ppt/main_figures/Fig13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F6CDB8-4672-435F-9C33-DCA4CC3ED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302933"/>
            <a:ext cx="975360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8ADF4A-7F5F-45EC-B891-2606544918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352800"/>
            <a:ext cx="853440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3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FE48A8-BAA5-4E7C-A8EC-4139C437F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40000"/>
            <a:ext cx="97536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3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0EC1A9-BC41-4AE9-9D3A-4E2161101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1226C-AF05-44AD-B90A-DDF75F91D9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108204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3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D3631A-3145-42E1-BD89-ABCF3B1FF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7F27EB-EB46-4189-B562-3FB1B7A305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CB5EE4-BBD1-48FD-AC55-177E7F5635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3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0C8494-9619-4C57-A60C-45B7122BC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74133"/>
            <a:ext cx="1082040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4A77E1-B8CE-4A9D-9205-06AB8690E1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693333"/>
            <a:ext cx="502920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3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3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3/ppt/slideMasters/theme/theme2.xml" Id="Re7056fedd341491c" /><Relationship Type="http://schemas.openxmlformats.org/officeDocument/2006/relationships/slideLayout" Target="/ppt/main_figures/Fig13/ppt/slideLayouts/slideLayout1.xml" Id="R4abc77ec853742bf" /><Relationship Type="http://schemas.openxmlformats.org/officeDocument/2006/relationships/slideLayout" Target="/ppt/main_figures/Fig13/ppt/slideLayouts/slideLayout2.xml" Id="R6c0baac560944d87" /><Relationship Type="http://schemas.openxmlformats.org/officeDocument/2006/relationships/slideLayout" Target="/ppt/main_figures/Fig13/ppt/slideLayouts/slideLayout3.xml" Id="R95e1da1a665a4588" /><Relationship Type="http://schemas.openxmlformats.org/officeDocument/2006/relationships/slideLayout" Target="/ppt/main_figures/Fig13/ppt/slideLayouts/slideLayout4.xml" Id="R42e8c0ad04754548" /><Relationship Type="http://schemas.openxmlformats.org/officeDocument/2006/relationships/slideLayout" Target="/ppt/main_figures/Fig13/ppt/slideLayouts/slideLayout5.xml" Id="R185dd98755d343af" /><Relationship Type="http://schemas.openxmlformats.org/officeDocument/2006/relationships/slideLayout" Target="/ppt/main_figures/Fig13/ppt/slideLayouts/slideLayout6.xml" Id="R6d4be8803af74932" /></Relationships>
</file>

<file path=ppt/main_figures/Fig13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bc77ec853742bf"/>
    <p:sldLayoutId xmlns:r="http://schemas.openxmlformats.org/officeDocument/2006/relationships" id="2147483650" r:id="R6c0baac560944d87"/>
    <p:sldLayoutId xmlns:r="http://schemas.openxmlformats.org/officeDocument/2006/relationships" id="2147483651" r:id="R95e1da1a665a4588"/>
    <p:sldLayoutId xmlns:r="http://schemas.openxmlformats.org/officeDocument/2006/relationships" id="2147483652" r:id="R42e8c0ad04754548"/>
    <p:sldLayoutId xmlns:r="http://schemas.openxmlformats.org/officeDocument/2006/relationships" id="2147483653" r:id="R185dd98755d343af"/>
    <p:sldLayoutId xmlns:r="http://schemas.openxmlformats.org/officeDocument/2006/relationships" id="2147483654" r:id="R6d4be8803af7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3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3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3/ppt/slideLayouts/slideLayout6.xml" Id="R4c976950f8dc4b79" /><Relationship Type="http://schemas.openxmlformats.org/officeDocument/2006/relationships/image" Target="/ppt/main_figures/Fig13/ppt/media/image.png" Id="R25f13e54251b4f66" /><Relationship Type="http://schemas.openxmlformats.org/officeDocument/2006/relationships/image" Target="/ppt/main_figures/Fig13/ppt/media/image2.png" Id="Rfdb97cf3c4714c85" /><Relationship Type="http://schemas.openxmlformats.org/officeDocument/2006/relationships/image" Target="/ppt/main_figures/Fig13/ppt/media/image3.png" Id="R7d5d1cc8e5fb4631" /><Relationship Type="http://schemas.openxmlformats.org/officeDocument/2006/relationships/image" Target="/ppt/main_figures/Fig13/ppt/media/image4.png" Id="R3b3aa8a1c605457d" /><Relationship Type="http://schemas.openxmlformats.org/officeDocument/2006/relationships/image" Target="/ppt/main_figures/Fig13/ppt/media/image5.png" Id="R06df5b6ddb0b453f" /><Relationship Type="http://schemas.openxmlformats.org/officeDocument/2006/relationships/notesSlide" Target="/ppt/main_figures/Fig13/ppt/notesSlides/notesSlide1.xml" Id="Ra9df9cdcbe4044a4" /></Relationships>
</file>

<file path=ppt/main_figures/Fig13/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xt_000">
            <a:extLst xmlns:a="http://schemas.openxmlformats.org/drawingml/2006/main">
              <a:ext uri="{FF2B5EF4-FFF2-40B4-BE49-F238E27FC236}">
                <a16:creationId xmlns:a16="http://schemas.microsoft.com/office/drawing/2014/main" id="{ABCB0733-2094-4C67-B0AC-8A1B307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06C44-86D2-421B-804E-26A0C072E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13e54251b4f66"/>
          <a:stretch xmlns:a="http://schemas.openxmlformats.org/drawingml/2006/main"/>
        </p:blipFill>
        <p:spPr>
          <a:xfrm xmlns:a="http://schemas.openxmlformats.org/drawingml/2006/main">
            <a:off x="590550" y="495300"/>
            <a:ext cx="5257800" cy="1724025"/>
          </a:xfrm>
          <a:prstGeom xmlns:a="http://schemas.openxmlformats.org/drawingml/2006/main" prst="rect">
            <a:avLst/>
          </a:prstGeom>
        </p:spPr>
      </p:pic>
      <p:sp>
        <p:nvSpPr>
          <p:cNvPr id="3" name="rect_002">
            <a:extLst xmlns:a="http://schemas.openxmlformats.org/drawingml/2006/main">
              <a:ext uri="{FF2B5EF4-FFF2-40B4-BE49-F238E27FC236}">
                <a16:creationId xmlns:a16="http://schemas.microsoft.com/office/drawing/2014/main" id="{E5656C1C-67BE-400A-B9A8-155324D8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C60B6555-ECFA-484E-87CC-806CE86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564DD024-F355-4172-9DCC-020BDEB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F9F06511-D45F-4435-A108-07172D9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8E17B516-27B1-4D69-B424-F0DFF84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5DA18059-86A6-4B4F-AC77-C238990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8927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B4AEC2CF-2C75-451D-AC50-829FB35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828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795F0BBA-F384-4B64-8B0E-12AFB68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00AF1283-2381-4A1A-BC1A-DD01D9ED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8011410F-B681-4C6E-AF92-9B41D8C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95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ST-MTM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E6061-4642-4F6E-8ADC-811E8A2BC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97cf3c4714c85"/>
          <a:stretch xmlns:a="http://schemas.openxmlformats.org/drawingml/2006/main"/>
        </p:blipFill>
        <p:spPr>
          <a:xfrm xmlns:a="http://schemas.openxmlformats.org/drawingml/2006/main">
            <a:off x="6667500" y="495300"/>
            <a:ext cx="5257800" cy="1724025"/>
          </a:xfrm>
          <a:prstGeom xmlns:a="http://schemas.openxmlformats.org/drawingml/2006/main" prst="rect">
            <a:avLst/>
          </a:prstGeom>
        </p:spPr>
      </p:pic>
      <p:sp>
        <p:nvSpPr>
          <p:cNvPr id="14" name="rect_013">
            <a:extLst xmlns:a="http://schemas.openxmlformats.org/drawingml/2006/main">
              <a:ext uri="{FF2B5EF4-FFF2-40B4-BE49-F238E27FC236}">
                <a16:creationId xmlns:a16="http://schemas.microsoft.com/office/drawing/2014/main" id="{7E2697DC-96AF-41C9-AAA8-CE7D6F0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9530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 xmlns:a="http://schemas.openxmlformats.org/drawingml/2006/main">
              <a:ext uri="{FF2B5EF4-FFF2-40B4-BE49-F238E27FC236}">
                <a16:creationId xmlns:a16="http://schemas.microsoft.com/office/drawing/2014/main" id="{BABB0061-7C12-460C-89EE-36CEE29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13360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29F395FC-C314-4F8E-B0CF-6F866265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127158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390F9A41-B29E-487F-8FE0-B31A60E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09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7024EDBF-D4D6-470B-9BD5-43CB6F42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423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FA1A74D4-E092-4285-B0FA-83080E06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878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AAA93DEF-407B-4393-8725-FD9C6E0D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4778" y="2266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71381659-0082-4BAE-8A4C-E36E3B9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49555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4454ED87-825B-41EB-B46C-97A13F0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571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native sample rank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2D146C65-B761-4975-B420-FC53B97B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8054E-6DF9-45DA-9F6B-B6BB76AACC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d1cc8e5fb4631"/>
          <a:stretch xmlns:a="http://schemas.openxmlformats.org/drawingml/2006/main"/>
        </p:blipFill>
        <p:spPr>
          <a:xfrm xmlns:a="http://schemas.openxmlformats.org/drawingml/2006/main">
            <a:off x="590550" y="3067056"/>
            <a:ext cx="5257800" cy="1724013"/>
          </a:xfrm>
          <a:prstGeom xmlns:a="http://schemas.openxmlformats.org/drawingml/2006/main" prst="rect">
            <a:avLst/>
          </a:prstGeom>
        </p:spPr>
      </p:pic>
      <p:sp>
        <p:nvSpPr>
          <p:cNvPr id="25" name="rect_024">
            <a:extLst xmlns:a="http://schemas.openxmlformats.org/drawingml/2006/main">
              <a:ext uri="{FF2B5EF4-FFF2-40B4-BE49-F238E27FC236}">
                <a16:creationId xmlns:a16="http://schemas.microsoft.com/office/drawing/2014/main" id="{690258B5-B1EC-46E5-9360-DC8CA434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ACA9282E-FFB9-4304-9AC9-73D5739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6B7A2866-6B70-47F8-B068-080850B1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E4BAECC9-18C2-4ED9-A20D-5DC02AD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text_028">
            <a:extLst xmlns:a="http://schemas.openxmlformats.org/drawingml/2006/main">
              <a:ext uri="{FF2B5EF4-FFF2-40B4-BE49-F238E27FC236}">
                <a16:creationId xmlns:a16="http://schemas.microsoft.com/office/drawing/2014/main" id="{AB8CBAD2-5869-42D9-9BE5-81C248DA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7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ED2564CC-9F0D-4C8B-92E3-CD1ED54E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8927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D296FE09-7136-4037-8B9C-15730D6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7828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67F74234-64A6-4382-8C51-325205AF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BFAA35E0-BA27-4412-8CA8-7EE2179C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CFF53730-0EED-4124-BE47-AB979DB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2667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RG-MTM-R20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D1946-B2D4-4C40-B322-2FD1DD4CF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aa8a1c605457d"/>
          <a:stretch xmlns:a="http://schemas.openxmlformats.org/drawingml/2006/main"/>
        </p:blipFill>
        <p:spPr>
          <a:xfrm xmlns:a="http://schemas.openxmlformats.org/drawingml/2006/main">
            <a:off x="6667500" y="3067056"/>
            <a:ext cx="5257800" cy="1724013"/>
          </a:xfrm>
          <a:prstGeom xmlns:a="http://schemas.openxmlformats.org/drawingml/2006/main" prst="rect">
            <a:avLst/>
          </a:prstGeom>
        </p:spPr>
      </p:pic>
      <p:sp>
        <p:nvSpPr>
          <p:cNvPr id="36" name="rect_035">
            <a:extLst xmlns:a="http://schemas.openxmlformats.org/drawingml/2006/main">
              <a:ext uri="{FF2B5EF4-FFF2-40B4-BE49-F238E27FC236}">
                <a16:creationId xmlns:a16="http://schemas.microsoft.com/office/drawing/2014/main" id="{6FA90B35-5D7C-4B59-8CE7-F333744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067050"/>
            <a:ext cx="52578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1363CA60-8605-48E9-9643-A4D3EF1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47053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EF2FF814-9D24-45FB-8D34-6B5B4D0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3843338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2996D46E-DA68-42B0-87C1-612A136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925" y="2981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BDFD6BF3-A44E-443C-92AC-9B545EE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423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9C576E84-4971-46F7-8558-CD3C350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5878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2" name="text_041">
            <a:extLst xmlns:a="http://schemas.openxmlformats.org/drawingml/2006/main">
              <a:ext uri="{FF2B5EF4-FFF2-40B4-BE49-F238E27FC236}">
                <a16:creationId xmlns:a16="http://schemas.microsoft.com/office/drawing/2014/main" id="{83B46BD8-42CC-4C81-89ED-54D38E78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4778" y="48387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74723579-6FD8-40A3-8FD1-978506D3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0673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4665A28E-DE5C-4242-AC02-6928E0E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2892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axis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E3E744-10B6-4D1C-A9A7-554D907D0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f5b6ddb0b453f"/>
          <a:stretch xmlns:a="http://schemas.openxmlformats.org/drawingml/2006/main"/>
        </p:blipFill>
        <p:spPr>
          <a:xfrm xmlns:a="http://schemas.openxmlformats.org/drawingml/2006/main">
            <a:off x="3143250" y="5505450"/>
            <a:ext cx="5429250" cy="104775"/>
          </a:xfrm>
          <a:prstGeom xmlns:a="http://schemas.openxmlformats.org/drawingml/2006/main" prst="rect">
            <a:avLst/>
          </a:prstGeom>
        </p:spPr>
      </p:pic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3E5BE747-2B68-4961-A7C9-426139A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29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-0.98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C2F5ADAC-9026-4E27-817A-D623031D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12.70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30A0CFE2-DF18-4F37-B3CE-2AFC4AC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762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ring scalar values</a:t>
            </a:r>
          </a:p>
        </p:txBody>
      </p:sp>
    </p:spTree>
    <p:extLst>
      <p:ext uri="{BB962C8B-B14F-4D97-AF65-F5344CB8AC3E}">
        <p14:creationId xmlns:p14="http://schemas.microsoft.com/office/powerpoint/2010/main" val="1703583791"/>
      </p:ext>
    </p:extLst>
  </p:cSld>
</p:sld>
</file>

<file path=ppt/main_figures/Fig13/ppt/tableStyles.xml><?xml version="1.0" encoding="utf-8"?>
<a:tblStyleLst xmlns:a="http://schemas.openxmlformats.org/drawingml/2006/main" def="{5C22544A-7EE6-4342-B048-85BDC9FD1C3A}"/>
</file>

<file path=ppt/main_figures/Fig13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4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4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2026-10-22T02:10:40.0190000Z</dcterms:created>
  <dcterms:modified xsi:type="dcterms:W3CDTF">2026-10-22T02:10:40.0200000Z</dcterms:modified>
</coreProperties>
</file>

<file path=ppt/main_figures/Fig14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4/ppt/theme/theme1.xml" Id="Ra5d1a334ec2a40b9" /><Relationship Type="http://schemas.openxmlformats.org/officeDocument/2006/relationships/slideMaster" Target="/ppt/main_figures/Fig14/ppt/slideMasters/slideMaster1.xml" Id="R2c951ada8d064b03" /><Relationship Type="http://schemas.openxmlformats.org/officeDocument/2006/relationships/notesMaster" Target="/ppt/main_figures/Fig14/ppt/notesMasters/notesMaster1.xml" Id="Re0b67dcc600d412a" /><Relationship Type="http://schemas.openxmlformats.org/officeDocument/2006/relationships/presProps" Target="/ppt/main_figures/Fig14/ppt/presProps.xml" Id="R5005ae1196f84284" /><Relationship Type="http://schemas.openxmlformats.org/officeDocument/2006/relationships/tableStyles" Target="/ppt/main_figures/Fig14/ppt/tableStyles.xml" Id="R7d1f5c7b9d8c405d" /><Relationship Type="http://schemas.openxmlformats.org/officeDocument/2006/relationships/slide" Target="/ppt/main_figures/Fig14/ppt/slides/slide1.xml" Id="R7b93b7e54d1a4a8f" /></Relationships>
</file>

<file path=ppt/main_figures/Fig14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4/ppt/notesMasters/theme/theme3.xml" Id="R8ea1fe6f8fbe40c1" /></Relationships>
</file>

<file path=ppt/main_figures/Fig14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4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4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4/ppt/slides/slide1.xml" Id="R55b65328a9fe4fac" /><Relationship Type="http://schemas.openxmlformats.org/officeDocument/2006/relationships/notesMaster" Target="/ppt/main_figures/Fig14/ppt/notesMasters/notesMaster1.xml" Id="R967a58760e5c4822" /></Relationships>
</file>

<file path=ppt/main_figures/Fig14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 "Nucleon", "source": "TMTM author padded 64x64 uint8 scalar slice; author commit 2c75a10ed2cd55177a25ff751e0c0a8261200717.", "result": "02-RG-MTM/results/paper1_suite/nucleon; one static frame,13 leaves,26 nodes (reference table:28 nodes).", "profiles": "Full saved arrays; source scalar recovered by -profile*247. Native axes/text are editable, profile raster layers are scientific plots of all samples. TMTM profile has4096 samples; RG32768.", "coincident_R": "All three stored R arrays are byte-for-byte equal to P; the shared curve is labelled P/R.", "scope": "Static layout test; not temporal or volumetric evidence."}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4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4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2c951ada8d064b03"/>
  </p:sldMasterIdLst>
  <p:notesMasterIdLst>
    <p:notesMasterId r:id="Re0b67dcc600d412a"/>
  </p:notesMasterIdLst>
  <p:sldIdLst>
    <p:sldId id="256" r:id="R7b93b7e54d1a4a8f"/>
  </p:sldIdLst>
  <p:sldSz cx="12801600" cy="4095750"/>
  <p:notesSz cx="6858000" cy="9144000"/>
</p:presentation>
</file>

<file path=ppt/main_figures/Fig14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4/ppt/slideMasters/slideMaster1.xml" Id="R69eae450bc1e4731" /></Relationships>
</file>

<file path=ppt/main_figures/Fig14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4/ppt/slideMasters/slideMaster1.xml" Id="R142e475567194a22" /></Relationships>
</file>

<file path=ppt/main_figures/Fig14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4/ppt/slideMasters/slideMaster1.xml" Id="R5667716d457a404b" /></Relationships>
</file>

<file path=ppt/main_figures/Fig14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4/ppt/slideMasters/slideMaster1.xml" Id="R292475cc69cb4b25" /></Relationships>
</file>

<file path=ppt/main_figures/Fig14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4/ppt/slideMasters/slideMaster1.xml" Id="Re8a731c3fad24706" /></Relationships>
</file>

<file path=ppt/main_figures/Fig14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4/ppt/slideMasters/slideMaster1.xml" Id="R985de9a284284cfe" /></Relationships>
</file>

<file path=ppt/main_figures/Fig14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412B15-48A4-47E5-B42E-346905469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547283"/>
            <a:ext cx="10241280" cy="591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7BFD58-DC67-473C-A76B-95BC592176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252663"/>
            <a:ext cx="8961120" cy="455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4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E14D43-5506-44B3-8169-853D8A1D0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706563"/>
            <a:ext cx="1024128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4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634C9-0764-4436-8EA6-A3CCC56DB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006F82-F1C1-4631-A71B-298B0139B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1136142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4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75B92-63CE-4AEF-AD14-941BCE61C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2AD95A-FC7C-4E35-98B4-FEF181FE7A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745EC6-22E5-4F69-9B69-EE1D66682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4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C402F7-A7F9-4552-8345-F5C39721C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3E4EE2-F5EB-4319-BAB9-82CA6AA59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4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4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4/ppt/slideMasters/theme/theme2.xml" Id="R02f43607d1f548f5" /><Relationship Type="http://schemas.openxmlformats.org/officeDocument/2006/relationships/slideLayout" Target="/ppt/main_figures/Fig14/ppt/slideLayouts/slideLayout1.xml" Id="Redcbef25f7e444ff" /><Relationship Type="http://schemas.openxmlformats.org/officeDocument/2006/relationships/slideLayout" Target="/ppt/main_figures/Fig14/ppt/slideLayouts/slideLayout2.xml" Id="Rca44dc6e35f64037" /><Relationship Type="http://schemas.openxmlformats.org/officeDocument/2006/relationships/slideLayout" Target="/ppt/main_figures/Fig14/ppt/slideLayouts/slideLayout3.xml" Id="R542422ef9cee43da" /><Relationship Type="http://schemas.openxmlformats.org/officeDocument/2006/relationships/slideLayout" Target="/ppt/main_figures/Fig14/ppt/slideLayouts/slideLayout4.xml" Id="R8ae49ee68f194a1c" /><Relationship Type="http://schemas.openxmlformats.org/officeDocument/2006/relationships/slideLayout" Target="/ppt/main_figures/Fig14/ppt/slideLayouts/slideLayout5.xml" Id="Recfb994169dd423b" /><Relationship Type="http://schemas.openxmlformats.org/officeDocument/2006/relationships/slideLayout" Target="/ppt/main_figures/Fig14/ppt/slideLayouts/slideLayout6.xml" Id="Ra34972538adf43b7" /></Relationships>
</file>

<file path=ppt/main_figures/Fig14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bef25f7e444ff"/>
    <p:sldLayoutId xmlns:r="http://schemas.openxmlformats.org/officeDocument/2006/relationships" id="2147483650" r:id="Rca44dc6e35f64037"/>
    <p:sldLayoutId xmlns:r="http://schemas.openxmlformats.org/officeDocument/2006/relationships" id="2147483651" r:id="R542422ef9cee43da"/>
    <p:sldLayoutId xmlns:r="http://schemas.openxmlformats.org/officeDocument/2006/relationships" id="2147483652" r:id="R8ae49ee68f194a1c"/>
    <p:sldLayoutId xmlns:r="http://schemas.openxmlformats.org/officeDocument/2006/relationships" id="2147483653" r:id="Recfb994169dd423b"/>
    <p:sldLayoutId xmlns:r="http://schemas.openxmlformats.org/officeDocument/2006/relationships" id="2147483654" r:id="Ra34972538adf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4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4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4/ppt/slideLayouts/slideLayout6.xml" Id="Rd4839f1ff92e44f2" /><Relationship Type="http://schemas.openxmlformats.org/officeDocument/2006/relationships/image" Target="/ppt/main_figures/Fig14/ppt/media/image.png" Id="R7909abcff5c7491b" /><Relationship Type="http://schemas.openxmlformats.org/officeDocument/2006/relationships/image" Target="/ppt/main_figures/Fig14/ppt/media/image2.png" Id="R10a23993c09c4cb5" /><Relationship Type="http://schemas.openxmlformats.org/officeDocument/2006/relationships/image" Target="/ppt/main_figures/Fig14/ppt/media/image3.png" Id="R1f30348dfd8d424c" /><Relationship Type="http://schemas.openxmlformats.org/officeDocument/2006/relationships/image" Target="/ppt/main_figures/Fig14/ppt/media/image4.png" Id="R625fa0795ee244fa" /><Relationship Type="http://schemas.openxmlformats.org/officeDocument/2006/relationships/notesSlide" Target="/ppt/main_figures/Fig14/ppt/notesSlides/notesSlide1.xml" Id="R89127701e7614160" /></Relationships>
</file>

<file path=ppt/main_figures/Fig14/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1" name="text_000">
            <a:extLst>
              <a:ext uri="{FF2B5EF4-FFF2-40B4-BE49-F238E27FC236}">
                <ns2:creationId id="{0AC77F5A-9A06-4E0A-96C4-2B3E96EB33E9}"/>
              </a:ext>
            </a:extLst>
          </p:cNvPr>
          <p:cNvSpPr>
            <a:spLocks noGrp="1"/>
          </p:cNvSpPr>
          <p:nvPr/>
        </p:nvSpPr>
        <p:spPr>
          <a:xfrm rot="0">
            <a:off x="171450" y="857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Source scalar field</a:t>
            </a:r>
          </a:p>
        </p:txBody>
      </p:sp>
      <p:pic>
        <p:nvPicPr>
          <p:cNvPr id="2" name="">
            <a:extLst>
              <a:ext uri="{FF2B5EF4-FFF2-40B4-BE49-F238E27FC236}">
                <ns2:creationId id="{5193FAE8-72BF-4CB4-A7EB-AB4B4D1B5340}"/>
              </a:ext>
            </a:extLst>
          </p:cNvPr>
          <p:cNvPicPr>
            <a:picLocks noChangeAspect="1"/>
          </p:cNvPicPr>
          <p:nvPr/>
        </p:nvPicPr>
        <p:blipFill>
          <a:blip r:embed="R7909abcff5c7491b"/>
          <a:stretch/>
        </p:blipFill>
        <p:spPr>
          <a:xfrm>
            <a:off x="400050" y="514350"/>
            <a:ext cx="2781300" cy="2781300"/>
          </a:xfrm>
          <a:prstGeom prst="rect">
            <a:avLst/>
          </a:prstGeom>
        </p:spPr>
      </p:pic>
      <p:sp>
        <p:nvSpPr>
          <p:cNvPr id="3" name="text_004">
            <a:extLst>
              <a:ext uri="{FF2B5EF4-FFF2-40B4-BE49-F238E27FC236}">
                <ns2:creationId id="{5A763F24-84A7-4B8F-9A97-53786A12807F}"/>
              </a:ext>
            </a:extLst>
          </p:cNvPr>
          <p:cNvSpPr>
            <a:spLocks noGrp="1"/>
          </p:cNvSpPr>
          <p:nvPr/>
        </p:nvSpPr>
        <p:spPr>
          <a:xfrm rot="0">
            <a:off x="231279" y="33432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text_005">
            <a:extLst>
              <a:ext uri="{FF2B5EF4-FFF2-40B4-BE49-F238E27FC236}">
                <ns2:creationId id="{91C070AE-0DBD-4232-8E8B-0C3601764661}"/>
              </a:ext>
            </a:extLst>
          </p:cNvPr>
          <p:cNvSpPr>
            <a:spLocks noGrp="1"/>
          </p:cNvSpPr>
          <p:nvPr/>
        </p:nvSpPr>
        <p:spPr>
          <a:xfrm rot="0">
            <a:off x="66675" y="3178671"/>
            <a:ext cx="276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6">
            <a:extLst>
              <a:ext uri="{FF2B5EF4-FFF2-40B4-BE49-F238E27FC236}">
                <ns2:creationId id="{05D345CD-A414-4CD8-9EAB-BB1166F2BA34}"/>
              </a:ext>
            </a:extLst>
          </p:cNvPr>
          <p:cNvSpPr>
            <a:spLocks noGrp="1"/>
          </p:cNvSpPr>
          <p:nvPr/>
        </p:nvSpPr>
        <p:spPr>
          <a:xfrm rot="0">
            <a:off x="1621929" y="33432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text_007">
            <a:extLst>
              <a:ext uri="{FF2B5EF4-FFF2-40B4-BE49-F238E27FC236}">
                <ns2:creationId id="{73C1FAE7-F8D0-4646-8A1C-F4978DB659E7}"/>
              </a:ext>
            </a:extLst>
          </p:cNvPr>
          <p:cNvSpPr>
            <a:spLocks noGrp="1"/>
          </p:cNvSpPr>
          <p:nvPr/>
        </p:nvSpPr>
        <p:spPr>
          <a:xfrm rot="0">
            <a:off x="66675" y="1788021"/>
            <a:ext cx="276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text_008">
            <a:extLst>
              <a:ext uri="{FF2B5EF4-FFF2-40B4-BE49-F238E27FC236}">
                <ns2:creationId id="{39319DFF-3348-4C57-907C-DBAA645B400E}"/>
              </a:ext>
            </a:extLst>
          </p:cNvPr>
          <p:cNvSpPr>
            <a:spLocks noGrp="1"/>
          </p:cNvSpPr>
          <p:nvPr/>
        </p:nvSpPr>
        <p:spPr>
          <a:xfrm rot="0">
            <a:off x="2969121" y="33432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8" name="text_009">
            <a:extLst>
              <a:ext uri="{FF2B5EF4-FFF2-40B4-BE49-F238E27FC236}">
                <ns2:creationId id="{EC604D15-60DD-49DA-A498-B173728F0CE8}"/>
              </a:ext>
            </a:extLst>
          </p:cNvPr>
          <p:cNvSpPr>
            <a:spLocks noGrp="1"/>
          </p:cNvSpPr>
          <p:nvPr/>
        </p:nvSpPr>
        <p:spPr>
          <a:xfrm rot="0">
            <a:off x="66675" y="440829"/>
            <a:ext cx="276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pic>
        <p:nvPicPr>
          <p:cNvPr id="9" name="">
            <a:extLst>
              <a:ext uri="{FF2B5EF4-FFF2-40B4-BE49-F238E27FC236}">
                <ns2:creationId id="{FFB52C66-5817-4019-8DFC-7ED2D3528F81}"/>
              </a:ext>
            </a:extLst>
          </p:cNvPr>
          <p:cNvPicPr>
            <a:picLocks noChangeAspect="1"/>
          </p:cNvPicPr>
          <p:nvPr/>
        </p:nvPicPr>
        <p:blipFill>
          <a:blip r:embed="R10a23993c09c4cb5"/>
          <a:stretch/>
        </p:blipFill>
        <p:spPr>
          <a:xfrm>
            <a:off x="400050" y="3790950"/>
            <a:ext cx="2781300" cy="95250"/>
          </a:xfrm>
          <a:prstGeom prst="rect">
            <a:avLst/>
          </a:prstGeom>
        </p:spPr>
      </p:pic>
      <p:sp>
        <p:nvSpPr>
          <p:cNvPr id="10" name="text_011">
            <a:extLst>
              <a:ext uri="{FF2B5EF4-FFF2-40B4-BE49-F238E27FC236}">
                <ns2:creationId id="{67E14256-951A-45CF-B181-ED7A64452ED2}"/>
              </a:ext>
            </a:extLst>
          </p:cNvPr>
          <p:cNvSpPr>
            <a:spLocks noGrp="1"/>
          </p:cNvSpPr>
          <p:nvPr/>
        </p:nvSpPr>
        <p:spPr>
          <a:xfrm rot="0">
            <a:off x="400050" y="3905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text_012">
            <a:extLst>
              <a:ext uri="{FF2B5EF4-FFF2-40B4-BE49-F238E27FC236}">
                <ns2:creationId id="{37A9BB92-1788-4E52-ACE0-8E1DBC8D54CB}"/>
              </a:ext>
            </a:extLst>
          </p:cNvPr>
          <p:cNvSpPr>
            <a:spLocks noGrp="1"/>
          </p:cNvSpPr>
          <p:nvPr/>
        </p:nvSpPr>
        <p:spPr>
          <a:xfrm rot="0">
            <a:off x="2800350" y="3905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</a:t>
            </a:r>
          </a:p>
        </p:txBody>
      </p:sp>
      <p:sp>
        <p:nvSpPr>
          <p:cNvPr id="12" name="text_013">
            <a:extLst>
              <a:ext uri="{FF2B5EF4-FFF2-40B4-BE49-F238E27FC236}">
                <ns2:creationId id="{C8159322-8AB9-4EFE-981E-596D241EC3DF}"/>
              </a:ext>
            </a:extLst>
          </p:cNvPr>
          <p:cNvSpPr>
            <a:spLocks noGrp="1"/>
          </p:cNvSpPr>
          <p:nvPr/>
        </p:nvSpPr>
        <p:spPr>
          <a:xfrm rot="0">
            <a:off x="3762375" y="857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TMTM</a:t>
            </a:r>
          </a:p>
        </p:txBody>
      </p:sp>
      <p:sp>
        <p:nvSpPr>
          <p:cNvPr id="13" name="line_014">
            <a:extLst>
              <a:ext uri="{FF2B5EF4-FFF2-40B4-BE49-F238E27FC236}">
                <ns2:creationId id="{589F074D-1DD0-4A9D-BF84-A09D995033E2}"/>
              </a:ext>
            </a:extLst>
          </p:cNvPr>
          <p:cNvSpPr>
            <a:spLocks noGrp="1"/>
          </p:cNvSpPr>
          <p:nvPr/>
        </p:nvSpPr>
        <p:spPr>
          <a:xfrm>
            <a:off x="4038600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14" name="text_015">
            <a:extLst>
              <a:ext uri="{FF2B5EF4-FFF2-40B4-BE49-F238E27FC236}">
                <ns2:creationId id="{55DED295-D5BF-498E-9C0C-628A349B38A7}"/>
              </a:ext>
            </a:extLst>
          </p:cNvPr>
          <p:cNvSpPr>
            <a:spLocks noGrp="1"/>
          </p:cNvSpPr>
          <p:nvPr/>
        </p:nvSpPr>
        <p:spPr>
          <a:xfrm rot="0">
            <a:off x="3667125" y="31051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line_016">
            <a:extLst>
              <a:ext uri="{FF2B5EF4-FFF2-40B4-BE49-F238E27FC236}">
                <ns2:creationId id="{BDD7D798-338A-4871-B1B2-20679014F414}"/>
              </a:ext>
            </a:extLst>
          </p:cNvPr>
          <p:cNvSpPr>
            <a:spLocks noGrp="1"/>
          </p:cNvSpPr>
          <p:nvPr/>
        </p:nvSpPr>
        <p:spPr>
          <a:xfrm>
            <a:off x="4038600" y="223647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16" name="text_017">
            <a:extLst>
              <a:ext uri="{FF2B5EF4-FFF2-40B4-BE49-F238E27FC236}">
                <ns2:creationId id="{8EE753E0-CCF6-4AA5-A135-50A00886219B}"/>
              </a:ext>
            </a:extLst>
          </p:cNvPr>
          <p:cNvSpPr>
            <a:spLocks noGrp="1"/>
          </p:cNvSpPr>
          <p:nvPr/>
        </p:nvSpPr>
        <p:spPr>
          <a:xfrm rot="0">
            <a:off x="3667125" y="214122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" name="line_018">
            <a:extLst>
              <a:ext uri="{FF2B5EF4-FFF2-40B4-BE49-F238E27FC236}">
                <ns2:creationId id="{5D52F1FA-0A29-4F42-BBDA-7396D8B5BD1D}"/>
              </a:ext>
            </a:extLst>
          </p:cNvPr>
          <p:cNvSpPr>
            <a:spLocks noGrp="1"/>
          </p:cNvSpPr>
          <p:nvPr/>
        </p:nvSpPr>
        <p:spPr>
          <a:xfrm>
            <a:off x="4038600" y="127254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18" name="text_019">
            <a:extLst>
              <a:ext uri="{FF2B5EF4-FFF2-40B4-BE49-F238E27FC236}">
                <ns2:creationId id="{C2757EE2-51B4-4B96-9390-EB800EE19362}"/>
              </a:ext>
            </a:extLst>
          </p:cNvPr>
          <p:cNvSpPr>
            <a:spLocks noGrp="1"/>
          </p:cNvSpPr>
          <p:nvPr/>
        </p:nvSpPr>
        <p:spPr>
          <a:xfrm rot="0">
            <a:off x="3667125" y="117729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pic>
        <p:nvPicPr>
          <p:cNvPr id="19" name="">
            <a:extLst>
              <a:ext uri="{FF2B5EF4-FFF2-40B4-BE49-F238E27FC236}">
                <ns2:creationId id="{348C771C-4657-45B2-8A33-B151A35B8A34}"/>
              </a:ext>
            </a:extLst>
          </p:cNvPr>
          <p:cNvPicPr>
            <a:picLocks noChangeAspect="1"/>
          </p:cNvPicPr>
          <p:nvPr/>
        </p:nvPicPr>
        <p:blipFill>
          <a:blip r:embed="R1f30348dfd8d424c"/>
          <a:stretch/>
        </p:blipFill>
        <p:spPr>
          <a:xfrm>
            <a:off x="4038600" y="792163"/>
            <a:ext cx="3781425" cy="2406650"/>
          </a:xfrm>
          <a:prstGeom prst="rect">
            <a:avLst/>
          </a:prstGeom>
        </p:spPr>
      </p:pic>
      <p:sp>
        <p:nvSpPr>
          <p:cNvPr id="20" name="line_021">
            <a:extLst>
              <a:ext uri="{FF2B5EF4-FFF2-40B4-BE49-F238E27FC236}">
                <ns2:creationId id="{81BB9054-AB88-427A-A4E4-C85875419720}"/>
              </a:ext>
            </a:extLst>
          </p:cNvPr>
          <p:cNvSpPr>
            <a:spLocks noGrp="1"/>
          </p:cNvSpPr>
          <p:nvPr/>
        </p:nvSpPr>
        <p:spPr>
          <a:xfrm>
            <a:off x="4038600" y="790575"/>
            <a:ext cx="95" cy="2409825"/>
          </a:xfrm>
          <a:custGeom>
            <a:pathLst>
              <a:path w="95" h="2409825">
                <a:moveTo>
                  <a:pt x="0" y="0"/>
                </a:moveTo>
                <a:lnTo>
                  <a:pt x="0" y="24098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1" name="line_022">
            <a:extLst>
              <a:ext uri="{FF2B5EF4-FFF2-40B4-BE49-F238E27FC236}">
                <ns2:creationId id="{0783CC3A-3C4F-4561-8B9D-DA1E7B36FC76}"/>
              </a:ext>
            </a:extLst>
          </p:cNvPr>
          <p:cNvSpPr>
            <a:spLocks noGrp="1"/>
          </p:cNvSpPr>
          <p:nvPr/>
        </p:nvSpPr>
        <p:spPr>
          <a:xfrm>
            <a:off x="4038600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2" name="line_023">
            <a:extLst>
              <a:ext uri="{FF2B5EF4-FFF2-40B4-BE49-F238E27FC236}">
                <ns2:creationId id="{EDCAF1FA-FC46-4202-AE40-6DB46EF202E0}"/>
              </a:ext>
            </a:extLst>
          </p:cNvPr>
          <p:cNvSpPr>
            <a:spLocks noGrp="1"/>
          </p:cNvSpPr>
          <p:nvPr/>
        </p:nvSpPr>
        <p:spPr>
          <a:xfrm>
            <a:off x="4038600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" name="text_024">
            <a:extLst>
              <a:ext uri="{FF2B5EF4-FFF2-40B4-BE49-F238E27FC236}">
                <ns2:creationId id="{90B67C54-38A2-4CCE-A6AC-145E57072823}"/>
              </a:ext>
            </a:extLst>
          </p:cNvPr>
          <p:cNvSpPr>
            <a:spLocks noGrp="1"/>
          </p:cNvSpPr>
          <p:nvPr/>
        </p:nvSpPr>
        <p:spPr>
          <a:xfrm rot="0">
            <a:off x="3848100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line_025">
            <a:extLst>
              <a:ext uri="{FF2B5EF4-FFF2-40B4-BE49-F238E27FC236}">
                <ns2:creationId id="{F3EC26C5-7009-4FC2-BA3D-E26981AA595E}"/>
              </a:ext>
            </a:extLst>
          </p:cNvPr>
          <p:cNvSpPr>
            <a:spLocks noGrp="1"/>
          </p:cNvSpPr>
          <p:nvPr/>
        </p:nvSpPr>
        <p:spPr>
          <a:xfrm>
            <a:off x="5929313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5" name="text_026">
            <a:extLst>
              <a:ext uri="{FF2B5EF4-FFF2-40B4-BE49-F238E27FC236}">
                <ns2:creationId id="{E3D9CF28-CBC0-4972-B8E1-593179D69333}"/>
              </a:ext>
            </a:extLst>
          </p:cNvPr>
          <p:cNvSpPr>
            <a:spLocks noGrp="1"/>
          </p:cNvSpPr>
          <p:nvPr/>
        </p:nvSpPr>
        <p:spPr>
          <a:xfrm rot="0">
            <a:off x="5738813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6" name="line_027">
            <a:extLst>
              <a:ext uri="{FF2B5EF4-FFF2-40B4-BE49-F238E27FC236}">
                <ns2:creationId id="{F2C8424E-DA00-4A9E-A031-A3694044E908}"/>
              </a:ext>
            </a:extLst>
          </p:cNvPr>
          <p:cNvSpPr>
            <a:spLocks noGrp="1"/>
          </p:cNvSpPr>
          <p:nvPr/>
        </p:nvSpPr>
        <p:spPr>
          <a:xfrm>
            <a:off x="7820025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" name="text_028">
            <a:extLst>
              <a:ext uri="{FF2B5EF4-FFF2-40B4-BE49-F238E27FC236}">
                <ns2:creationId id="{B8326EE8-C1B7-4099-B401-4CDBAB4332C8}"/>
              </a:ext>
            </a:extLst>
          </p:cNvPr>
          <p:cNvSpPr>
            <a:spLocks noGrp="1"/>
          </p:cNvSpPr>
          <p:nvPr/>
        </p:nvSpPr>
        <p:spPr>
          <a:xfrm rot="0">
            <a:off x="7629525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text_032">
            <a:extLst>
              <a:ext uri="{FF2B5EF4-FFF2-40B4-BE49-F238E27FC236}">
                <ns2:creationId id="{ED61C8AC-C8D5-46AA-9CF5-C7DC4CA00CDA}"/>
              </a:ext>
            </a:extLst>
          </p:cNvPr>
          <p:cNvSpPr>
            <a:spLocks noGrp="1"/>
          </p:cNvSpPr>
          <p:nvPr/>
        </p:nvSpPr>
        <p:spPr>
          <a:xfrm rot="0">
            <a:off x="8382000" y="857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 / R</a:t>
            </a:r>
          </a:p>
        </p:txBody>
      </p:sp>
      <p:sp>
        <p:nvSpPr>
          <p:cNvPr id="32" name="line_033">
            <a:extLst>
              <a:ext uri="{FF2B5EF4-FFF2-40B4-BE49-F238E27FC236}">
                <ns2:creationId id="{FD8CC60A-9665-4958-ABE9-6A16375FD998}"/>
              </a:ext>
            </a:extLst>
          </p:cNvPr>
          <p:cNvSpPr>
            <a:spLocks noGrp="1"/>
          </p:cNvSpPr>
          <p:nvPr/>
        </p:nvSpPr>
        <p:spPr>
          <a:xfrm>
            <a:off x="8658225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3" name="text_034">
            <a:extLst>
              <a:ext uri="{FF2B5EF4-FFF2-40B4-BE49-F238E27FC236}">
                <ns2:creationId id="{080F5D25-C13D-4532-A7FA-46F5B6886F1A}"/>
              </a:ext>
            </a:extLst>
          </p:cNvPr>
          <p:cNvSpPr>
            <a:spLocks noGrp="1"/>
          </p:cNvSpPr>
          <p:nvPr/>
        </p:nvSpPr>
        <p:spPr>
          <a:xfrm rot="0">
            <a:off x="8286750" y="31051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line_035">
            <a:extLst>
              <a:ext uri="{FF2B5EF4-FFF2-40B4-BE49-F238E27FC236}">
                <ns2:creationId id="{B4DDA56B-2129-4F76-8104-32114150C860}"/>
              </a:ext>
            </a:extLst>
          </p:cNvPr>
          <p:cNvSpPr>
            <a:spLocks noGrp="1"/>
          </p:cNvSpPr>
          <p:nvPr/>
        </p:nvSpPr>
        <p:spPr>
          <a:xfrm>
            <a:off x="8658225" y="223647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5" name="text_036">
            <a:extLst>
              <a:ext uri="{FF2B5EF4-FFF2-40B4-BE49-F238E27FC236}">
                <ns2:creationId id="{69258BF1-4866-4956-A1DC-9F87B244C4ED}"/>
              </a:ext>
            </a:extLst>
          </p:cNvPr>
          <p:cNvSpPr>
            <a:spLocks noGrp="1"/>
          </p:cNvSpPr>
          <p:nvPr/>
        </p:nvSpPr>
        <p:spPr>
          <a:xfrm rot="0">
            <a:off x="8286750" y="214122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6" name="line_037">
            <a:extLst>
              <a:ext uri="{FF2B5EF4-FFF2-40B4-BE49-F238E27FC236}">
                <ns2:creationId id="{9A20A311-6772-43CB-85E6-B52DB269C6AA}"/>
              </a:ext>
            </a:extLst>
          </p:cNvPr>
          <p:cNvSpPr>
            <a:spLocks noGrp="1"/>
          </p:cNvSpPr>
          <p:nvPr/>
        </p:nvSpPr>
        <p:spPr>
          <a:xfrm>
            <a:off x="8658225" y="127254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7" name="text_038">
            <a:extLst>
              <a:ext uri="{FF2B5EF4-FFF2-40B4-BE49-F238E27FC236}">
                <ns2:creationId id="{75529D16-202F-455D-AAEB-3F95182272C9}"/>
              </a:ext>
            </a:extLst>
          </p:cNvPr>
          <p:cNvSpPr>
            <a:spLocks noGrp="1"/>
          </p:cNvSpPr>
          <p:nvPr/>
        </p:nvSpPr>
        <p:spPr>
          <a:xfrm rot="0">
            <a:off x="8286750" y="117729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pic>
        <p:nvPicPr>
          <p:cNvPr id="38" name="">
            <a:extLst>
              <a:ext uri="{FF2B5EF4-FFF2-40B4-BE49-F238E27FC236}">
                <ns2:creationId id="{F25D3E4A-BEFC-4E15-A375-3691C20E1F95}"/>
              </a:ext>
            </a:extLst>
          </p:cNvPr>
          <p:cNvPicPr>
            <a:picLocks noChangeAspect="1"/>
          </p:cNvPicPr>
          <p:nvPr/>
        </p:nvPicPr>
        <p:blipFill>
          <a:blip r:embed="R625fa0795ee244fa"/>
          <a:stretch/>
        </p:blipFill>
        <p:spPr>
          <a:xfrm>
            <a:off x="8658225" y="792163"/>
            <a:ext cx="3781425" cy="2406650"/>
          </a:xfrm>
          <a:prstGeom prst="rect">
            <a:avLst/>
          </a:prstGeom>
        </p:spPr>
      </p:pic>
      <p:sp>
        <p:nvSpPr>
          <p:cNvPr id="39" name="line_040">
            <a:extLst>
              <a:ext uri="{FF2B5EF4-FFF2-40B4-BE49-F238E27FC236}">
                <ns2:creationId id="{ED147446-8AC1-4050-9F85-D7327A3880FB}"/>
              </a:ext>
            </a:extLst>
          </p:cNvPr>
          <p:cNvSpPr>
            <a:spLocks noGrp="1"/>
          </p:cNvSpPr>
          <p:nvPr/>
        </p:nvSpPr>
        <p:spPr>
          <a:xfrm>
            <a:off x="8658225" y="790575"/>
            <a:ext cx="95" cy="2409825"/>
          </a:xfrm>
          <a:custGeom>
            <a:pathLst>
              <a:path w="95" h="2409825">
                <a:moveTo>
                  <a:pt x="0" y="0"/>
                </a:moveTo>
                <a:lnTo>
                  <a:pt x="0" y="24098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0" name="line_041">
            <a:extLst>
              <a:ext uri="{FF2B5EF4-FFF2-40B4-BE49-F238E27FC236}">
                <ns2:creationId id="{77EB5AA8-A9A0-4022-B405-961134B5BBEF}"/>
              </a:ext>
            </a:extLst>
          </p:cNvPr>
          <p:cNvSpPr>
            <a:spLocks noGrp="1"/>
          </p:cNvSpPr>
          <p:nvPr/>
        </p:nvSpPr>
        <p:spPr>
          <a:xfrm>
            <a:off x="8658225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1" name="line_042">
            <a:extLst>
              <a:ext uri="{FF2B5EF4-FFF2-40B4-BE49-F238E27FC236}">
                <ns2:creationId id="{C616442C-4755-4035-BFF3-0F2CC0E13EA6}"/>
              </a:ext>
            </a:extLst>
          </p:cNvPr>
          <p:cNvSpPr>
            <a:spLocks noGrp="1"/>
          </p:cNvSpPr>
          <p:nvPr/>
        </p:nvSpPr>
        <p:spPr>
          <a:xfrm>
            <a:off x="8658225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2" name="text_043">
            <a:extLst>
              <a:ext uri="{FF2B5EF4-FFF2-40B4-BE49-F238E27FC236}">
                <ns2:creationId id="{DB3B2CB6-CE38-47EC-9A5F-4C6434E2AA8D}"/>
              </a:ext>
            </a:extLst>
          </p:cNvPr>
          <p:cNvSpPr>
            <a:spLocks noGrp="1"/>
          </p:cNvSpPr>
          <p:nvPr/>
        </p:nvSpPr>
        <p:spPr>
          <a:xfrm rot="0">
            <a:off x="8467725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line_044">
            <a:extLst>
              <a:ext uri="{FF2B5EF4-FFF2-40B4-BE49-F238E27FC236}">
                <ns2:creationId id="{4CD89721-85F6-43C6-BFB9-8658691BED23}"/>
              </a:ext>
            </a:extLst>
          </p:cNvPr>
          <p:cNvSpPr>
            <a:spLocks noGrp="1"/>
          </p:cNvSpPr>
          <p:nvPr/>
        </p:nvSpPr>
        <p:spPr>
          <a:xfrm>
            <a:off x="10548938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4" name="text_045">
            <a:extLst>
              <a:ext uri="{FF2B5EF4-FFF2-40B4-BE49-F238E27FC236}">
                <ns2:creationId id="{55B2F235-A529-449C-89C6-820DBC2EB05A}"/>
              </a:ext>
            </a:extLst>
          </p:cNvPr>
          <p:cNvSpPr>
            <a:spLocks noGrp="1"/>
          </p:cNvSpPr>
          <p:nvPr/>
        </p:nvSpPr>
        <p:spPr>
          <a:xfrm rot="0">
            <a:off x="10358438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5" name="line_046">
            <a:extLst>
              <a:ext uri="{FF2B5EF4-FFF2-40B4-BE49-F238E27FC236}">
                <ns2:creationId id="{93C0F6A3-2E7C-49FF-BD32-8EF9C692E271}"/>
              </a:ext>
            </a:extLst>
          </p:cNvPr>
          <p:cNvSpPr>
            <a:spLocks noGrp="1"/>
          </p:cNvSpPr>
          <p:nvPr/>
        </p:nvSpPr>
        <p:spPr>
          <a:xfrm>
            <a:off x="12439650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6" name="text_047">
            <a:extLst>
              <a:ext uri="{FF2B5EF4-FFF2-40B4-BE49-F238E27FC236}">
                <ns2:creationId id="{83577E95-FF64-4CB7-82B6-55700A859AC4}"/>
              </a:ext>
            </a:extLst>
          </p:cNvPr>
          <p:cNvSpPr>
            <a:spLocks noGrp="1"/>
          </p:cNvSpPr>
          <p:nvPr/>
        </p:nvSpPr>
        <p:spPr>
          <a:xfrm rot="0">
            <a:off x="12249150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ns4:creationId val="1440513678"/>
      </p:ext>
    </p:extLst>
  </p:cSld>
</p:sld>
</file>

<file path=ppt/main_figures/Fig14/ppt/tableStyles.xml><?xml version="1.0" encoding="utf-8"?>
<a:tblStyleLst xmlns:a="http://schemas.openxmlformats.org/drawingml/2006/main" def="{5C22544A-7EE6-4342-B048-85BDC9FD1C3A}"/>
</file>

<file path=ppt/main_figures/Fig14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5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5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2026-10-22T02:08:00.0530000Z</dcterms:created>
  <dcterms:modified xsi:type="dcterms:W3CDTF">2026-10-22T02:08:00.0530000Z</dcterms:modified>
</coreProperties>
</file>

<file path=ppt/main_figures/Fig15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5/ppt/theme/theme1.xml" Id="R3da5d87718524fe9" /><Relationship Type="http://schemas.openxmlformats.org/officeDocument/2006/relationships/slideMaster" Target="/ppt/main_figures/Fig15/ppt/slideMasters/slideMaster1.xml" Id="R5f1af7187e974575" /><Relationship Type="http://schemas.openxmlformats.org/officeDocument/2006/relationships/notesMaster" Target="/ppt/main_figures/Fig15/ppt/notesMasters/notesMaster1.xml" Id="R8653614689a04db4" /><Relationship Type="http://schemas.openxmlformats.org/officeDocument/2006/relationships/presProps" Target="/ppt/main_figures/Fig15/ppt/presProps.xml" Id="R8c1617c4c0b1422a" /><Relationship Type="http://schemas.openxmlformats.org/officeDocument/2006/relationships/tableStyles" Target="/ppt/main_figures/Fig15/ppt/tableStyles.xml" Id="Re583186e2a5a4a34" /><Relationship Type="http://schemas.openxmlformats.org/officeDocument/2006/relationships/slide" Target="/ppt/main_figures/Fig15/ppt/slides/slide1.xml" Id="R448d58312ca34320" /></Relationships>
</file>

<file path=ppt/main_figures/Fig15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5/ppt/notesMasters/theme/theme3.xml" Id="Rd0d555c282814c4d" /></Relationships>
</file>

<file path=ppt/main_figures/Fig15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5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5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5/ppt/slides/slide1.xml" Id="Rbc91431b244645f9" /><Relationship Type="http://schemas.openxmlformats.org/officeDocument/2006/relationships/notesMaster" Target="/ppt/main_figures/Fig15/ppt/notesMasters/notesMaster1.xml" Id="R1817946fac6446b4" /></Relationships>
</file>

<file path=ppt/main_figures/Fig15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{"dataset":"Benzene (reconstructed potential)","source":"02-RG-MTM/results/paper1_suite/benzene-potential-reconstructed2d","model":"OPLS-AA 12-site Coulomb potential; carbon -0.115e and hydrogen +0.115e; atomic geometry from the public Inviwo cube header. No density samples used.","charge_source":"https://zarbi.chem.yale.edu/doc/boss49.pdf, January 2013, Table1 p67.","geometry_source":"https://github.com/inviwo/modules/blob/6152a00ab100ec10c1eb36f078fb42dc949010ab/molvis/gaussian/data/volumes/benzene-dens.cube.xz","scope":"21 parallel 61x61 static 2-D sections, z=-2 to2 bohr. Section z is not physical time. Reconstructed model, not TMTM original potential or exact electronic structure.","maps":"Full saved profiles interpolated onto32768 common map coordinates, then rendered with nearest-neighbor display sampling. No artificial extremum or track overlays.","normalization":{"normalization":"shared symmetric logarithmic","linthresh_potential_au":0.07842339515686035,"vmin":-2.2076358795166016,"vmax":2.2076358795166016,"scalar_arrays_modified":false,"minima_markers":"all retained leaves, including boundary leaves","source_slice_indices":[0,5,10,15,20],"map_sampling":"full maps interpolated onto 32768 common display coordinates","physical_time":false},"all_leaves":"Includes four boundary extrema per section. Boundary sensitivity and internal-leaf diagnostics are in Supplement S9.","R_equivalence":"R2,R20,R100 have identical measured metrics. Fig12 shows R2; the complete table keeps all three."}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5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5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5f1af7187e974575"/>
  </p:sldMasterIdLst>
  <p:notesMasterIdLst>
    <p:notesMasterId r:id="R8653614689a04db4"/>
  </p:notesMasterIdLst>
  <p:sldIdLst>
    <p:sldId id="256" r:id="R448d58312ca34320"/>
  </p:sldIdLst>
  <p:sldSz cx="12801600" cy="7162800"/>
  <p:notesSz cx="6858000" cy="9144000"/>
</p:presentation>
</file>

<file path=ppt/main_figures/Fig15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5/ppt/slideMasters/slideMaster1.xml" Id="R681bbbcaa1584505" /></Relationships>
</file>

<file path=ppt/main_figures/Fig15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5/ppt/slideMasters/slideMaster1.xml" Id="Rea32a591ea8a4836" /></Relationships>
</file>

<file path=ppt/main_figures/Fig15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5/ppt/slideMasters/slideMaster1.xml" Id="R9947a29fbe0e4253" /></Relationships>
</file>

<file path=ppt/main_figures/Fig15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5/ppt/slideMasters/slideMaster1.xml" Id="R625623f6bd254804" /></Relationships>
</file>

<file path=ppt/main_figures/Fig15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5/ppt/slideMasters/slideMaster1.xml" Id="Ra61070fa5d9a4ecd" /></Relationships>
</file>

<file path=ppt/main_figures/Fig15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5/ppt/slideMasters/slideMaster1.xml" Id="R30c9f6fa9b3e44c2" /></Relationships>
</file>

<file path=ppt/main_figures/Fig15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BE60F2-573B-477F-8AEF-C55642B78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05947"/>
            <a:ext cx="10241280" cy="1034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829866-6AA9-48FA-9E58-1D3BFC0C91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939540"/>
            <a:ext cx="8961120" cy="795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5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9B9E35-A862-44C3-B1D6-ABA6E0E29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984500"/>
            <a:ext cx="10241280" cy="119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5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888E80-EA20-4205-988C-86D536269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A1E28E-0F9E-4767-89A1-A9319A564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1136142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5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30F557-81AC-4F55-A3CF-C275D8FA5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4D8D9-9F6F-4AF1-974D-E0B3F41B9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05ED96-DF93-496E-9811-16802001FE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5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0D23E2-795C-4E78-AA9D-B6F00756C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C10D42-C969-485A-B24A-D777D4726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5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5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5/ppt/slideMasters/theme/theme2.xml" Id="R29a03f62acb64ea7" /><Relationship Type="http://schemas.openxmlformats.org/officeDocument/2006/relationships/slideLayout" Target="/ppt/main_figures/Fig15/ppt/slideLayouts/slideLayout1.xml" Id="Rbf0ee5be009c4de4" /><Relationship Type="http://schemas.openxmlformats.org/officeDocument/2006/relationships/slideLayout" Target="/ppt/main_figures/Fig15/ppt/slideLayouts/slideLayout2.xml" Id="Rd58a26a9788e4f29" /><Relationship Type="http://schemas.openxmlformats.org/officeDocument/2006/relationships/slideLayout" Target="/ppt/main_figures/Fig15/ppt/slideLayouts/slideLayout3.xml" Id="Rbe6f0dc44f124cb4" /><Relationship Type="http://schemas.openxmlformats.org/officeDocument/2006/relationships/slideLayout" Target="/ppt/main_figures/Fig15/ppt/slideLayouts/slideLayout4.xml" Id="R20c56b678534464f" /><Relationship Type="http://schemas.openxmlformats.org/officeDocument/2006/relationships/slideLayout" Target="/ppt/main_figures/Fig15/ppt/slideLayouts/slideLayout5.xml" Id="Re9a7ff18e6ca4638" /><Relationship Type="http://schemas.openxmlformats.org/officeDocument/2006/relationships/slideLayout" Target="/ppt/main_figures/Fig15/ppt/slideLayouts/slideLayout6.xml" Id="R8d459480b0f6477e" /></Relationships>
</file>

<file path=ppt/main_figures/Fig15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ee5be009c4de4"/>
    <p:sldLayoutId xmlns:r="http://schemas.openxmlformats.org/officeDocument/2006/relationships" id="2147483650" r:id="Rd58a26a9788e4f29"/>
    <p:sldLayoutId xmlns:r="http://schemas.openxmlformats.org/officeDocument/2006/relationships" id="2147483651" r:id="Rbe6f0dc44f124cb4"/>
    <p:sldLayoutId xmlns:r="http://schemas.openxmlformats.org/officeDocument/2006/relationships" id="2147483652" r:id="R20c56b678534464f"/>
    <p:sldLayoutId xmlns:r="http://schemas.openxmlformats.org/officeDocument/2006/relationships" id="2147483653" r:id="Re9a7ff18e6ca4638"/>
    <p:sldLayoutId xmlns:r="http://schemas.openxmlformats.org/officeDocument/2006/relationships" id="2147483654" r:id="R8d459480b0f6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5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5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5/ppt/slideLayouts/slideLayout6.xml" Id="Rd29a73450db741c6" /><Relationship Type="http://schemas.openxmlformats.org/officeDocument/2006/relationships/image" Target="/ppt/main_figures/Fig15/ppt/media/image.png" Id="R9ab9c0fb85204372" /><Relationship Type="http://schemas.openxmlformats.org/officeDocument/2006/relationships/image" Target="/ppt/main_figures/Fig15/ppt/media/image2.png" Id="R78fb98d9a8af476e" /><Relationship Type="http://schemas.openxmlformats.org/officeDocument/2006/relationships/image" Target="/ppt/main_figures/Fig15/ppt/media/image3.png" Id="R407d650ddf1440f5" /><Relationship Type="http://schemas.openxmlformats.org/officeDocument/2006/relationships/image" Target="/ppt/main_figures/Fig15/ppt/media/image4.png" Id="Rca544ad4d86345a5" /><Relationship Type="http://schemas.openxmlformats.org/officeDocument/2006/relationships/image" Target="/ppt/main_figures/Fig15/ppt/media/image5.png" Id="R9ff658b3385f4164" /><Relationship Type="http://schemas.openxmlformats.org/officeDocument/2006/relationships/image" Target="/ppt/main_figures/Fig15/ppt/media/image6.png" Id="R2004a92c0b3a4cac" /><Relationship Type="http://schemas.openxmlformats.org/officeDocument/2006/relationships/image" Target="/ppt/main_figures/Fig15/ppt/media/image7.png" Id="R355e38ca7c6b4f69" /><Relationship Type="http://schemas.openxmlformats.org/officeDocument/2006/relationships/image" Target="/ppt/main_figures/Fig15/ppt/media/image8.png" Id="R010b6224ce034ffe" /><Relationship Type="http://schemas.openxmlformats.org/officeDocument/2006/relationships/image" Target="/ppt/main_figures/Fig15/ppt/media/image9.png" Id="R0171dcdb745a43db" /><Relationship Type="http://schemas.openxmlformats.org/officeDocument/2006/relationships/notesSlide" Target="/ppt/main_figures/Fig15/ppt/notesSlides/notesSlide1.xml" Id="R9a6e1f0861cf459b" /></Relationships>
</file>

<file path=ppt/main_figures/Fig15/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7" name="text_000">
            <a:extLst>
              <a:ext uri="{FF2B5EF4-FFF2-40B4-BE49-F238E27FC236}">
                <ns2:creationId id="{455C4DE3-FDE0-4FAA-AF06-F2DC568A41FC}"/>
              </a:ext>
            </a:extLst>
          </p:cNvPr>
          <p:cNvSpPr>
            <a:spLocks noGrp="1"/>
          </p:cNvSpPr>
          <p:nvPr/>
        </p:nvSpPr>
        <p:spPr>
          <a:xfrm rot="0">
            <a:off x="361950" y="857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>
              <a:ext uri="{FF2B5EF4-FFF2-40B4-BE49-F238E27FC236}">
                <ns2:creationId id="{7175D758-321B-4073-83CD-341E3754298D}"/>
              </a:ext>
            </a:extLst>
          </p:cNvPr>
          <p:cNvPicPr>
            <a:picLocks noChangeAspect="1"/>
          </p:cNvPicPr>
          <p:nvPr/>
        </p:nvPicPr>
        <p:blipFill>
          <a:blip r:embed="R9ab9c0fb85204372"/>
          <a:stretch/>
        </p:blipFill>
        <p:spPr>
          <a:xfrm>
            <a:off x="619125" y="542925"/>
            <a:ext cx="3209925" cy="2333625"/>
          </a:xfrm>
          <a:prstGeom prst="rect">
            <a:avLst/>
          </a:prstGeom>
        </p:spPr>
      </p:pic>
      <p:sp>
        <p:nvSpPr>
          <p:cNvPr id="4" name="line_003">
            <a:extLst>
              <a:ext uri="{FF2B5EF4-FFF2-40B4-BE49-F238E27FC236}">
                <ns2:creationId id="{A092C655-694A-4085-914C-2B00DA35BBBE}"/>
              </a:ext>
            </a:extLst>
          </p:cNvPr>
          <p:cNvSpPr>
            <a:spLocks noGrp="1"/>
          </p:cNvSpPr>
          <p:nvPr/>
        </p:nvSpPr>
        <p:spPr>
          <a:xfrm>
            <a:off x="581025" y="28765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" name="text_004">
            <a:extLst>
              <a:ext uri="{FF2B5EF4-FFF2-40B4-BE49-F238E27FC236}">
                <ns2:creationId id="{4FFBB386-42D6-4453-9531-EBFEF4E11BEC}"/>
              </a:ext>
            </a:extLst>
          </p:cNvPr>
          <p:cNvSpPr>
            <a:spLocks noGrp="1"/>
          </p:cNvSpPr>
          <p:nvPr/>
        </p:nvSpPr>
        <p:spPr>
          <a:xfrm rot="0">
            <a:off x="314325" y="27813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line_005">
            <a:extLst>
              <a:ext uri="{FF2B5EF4-FFF2-40B4-BE49-F238E27FC236}">
                <ns2:creationId id="{CC28B535-1B1D-476E-9753-DCCA891543B1}"/>
              </a:ext>
            </a:extLst>
          </p:cNvPr>
          <p:cNvSpPr>
            <a:spLocks noGrp="1"/>
          </p:cNvSpPr>
          <p:nvPr/>
        </p:nvSpPr>
        <p:spPr>
          <a:xfrm>
            <a:off x="581025" y="170973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" name="text_006">
            <a:extLst>
              <a:ext uri="{FF2B5EF4-FFF2-40B4-BE49-F238E27FC236}">
                <ns2:creationId id="{9CB3B8F4-7E20-4637-B5BF-88AE51E91C30}"/>
              </a:ext>
            </a:extLst>
          </p:cNvPr>
          <p:cNvSpPr>
            <a:spLocks noGrp="1"/>
          </p:cNvSpPr>
          <p:nvPr/>
        </p:nvSpPr>
        <p:spPr>
          <a:xfrm rot="0">
            <a:off x="314325" y="1614488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8" name="line_007">
            <a:extLst>
              <a:ext uri="{FF2B5EF4-FFF2-40B4-BE49-F238E27FC236}">
                <ns2:creationId id="{1ACB5131-2EA5-469D-A3C7-63C5F86E4417}"/>
              </a:ext>
            </a:extLst>
          </p:cNvPr>
          <p:cNvSpPr>
            <a:spLocks noGrp="1"/>
          </p:cNvSpPr>
          <p:nvPr/>
        </p:nvSpPr>
        <p:spPr>
          <a:xfrm>
            <a:off x="581025" y="5429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AD5DAFA3-EF01-43C3-A887-91B23A18A072}"/>
              </a:ext>
            </a:extLst>
          </p:cNvPr>
          <p:cNvSpPr>
            <a:spLocks noGrp="1"/>
          </p:cNvSpPr>
          <p:nvPr/>
        </p:nvSpPr>
        <p:spPr>
          <a:xfrm rot="0">
            <a:off x="314325" y="4476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ine_009">
            <a:extLst>
              <a:ext uri="{FF2B5EF4-FFF2-40B4-BE49-F238E27FC236}">
                <ns2:creationId id="{0F6F596D-F438-49B5-A3C8-7B9F7236A20A}"/>
              </a:ext>
            </a:extLst>
          </p:cNvPr>
          <p:cNvSpPr>
            <a:spLocks noGrp="1"/>
          </p:cNvSpPr>
          <p:nvPr/>
        </p:nvSpPr>
        <p:spPr>
          <a:xfrm>
            <a:off x="695552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1" name="text_010">
            <a:extLst>
              <a:ext uri="{FF2B5EF4-FFF2-40B4-BE49-F238E27FC236}">
                <ns2:creationId id="{7996A1FA-867C-44ED-9C53-70A569FFAB4C}"/>
              </a:ext>
            </a:extLst>
          </p:cNvPr>
          <p:cNvSpPr>
            <a:spLocks noGrp="1"/>
          </p:cNvSpPr>
          <p:nvPr/>
        </p:nvSpPr>
        <p:spPr>
          <a:xfrm rot="0">
            <a:off x="505052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12" name="line_011">
            <a:extLst>
              <a:ext uri="{FF2B5EF4-FFF2-40B4-BE49-F238E27FC236}">
                <ns2:creationId id="{61886FBC-B268-4F03-AFC7-47B7FD50340B}"/>
              </a:ext>
            </a:extLst>
          </p:cNvPr>
          <p:cNvSpPr>
            <a:spLocks noGrp="1"/>
          </p:cNvSpPr>
          <p:nvPr/>
        </p:nvSpPr>
        <p:spPr>
          <a:xfrm>
            <a:off x="1459820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3" name="text_012">
            <a:extLst>
              <a:ext uri="{FF2B5EF4-FFF2-40B4-BE49-F238E27FC236}">
                <ns2:creationId id="{3314F696-BFF8-447D-9DBA-81F9014CD429}"/>
              </a:ext>
            </a:extLst>
          </p:cNvPr>
          <p:cNvSpPr>
            <a:spLocks noGrp="1"/>
          </p:cNvSpPr>
          <p:nvPr/>
        </p:nvSpPr>
        <p:spPr>
          <a:xfrm rot="0">
            <a:off x="1269320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14" name="line_013">
            <a:extLst>
              <a:ext uri="{FF2B5EF4-FFF2-40B4-BE49-F238E27FC236}">
                <ns2:creationId id="{35FAA1CF-DF77-4C87-A162-B227A93C5148}"/>
              </a:ext>
            </a:extLst>
          </p:cNvPr>
          <p:cNvSpPr>
            <a:spLocks noGrp="1"/>
          </p:cNvSpPr>
          <p:nvPr/>
        </p:nvSpPr>
        <p:spPr>
          <a:xfrm>
            <a:off x="2224088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>
              <a:ext uri="{FF2B5EF4-FFF2-40B4-BE49-F238E27FC236}">
                <ns2:creationId id="{BD7FE3B0-6C85-4026-A10B-20044FFF3AC9}"/>
              </a:ext>
            </a:extLst>
          </p:cNvPr>
          <p:cNvSpPr>
            <a:spLocks noGrp="1"/>
          </p:cNvSpPr>
          <p:nvPr/>
        </p:nvSpPr>
        <p:spPr>
          <a:xfrm rot="0">
            <a:off x="2033588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line_015">
            <a:extLst>
              <a:ext uri="{FF2B5EF4-FFF2-40B4-BE49-F238E27FC236}">
                <ns2:creationId id="{362E97E3-795E-483F-BD28-FD8C4405DF0C}"/>
              </a:ext>
            </a:extLst>
          </p:cNvPr>
          <p:cNvSpPr>
            <a:spLocks noGrp="1"/>
          </p:cNvSpPr>
          <p:nvPr/>
        </p:nvSpPr>
        <p:spPr>
          <a:xfrm>
            <a:off x="2988355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7" name="text_016">
            <a:extLst>
              <a:ext uri="{FF2B5EF4-FFF2-40B4-BE49-F238E27FC236}">
                <ns2:creationId id="{5EE37B62-A2D4-4A2E-9AA4-1E2D39C4D5F5}"/>
              </a:ext>
            </a:extLst>
          </p:cNvPr>
          <p:cNvSpPr>
            <a:spLocks noGrp="1"/>
          </p:cNvSpPr>
          <p:nvPr/>
        </p:nvSpPr>
        <p:spPr>
          <a:xfrm rot="0">
            <a:off x="2797855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line_017">
            <a:extLst>
              <a:ext uri="{FF2B5EF4-FFF2-40B4-BE49-F238E27FC236}">
                <ns2:creationId id="{A7B1D608-C1F3-4059-9822-C42695221791}"/>
              </a:ext>
            </a:extLst>
          </p:cNvPr>
          <p:cNvSpPr>
            <a:spLocks noGrp="1"/>
          </p:cNvSpPr>
          <p:nvPr/>
        </p:nvSpPr>
        <p:spPr>
          <a:xfrm>
            <a:off x="3752623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>
              <a:ext uri="{FF2B5EF4-FFF2-40B4-BE49-F238E27FC236}">
                <ns2:creationId id="{11D43BB4-B3BF-4F3D-A082-60BC4E2A0A0C}"/>
              </a:ext>
            </a:extLst>
          </p:cNvPr>
          <p:cNvSpPr>
            <a:spLocks noGrp="1"/>
          </p:cNvSpPr>
          <p:nvPr/>
        </p:nvSpPr>
        <p:spPr>
          <a:xfrm rot="0">
            <a:off x="3562123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E757165D-2EA8-4189-80E7-8FA3A2436B81}"/>
              </a:ext>
            </a:extLst>
          </p:cNvPr>
          <p:cNvSpPr>
            <a:spLocks noGrp="1"/>
          </p:cNvSpPr>
          <p:nvPr/>
        </p:nvSpPr>
        <p:spPr>
          <a:xfrm rot="0">
            <a:off x="619125" y="3162300"/>
            <a:ext cx="3209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6A7B34B2-AE0C-44A0-8FBC-3A52CF9C01C0}"/>
              </a:ext>
            </a:extLst>
          </p:cNvPr>
          <p:cNvSpPr>
            <a:spLocks noGrp="1"/>
          </p:cNvSpPr>
          <p:nvPr/>
        </p:nvSpPr>
        <p:spPr>
          <a:xfrm rot="0">
            <a:off x="4524375" y="857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RG-MTM-P</a:t>
            </a:r>
          </a:p>
        </p:txBody>
      </p:sp>
      <p:pic>
        <p:nvPicPr>
          <p:cNvPr id="22" name="">
            <a:extLst>
              <a:ext uri="{FF2B5EF4-FFF2-40B4-BE49-F238E27FC236}">
                <ns2:creationId id="{D3E264DE-009A-428C-B6ED-9BC0D8950F6C}"/>
              </a:ext>
            </a:extLst>
          </p:cNvPr>
          <p:cNvPicPr>
            <a:picLocks noChangeAspect="1"/>
          </p:cNvPicPr>
          <p:nvPr/>
        </p:nvPicPr>
        <p:blipFill>
          <a:blip r:embed="R78fb98d9a8af476e"/>
          <a:stretch/>
        </p:blipFill>
        <p:spPr>
          <a:xfrm>
            <a:off x="4781550" y="542925"/>
            <a:ext cx="3209925" cy="2333625"/>
          </a:xfrm>
          <a:prstGeom prst="rect">
            <a:avLst/>
          </a:prstGeom>
        </p:spPr>
      </p:pic>
      <p:sp>
        <p:nvSpPr>
          <p:cNvPr id="24" name="line_023">
            <a:extLst>
              <a:ext uri="{FF2B5EF4-FFF2-40B4-BE49-F238E27FC236}">
                <ns2:creationId id="{483AE966-A424-467A-8AF0-1014DA5A9727}"/>
              </a:ext>
            </a:extLst>
          </p:cNvPr>
          <p:cNvSpPr>
            <a:spLocks noGrp="1"/>
          </p:cNvSpPr>
          <p:nvPr/>
        </p:nvSpPr>
        <p:spPr>
          <a:xfrm>
            <a:off x="4743450" y="28765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5" name="text_024">
            <a:extLst>
              <a:ext uri="{FF2B5EF4-FFF2-40B4-BE49-F238E27FC236}">
                <ns2:creationId id="{3379A288-070A-46F9-815F-C58A53C95F25}"/>
              </a:ext>
            </a:extLst>
          </p:cNvPr>
          <p:cNvSpPr>
            <a:spLocks noGrp="1"/>
          </p:cNvSpPr>
          <p:nvPr/>
        </p:nvSpPr>
        <p:spPr>
          <a:xfrm rot="0">
            <a:off x="4476750" y="27813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line_025">
            <a:extLst>
              <a:ext uri="{FF2B5EF4-FFF2-40B4-BE49-F238E27FC236}">
                <ns2:creationId id="{F4DEA0C2-05BE-40C5-9299-6BA5CE0B6AFC}"/>
              </a:ext>
            </a:extLst>
          </p:cNvPr>
          <p:cNvSpPr>
            <a:spLocks noGrp="1"/>
          </p:cNvSpPr>
          <p:nvPr/>
        </p:nvSpPr>
        <p:spPr>
          <a:xfrm>
            <a:off x="4743450" y="170973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CAEA8DE6-9157-48C4-A7FF-57F0245E8847}"/>
              </a:ext>
            </a:extLst>
          </p:cNvPr>
          <p:cNvSpPr>
            <a:spLocks noGrp="1"/>
          </p:cNvSpPr>
          <p:nvPr/>
        </p:nvSpPr>
        <p:spPr>
          <a:xfrm rot="0">
            <a:off x="4476750" y="1614488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line_027">
            <a:extLst>
              <a:ext uri="{FF2B5EF4-FFF2-40B4-BE49-F238E27FC236}">
                <ns2:creationId id="{FD658DCD-7AA6-4CD6-9818-7D6BA8D90257}"/>
              </a:ext>
            </a:extLst>
          </p:cNvPr>
          <p:cNvSpPr>
            <a:spLocks noGrp="1"/>
          </p:cNvSpPr>
          <p:nvPr/>
        </p:nvSpPr>
        <p:spPr>
          <a:xfrm>
            <a:off x="4743450" y="5429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9" name="text_028">
            <a:extLst>
              <a:ext uri="{FF2B5EF4-FFF2-40B4-BE49-F238E27FC236}">
                <ns2:creationId id="{3608DAF3-32FF-4956-B05A-1E1E6487B266}"/>
              </a:ext>
            </a:extLst>
          </p:cNvPr>
          <p:cNvSpPr>
            <a:spLocks noGrp="1"/>
          </p:cNvSpPr>
          <p:nvPr/>
        </p:nvSpPr>
        <p:spPr>
          <a:xfrm rot="0">
            <a:off x="4476750" y="4476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line_029">
            <a:extLst>
              <a:ext uri="{FF2B5EF4-FFF2-40B4-BE49-F238E27FC236}">
                <ns2:creationId id="{57FAFCB8-4792-452A-BB50-AD5DF858E68F}"/>
              </a:ext>
            </a:extLst>
          </p:cNvPr>
          <p:cNvSpPr>
            <a:spLocks noGrp="1"/>
          </p:cNvSpPr>
          <p:nvPr/>
        </p:nvSpPr>
        <p:spPr>
          <a:xfrm>
            <a:off x="4857977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1" name="text_030">
            <a:extLst>
              <a:ext uri="{FF2B5EF4-FFF2-40B4-BE49-F238E27FC236}">
                <ns2:creationId id="{F1EA7C36-5DA7-4B23-B01D-C8DC8565153D}"/>
              </a:ext>
            </a:extLst>
          </p:cNvPr>
          <p:cNvSpPr>
            <a:spLocks noGrp="1"/>
          </p:cNvSpPr>
          <p:nvPr/>
        </p:nvSpPr>
        <p:spPr>
          <a:xfrm rot="0">
            <a:off x="4667477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32" name="line_031">
            <a:extLst>
              <a:ext uri="{FF2B5EF4-FFF2-40B4-BE49-F238E27FC236}">
                <ns2:creationId id="{0B7D3F44-E28F-434A-8B1D-558D70BFBED6}"/>
              </a:ext>
            </a:extLst>
          </p:cNvPr>
          <p:cNvSpPr>
            <a:spLocks noGrp="1"/>
          </p:cNvSpPr>
          <p:nvPr/>
        </p:nvSpPr>
        <p:spPr>
          <a:xfrm>
            <a:off x="5622245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3" name="text_032">
            <a:extLst>
              <a:ext uri="{FF2B5EF4-FFF2-40B4-BE49-F238E27FC236}">
                <ns2:creationId id="{AB1DA385-544D-4DD8-85D1-3EF6DF3EDC69}"/>
              </a:ext>
            </a:extLst>
          </p:cNvPr>
          <p:cNvSpPr>
            <a:spLocks noGrp="1"/>
          </p:cNvSpPr>
          <p:nvPr/>
        </p:nvSpPr>
        <p:spPr>
          <a:xfrm rot="0">
            <a:off x="5431745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34" name="line_033">
            <a:extLst>
              <a:ext uri="{FF2B5EF4-FFF2-40B4-BE49-F238E27FC236}">
                <ns2:creationId id="{21454A42-885B-442C-8A79-BBAAD8E104CF}"/>
              </a:ext>
            </a:extLst>
          </p:cNvPr>
          <p:cNvSpPr>
            <a:spLocks noGrp="1"/>
          </p:cNvSpPr>
          <p:nvPr/>
        </p:nvSpPr>
        <p:spPr>
          <a:xfrm>
            <a:off x="6386513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5" name="text_034">
            <a:extLst>
              <a:ext uri="{FF2B5EF4-FFF2-40B4-BE49-F238E27FC236}">
                <ns2:creationId id="{B0CDB234-5121-4ED5-8BD0-F608DF60034E}"/>
              </a:ext>
            </a:extLst>
          </p:cNvPr>
          <p:cNvSpPr>
            <a:spLocks noGrp="1"/>
          </p:cNvSpPr>
          <p:nvPr/>
        </p:nvSpPr>
        <p:spPr>
          <a:xfrm rot="0">
            <a:off x="6196013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line_035">
            <a:extLst>
              <a:ext uri="{FF2B5EF4-FFF2-40B4-BE49-F238E27FC236}">
                <ns2:creationId id="{4F23F330-F017-4795-952C-A4DCE89243A9}"/>
              </a:ext>
            </a:extLst>
          </p:cNvPr>
          <p:cNvSpPr>
            <a:spLocks noGrp="1"/>
          </p:cNvSpPr>
          <p:nvPr/>
        </p:nvSpPr>
        <p:spPr>
          <a:xfrm>
            <a:off x="7150780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EDD1A34C-8A03-4235-9258-1F011F506450}"/>
              </a:ext>
            </a:extLst>
          </p:cNvPr>
          <p:cNvSpPr>
            <a:spLocks noGrp="1"/>
          </p:cNvSpPr>
          <p:nvPr/>
        </p:nvSpPr>
        <p:spPr>
          <a:xfrm rot="0">
            <a:off x="6960280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line_037">
            <a:extLst>
              <a:ext uri="{FF2B5EF4-FFF2-40B4-BE49-F238E27FC236}">
                <ns2:creationId id="{88A9C42A-0B03-4E63-8BE3-56A81C8A6C86}"/>
              </a:ext>
            </a:extLst>
          </p:cNvPr>
          <p:cNvSpPr>
            <a:spLocks noGrp="1"/>
          </p:cNvSpPr>
          <p:nvPr/>
        </p:nvSpPr>
        <p:spPr>
          <a:xfrm>
            <a:off x="7915048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0F71FB9F-6685-48C0-B908-9A079F0FBFB8}"/>
              </a:ext>
            </a:extLst>
          </p:cNvPr>
          <p:cNvSpPr>
            <a:spLocks noGrp="1"/>
          </p:cNvSpPr>
          <p:nvPr/>
        </p:nvSpPr>
        <p:spPr>
          <a:xfrm rot="0">
            <a:off x="7724548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text_039">
            <a:extLst>
              <a:ext uri="{FF2B5EF4-FFF2-40B4-BE49-F238E27FC236}">
                <ns2:creationId id="{08DEFF67-DABD-4D8A-AB24-B726D65E263F}"/>
              </a:ext>
            </a:extLst>
          </p:cNvPr>
          <p:cNvSpPr>
            <a:spLocks noGrp="1"/>
          </p:cNvSpPr>
          <p:nvPr/>
        </p:nvSpPr>
        <p:spPr>
          <a:xfrm rot="0">
            <a:off x="4781550" y="3162300"/>
            <a:ext cx="3209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sp>
        <p:nvSpPr>
          <p:cNvPr id="41" name="text_040">
            <a:extLst>
              <a:ext uri="{FF2B5EF4-FFF2-40B4-BE49-F238E27FC236}">
                <ns2:creationId id="{26995DD1-D47D-40B7-9F49-119A9A83A207}"/>
              </a:ext>
            </a:extLst>
          </p:cNvPr>
          <p:cNvSpPr>
            <a:spLocks noGrp="1"/>
          </p:cNvSpPr>
          <p:nvPr/>
        </p:nvSpPr>
        <p:spPr>
          <a:xfrm rot="0">
            <a:off x="8686800" y="857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RG-MTM-R, 2%</a:t>
            </a:r>
          </a:p>
        </p:txBody>
      </p:sp>
      <p:pic>
        <p:nvPicPr>
          <p:cNvPr id="42" name="">
            <a:extLst>
              <a:ext uri="{FF2B5EF4-FFF2-40B4-BE49-F238E27FC236}">
                <ns2:creationId id="{2C6C8430-A371-4E01-A108-61FFC06ED227}"/>
              </a:ext>
            </a:extLst>
          </p:cNvPr>
          <p:cNvPicPr>
            <a:picLocks noChangeAspect="1"/>
          </p:cNvPicPr>
          <p:nvPr/>
        </p:nvPicPr>
        <p:blipFill>
          <a:blip r:embed="R407d650ddf1440f5"/>
          <a:stretch/>
        </p:blipFill>
        <p:spPr>
          <a:xfrm>
            <a:off x="8943975" y="542925"/>
            <a:ext cx="3209925" cy="2333625"/>
          </a:xfrm>
          <a:prstGeom prst="rect">
            <a:avLst/>
          </a:prstGeom>
        </p:spPr>
      </p:pic>
      <p:sp>
        <p:nvSpPr>
          <p:cNvPr id="44" name="line_043">
            <a:extLst>
              <a:ext uri="{FF2B5EF4-FFF2-40B4-BE49-F238E27FC236}">
                <ns2:creationId id="{0D665376-1005-4D0A-950D-D0A534D8B805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5" name="text_044">
            <a:extLst>
              <a:ext uri="{FF2B5EF4-FFF2-40B4-BE49-F238E27FC236}">
                <ns2:creationId id="{DA8893A5-95C0-4E33-AB6C-09F2F4A0A31E}"/>
              </a:ext>
            </a:extLst>
          </p:cNvPr>
          <p:cNvSpPr>
            <a:spLocks noGrp="1"/>
          </p:cNvSpPr>
          <p:nvPr/>
        </p:nvSpPr>
        <p:spPr>
          <a:xfrm rot="0">
            <a:off x="8639175" y="27813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line_045">
            <a:extLst>
              <a:ext uri="{FF2B5EF4-FFF2-40B4-BE49-F238E27FC236}">
                <ns2:creationId id="{7AE0F7E4-DD81-4C40-937E-F14C58E130D8}"/>
              </a:ext>
            </a:extLst>
          </p:cNvPr>
          <p:cNvSpPr>
            <a:spLocks noGrp="1"/>
          </p:cNvSpPr>
          <p:nvPr/>
        </p:nvSpPr>
        <p:spPr>
          <a:xfrm>
            <a:off x="8905875" y="170973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7" name="text_046">
            <a:extLst>
              <a:ext uri="{FF2B5EF4-FFF2-40B4-BE49-F238E27FC236}">
                <ns2:creationId id="{41B9AD45-9B7A-4CE5-8D33-16A3F959631D}"/>
              </a:ext>
            </a:extLst>
          </p:cNvPr>
          <p:cNvSpPr>
            <a:spLocks noGrp="1"/>
          </p:cNvSpPr>
          <p:nvPr/>
        </p:nvSpPr>
        <p:spPr>
          <a:xfrm rot="0">
            <a:off x="8639175" y="1614488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8" name="line_047">
            <a:extLst>
              <a:ext uri="{FF2B5EF4-FFF2-40B4-BE49-F238E27FC236}">
                <ns2:creationId id="{B7385921-282C-47E6-8F63-5FEDA79DBF5E}"/>
              </a:ext>
            </a:extLst>
          </p:cNvPr>
          <p:cNvSpPr>
            <a:spLocks noGrp="1"/>
          </p:cNvSpPr>
          <p:nvPr/>
        </p:nvSpPr>
        <p:spPr>
          <a:xfrm>
            <a:off x="8905875" y="5429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9" name="text_048">
            <a:extLst>
              <a:ext uri="{FF2B5EF4-FFF2-40B4-BE49-F238E27FC236}">
                <ns2:creationId id="{6FFFB2E4-5473-4195-A595-90004DF505C4}"/>
              </a:ext>
            </a:extLst>
          </p:cNvPr>
          <p:cNvSpPr>
            <a:spLocks noGrp="1"/>
          </p:cNvSpPr>
          <p:nvPr/>
        </p:nvSpPr>
        <p:spPr>
          <a:xfrm rot="0">
            <a:off x="8639175" y="4476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" name="line_049">
            <a:extLst>
              <a:ext uri="{FF2B5EF4-FFF2-40B4-BE49-F238E27FC236}">
                <ns2:creationId id="{6E4DC7FE-966F-43F1-8C20-688ED754606C}"/>
              </a:ext>
            </a:extLst>
          </p:cNvPr>
          <p:cNvSpPr>
            <a:spLocks noGrp="1"/>
          </p:cNvSpPr>
          <p:nvPr/>
        </p:nvSpPr>
        <p:spPr>
          <a:xfrm>
            <a:off x="9020402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1" name="text_050">
            <a:extLst>
              <a:ext uri="{FF2B5EF4-FFF2-40B4-BE49-F238E27FC236}">
                <ns2:creationId id="{9FD13F13-45FF-496D-A5A6-3AD7FFED5666}"/>
              </a:ext>
            </a:extLst>
          </p:cNvPr>
          <p:cNvSpPr>
            <a:spLocks noGrp="1"/>
          </p:cNvSpPr>
          <p:nvPr/>
        </p:nvSpPr>
        <p:spPr>
          <a:xfrm rot="0">
            <a:off x="8829902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52" name="line_051">
            <a:extLst>
              <a:ext uri="{FF2B5EF4-FFF2-40B4-BE49-F238E27FC236}">
                <ns2:creationId id="{F013F8F1-402C-4BB0-86DE-003CA54824C1}"/>
              </a:ext>
            </a:extLst>
          </p:cNvPr>
          <p:cNvSpPr>
            <a:spLocks noGrp="1"/>
          </p:cNvSpPr>
          <p:nvPr/>
        </p:nvSpPr>
        <p:spPr>
          <a:xfrm>
            <a:off x="9784670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3" name="text_052">
            <a:extLst>
              <a:ext uri="{FF2B5EF4-FFF2-40B4-BE49-F238E27FC236}">
                <ns2:creationId id="{B098B61F-28E7-4819-BED9-D9093C1E677C}"/>
              </a:ext>
            </a:extLst>
          </p:cNvPr>
          <p:cNvSpPr>
            <a:spLocks noGrp="1"/>
          </p:cNvSpPr>
          <p:nvPr/>
        </p:nvSpPr>
        <p:spPr>
          <a:xfrm rot="0">
            <a:off x="9594170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54" name="line_053">
            <a:extLst>
              <a:ext uri="{FF2B5EF4-FFF2-40B4-BE49-F238E27FC236}">
                <ns2:creationId id="{E94B1503-D08B-422E-A933-C72F1BE9E5C8}"/>
              </a:ext>
            </a:extLst>
          </p:cNvPr>
          <p:cNvSpPr>
            <a:spLocks noGrp="1"/>
          </p:cNvSpPr>
          <p:nvPr/>
        </p:nvSpPr>
        <p:spPr>
          <a:xfrm>
            <a:off x="10548938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5" name="text_054">
            <a:extLst>
              <a:ext uri="{FF2B5EF4-FFF2-40B4-BE49-F238E27FC236}">
                <ns2:creationId id="{555E992E-50A6-407E-A6F1-E80DEC911201}"/>
              </a:ext>
            </a:extLst>
          </p:cNvPr>
          <p:cNvSpPr>
            <a:spLocks noGrp="1"/>
          </p:cNvSpPr>
          <p:nvPr/>
        </p:nvSpPr>
        <p:spPr>
          <a:xfrm rot="0">
            <a:off x="10358438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line_055">
            <a:extLst>
              <a:ext uri="{FF2B5EF4-FFF2-40B4-BE49-F238E27FC236}">
                <ns2:creationId id="{71C6774E-C907-4CCF-825C-638FDCF0315E}"/>
              </a:ext>
            </a:extLst>
          </p:cNvPr>
          <p:cNvSpPr>
            <a:spLocks noGrp="1"/>
          </p:cNvSpPr>
          <p:nvPr/>
        </p:nvSpPr>
        <p:spPr>
          <a:xfrm>
            <a:off x="11313205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7" name="text_056">
            <a:extLst>
              <a:ext uri="{FF2B5EF4-FFF2-40B4-BE49-F238E27FC236}">
                <ns2:creationId id="{CB23701C-E65F-4550-AE50-78694E5B389A}"/>
              </a:ext>
            </a:extLst>
          </p:cNvPr>
          <p:cNvSpPr>
            <a:spLocks noGrp="1"/>
          </p:cNvSpPr>
          <p:nvPr/>
        </p:nvSpPr>
        <p:spPr>
          <a:xfrm rot="0">
            <a:off x="11122705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line_057">
            <a:extLst>
              <a:ext uri="{FF2B5EF4-FFF2-40B4-BE49-F238E27FC236}">
                <ns2:creationId id="{9FF01D34-BFB7-4C3D-8515-174898354709}"/>
              </a:ext>
            </a:extLst>
          </p:cNvPr>
          <p:cNvSpPr>
            <a:spLocks noGrp="1"/>
          </p:cNvSpPr>
          <p:nvPr/>
        </p:nvSpPr>
        <p:spPr>
          <a:xfrm>
            <a:off x="12077473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9" name="text_058">
            <a:extLst>
              <a:ext uri="{FF2B5EF4-FFF2-40B4-BE49-F238E27FC236}">
                <ns2:creationId id="{74FD5164-A937-48C9-A634-7A9A3F43B374}"/>
              </a:ext>
            </a:extLst>
          </p:cNvPr>
          <p:cNvSpPr>
            <a:spLocks noGrp="1"/>
          </p:cNvSpPr>
          <p:nvPr/>
        </p:nvSpPr>
        <p:spPr>
          <a:xfrm rot="0">
            <a:off x="11886973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text_059">
            <a:extLst>
              <a:ext uri="{FF2B5EF4-FFF2-40B4-BE49-F238E27FC236}">
                <ns2:creationId id="{713A7F62-99E4-48BA-BEC7-8C50F83FBEF8}"/>
              </a:ext>
            </a:extLst>
          </p:cNvPr>
          <p:cNvSpPr>
            <a:spLocks noGrp="1"/>
          </p:cNvSpPr>
          <p:nvPr/>
        </p:nvSpPr>
        <p:spPr>
          <a:xfrm rot="0">
            <a:off x="8943975" y="3162300"/>
            <a:ext cx="3209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pic>
        <p:nvPicPr>
          <p:cNvPr id="61" name="">
            <a:extLst>
              <a:ext uri="{FF2B5EF4-FFF2-40B4-BE49-F238E27FC236}">
                <ns2:creationId id="{061DEA8B-6D72-4843-B11A-5B70452C3E56}"/>
              </a:ext>
            </a:extLst>
          </p:cNvPr>
          <p:cNvPicPr>
            <a:picLocks noChangeAspect="1"/>
          </p:cNvPicPr>
          <p:nvPr/>
        </p:nvPicPr>
        <p:blipFill>
          <a:blip r:embed="Rca544ad4d86345a5"/>
          <a:stretch/>
        </p:blipFill>
        <p:spPr>
          <a:xfrm>
            <a:off x="4743450" y="3590925"/>
            <a:ext cx="4762500" cy="104775"/>
          </a:xfrm>
          <a:prstGeom prst="rect">
            <a:avLst/>
          </a:prstGeom>
        </p:spPr>
      </p:pic>
      <p:sp>
        <p:nvSpPr>
          <p:cNvPr id="62" name="text_061">
            <a:extLst>
              <a:ext uri="{FF2B5EF4-FFF2-40B4-BE49-F238E27FC236}">
                <ns2:creationId id="{AABD7244-8303-4067-BA7A-6027E47884E7}"/>
              </a:ext>
            </a:extLst>
          </p:cNvPr>
          <p:cNvSpPr>
            <a:spLocks noGrp="1"/>
          </p:cNvSpPr>
          <p:nvPr/>
        </p:nvSpPr>
        <p:spPr>
          <a:xfrm rot="0">
            <a:off x="3390900" y="34861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 (a.u.)</a:t>
            </a:r>
          </a:p>
        </p:txBody>
      </p:sp>
      <p:sp>
        <p:nvSpPr>
          <p:cNvPr id="63" name="line_062">
            <a:extLst>
              <a:ext uri="{FF2B5EF4-FFF2-40B4-BE49-F238E27FC236}">
                <ns2:creationId id="{B72413DC-30D0-4619-8659-380F5E036DCF}"/>
              </a:ext>
            </a:extLst>
          </p:cNvPr>
          <p:cNvSpPr>
            <a:spLocks noGrp="1"/>
          </p:cNvSpPr>
          <p:nvPr/>
        </p:nvSpPr>
        <p:spPr>
          <a:xfrm>
            <a:off x="4783343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>
              <a:ext uri="{FF2B5EF4-FFF2-40B4-BE49-F238E27FC236}">
                <ns2:creationId id="{8AAA3D4A-8961-46A2-9E2B-FA6A3A8D39F4}"/>
              </a:ext>
            </a:extLst>
          </p:cNvPr>
          <p:cNvSpPr>
            <a:spLocks noGrp="1"/>
          </p:cNvSpPr>
          <p:nvPr/>
        </p:nvSpPr>
        <p:spPr>
          <a:xfrm rot="0">
            <a:off x="4526168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65" name="line_064">
            <a:extLst>
              <a:ext uri="{FF2B5EF4-FFF2-40B4-BE49-F238E27FC236}">
                <ns2:creationId id="{D8C17690-5DA1-498A-A1CC-D5B897259F17}"/>
              </a:ext>
            </a:extLst>
          </p:cNvPr>
          <p:cNvSpPr>
            <a:spLocks noGrp="1"/>
          </p:cNvSpPr>
          <p:nvPr/>
        </p:nvSpPr>
        <p:spPr>
          <a:xfrm>
            <a:off x="5993249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6" name="text_065">
            <a:extLst>
              <a:ext uri="{FF2B5EF4-FFF2-40B4-BE49-F238E27FC236}">
                <ns2:creationId id="{5847CCDC-9E95-4061-822F-36606AFA41D2}"/>
              </a:ext>
            </a:extLst>
          </p:cNvPr>
          <p:cNvSpPr>
            <a:spLocks noGrp="1"/>
          </p:cNvSpPr>
          <p:nvPr/>
        </p:nvSpPr>
        <p:spPr>
          <a:xfrm rot="0">
            <a:off x="5736074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-0.1</a:t>
            </a:r>
          </a:p>
        </p:txBody>
      </p:sp>
      <p:sp>
        <p:nvSpPr>
          <p:cNvPr id="67" name="line_066">
            <a:extLst>
              <a:ext uri="{FF2B5EF4-FFF2-40B4-BE49-F238E27FC236}">
                <ns2:creationId id="{FC91B5B4-5245-4B52-9BF5-20F37BDE408A}"/>
              </a:ext>
            </a:extLst>
          </p:cNvPr>
          <p:cNvSpPr>
            <a:spLocks noGrp="1"/>
          </p:cNvSpPr>
          <p:nvPr/>
        </p:nvSpPr>
        <p:spPr>
          <a:xfrm>
            <a:off x="7124700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8" name="text_067">
            <a:extLst>
              <a:ext uri="{FF2B5EF4-FFF2-40B4-BE49-F238E27FC236}">
                <ns2:creationId id="{3AB30FDA-7FAB-4118-8BB2-A58524A3BC55}"/>
              </a:ext>
            </a:extLst>
          </p:cNvPr>
          <p:cNvSpPr>
            <a:spLocks noGrp="1"/>
          </p:cNvSpPr>
          <p:nvPr/>
        </p:nvSpPr>
        <p:spPr>
          <a:xfrm rot="0">
            <a:off x="6867525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9" name="line_068">
            <a:extLst>
              <a:ext uri="{FF2B5EF4-FFF2-40B4-BE49-F238E27FC236}">
                <ns2:creationId id="{CA27A769-3072-4E6B-A336-DB929E900302}"/>
              </a:ext>
            </a:extLst>
          </p:cNvPr>
          <p:cNvSpPr>
            <a:spLocks noGrp="1"/>
          </p:cNvSpPr>
          <p:nvPr/>
        </p:nvSpPr>
        <p:spPr>
          <a:xfrm>
            <a:off x="8256151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0" name="text_069">
            <a:extLst>
              <a:ext uri="{FF2B5EF4-FFF2-40B4-BE49-F238E27FC236}">
                <ns2:creationId id="{E4C82042-3FC5-49F9-A284-8458AC48638A}"/>
              </a:ext>
            </a:extLst>
          </p:cNvPr>
          <p:cNvSpPr>
            <a:spLocks noGrp="1"/>
          </p:cNvSpPr>
          <p:nvPr/>
        </p:nvSpPr>
        <p:spPr>
          <a:xfrm rot="0">
            <a:off x="7998976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71" name="line_070">
            <a:extLst>
              <a:ext uri="{FF2B5EF4-FFF2-40B4-BE49-F238E27FC236}">
                <ns2:creationId id="{C3E17595-7FA7-4C3C-8A74-C703492AAB2E}"/>
              </a:ext>
            </a:extLst>
          </p:cNvPr>
          <p:cNvSpPr>
            <a:spLocks noGrp="1"/>
          </p:cNvSpPr>
          <p:nvPr/>
        </p:nvSpPr>
        <p:spPr>
          <a:xfrm>
            <a:off x="9466057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2" name="text_071">
            <a:extLst>
              <a:ext uri="{FF2B5EF4-FFF2-40B4-BE49-F238E27FC236}">
                <ns2:creationId id="{BD15E7F0-49B1-4EF0-88F0-9321C0124234}"/>
              </a:ext>
            </a:extLst>
          </p:cNvPr>
          <p:cNvSpPr>
            <a:spLocks noGrp="1"/>
          </p:cNvSpPr>
          <p:nvPr/>
        </p:nvSpPr>
        <p:spPr>
          <a:xfrm rot="0">
            <a:off x="9208882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3" name="text_072">
            <a:extLst>
              <a:ext uri="{FF2B5EF4-FFF2-40B4-BE49-F238E27FC236}">
                <ns2:creationId id="{9949565C-7066-416F-AA52-92BF05F8DCA2}"/>
              </a:ext>
            </a:extLst>
          </p:cNvPr>
          <p:cNvSpPr>
            <a:spLocks noGrp="1"/>
          </p:cNvSpPr>
          <p:nvPr/>
        </p:nvSpPr>
        <p:spPr>
          <a:xfrm rot="0">
            <a:off x="190500" y="4171950"/>
            <a:ext cx="1133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Reconstructed source potential: two-dimensional z sections</a:t>
            </a:r>
          </a:p>
        </p:txBody>
      </p:sp>
      <p:sp>
        <p:nvSpPr>
          <p:cNvPr id="74" name="text_073">
            <a:extLst>
              <a:ext uri="{FF2B5EF4-FFF2-40B4-BE49-F238E27FC236}">
                <ns2:creationId id="{0D20AEF3-45EC-47F5-A5F1-2F90286C7CC1}"/>
              </a:ext>
            </a:extLst>
          </p:cNvPr>
          <p:cNvSpPr>
            <a:spLocks noGrp="1"/>
          </p:cNvSpPr>
          <p:nvPr/>
        </p:nvSpPr>
        <p:spPr>
          <a:xfrm rot="0">
            <a:off x="457200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-2 bohr</a:t>
            </a:r>
          </a:p>
        </p:txBody>
      </p:sp>
      <p:pic>
        <p:nvPicPr>
          <p:cNvPr id="75" name="">
            <a:extLst>
              <a:ext uri="{FF2B5EF4-FFF2-40B4-BE49-F238E27FC236}">
                <ns2:creationId id="{DA7F6AEA-9A41-4124-9CFD-7A1C05347C88}"/>
              </a:ext>
            </a:extLst>
          </p:cNvPr>
          <p:cNvPicPr>
            <a:picLocks noChangeAspect="1"/>
          </p:cNvPicPr>
          <p:nvPr/>
        </p:nvPicPr>
        <p:blipFill>
          <a:blip r:embed="R9ff658b3385f4164"/>
          <a:stretch/>
        </p:blipFill>
        <p:spPr>
          <a:xfrm>
            <a:off x="457200" y="4752975"/>
            <a:ext cx="1876425" cy="1876425"/>
          </a:xfrm>
          <a:prstGeom prst="rect">
            <a:avLst/>
          </a:prstGeom>
        </p:spPr>
      </p:pic>
      <p:sp>
        <p:nvSpPr>
          <p:cNvPr id="76" name="text_075">
            <a:extLst>
              <a:ext uri="{FF2B5EF4-FFF2-40B4-BE49-F238E27FC236}">
                <ns2:creationId id="{F065D6E7-8342-412C-8345-1D0166FE9DC4}"/>
              </a:ext>
            </a:extLst>
          </p:cNvPr>
          <p:cNvSpPr>
            <a:spLocks noGrp="1"/>
          </p:cNvSpPr>
          <p:nvPr/>
        </p:nvSpPr>
        <p:spPr>
          <a:xfrm rot="0">
            <a:off x="29527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77" name="text_076">
            <a:extLst>
              <a:ext uri="{FF2B5EF4-FFF2-40B4-BE49-F238E27FC236}">
                <ns2:creationId id="{3D144C18-3455-4180-817C-AA9FCFD691B9}"/>
              </a:ext>
            </a:extLst>
          </p:cNvPr>
          <p:cNvSpPr>
            <a:spLocks noGrp="1"/>
          </p:cNvSpPr>
          <p:nvPr/>
        </p:nvSpPr>
        <p:spPr>
          <a:xfrm rot="0">
            <a:off x="142875" y="653415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78" name="text_077">
            <a:extLst>
              <a:ext uri="{FF2B5EF4-FFF2-40B4-BE49-F238E27FC236}">
                <ns2:creationId id="{0D64813F-CCCF-4382-8579-3975F72344B7}"/>
              </a:ext>
            </a:extLst>
          </p:cNvPr>
          <p:cNvSpPr>
            <a:spLocks noGrp="1"/>
          </p:cNvSpPr>
          <p:nvPr/>
        </p:nvSpPr>
        <p:spPr>
          <a:xfrm rot="0">
            <a:off x="1233488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text_078">
            <a:extLst>
              <a:ext uri="{FF2B5EF4-FFF2-40B4-BE49-F238E27FC236}">
                <ns2:creationId id="{9CDF304E-CE3F-4DE0-AA43-BAF221FD2F1F}"/>
              </a:ext>
            </a:extLst>
          </p:cNvPr>
          <p:cNvSpPr>
            <a:spLocks noGrp="1"/>
          </p:cNvSpPr>
          <p:nvPr/>
        </p:nvSpPr>
        <p:spPr>
          <a:xfrm rot="0">
            <a:off x="142875" y="5595938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text_079">
            <a:extLst>
              <a:ext uri="{FF2B5EF4-FFF2-40B4-BE49-F238E27FC236}">
                <ns2:creationId id="{C43E902B-DBD6-4BE5-AA3F-55F85F90CC23}"/>
              </a:ext>
            </a:extLst>
          </p:cNvPr>
          <p:cNvSpPr>
            <a:spLocks noGrp="1"/>
          </p:cNvSpPr>
          <p:nvPr/>
        </p:nvSpPr>
        <p:spPr>
          <a:xfrm rot="0">
            <a:off x="217170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1" name="text_080">
            <a:extLst>
              <a:ext uri="{FF2B5EF4-FFF2-40B4-BE49-F238E27FC236}">
                <ns2:creationId id="{B8576EC4-ACB9-45B6-A787-337B82DD8147}"/>
              </a:ext>
            </a:extLst>
          </p:cNvPr>
          <p:cNvSpPr>
            <a:spLocks noGrp="1"/>
          </p:cNvSpPr>
          <p:nvPr/>
        </p:nvSpPr>
        <p:spPr>
          <a:xfrm rot="0">
            <a:off x="142875" y="46577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2" name="text_081">
            <a:extLst>
              <a:ext uri="{FF2B5EF4-FFF2-40B4-BE49-F238E27FC236}">
                <ns2:creationId id="{305AEF6E-E20E-4E87-B5D8-26563491B626}"/>
              </a:ext>
            </a:extLst>
          </p:cNvPr>
          <p:cNvSpPr>
            <a:spLocks noGrp="1"/>
          </p:cNvSpPr>
          <p:nvPr/>
        </p:nvSpPr>
        <p:spPr>
          <a:xfrm rot="0">
            <a:off x="457200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83" name="text_082">
            <a:extLst>
              <a:ext uri="{FF2B5EF4-FFF2-40B4-BE49-F238E27FC236}">
                <ns2:creationId id="{E344E1B1-ECBB-4AE7-A841-BC050D7E1C2C}"/>
              </a:ext>
            </a:extLst>
          </p:cNvPr>
          <p:cNvSpPr>
            <a:spLocks noGrp="1"/>
          </p:cNvSpPr>
          <p:nvPr/>
        </p:nvSpPr>
        <p:spPr>
          <a:xfrm rot="0">
            <a:off x="2962275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-1 bohr</a:t>
            </a:r>
          </a:p>
        </p:txBody>
      </p:sp>
      <p:pic>
        <p:nvPicPr>
          <p:cNvPr id="84" name="">
            <a:extLst>
              <a:ext uri="{FF2B5EF4-FFF2-40B4-BE49-F238E27FC236}">
                <ns2:creationId id="{F682E9E4-C5BF-4E63-BC4D-ADF81E3A570C}"/>
              </a:ext>
            </a:extLst>
          </p:cNvPr>
          <p:cNvPicPr>
            <a:picLocks noChangeAspect="1"/>
          </p:cNvPicPr>
          <p:nvPr/>
        </p:nvPicPr>
        <p:blipFill>
          <a:blip r:embed="R2004a92c0b3a4cac"/>
          <a:stretch/>
        </p:blipFill>
        <p:spPr>
          <a:xfrm>
            <a:off x="2962275" y="4752975"/>
            <a:ext cx="1876425" cy="1876425"/>
          </a:xfrm>
          <a:prstGeom prst="rect">
            <a:avLst/>
          </a:prstGeom>
        </p:spPr>
      </p:pic>
      <p:sp>
        <p:nvSpPr>
          <p:cNvPr id="85" name="text_084">
            <a:extLst>
              <a:ext uri="{FF2B5EF4-FFF2-40B4-BE49-F238E27FC236}">
                <ns2:creationId id="{334B6269-84CF-4775-A9C7-B8C3666D44A5}"/>
              </a:ext>
            </a:extLst>
          </p:cNvPr>
          <p:cNvSpPr>
            <a:spLocks noGrp="1"/>
          </p:cNvSpPr>
          <p:nvPr/>
        </p:nvSpPr>
        <p:spPr>
          <a:xfrm rot="0">
            <a:off x="280035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86" name="text_085">
            <a:extLst>
              <a:ext uri="{FF2B5EF4-FFF2-40B4-BE49-F238E27FC236}">
                <ns2:creationId id="{3BF83601-717C-428E-9BCF-E600587487C1}"/>
              </a:ext>
            </a:extLst>
          </p:cNvPr>
          <p:cNvSpPr>
            <a:spLocks noGrp="1"/>
          </p:cNvSpPr>
          <p:nvPr/>
        </p:nvSpPr>
        <p:spPr>
          <a:xfrm rot="0">
            <a:off x="3738563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7" name="text_086">
            <a:extLst>
              <a:ext uri="{FF2B5EF4-FFF2-40B4-BE49-F238E27FC236}">
                <ns2:creationId id="{2CF756E5-D23A-4313-B2CE-C439DAD3F1AD}"/>
              </a:ext>
            </a:extLst>
          </p:cNvPr>
          <p:cNvSpPr>
            <a:spLocks noGrp="1"/>
          </p:cNvSpPr>
          <p:nvPr/>
        </p:nvSpPr>
        <p:spPr>
          <a:xfrm rot="0">
            <a:off x="467677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8" name="text_087">
            <a:extLst>
              <a:ext uri="{FF2B5EF4-FFF2-40B4-BE49-F238E27FC236}">
                <ns2:creationId id="{FCBB67AF-8754-4C74-BD56-A7E1352CE568}"/>
              </a:ext>
            </a:extLst>
          </p:cNvPr>
          <p:cNvSpPr>
            <a:spLocks noGrp="1"/>
          </p:cNvSpPr>
          <p:nvPr/>
        </p:nvSpPr>
        <p:spPr>
          <a:xfrm rot="0">
            <a:off x="2962275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89" name="text_088">
            <a:extLst>
              <a:ext uri="{FF2B5EF4-FFF2-40B4-BE49-F238E27FC236}">
                <ns2:creationId id="{A3DA1548-AEF2-4FB5-99AB-0E42CF0754BC}"/>
              </a:ext>
            </a:extLst>
          </p:cNvPr>
          <p:cNvSpPr>
            <a:spLocks noGrp="1"/>
          </p:cNvSpPr>
          <p:nvPr/>
        </p:nvSpPr>
        <p:spPr>
          <a:xfrm rot="0">
            <a:off x="5467350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0 bohr</a:t>
            </a:r>
          </a:p>
        </p:txBody>
      </p:sp>
      <p:pic>
        <p:nvPicPr>
          <p:cNvPr id="90" name="">
            <a:extLst>
              <a:ext uri="{FF2B5EF4-FFF2-40B4-BE49-F238E27FC236}">
                <ns2:creationId id="{C01DE0F1-0CBB-4226-93FE-A055C36A7253}"/>
              </a:ext>
            </a:extLst>
          </p:cNvPr>
          <p:cNvPicPr>
            <a:picLocks noChangeAspect="1"/>
          </p:cNvPicPr>
          <p:nvPr/>
        </p:nvPicPr>
        <p:blipFill>
          <a:blip r:embed="R355e38ca7c6b4f69"/>
          <a:stretch/>
        </p:blipFill>
        <p:spPr>
          <a:xfrm>
            <a:off x="5467350" y="4752975"/>
            <a:ext cx="1876425" cy="1876425"/>
          </a:xfrm>
          <a:prstGeom prst="rect">
            <a:avLst/>
          </a:prstGeom>
        </p:spPr>
      </p:pic>
      <p:sp>
        <p:nvSpPr>
          <p:cNvPr id="91" name="text_090">
            <a:extLst>
              <a:ext uri="{FF2B5EF4-FFF2-40B4-BE49-F238E27FC236}">
                <ns2:creationId id="{01826D8A-C52B-4B61-886C-FE1758CFDC0B}"/>
              </a:ext>
            </a:extLst>
          </p:cNvPr>
          <p:cNvSpPr>
            <a:spLocks noGrp="1"/>
          </p:cNvSpPr>
          <p:nvPr/>
        </p:nvSpPr>
        <p:spPr>
          <a:xfrm rot="0">
            <a:off x="530542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92" name="text_091">
            <a:extLst>
              <a:ext uri="{FF2B5EF4-FFF2-40B4-BE49-F238E27FC236}">
                <ns2:creationId id="{826410EA-35F1-4D04-BFC9-EE171F068A8D}"/>
              </a:ext>
            </a:extLst>
          </p:cNvPr>
          <p:cNvSpPr>
            <a:spLocks noGrp="1"/>
          </p:cNvSpPr>
          <p:nvPr/>
        </p:nvSpPr>
        <p:spPr>
          <a:xfrm rot="0">
            <a:off x="6243638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3" name="text_092">
            <a:extLst>
              <a:ext uri="{FF2B5EF4-FFF2-40B4-BE49-F238E27FC236}">
                <ns2:creationId id="{C462C3BD-343E-452D-B4B0-00007E7F4043}"/>
              </a:ext>
            </a:extLst>
          </p:cNvPr>
          <p:cNvSpPr>
            <a:spLocks noGrp="1"/>
          </p:cNvSpPr>
          <p:nvPr/>
        </p:nvSpPr>
        <p:spPr>
          <a:xfrm rot="0">
            <a:off x="718185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4" name="text_093">
            <a:extLst>
              <a:ext uri="{FF2B5EF4-FFF2-40B4-BE49-F238E27FC236}">
                <ns2:creationId id="{3D4F58BE-5E77-4D7B-87F5-0EE85CAB3416}"/>
              </a:ext>
            </a:extLst>
          </p:cNvPr>
          <p:cNvSpPr>
            <a:spLocks noGrp="1"/>
          </p:cNvSpPr>
          <p:nvPr/>
        </p:nvSpPr>
        <p:spPr>
          <a:xfrm rot="0">
            <a:off x="5467350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95" name="text_094">
            <a:extLst>
              <a:ext uri="{FF2B5EF4-FFF2-40B4-BE49-F238E27FC236}">
                <ns2:creationId id="{23AC7531-BA6B-43A9-881C-131C1C4B7FC8}"/>
              </a:ext>
            </a:extLst>
          </p:cNvPr>
          <p:cNvSpPr>
            <a:spLocks noGrp="1"/>
          </p:cNvSpPr>
          <p:nvPr/>
        </p:nvSpPr>
        <p:spPr>
          <a:xfrm rot="0">
            <a:off x="7972425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1 bohr</a:t>
            </a:r>
          </a:p>
        </p:txBody>
      </p:sp>
      <p:pic>
        <p:nvPicPr>
          <p:cNvPr id="96" name="">
            <a:extLst>
              <a:ext uri="{FF2B5EF4-FFF2-40B4-BE49-F238E27FC236}">
                <ns2:creationId id="{E4AD160B-4F2D-4EC8-8502-9D4180E9EAE4}"/>
              </a:ext>
            </a:extLst>
          </p:cNvPr>
          <p:cNvPicPr>
            <a:picLocks noChangeAspect="1"/>
          </p:cNvPicPr>
          <p:nvPr/>
        </p:nvPicPr>
        <p:blipFill>
          <a:blip r:embed="R010b6224ce034ffe"/>
          <a:stretch/>
        </p:blipFill>
        <p:spPr>
          <a:xfrm>
            <a:off x="7972425" y="4752975"/>
            <a:ext cx="1876425" cy="1876425"/>
          </a:xfrm>
          <a:prstGeom prst="rect">
            <a:avLst/>
          </a:prstGeom>
        </p:spPr>
      </p:pic>
      <p:sp>
        <p:nvSpPr>
          <p:cNvPr id="97" name="text_096">
            <a:extLst>
              <a:ext uri="{FF2B5EF4-FFF2-40B4-BE49-F238E27FC236}">
                <ns2:creationId id="{6DB767D0-9A2D-4E6B-AB0D-5CFCB8CA1F4D}"/>
              </a:ext>
            </a:extLst>
          </p:cNvPr>
          <p:cNvSpPr>
            <a:spLocks noGrp="1"/>
          </p:cNvSpPr>
          <p:nvPr/>
        </p:nvSpPr>
        <p:spPr>
          <a:xfrm rot="0">
            <a:off x="781050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98" name="text_097">
            <a:extLst>
              <a:ext uri="{FF2B5EF4-FFF2-40B4-BE49-F238E27FC236}">
                <ns2:creationId id="{E7E92782-63E4-4D5B-9AF5-B842FB5024C1}"/>
              </a:ext>
            </a:extLst>
          </p:cNvPr>
          <p:cNvSpPr>
            <a:spLocks noGrp="1"/>
          </p:cNvSpPr>
          <p:nvPr/>
        </p:nvSpPr>
        <p:spPr>
          <a:xfrm rot="0">
            <a:off x="8748713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9" name="text_098">
            <a:extLst>
              <a:ext uri="{FF2B5EF4-FFF2-40B4-BE49-F238E27FC236}">
                <ns2:creationId id="{93A79F1F-1D43-42C3-B7F3-14521AEC9296}"/>
              </a:ext>
            </a:extLst>
          </p:cNvPr>
          <p:cNvSpPr>
            <a:spLocks noGrp="1"/>
          </p:cNvSpPr>
          <p:nvPr/>
        </p:nvSpPr>
        <p:spPr>
          <a:xfrm rot="0">
            <a:off x="968692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" name="text_099">
            <a:extLst>
              <a:ext uri="{FF2B5EF4-FFF2-40B4-BE49-F238E27FC236}">
                <ns2:creationId id="{12391E8F-B74F-4439-BA06-4B28410F66F1}"/>
              </a:ext>
            </a:extLst>
          </p:cNvPr>
          <p:cNvSpPr>
            <a:spLocks noGrp="1"/>
          </p:cNvSpPr>
          <p:nvPr/>
        </p:nvSpPr>
        <p:spPr>
          <a:xfrm rot="0">
            <a:off x="7972425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101" name="text_100">
            <a:extLst>
              <a:ext uri="{FF2B5EF4-FFF2-40B4-BE49-F238E27FC236}">
                <ns2:creationId id="{65C5D942-1C40-4FF0-AE7A-6E3E69BAB0F6}"/>
              </a:ext>
            </a:extLst>
          </p:cNvPr>
          <p:cNvSpPr>
            <a:spLocks noGrp="1"/>
          </p:cNvSpPr>
          <p:nvPr/>
        </p:nvSpPr>
        <p:spPr>
          <a:xfrm rot="0">
            <a:off x="10477500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2 bohr</a:t>
            </a:r>
          </a:p>
        </p:txBody>
      </p:sp>
      <p:pic>
        <p:nvPicPr>
          <p:cNvPr id="102" name="">
            <a:extLst>
              <a:ext uri="{FF2B5EF4-FFF2-40B4-BE49-F238E27FC236}">
                <ns2:creationId id="{DF479F64-160E-45E5-9065-7A062DC9D6BC}"/>
              </a:ext>
            </a:extLst>
          </p:cNvPr>
          <p:cNvPicPr>
            <a:picLocks noChangeAspect="1"/>
          </p:cNvPicPr>
          <p:nvPr/>
        </p:nvPicPr>
        <p:blipFill>
          <a:blip r:embed="R0171dcdb745a43db"/>
          <a:stretch/>
        </p:blipFill>
        <p:spPr>
          <a:xfrm>
            <a:off x="10477500" y="4752975"/>
            <a:ext cx="1876425" cy="1876425"/>
          </a:xfrm>
          <a:prstGeom prst="rect">
            <a:avLst/>
          </a:prstGeom>
        </p:spPr>
      </p:pic>
      <p:sp>
        <p:nvSpPr>
          <p:cNvPr id="103" name="text_102">
            <a:extLst>
              <a:ext uri="{FF2B5EF4-FFF2-40B4-BE49-F238E27FC236}">
                <ns2:creationId id="{694C29AB-5300-41B9-A1DD-15F3BAFEA74E}"/>
              </a:ext>
            </a:extLst>
          </p:cNvPr>
          <p:cNvSpPr>
            <a:spLocks noGrp="1"/>
          </p:cNvSpPr>
          <p:nvPr/>
        </p:nvSpPr>
        <p:spPr>
          <a:xfrm rot="0">
            <a:off x="1031557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4" name="text_103">
            <a:extLst>
              <a:ext uri="{FF2B5EF4-FFF2-40B4-BE49-F238E27FC236}">
                <ns2:creationId id="{314A50BD-D015-4B53-94AF-9E70249DACDF}"/>
              </a:ext>
            </a:extLst>
          </p:cNvPr>
          <p:cNvSpPr>
            <a:spLocks noGrp="1"/>
          </p:cNvSpPr>
          <p:nvPr/>
        </p:nvSpPr>
        <p:spPr>
          <a:xfrm rot="0">
            <a:off x="11253788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5" name="text_104">
            <a:extLst>
              <a:ext uri="{FF2B5EF4-FFF2-40B4-BE49-F238E27FC236}">
                <ns2:creationId id="{5B3056A4-BE5D-4A8B-B99C-F60C7342B606}"/>
              </a:ext>
            </a:extLst>
          </p:cNvPr>
          <p:cNvSpPr>
            <a:spLocks noGrp="1"/>
          </p:cNvSpPr>
          <p:nvPr/>
        </p:nvSpPr>
        <p:spPr>
          <a:xfrm rot="0">
            <a:off x="1219200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6" name="text_105">
            <a:extLst>
              <a:ext uri="{FF2B5EF4-FFF2-40B4-BE49-F238E27FC236}">
                <ns2:creationId id="{D65752C1-29DD-4E85-91E8-C38BAC2AA2A4}"/>
              </a:ext>
            </a:extLst>
          </p:cNvPr>
          <p:cNvSpPr>
            <a:spLocks noGrp="1"/>
          </p:cNvSpPr>
          <p:nvPr/>
        </p:nvSpPr>
        <p:spPr>
          <a:xfrm rot="0">
            <a:off x="10477500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</p:spTree>
    <p:extLst>
      <p:ext uri="{BB962C8B-B14F-4D97-AF65-F5344CB8AC3E}">
        <ns4:creationId val="1464075205"/>
      </p:ext>
    </p:extLst>
  </p:cSld>
</p:sld>
</file>

<file path=ppt/main_figures/Fig15/ppt/tableStyles.xml><?xml version="1.0" encoding="utf-8"?>
<a:tblStyleLst xmlns:a="http://schemas.openxmlformats.org/drawingml/2006/main" def="{5C22544A-7EE6-4342-B048-85BDC9FD1C3A}"/>
</file>

<file path=ppt/main_figures/Fig15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6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6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2026-10-21T02:42:00.7180000Z</dcterms:created>
  <dcterms:modified xsi:type="dcterms:W3CDTF">2026-10-21T02:42:00.7180000Z</dcterms:modified>
</coreProperties>
</file>

<file path=ppt/main_figures/Fig16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6/ppt/theme/theme1.xml" Id="R2a9f011cc6da4a2a" /><Relationship Type="http://schemas.openxmlformats.org/officeDocument/2006/relationships/slideMaster" Target="/ppt/main_figures/Fig16/ppt/slideMasters/slideMaster1.xml" Id="R5c0cfa7bb0d543d1" /><Relationship Type="http://schemas.openxmlformats.org/officeDocument/2006/relationships/notesMaster" Target="/ppt/main_figures/Fig16/ppt/notesMasters/notesMaster1.xml" Id="R398d5d2c323446bf" /><Relationship Type="http://schemas.openxmlformats.org/officeDocument/2006/relationships/presProps" Target="/ppt/main_figures/Fig16/ppt/presProps.xml" Id="R752bca38a6024999" /><Relationship Type="http://schemas.openxmlformats.org/officeDocument/2006/relationships/tableStyles" Target="/ppt/main_figures/Fig16/ppt/tableStyles.xml" Id="R9fbbd919003247f8" /><Relationship Type="http://schemas.openxmlformats.org/officeDocument/2006/relationships/slide" Target="/ppt/main_figures/Fig16/ppt/slides/slide1.xml" Id="R254d630eaec8440e" /></Relationships>
</file>

<file path=ppt/main_figures/Fig16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6/ppt/notesMasters/theme/theme3.xml" Id="Ra1105033db684c38" /></Relationships>
</file>

<file path=ppt/main_figures/Fig16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6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6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6/ppt/slides/slide1.xml" Id="R239ba5f99d8a4d21" /><Relationship Type="http://schemas.openxmlformats.org/officeDocument/2006/relationships/notesMaster" Target="/ppt/main_figures/Fig16/ppt/notesMasters/notesMaster1.xml" Id="Re4555f3c2cf14866" /></Relationships>
</file>

<file path=ppt/main_figures/Fig16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/Users/lele/Desktop/MergeTreeMaps/.codex-build/unified-style-20261021/backup/latex/figures/Fig7.pdf. Retained scientific observations and plotting coordinates.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main_figures/Fig16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6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5c0cfa7bb0d543d1"/>
  </p:sldMasterIdLst>
  <p:notesMasterIdLst>
    <p:notesMasterId r:id="R398d5d2c323446bf"/>
  </p:notesMasterIdLst>
  <p:sldIdLst>
    <p:sldId id="256" r:id="R254d630eaec8440e"/>
  </p:sldIdLst>
  <p:sldSz cx="12801600" cy="4206240"/>
  <p:notesSz cx="6858000" cy="9144000"/>
</p:presentation>
</file>

<file path=ppt/main_figures/Fig16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6/ppt/slideMasters/slideMaster1.xml" Id="R033bec186d174835" /></Relationships>
</file>

<file path=ppt/main_figures/Fig16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6/ppt/slideMasters/slideMaster1.xml" Id="R68634b753bc1433f" /></Relationships>
</file>

<file path=ppt/main_figures/Fig16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6/ppt/slideMasters/slideMaster1.xml" Id="R9636e42bc6aa4392" /></Relationships>
</file>

<file path=ppt/main_figures/Fig16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6/ppt/slideMasters/slideMaster1.xml" Id="R0b4ee185cbd546a1" /></Relationships>
</file>

<file path=ppt/main_figures/Fig16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6/ppt/slideMasters/slideMaster1.xml" Id="Rf7397ba086184662" /></Relationships>
</file>

<file path=ppt/main_figures/Fig16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6/ppt/slideMasters/slideMaster1.xml" Id="R04b85046c29340ec" /></Relationships>
</file>

<file path=ppt/main_figures/Fig16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7E7092-BDCE-4CCB-A110-CD8D322C2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589024"/>
            <a:ext cx="10241280" cy="607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8AA6EE-69FC-49E2-9471-0FA9BD9F55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313432"/>
            <a:ext cx="8961120" cy="46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6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8C211D-58FA-4D1A-B571-55485C80E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752600"/>
            <a:ext cx="10241280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6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669E00-9B62-4F82-AF30-93E543366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27152"/>
            <a:ext cx="11361420" cy="514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05575F-431B-49FA-8B1A-7DD44249E5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68400"/>
            <a:ext cx="1136142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6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1B0644-CB4B-4C93-8173-06F6FC484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27152"/>
            <a:ext cx="11361420" cy="514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9DA0D0-7A47-4559-9294-081C9D47FE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68400"/>
            <a:ext cx="528066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676F1-3BB5-4B3B-A1F0-585748B09C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168400"/>
            <a:ext cx="528066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2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6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F5DE8-28E9-4C02-BC62-EC1BF58FA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27152"/>
            <a:ext cx="11361420" cy="514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193200-8229-4C04-8EA2-89300FBB36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68400"/>
            <a:ext cx="5280660" cy="261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020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715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409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104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7984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4928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61872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8816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35760" indent="-140208" algn="l">
              <a:lnSpc>
                <a:spcPct val="110000"/>
              </a:lnSpc>
              <a:spcBef>
                <a:spcPts val="0"/>
              </a:spcBef>
              <a:spcAft>
                <a:spcPts val="736"/>
              </a:spcAft>
              <a:buChar char="•"/>
              <a:defRPr sz="13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6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6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6/ppt/slideMasters/theme/theme2.xml" Id="R8b3957ad259e4e7e" /><Relationship Type="http://schemas.openxmlformats.org/officeDocument/2006/relationships/slideLayout" Target="/ppt/main_figures/Fig16/ppt/slideLayouts/slideLayout1.xml" Id="R25884b9af55b4149" /><Relationship Type="http://schemas.openxmlformats.org/officeDocument/2006/relationships/slideLayout" Target="/ppt/main_figures/Fig16/ppt/slideLayouts/slideLayout2.xml" Id="Reb67ac5cae754372" /><Relationship Type="http://schemas.openxmlformats.org/officeDocument/2006/relationships/slideLayout" Target="/ppt/main_figures/Fig16/ppt/slideLayouts/slideLayout3.xml" Id="Ref1904ba76f2493d" /><Relationship Type="http://schemas.openxmlformats.org/officeDocument/2006/relationships/slideLayout" Target="/ppt/main_figures/Fig16/ppt/slideLayouts/slideLayout4.xml" Id="R2c76af460dc3456e" /><Relationship Type="http://schemas.openxmlformats.org/officeDocument/2006/relationships/slideLayout" Target="/ppt/main_figures/Fig16/ppt/slideLayouts/slideLayout5.xml" Id="R91f126e5daf04a54" /><Relationship Type="http://schemas.openxmlformats.org/officeDocument/2006/relationships/slideLayout" Target="/ppt/main_figures/Fig16/ppt/slideLayouts/slideLayout6.xml" Id="Rfda0e94dc0df4786" /></Relationships>
</file>

<file path=ppt/main_figures/Fig16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84b9af55b4149"/>
    <p:sldLayoutId xmlns:r="http://schemas.openxmlformats.org/officeDocument/2006/relationships" id="2147483650" r:id="Reb67ac5cae754372"/>
    <p:sldLayoutId xmlns:r="http://schemas.openxmlformats.org/officeDocument/2006/relationships" id="2147483651" r:id="Ref1904ba76f2493d"/>
    <p:sldLayoutId xmlns:r="http://schemas.openxmlformats.org/officeDocument/2006/relationships" id="2147483652" r:id="R2c76af460dc3456e"/>
    <p:sldLayoutId xmlns:r="http://schemas.openxmlformats.org/officeDocument/2006/relationships" id="2147483653" r:id="R91f126e5daf04a54"/>
    <p:sldLayoutId xmlns:r="http://schemas.openxmlformats.org/officeDocument/2006/relationships" id="2147483654" r:id="Rfda0e94dc0df47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6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6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6/ppt/slideLayouts/slideLayout6.xml" Id="R3c697921f1854d0b" /><Relationship Type="http://schemas.openxmlformats.org/officeDocument/2006/relationships/image" Target="/ppt/main_figures/Fig16/ppt/media/image.png" Id="Rd681312d74c54f03" /><Relationship Type="http://schemas.openxmlformats.org/officeDocument/2006/relationships/image" Target="/ppt/main_figures/Fig16/ppt/media/image.svg" Id="R7f248ec14b8a4e22" /><Relationship Type="http://schemas.openxmlformats.org/officeDocument/2006/relationships/notesSlide" Target="/ppt/main_figures/Fig16/ppt/notesSlides/notesSlide1.xml" Id="R45ed3331fdff44dc" /></Relationships>
</file>

<file path=ppt/main_figures/Fig16/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0" name="">
            <a:extLst>
              <a:ext uri="{FF2B5EF4-FFF2-40B4-BE49-F238E27FC236}">
                <ns2:creationId id="{BB9110DA-0C49-41C4-99D4-F3F60FFB91B2}"/>
              </a:ext>
            </a:extLst>
          </p:cNvPr>
          <p:cNvPicPr>
            <a:picLocks noChangeAspect="1"/>
          </p:cNvPicPr>
          <p:nvPr/>
        </p:nvPicPr>
        <p:blipFill>
          <a:blip r:embed="Rd681312d74c54f03">
            <a:extLst>
              <a:ext uri="{96DAC541-7B7A-43D3-8B79-37D633B846F1}">
                <ns4:svgBlip r:embed="R7f248ec14b8a4e22"/>
              </a:ext>
            </a:extLst>
          </a:blip>
          <a:stretch/>
        </p:blipFill>
        <p:spPr>
          <a:xfrm>
            <a:off x="0" y="0"/>
            <a:ext cx="12801600" cy="4206240"/>
          </a:xfrm>
          <a:prstGeom prst="rect">
            <a:avLst/>
          </a:prstGeom>
        </p:spPr>
      </p:pic>
      <p:sp>
        <p:nvSpPr>
          <p:cNvPr id="2" name="Unified label: 0">
            <a:extLst>
              <a:ext uri="{FF2B5EF4-FFF2-40B4-BE49-F238E27FC236}">
                <ns2:creationId id="{D73252A6-3C05-4FB4-BC07-608850964923}"/>
              </a:ext>
            </a:extLst>
          </p:cNvPr>
          <p:cNvSpPr>
            <a:spLocks noGrp="1"/>
          </p:cNvSpPr>
          <p:nvPr/>
        </p:nvSpPr>
        <p:spPr>
          <a:xfrm rot="0">
            <a:off x="923525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" name="Unified label: 5">
            <a:extLst>
              <a:ext uri="{FF2B5EF4-FFF2-40B4-BE49-F238E27FC236}">
                <ns2:creationId id="{D78B4A5D-7140-4766-A42F-54ED939B7123}"/>
              </a:ext>
            </a:extLst>
          </p:cNvPr>
          <p:cNvSpPr>
            <a:spLocks noGrp="1"/>
          </p:cNvSpPr>
          <p:nvPr/>
        </p:nvSpPr>
        <p:spPr>
          <a:xfrm rot="0">
            <a:off x="1600103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Unified label: 10">
            <a:extLst>
              <a:ext uri="{FF2B5EF4-FFF2-40B4-BE49-F238E27FC236}">
                <ns2:creationId id="{8BCFF709-4203-40DE-9BA3-7F2656F0899F}"/>
              </a:ext>
            </a:extLst>
          </p:cNvPr>
          <p:cNvSpPr>
            <a:spLocks noGrp="1"/>
          </p:cNvSpPr>
          <p:nvPr/>
        </p:nvSpPr>
        <p:spPr>
          <a:xfrm rot="0">
            <a:off x="2224095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Unified label: 15">
            <a:extLst>
              <a:ext uri="{FF2B5EF4-FFF2-40B4-BE49-F238E27FC236}">
                <ns2:creationId id="{EC0F3DC1-9F5F-4064-B737-E043AF9C2665}"/>
              </a:ext>
            </a:extLst>
          </p:cNvPr>
          <p:cNvSpPr>
            <a:spLocks noGrp="1"/>
          </p:cNvSpPr>
          <p:nvPr/>
        </p:nvSpPr>
        <p:spPr>
          <a:xfrm rot="0">
            <a:off x="2900673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Unified label: 20">
            <a:extLst>
              <a:ext uri="{FF2B5EF4-FFF2-40B4-BE49-F238E27FC236}">
                <ns2:creationId id="{CBD8B712-D604-4A15-9529-E5B1A66A90F9}"/>
              </a:ext>
            </a:extLst>
          </p:cNvPr>
          <p:cNvSpPr>
            <a:spLocks noGrp="1"/>
          </p:cNvSpPr>
          <p:nvPr/>
        </p:nvSpPr>
        <p:spPr>
          <a:xfrm rot="0">
            <a:off x="3577251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Unified label: 25">
            <a:extLst>
              <a:ext uri="{FF2B5EF4-FFF2-40B4-BE49-F238E27FC236}">
                <ns2:creationId id="{76F42311-3891-417E-A79D-68DA9D2B2D16}"/>
              </a:ext>
            </a:extLst>
          </p:cNvPr>
          <p:cNvSpPr>
            <a:spLocks noGrp="1"/>
          </p:cNvSpPr>
          <p:nvPr/>
        </p:nvSpPr>
        <p:spPr>
          <a:xfrm rot="0">
            <a:off x="4253828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Unified label: time step (2 days)">
            <a:extLst>
              <a:ext uri="{FF2B5EF4-FFF2-40B4-BE49-F238E27FC236}">
                <ns2:creationId id="{163FCB5B-A3B9-4939-B892-1B9B8D348E43}"/>
              </a:ext>
            </a:extLst>
          </p:cNvPr>
          <p:cNvSpPr>
            <a:spLocks noGrp="1"/>
          </p:cNvSpPr>
          <p:nvPr/>
        </p:nvSpPr>
        <p:spPr>
          <a:xfrm rot="0">
            <a:off x="2088474" y="3907057"/>
            <a:ext cx="1728216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 (2 days)</a:t>
            </a:r>
          </a:p>
        </p:txBody>
      </p:sp>
      <p:sp>
        <p:nvSpPr>
          <p:cNvPr id="9" name="Unified label: 0">
            <a:extLst>
              <a:ext uri="{FF2B5EF4-FFF2-40B4-BE49-F238E27FC236}">
                <ns2:creationId id="{F16D3B17-9419-4A5F-99FD-F1E21927C410}"/>
              </a:ext>
            </a:extLst>
          </p:cNvPr>
          <p:cNvSpPr>
            <a:spLocks noGrp="1"/>
          </p:cNvSpPr>
          <p:nvPr/>
        </p:nvSpPr>
        <p:spPr>
          <a:xfrm rot="0">
            <a:off x="650881" y="3425494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Unified label: 200">
            <a:extLst>
              <a:ext uri="{FF2B5EF4-FFF2-40B4-BE49-F238E27FC236}">
                <ns2:creationId id="{63A525E2-8EBD-4F02-8DB3-A9B389441595}"/>
              </a:ext>
            </a:extLst>
          </p:cNvPr>
          <p:cNvSpPr>
            <a:spLocks noGrp="1"/>
          </p:cNvSpPr>
          <p:nvPr/>
        </p:nvSpPr>
        <p:spPr>
          <a:xfrm rot="0">
            <a:off x="440537" y="2810387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1" name="Unified label: 400">
            <a:extLst>
              <a:ext uri="{FF2B5EF4-FFF2-40B4-BE49-F238E27FC236}">
                <ns2:creationId id="{D5CEA527-44EA-41D7-9368-97AB6E2C9F18}"/>
              </a:ext>
            </a:extLst>
          </p:cNvPr>
          <p:cNvSpPr>
            <a:spLocks noGrp="1"/>
          </p:cNvSpPr>
          <p:nvPr/>
        </p:nvSpPr>
        <p:spPr>
          <a:xfrm rot="0">
            <a:off x="440537" y="2195279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2" name="Unified label: 600">
            <a:extLst>
              <a:ext uri="{FF2B5EF4-FFF2-40B4-BE49-F238E27FC236}">
                <ns2:creationId id="{D7D66F17-6E4F-46B8-9258-35D90A4AD4BB}"/>
              </a:ext>
            </a:extLst>
          </p:cNvPr>
          <p:cNvSpPr>
            <a:spLocks noGrp="1"/>
          </p:cNvSpPr>
          <p:nvPr/>
        </p:nvSpPr>
        <p:spPr>
          <a:xfrm rot="0">
            <a:off x="440537" y="1580172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3" name="Unified label: 800">
            <a:extLst>
              <a:ext uri="{FF2B5EF4-FFF2-40B4-BE49-F238E27FC236}">
                <ns2:creationId id="{B8AD9283-CECD-4488-A6E0-68CDBD3D37E4}"/>
              </a:ext>
            </a:extLst>
          </p:cNvPr>
          <p:cNvSpPr>
            <a:spLocks noGrp="1"/>
          </p:cNvSpPr>
          <p:nvPr/>
        </p:nvSpPr>
        <p:spPr>
          <a:xfrm rot="0">
            <a:off x="440537" y="965065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14" name="Unified label: 1000">
            <a:extLst>
              <a:ext uri="{FF2B5EF4-FFF2-40B4-BE49-F238E27FC236}">
                <ns2:creationId id="{B5503DBC-89DD-4E96-BEC5-7D79DC0397DC}"/>
              </a:ext>
            </a:extLst>
          </p:cNvPr>
          <p:cNvSpPr>
            <a:spLocks noGrp="1"/>
          </p:cNvSpPr>
          <p:nvPr/>
        </p:nvSpPr>
        <p:spPr>
          <a:xfrm rot="0">
            <a:off x="335365" y="349957"/>
            <a:ext cx="44858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5" name="Unified label: row (10-km cell)">
            <a:extLst>
              <a:ext uri="{FF2B5EF4-FFF2-40B4-BE49-F238E27FC236}">
                <ns2:creationId id="{286282ED-DA53-487A-A476-6489FB70D3CC}"/>
              </a:ext>
            </a:extLst>
          </p:cNvPr>
          <p:cNvSpPr>
            <a:spLocks noGrp="1"/>
          </p:cNvSpPr>
          <p:nvPr/>
        </p:nvSpPr>
        <p:spPr>
          <a:xfrm rot="16200000">
            <a:off x="-618560" y="1833509"/>
            <a:ext cx="1536192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row (10-km cell)</a:t>
            </a:r>
          </a:p>
        </p:txBody>
      </p:sp>
      <p:sp>
        <p:nvSpPr>
          <p:cNvPr id="16" name="Unified label: (a) Hierarchy-consistent order">
            <a:extLst>
              <a:ext uri="{FF2B5EF4-FFF2-40B4-BE49-F238E27FC236}">
                <ns2:creationId id="{9C441CE6-AB8C-491E-A8A9-6158E4B51466}"/>
              </a:ext>
            </a:extLst>
          </p:cNvPr>
          <p:cNvSpPr>
            <a:spLocks noGrp="1"/>
          </p:cNvSpPr>
          <p:nvPr/>
        </p:nvSpPr>
        <p:spPr>
          <a:xfrm rot="0">
            <a:off x="648019" y="22342"/>
            <a:ext cx="4606561" cy="2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Hierarchy-consistent order</a:t>
            </a:r>
          </a:p>
        </p:txBody>
      </p:sp>
      <p:sp>
        <p:nvSpPr>
          <p:cNvPr id="17" name="Unified label: 0">
            <a:extLst>
              <a:ext uri="{FF2B5EF4-FFF2-40B4-BE49-F238E27FC236}">
                <ns2:creationId id="{9B887DAD-8DEC-4ACF-B220-61DEE3075F3D}"/>
              </a:ext>
            </a:extLst>
          </p:cNvPr>
          <p:cNvSpPr>
            <a:spLocks noGrp="1"/>
          </p:cNvSpPr>
          <p:nvPr/>
        </p:nvSpPr>
        <p:spPr>
          <a:xfrm rot="0">
            <a:off x="5120332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Unified label: 50">
            <a:extLst>
              <a:ext uri="{FF2B5EF4-FFF2-40B4-BE49-F238E27FC236}">
                <ns2:creationId id="{4359F761-C784-461E-8885-19A703D74127}"/>
              </a:ext>
            </a:extLst>
          </p:cNvPr>
          <p:cNvSpPr>
            <a:spLocks noGrp="1"/>
          </p:cNvSpPr>
          <p:nvPr/>
        </p:nvSpPr>
        <p:spPr>
          <a:xfrm rot="0">
            <a:off x="5625923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9" name="Unified label: 100">
            <a:extLst>
              <a:ext uri="{FF2B5EF4-FFF2-40B4-BE49-F238E27FC236}">
                <ns2:creationId id="{7425A136-F727-4563-8B8E-CE3AB66909A8}"/>
              </a:ext>
            </a:extLst>
          </p:cNvPr>
          <p:cNvSpPr>
            <a:spLocks noGrp="1"/>
          </p:cNvSpPr>
          <p:nvPr/>
        </p:nvSpPr>
        <p:spPr>
          <a:xfrm rot="0">
            <a:off x="6131514" y="3646901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" name="Unified label: displacement (%)">
            <a:extLst>
              <a:ext uri="{FF2B5EF4-FFF2-40B4-BE49-F238E27FC236}">
                <ns2:creationId id="{07446C5A-1913-4A25-9FB5-4785A2C49A64}"/>
              </a:ext>
            </a:extLst>
          </p:cNvPr>
          <p:cNvSpPr>
            <a:spLocks noGrp="1"/>
          </p:cNvSpPr>
          <p:nvPr/>
        </p:nvSpPr>
        <p:spPr>
          <a:xfrm rot="0">
            <a:off x="4949648" y="3907057"/>
            <a:ext cx="1591082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displacement (%)</a:t>
            </a:r>
          </a:p>
        </p:txBody>
      </p:sp>
      <p:sp>
        <p:nvSpPr>
          <p:cNvPr id="21" name="Unified label: τ*">
            <a:extLst>
              <a:ext uri="{FF2B5EF4-FFF2-40B4-BE49-F238E27FC236}">
                <ns2:creationId id="{D6C15AD5-692A-4AFD-933D-9CB9EE57B8ED}"/>
              </a:ext>
            </a:extLst>
          </p:cNvPr>
          <p:cNvSpPr>
            <a:spLocks noGrp="1"/>
          </p:cNvSpPr>
          <p:nvPr/>
        </p:nvSpPr>
        <p:spPr>
          <a:xfrm rot="0">
            <a:off x="5912082" y="3145814"/>
            <a:ext cx="216215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τ*</a:t>
            </a:r>
          </a:p>
        </p:txBody>
      </p:sp>
      <p:sp>
        <p:nvSpPr>
          <p:cNvPr id="22" name="Unified label: 0">
            <a:extLst>
              <a:ext uri="{FF2B5EF4-FFF2-40B4-BE49-F238E27FC236}">
                <ns2:creationId id="{11011B07-042E-4FB2-A2CE-2796DDA7CF6F}"/>
              </a:ext>
            </a:extLst>
          </p:cNvPr>
          <p:cNvSpPr>
            <a:spLocks noGrp="1"/>
          </p:cNvSpPr>
          <p:nvPr/>
        </p:nvSpPr>
        <p:spPr>
          <a:xfrm rot="0">
            <a:off x="7187602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Unified label: 5">
            <a:extLst>
              <a:ext uri="{FF2B5EF4-FFF2-40B4-BE49-F238E27FC236}">
                <ns2:creationId id="{D83E115A-4CA0-46EF-A0BA-7245E2263296}"/>
              </a:ext>
            </a:extLst>
          </p:cNvPr>
          <p:cNvSpPr>
            <a:spLocks noGrp="1"/>
          </p:cNvSpPr>
          <p:nvPr/>
        </p:nvSpPr>
        <p:spPr>
          <a:xfrm rot="0">
            <a:off x="7864179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Unified label: 10">
            <a:extLst>
              <a:ext uri="{FF2B5EF4-FFF2-40B4-BE49-F238E27FC236}">
                <ns2:creationId id="{D8C499BF-FA38-4CFB-9AE2-CA88C51ADAE9}"/>
              </a:ext>
            </a:extLst>
          </p:cNvPr>
          <p:cNvSpPr>
            <a:spLocks noGrp="1"/>
          </p:cNvSpPr>
          <p:nvPr/>
        </p:nvSpPr>
        <p:spPr>
          <a:xfrm rot="0">
            <a:off x="8488171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Unified label: 15">
            <a:extLst>
              <a:ext uri="{FF2B5EF4-FFF2-40B4-BE49-F238E27FC236}">
                <ns2:creationId id="{AFCA0EB5-6862-4A74-B592-44EB6E695C19}"/>
              </a:ext>
            </a:extLst>
          </p:cNvPr>
          <p:cNvSpPr>
            <a:spLocks noGrp="1"/>
          </p:cNvSpPr>
          <p:nvPr/>
        </p:nvSpPr>
        <p:spPr>
          <a:xfrm rot="0">
            <a:off x="9164749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6" name="Unified label: 20">
            <a:extLst>
              <a:ext uri="{FF2B5EF4-FFF2-40B4-BE49-F238E27FC236}">
                <ns2:creationId id="{F42FD48F-E2ED-4F70-A450-42FD011E8D47}"/>
              </a:ext>
            </a:extLst>
          </p:cNvPr>
          <p:cNvSpPr>
            <a:spLocks noGrp="1"/>
          </p:cNvSpPr>
          <p:nvPr/>
        </p:nvSpPr>
        <p:spPr>
          <a:xfrm rot="0">
            <a:off x="9841327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7" name="Unified label: 25">
            <a:extLst>
              <a:ext uri="{FF2B5EF4-FFF2-40B4-BE49-F238E27FC236}">
                <ns2:creationId id="{9C24D5A3-C161-4DFE-B01C-CC176594EE52}"/>
              </a:ext>
            </a:extLst>
          </p:cNvPr>
          <p:cNvSpPr>
            <a:spLocks noGrp="1"/>
          </p:cNvSpPr>
          <p:nvPr/>
        </p:nvSpPr>
        <p:spPr>
          <a:xfrm rot="0">
            <a:off x="10517905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8" name="Unified label: time step (2 days)">
            <a:extLst>
              <a:ext uri="{FF2B5EF4-FFF2-40B4-BE49-F238E27FC236}">
                <ns2:creationId id="{EB4A93FC-2E96-460B-B29B-8096C2661D94}"/>
              </a:ext>
            </a:extLst>
          </p:cNvPr>
          <p:cNvSpPr>
            <a:spLocks noGrp="1"/>
          </p:cNvSpPr>
          <p:nvPr/>
        </p:nvSpPr>
        <p:spPr>
          <a:xfrm rot="0">
            <a:off x="8352551" y="3907057"/>
            <a:ext cx="1728216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step (2 days)</a:t>
            </a:r>
          </a:p>
        </p:txBody>
      </p:sp>
      <p:sp>
        <p:nvSpPr>
          <p:cNvPr id="29" name="Unified label: 0">
            <a:extLst>
              <a:ext uri="{FF2B5EF4-FFF2-40B4-BE49-F238E27FC236}">
                <ns2:creationId id="{A5BCAE6C-ABBA-4850-895C-FD8F3E822A45}"/>
              </a:ext>
            </a:extLst>
          </p:cNvPr>
          <p:cNvSpPr>
            <a:spLocks noGrp="1"/>
          </p:cNvSpPr>
          <p:nvPr/>
        </p:nvSpPr>
        <p:spPr>
          <a:xfrm rot="0">
            <a:off x="6914958" y="3425494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Unified label: 200">
            <a:extLst>
              <a:ext uri="{FF2B5EF4-FFF2-40B4-BE49-F238E27FC236}">
                <ns2:creationId id="{0D73DEB9-35AE-4F0F-BE9B-46B567B54E3D}"/>
              </a:ext>
            </a:extLst>
          </p:cNvPr>
          <p:cNvSpPr>
            <a:spLocks noGrp="1"/>
          </p:cNvSpPr>
          <p:nvPr/>
        </p:nvSpPr>
        <p:spPr>
          <a:xfrm rot="0">
            <a:off x="6704614" y="2810387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31" name="Unified label: 400">
            <a:extLst>
              <a:ext uri="{FF2B5EF4-FFF2-40B4-BE49-F238E27FC236}">
                <ns2:creationId id="{A5E91BD8-EE84-4E3D-8EF7-95532F27B914}"/>
              </a:ext>
            </a:extLst>
          </p:cNvPr>
          <p:cNvSpPr>
            <a:spLocks noGrp="1"/>
          </p:cNvSpPr>
          <p:nvPr/>
        </p:nvSpPr>
        <p:spPr>
          <a:xfrm rot="0">
            <a:off x="6704614" y="2195279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32" name="Unified label: 600">
            <a:extLst>
              <a:ext uri="{FF2B5EF4-FFF2-40B4-BE49-F238E27FC236}">
                <ns2:creationId id="{085B14D7-D5C5-484E-8520-317FCDDF96A6}"/>
              </a:ext>
            </a:extLst>
          </p:cNvPr>
          <p:cNvSpPr>
            <a:spLocks noGrp="1"/>
          </p:cNvSpPr>
          <p:nvPr/>
        </p:nvSpPr>
        <p:spPr>
          <a:xfrm rot="0">
            <a:off x="6704614" y="1580172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33" name="Unified label: 800">
            <a:extLst>
              <a:ext uri="{FF2B5EF4-FFF2-40B4-BE49-F238E27FC236}">
                <ns2:creationId id="{0ED06234-040C-4318-87E0-27E69BC3D582}"/>
              </a:ext>
            </a:extLst>
          </p:cNvPr>
          <p:cNvSpPr>
            <a:spLocks noGrp="1"/>
          </p:cNvSpPr>
          <p:nvPr/>
        </p:nvSpPr>
        <p:spPr>
          <a:xfrm rot="0">
            <a:off x="6704614" y="965065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34" name="Unified label: 1000">
            <a:extLst>
              <a:ext uri="{FF2B5EF4-FFF2-40B4-BE49-F238E27FC236}">
                <ns2:creationId id="{8BFCAD3B-587B-463A-A955-B1CEAE5952DE}"/>
              </a:ext>
            </a:extLst>
          </p:cNvPr>
          <p:cNvSpPr>
            <a:spLocks noGrp="1"/>
          </p:cNvSpPr>
          <p:nvPr/>
        </p:nvSpPr>
        <p:spPr>
          <a:xfrm rot="0">
            <a:off x="6599442" y="349957"/>
            <a:ext cx="448590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35" name="Unified label: (b) Geographic reference order">
            <a:extLst>
              <a:ext uri="{FF2B5EF4-FFF2-40B4-BE49-F238E27FC236}">
                <ns2:creationId id="{2A04739A-F465-4BF4-8F2D-CB319E824891}"/>
              </a:ext>
            </a:extLst>
          </p:cNvPr>
          <p:cNvSpPr>
            <a:spLocks noGrp="1"/>
          </p:cNvSpPr>
          <p:nvPr/>
        </p:nvSpPr>
        <p:spPr>
          <a:xfrm rot="0">
            <a:off x="6939282" y="22342"/>
            <a:ext cx="4552537" cy="2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Geographic reference order</a:t>
            </a:r>
          </a:p>
        </p:txBody>
      </p:sp>
      <p:sp>
        <p:nvSpPr>
          <p:cNvPr id="36" name="Unified label: 0">
            <a:extLst>
              <a:ext uri="{FF2B5EF4-FFF2-40B4-BE49-F238E27FC236}">
                <ns2:creationId id="{D0BF3392-A0EE-4BB4-849C-C4FC135718FD}"/>
              </a:ext>
            </a:extLst>
          </p:cNvPr>
          <p:cNvSpPr>
            <a:spLocks noGrp="1"/>
          </p:cNvSpPr>
          <p:nvPr/>
        </p:nvSpPr>
        <p:spPr>
          <a:xfrm rot="0">
            <a:off x="11384409" y="3646901"/>
            <a:ext cx="133579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Unified label: 50">
            <a:extLst>
              <a:ext uri="{FF2B5EF4-FFF2-40B4-BE49-F238E27FC236}">
                <ns2:creationId id="{4CEB58C6-35E9-4283-9A2B-CA6396112107}"/>
              </a:ext>
            </a:extLst>
          </p:cNvPr>
          <p:cNvSpPr>
            <a:spLocks noGrp="1"/>
          </p:cNvSpPr>
          <p:nvPr/>
        </p:nvSpPr>
        <p:spPr>
          <a:xfrm rot="0">
            <a:off x="11890000" y="3646901"/>
            <a:ext cx="238582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8" name="Unified label: 100">
            <a:extLst>
              <a:ext uri="{FF2B5EF4-FFF2-40B4-BE49-F238E27FC236}">
                <ns2:creationId id="{88B44D12-A30E-4492-BE2D-EBDCCF5F43E5}"/>
              </a:ext>
            </a:extLst>
          </p:cNvPr>
          <p:cNvSpPr>
            <a:spLocks noGrp="1"/>
          </p:cNvSpPr>
          <p:nvPr/>
        </p:nvSpPr>
        <p:spPr>
          <a:xfrm rot="0">
            <a:off x="12395591" y="3646901"/>
            <a:ext cx="343586" cy="2311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9" name="Unified label: displacement (%)">
            <a:extLst>
              <a:ext uri="{FF2B5EF4-FFF2-40B4-BE49-F238E27FC236}">
                <ns2:creationId id="{85F6EE22-AAC5-4A76-BA97-140FF57478A6}"/>
              </a:ext>
            </a:extLst>
          </p:cNvPr>
          <p:cNvSpPr>
            <a:spLocks noGrp="1"/>
          </p:cNvSpPr>
          <p:nvPr/>
        </p:nvSpPr>
        <p:spPr>
          <a:xfrm rot="0">
            <a:off x="11210518" y="3907057"/>
            <a:ext cx="1591082" cy="24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displacement (%)</a:t>
            </a:r>
          </a:p>
        </p:txBody>
      </p:sp>
    </p:spTree>
    <p:extLst>
      <p:ext uri="{BB962C8B-B14F-4D97-AF65-F5344CB8AC3E}">
        <ns5:creationId val="1669204819"/>
      </p:ext>
    </p:extLst>
  </p:cSld>
</p:sld>
</file>

<file path=ppt/main_figures/Fig16/ppt/tableStyles.xml><?xml version="1.0" encoding="utf-8"?>
<a:tblStyleLst xmlns:a="http://schemas.openxmlformats.org/drawingml/2006/main" def="{5C22544A-7EE6-4342-B048-85BDC9FD1C3A}"/>
</file>

<file path=ppt/main_figures/Fig16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7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7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2026-10-19T02:13:20.1690000Z</dcterms:created>
  <dcterms:modified xsi:type="dcterms:W3CDTF">2026-10-19T02:13:20.1690000Z</dcterms:modified>
</coreProperties>
</file>

<file path=ppt/main_figures/Fig17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7/ppt/theme/theme1.xml" Id="R3d8267756c044cac" /><Relationship Type="http://schemas.openxmlformats.org/officeDocument/2006/relationships/slideMaster" Target="/ppt/main_figures/Fig17/ppt/slideMasters/slideMaster1.xml" Id="R1ccf1d7f1f684e23" /><Relationship Type="http://schemas.openxmlformats.org/officeDocument/2006/relationships/notesMaster" Target="/ppt/main_figures/Fig17/ppt/notesMasters/notesMaster1.xml" Id="R8a6dc0a3daba4b57" /><Relationship Type="http://schemas.openxmlformats.org/officeDocument/2006/relationships/presProps" Target="/ppt/main_figures/Fig17/ppt/presProps.xml" Id="R432523c4c1084d2a" /><Relationship Type="http://schemas.openxmlformats.org/officeDocument/2006/relationships/tableStyles" Target="/ppt/main_figures/Fig17/ppt/tableStyles.xml" Id="R4f7be802e44c4073" /><Relationship Type="http://schemas.openxmlformats.org/officeDocument/2006/relationships/slide" Target="/ppt/main_figures/Fig17/ppt/slides/slide1.xml" Id="R461a9b9cb5c84995" /></Relationships>
</file>

<file path=ppt/main_figures/Fig17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7/ppt/notesMasters/theme/theme3.xml" Id="Rd4ea022ba3824d1b" /></Relationships>
</file>

<file path=ppt/main_figures/Fig17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7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7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7/ppt/slides/slide1.xml" Id="R68fe529084bb4057" /><Relationship Type="http://schemas.openxmlformats.org/officeDocument/2006/relationships/notesMaster" Target="/ppt/main_figures/Fig17/ppt/notesMasters/notesMaster1.xml" Id="R90a6ee2f729044f1" /></Relationships>
</file>

<file path=ppt/main_figures/Fig17/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{"source": "saved real_case_studies/evidence", "case": "tangaroa", "selection": {"t": 140, "witness": [9, 16, 24], "node": 182010, "bound": 0.0854500980666667, "tracks": [432, 462, 388], "persistent_three_frames": true, "H": 0.1374416505655397, "gain": 0.13744130257793488, "errorP": 0.1476048264047157, "errorR": 0.010163523826780806, "delta": 0.2750041335821152, "rule": "Among H_lower&gt;2% frames with a three-frame matched witness triple and positive measured relaxation cost, choose largest achieved P-to-R max-error reduction (earliest tie). Descriptive selection biased toward visible relaxation benefit.", "snapshots": [139, 140, 141], "window": [135, 146]},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  <a:p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Palette audit 2026-10-22: all six scalar map images exactly match the original TMTM author-workspace RGB transfer function. Three volume images match the original transfer-function renders and original scalar hashes. Low speed purple, central values white, high speed orange/brown; scalar range [0,2]. FAU source-provider thumbnail depicts vorticity, a different variable from the displayed velocity magnitude. Original author workspace: https://github.com/Wiebke/TemporalMergeTreeMaps/blob/2c75a10ed2cd55177a25ff751e0c0a8261200717/modules/mergetreemaps/data/workspaces/sequence_tangaroa_volRendering.inv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main_figures/Fig17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7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ccf1d7f1f684e23"/>
  </p:sldMasterIdLst>
  <p:notesMasterIdLst>
    <p:notesMasterId r:id="R8a6dc0a3daba4b57"/>
  </p:notesMasterIdLst>
  <p:sldIdLst>
    <p:sldId id="256" r:id="R461a9b9cb5c84995"/>
  </p:sldIdLst>
  <p:sldSz cx="12801600" cy="6000750"/>
  <p:notesSz cx="6858000" cy="9144000"/>
</p:presentation>
</file>

<file path=ppt/main_figures/Fig17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7/ppt/slideMasters/slideMaster1.xml" Id="R6b32ba2776e6459a" /></Relationships>
</file>

<file path=ppt/main_figures/Fig17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7/ppt/slideMasters/slideMaster1.xml" Id="R127f7381ede44b05" /></Relationships>
</file>

<file path=ppt/main_figures/Fig17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7/ppt/slideMasters/slideMaster1.xml" Id="R69fbe8d3661e435b" /></Relationships>
</file>

<file path=ppt/main_figures/Fig17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7/ppt/slideMasters/slideMaster1.xml" Id="Rf19585b8d0834546" /></Relationships>
</file>

<file path=ppt/main_figures/Fig17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7/ppt/slideMasters/slideMaster1.xml" Id="R367dee91fe89483e" /></Relationships>
</file>

<file path=ppt/main_figures/Fig17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7/ppt/slideMasters/slideMaster1.xml" Id="R5f414412fff04c5c" /></Relationships>
</file>

<file path=ppt/main_figures/Fig17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C3B9D6-CD78-44D6-B435-D11029853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F5CE0A-8555-443D-86C7-533FF2309C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7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3FE491-C7A9-40BB-9B11-6C3B9C248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7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C72C68-762C-490B-BC43-19470E7CD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8A950-70ED-4711-9304-04E0802E6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7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D42C0-8D09-4DAE-8078-8408AE7AB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2564D2-E984-4E84-8386-847D1BB6C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03BD8F-9FC5-4427-A848-3726C7DBF1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7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51B373-5AC2-4821-B221-926B8D221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4492B-ADA9-49CD-83C1-29463B760E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main_figures/Fig17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7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7/ppt/slideMasters/theme/theme2.xml" Id="R1ca39ff04c604448" /><Relationship Type="http://schemas.openxmlformats.org/officeDocument/2006/relationships/slideLayout" Target="/ppt/main_figures/Fig17/ppt/slideLayouts/slideLayout1.xml" Id="R10f7bde5f7ff4a2d" /><Relationship Type="http://schemas.openxmlformats.org/officeDocument/2006/relationships/slideLayout" Target="/ppt/main_figures/Fig17/ppt/slideLayouts/slideLayout2.xml" Id="R1ddfcb6ef4ec4761" /><Relationship Type="http://schemas.openxmlformats.org/officeDocument/2006/relationships/slideLayout" Target="/ppt/main_figures/Fig17/ppt/slideLayouts/slideLayout3.xml" Id="Rafa8af864d4b4c34" /><Relationship Type="http://schemas.openxmlformats.org/officeDocument/2006/relationships/slideLayout" Target="/ppt/main_figures/Fig17/ppt/slideLayouts/slideLayout4.xml" Id="Rf8b0a1cf9eb74e1e" /><Relationship Type="http://schemas.openxmlformats.org/officeDocument/2006/relationships/slideLayout" Target="/ppt/main_figures/Fig17/ppt/slideLayouts/slideLayout5.xml" Id="R5e3f95ffd3be4f13" /><Relationship Type="http://schemas.openxmlformats.org/officeDocument/2006/relationships/slideLayout" Target="/ppt/main_figures/Fig17/ppt/slideLayouts/slideLayout6.xml" Id="R3be420cd75504d51" /></Relationships>
</file>

<file path=ppt/main_figures/Fig17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7bde5f7ff4a2d"/>
    <p:sldLayoutId xmlns:r="http://schemas.openxmlformats.org/officeDocument/2006/relationships" id="2147483650" r:id="R1ddfcb6ef4ec4761"/>
    <p:sldLayoutId xmlns:r="http://schemas.openxmlformats.org/officeDocument/2006/relationships" id="2147483651" r:id="Rafa8af864d4b4c34"/>
    <p:sldLayoutId xmlns:r="http://schemas.openxmlformats.org/officeDocument/2006/relationships" id="2147483652" r:id="Rf8b0a1cf9eb74e1e"/>
    <p:sldLayoutId xmlns:r="http://schemas.openxmlformats.org/officeDocument/2006/relationships" id="2147483653" r:id="R5e3f95ffd3be4f13"/>
    <p:sldLayoutId xmlns:r="http://schemas.openxmlformats.org/officeDocument/2006/relationships" id="2147483654" r:id="R3be420cd7550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main_figures/Fig17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7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7/ppt/slideLayouts/slideLayout6.xml" Id="Ra8e1e61b2a014cf7" /><Relationship Type="http://schemas.openxmlformats.org/officeDocument/2006/relationships/image" Target="/ppt/main_figures/Fig17/ppt/media/image.png" Id="R88c82fee6b904343" /><Relationship Type="http://schemas.openxmlformats.org/officeDocument/2006/relationships/image" Target="/ppt/main_figures/Fig17/ppt/media/image2.png" Id="Ref728bb9d1b34a1e" /><Relationship Type="http://schemas.openxmlformats.org/officeDocument/2006/relationships/image" Target="/ppt/main_figures/Fig17/ppt/media/image3.png" Id="R0ba9d93acb0b42af" /><Relationship Type="http://schemas.openxmlformats.org/officeDocument/2006/relationships/image" Target="/ppt/main_figures/Fig17/ppt/media/image4.png" Id="R5b6e7a7ac1cf4fc8" /><Relationship Type="http://schemas.openxmlformats.org/officeDocument/2006/relationships/image" Target="/ppt/main_figures/Fig17/ppt/media/image5.png" Id="Rc2276ab18d354289" /><Relationship Type="http://schemas.openxmlformats.org/officeDocument/2006/relationships/image" Target="/ppt/main_figures/Fig17/ppt/media/image6.png" Id="R6cac25e28d7144ea" /><Relationship Type="http://schemas.openxmlformats.org/officeDocument/2006/relationships/image" Target="/ppt/main_figures/Fig17/ppt/media/image7.png" Id="Rfeafa6675f064b04" /><Relationship Type="http://schemas.openxmlformats.org/officeDocument/2006/relationships/image" Target="/ppt/main_figures/Fig17/ppt/media/image8.png" Id="R577adeaa070c4096" /><Relationship Type="http://schemas.openxmlformats.org/officeDocument/2006/relationships/image" Target="/ppt/main_figures/Fig17/ppt/media/image9.png" Id="R832e4a261b0440af" /><Relationship Type="http://schemas.openxmlformats.org/officeDocument/2006/relationships/image" Target="/ppt/main_figures/Fig17/ppt/media/image10.png" Id="R102eae7f35704adc" /><Relationship Type="http://schemas.openxmlformats.org/officeDocument/2006/relationships/notesSlide" Target="/ppt/main_figures/Fig17/ppt/notesSlides/notesSlide1.xml" Id="R7177761404234967" /><Relationship Id="FrameView_R2a7a041d5050447c" Type="http://schemas.openxmlformats.org/officeDocument/2006/relationships/image" Target="/ppt/main_figures/Fig17/ppt/fig9_frame_media/image.png" /><Relationship Id="FrameView_R83e1c010b825496c" Type="http://schemas.openxmlformats.org/officeDocument/2006/relationships/image" Target="/ppt/main_figures/Fig17/ppt/fig9_frame_media/image2.png" /><Relationship Id="FrameView_Rf17f8bde6fe240f7" Type="http://schemas.openxmlformats.org/officeDocument/2006/relationships/image" Target="/ppt/main_figures/Fig17/ppt/fig9_frame_media/image3.png" /></Relationships>
</file>

<file path=ppt/main_figures/Fig17/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_001">
            <a:extLst>
              <a:ext uri="{FF2B5EF4-FFF2-40B4-BE49-F238E27FC236}">
                <ns2:creationId id="{C838C582-4158-4C61-BEE3-488CA74B6602}"/>
              </a:ext>
            </a:extLst>
          </p:cNvPr>
          <p:cNvSpPr>
            <a:spLocks noGrp="1"/>
          </p:cNvSpPr>
          <p:nvPr/>
        </p:nvSpPr>
        <p:spPr>
          <a:xfrm>
            <a:off x="1438275" y="85725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Full sequence (201 frames); vertical guide: f140</a:t>
            </a:r>
          </a:p>
        </p:txBody>
      </p:sp>
      <p:sp>
        <p:nvSpPr>
          <p:cNvPr id="3" name="text_002">
            <a:extLst>
              <a:ext uri="{FF2B5EF4-FFF2-40B4-BE49-F238E27FC236}">
                <ns2:creationId id="{76D55AC2-15E8-4673-B1AA-20147DEE7D7A}"/>
              </a:ext>
            </a:extLst>
          </p:cNvPr>
          <p:cNvSpPr>
            <a:spLocks noGrp="1"/>
          </p:cNvSpPr>
          <p:nvPr/>
        </p:nvSpPr>
        <p:spPr>
          <a:xfrm>
            <a:off x="8372475" y="8572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window: exact anchors</a:t>
            </a:r>
          </a:p>
        </p:txBody>
      </p:sp>
      <p:sp>
        <p:nvSpPr>
          <p:cNvPr id="4" name="text_003">
            <a:extLst>
              <a:ext uri="{FF2B5EF4-FFF2-40B4-BE49-F238E27FC236}">
                <ns2:creationId id="{516E3921-E190-4E9B-A1C4-7E11058A9A78}"/>
              </a:ext>
            </a:extLst>
          </p:cNvPr>
          <p:cNvSpPr>
            <a:spLocks noGrp="1"/>
          </p:cNvSpPr>
          <p:nvPr/>
        </p:nvSpPr>
        <p:spPr>
          <a:xfrm>
            <a:off x="152400" y="50482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pic>
        <p:nvPicPr>
          <p:cNvPr id="6" name="">
            <a:extLst>
              <a:ext uri="{FF2B5EF4-FFF2-40B4-BE49-F238E27FC236}">
                <ns2:creationId id="{70DF447C-DB1C-4DC2-A89D-E477CE3D7305}"/>
              </a:ext>
            </a:extLst>
          </p:cNvPr>
          <p:cNvPicPr>
            <a:picLocks noChangeAspect="1"/>
          </p:cNvPicPr>
          <p:nvPr/>
        </p:nvPicPr>
        <p:blipFill>
          <a:blip r:embed="R88c82fee6b904343"/>
          <a:stretch/>
        </p:blipFill>
        <p:spPr>
          <a:xfrm>
            <a:off x="1457325" y="457200"/>
            <a:ext cx="5886450" cy="895350"/>
          </a:xfrm>
          <a:prstGeom prst="rect">
            <a:avLst/>
          </a:prstGeom>
        </p:spPr>
      </p:pic>
      <p:sp>
        <p:nvSpPr>
          <p:cNvPr id="7" name="line_006">
            <a:extLst>
              <a:ext uri="{FF2B5EF4-FFF2-40B4-BE49-F238E27FC236}">
                <ns2:creationId id="{4D75B34B-DD7D-437F-A807-5A37DF1CEFD1}"/>
              </a:ext>
            </a:extLst>
          </p:cNvPr>
          <p:cNvSpPr>
            <a:spLocks noGrp="1"/>
          </p:cNvSpPr>
          <p:nvPr/>
        </p:nvSpPr>
        <p:spPr>
          <a:xfrm>
            <a:off x="5571983" y="45720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" name="rect_007">
            <a:extLst>
              <a:ext uri="{FF2B5EF4-FFF2-40B4-BE49-F238E27FC236}">
                <ns2:creationId id="{2E58F4E5-19A8-4090-87AB-3DD7B6670C9E}"/>
              </a:ext>
            </a:extLst>
          </p:cNvPr>
          <p:cNvSpPr>
            <a:spLocks noGrp="1"/>
          </p:cNvSpPr>
          <p:nvPr/>
        </p:nvSpPr>
        <p:spPr>
          <a:xfrm>
            <a:off x="1457325" y="457200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DE6DF1B7-50BC-44CC-9CD8-B8A7808C7F2C}"/>
              </a:ext>
            </a:extLst>
          </p:cNvPr>
          <p:cNvSpPr>
            <a:spLocks noGrp="1"/>
          </p:cNvSpPr>
          <p:nvPr/>
        </p:nvSpPr>
        <p:spPr>
          <a:xfrm>
            <a:off x="1085850" y="12573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text_009">
            <a:extLst>
              <a:ext uri="{FF2B5EF4-FFF2-40B4-BE49-F238E27FC236}">
                <ns2:creationId id="{EDE14FE8-0848-4605-AAA6-351C4138195E}"/>
              </a:ext>
            </a:extLst>
          </p:cNvPr>
          <p:cNvSpPr>
            <a:spLocks noGrp="1"/>
          </p:cNvSpPr>
          <p:nvPr/>
        </p:nvSpPr>
        <p:spPr>
          <a:xfrm>
            <a:off x="1085850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_010">
            <a:extLst>
              <a:ext uri="{FF2B5EF4-FFF2-40B4-BE49-F238E27FC236}">
                <ns2:creationId id="{C93E34F0-2B64-4DB3-9567-25788C88A40A}"/>
              </a:ext>
            </a:extLst>
          </p:cNvPr>
          <p:cNvSpPr>
            <a:spLocks noGrp="1"/>
          </p:cNvSpPr>
          <p:nvPr/>
        </p:nvSpPr>
        <p:spPr>
          <a:xfrm>
            <a:off x="1281468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>
              <a:ext uri="{FF2B5EF4-FFF2-40B4-BE49-F238E27FC236}">
                <ns2:creationId id="{BD4B0A5E-03A0-43E6-BC66-5481F6E6380B}"/>
              </a:ext>
            </a:extLst>
          </p:cNvPr>
          <p:cNvSpPr>
            <a:spLocks noGrp="1"/>
          </p:cNvSpPr>
          <p:nvPr/>
        </p:nvSpPr>
        <p:spPr>
          <a:xfrm>
            <a:off x="7138632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3" name="tangaroa_TMTM_432_exact_anchor">
            <a:extLst>
              <a:ext uri="{FF2B5EF4-FFF2-40B4-BE49-F238E27FC236}">
                <ns2:creationId id="{DA721165-B3F2-4CB1-BA50-41CA33B25DBB}"/>
              </a:ext>
            </a:extLst>
          </p:cNvPr>
          <p:cNvSpPr>
            <a:spLocks noGrp="1"/>
          </p:cNvSpPr>
          <p:nvPr/>
        </p:nvSpPr>
        <p:spPr>
          <a:xfrm>
            <a:off x="5533883" y="85994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4" name="tangaroa_TMTM_462_exact_anchor">
            <a:extLst>
              <a:ext uri="{FF2B5EF4-FFF2-40B4-BE49-F238E27FC236}">
                <ns2:creationId id="{4AF4B714-5E47-488E-83FC-4110842C6626}"/>
              </a:ext>
            </a:extLst>
          </p:cNvPr>
          <p:cNvSpPr>
            <a:spLocks noGrp="1"/>
          </p:cNvSpPr>
          <p:nvPr/>
        </p:nvSpPr>
        <p:spPr>
          <a:xfrm>
            <a:off x="5533883" y="84047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5" name="tangaroa_TMTM_388_exact_anchor">
            <a:extLst>
              <a:ext uri="{FF2B5EF4-FFF2-40B4-BE49-F238E27FC236}">
                <ns2:creationId id="{99D858D6-E9B5-4126-8427-322F57E1D49A}"/>
              </a:ext>
            </a:extLst>
          </p:cNvPr>
          <p:cNvSpPr>
            <a:spLocks noGrp="1"/>
          </p:cNvSpPr>
          <p:nvPr/>
        </p:nvSpPr>
        <p:spPr>
          <a:xfrm>
            <a:off x="5533883" y="89734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16" name="">
            <a:extLst>
              <a:ext uri="{FF2B5EF4-FFF2-40B4-BE49-F238E27FC236}">
                <ns2:creationId id="{A5E1549E-28D3-4B88-8EB0-1C3603E8F8B1}"/>
              </a:ext>
            </a:extLst>
          </p:cNvPr>
          <p:cNvPicPr>
            <a:picLocks noChangeAspect="1"/>
          </p:cNvPicPr>
          <p:nvPr/>
        </p:nvPicPr>
        <p:blipFill>
          <a:blip r:embed="Ref728bb9d1b34a1e"/>
          <a:stretch/>
        </p:blipFill>
        <p:spPr>
          <a:xfrm>
            <a:off x="8439150" y="457200"/>
            <a:ext cx="3771900" cy="895350"/>
          </a:xfrm>
          <a:prstGeom prst="rect">
            <a:avLst/>
          </a:prstGeom>
        </p:spPr>
      </p:pic>
      <p:sp>
        <p:nvSpPr>
          <p:cNvPr id="17" name="line_016">
            <a:extLst>
              <a:ext uri="{FF2B5EF4-FFF2-40B4-BE49-F238E27FC236}">
                <ns2:creationId id="{4867318D-944F-4C8A-BF6B-307DA64B0240}"/>
              </a:ext>
            </a:extLst>
          </p:cNvPr>
          <p:cNvSpPr>
            <a:spLocks noGrp="1"/>
          </p:cNvSpPr>
          <p:nvPr/>
        </p:nvSpPr>
        <p:spPr>
          <a:xfrm>
            <a:off x="10325100" y="45720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18" name="rect_017">
            <a:extLst>
              <a:ext uri="{FF2B5EF4-FFF2-40B4-BE49-F238E27FC236}">
                <ns2:creationId id="{4E63A6EA-C530-4834-B333-D6840D999883}"/>
              </a:ext>
            </a:extLst>
          </p:cNvPr>
          <p:cNvSpPr>
            <a:spLocks noGrp="1"/>
          </p:cNvSpPr>
          <p:nvPr/>
        </p:nvSpPr>
        <p:spPr>
          <a:xfrm>
            <a:off x="8439150" y="457200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>
              <a:ext uri="{FF2B5EF4-FFF2-40B4-BE49-F238E27FC236}">
                <ns2:creationId id="{FF7F820F-1718-4667-957E-4A1E1949A407}"/>
              </a:ext>
            </a:extLst>
          </p:cNvPr>
          <p:cNvSpPr>
            <a:spLocks noGrp="1"/>
          </p:cNvSpPr>
          <p:nvPr/>
        </p:nvSpPr>
        <p:spPr>
          <a:xfrm>
            <a:off x="8067675" y="12573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0.41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E0276A6C-8887-427F-98E6-4727DC6C9880}"/>
              </a:ext>
            </a:extLst>
          </p:cNvPr>
          <p:cNvSpPr>
            <a:spLocks noGrp="1"/>
          </p:cNvSpPr>
          <p:nvPr/>
        </p:nvSpPr>
        <p:spPr>
          <a:xfrm>
            <a:off x="8067675" y="3619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0.58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B5EC9B1A-83DD-4E97-82EF-6BB2DA1F2A84}"/>
              </a:ext>
            </a:extLst>
          </p:cNvPr>
          <p:cNvSpPr>
            <a:spLocks noGrp="1"/>
          </p:cNvSpPr>
          <p:nvPr/>
        </p:nvSpPr>
        <p:spPr>
          <a:xfrm>
            <a:off x="8420100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22" name="text_021">
            <a:extLst>
              <a:ext uri="{FF2B5EF4-FFF2-40B4-BE49-F238E27FC236}">
                <ns2:creationId id="{A471CCDC-7DF0-42FF-8A62-93D8B7B3226B}"/>
              </a:ext>
            </a:extLst>
          </p:cNvPr>
          <p:cNvSpPr>
            <a:spLocks noGrp="1"/>
          </p:cNvSpPr>
          <p:nvPr/>
        </p:nvSpPr>
        <p:spPr>
          <a:xfrm>
            <a:off x="11849100" y="138112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23" name="path_022">
            <a:extLst>
              <a:ext uri="{FF2B5EF4-FFF2-40B4-BE49-F238E27FC236}">
                <ns2:creationId id="{FEDCF04B-AB24-4D8E-B73C-746A34349F27}"/>
              </a:ext>
            </a:extLst>
          </p:cNvPr>
          <p:cNvSpPr>
            <a:spLocks noGrp="1"/>
          </p:cNvSpPr>
          <p:nvPr/>
        </p:nvSpPr>
        <p:spPr>
          <a:xfrm>
            <a:off x="8610600" y="841498"/>
            <a:ext cx="3429000" cy="31440"/>
          </a:xfrm>
          <a:custGeom>
            <a:pathLst>
              <a:path w="3429000" h="31440">
                <a:moveTo>
                  <a:pt x="0" y="0"/>
                </a:moveTo>
                <a:lnTo>
                  <a:pt x="342900" y="3499"/>
                </a:lnTo>
                <a:lnTo>
                  <a:pt x="685800" y="6430"/>
                </a:lnTo>
                <a:lnTo>
                  <a:pt x="1028700" y="7866"/>
                </a:lnTo>
                <a:lnTo>
                  <a:pt x="1371600" y="8557"/>
                </a:lnTo>
                <a:lnTo>
                  <a:pt x="1714500" y="8788"/>
                </a:lnTo>
                <a:lnTo>
                  <a:pt x="2057400" y="11818"/>
                </a:lnTo>
                <a:lnTo>
                  <a:pt x="2400300" y="18260"/>
                </a:lnTo>
                <a:lnTo>
                  <a:pt x="2743200" y="21455"/>
                </a:lnTo>
                <a:lnTo>
                  <a:pt x="3086100" y="25382"/>
                </a:lnTo>
                <a:lnTo>
                  <a:pt x="3429000" y="3144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4" name="tangaroa_TMTM_track_432_trace">
            <a:extLst>
              <a:ext uri="{FF2B5EF4-FFF2-40B4-BE49-F238E27FC236}">
                <ns2:creationId id="{38CB5099-7563-413D-8AFB-202F75D05233}"/>
              </a:ext>
            </a:extLst>
          </p:cNvPr>
          <p:cNvSpPr>
            <a:spLocks noGrp="1"/>
          </p:cNvSpPr>
          <p:nvPr/>
        </p:nvSpPr>
        <p:spPr>
          <a:xfrm>
            <a:off x="8610600" y="841498"/>
            <a:ext cx="3429000" cy="31440"/>
          </a:xfrm>
          <a:custGeom>
            <a:pathLst>
              <a:path w="3429000" h="31440">
                <a:moveTo>
                  <a:pt x="0" y="0"/>
                </a:moveTo>
                <a:lnTo>
                  <a:pt x="342900" y="3499"/>
                </a:lnTo>
                <a:lnTo>
                  <a:pt x="685800" y="6430"/>
                </a:lnTo>
                <a:lnTo>
                  <a:pt x="1028700" y="7866"/>
                </a:lnTo>
                <a:lnTo>
                  <a:pt x="1371600" y="8557"/>
                </a:lnTo>
                <a:lnTo>
                  <a:pt x="1714500" y="8788"/>
                </a:lnTo>
                <a:lnTo>
                  <a:pt x="2057400" y="11818"/>
                </a:lnTo>
                <a:lnTo>
                  <a:pt x="2400300" y="18260"/>
                </a:lnTo>
                <a:lnTo>
                  <a:pt x="2743200" y="21455"/>
                </a:lnTo>
                <a:lnTo>
                  <a:pt x="3086100" y="25382"/>
                </a:lnTo>
                <a:lnTo>
                  <a:pt x="3429000" y="31440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25" name="tangaroa_TMTM_432_exact_anchor">
            <a:extLst>
              <a:ext uri="{FF2B5EF4-FFF2-40B4-BE49-F238E27FC236}">
                <ns2:creationId id="{3CB2B8D7-CA36-4C85-952A-57A3C28FC4E6}"/>
              </a:ext>
            </a:extLst>
          </p:cNvPr>
          <p:cNvSpPr>
            <a:spLocks noGrp="1"/>
          </p:cNvSpPr>
          <p:nvPr/>
        </p:nvSpPr>
        <p:spPr>
          <a:xfrm>
            <a:off x="10287000" y="81218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26" name="line_025">
            <a:extLst>
              <a:ext uri="{FF2B5EF4-FFF2-40B4-BE49-F238E27FC236}">
                <ns2:creationId id="{DFF0231B-A013-482D-886F-1AC9F5EFFFCA}"/>
              </a:ext>
            </a:extLst>
          </p:cNvPr>
          <p:cNvSpPr>
            <a:spLocks noGrp="1"/>
          </p:cNvSpPr>
          <p:nvPr/>
        </p:nvSpPr>
        <p:spPr>
          <a:xfrm>
            <a:off x="10325100" y="600075"/>
            <a:ext cx="1943100" cy="250210"/>
          </a:xfrm>
          <a:custGeom>
            <a:pathLst>
              <a:path w="1943100" h="250210">
                <a:moveTo>
                  <a:pt x="0" y="250210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7EFF4D38-1864-4CB4-9B7F-ED20AE9C3DD1}"/>
              </a:ext>
            </a:extLst>
          </p:cNvPr>
          <p:cNvSpPr>
            <a:spLocks noGrp="1"/>
          </p:cNvSpPr>
          <p:nvPr/>
        </p:nvSpPr>
        <p:spPr>
          <a:xfrm>
            <a:off x="12296775" y="5048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path_027">
            <a:extLst>
              <a:ext uri="{FF2B5EF4-FFF2-40B4-BE49-F238E27FC236}">
                <ns2:creationId id="{D45ECC2F-0551-4BBC-AB68-74DE0E9080AA}"/>
              </a:ext>
            </a:extLst>
          </p:cNvPr>
          <p:cNvSpPr>
            <a:spLocks noGrp="1"/>
          </p:cNvSpPr>
          <p:nvPr/>
        </p:nvSpPr>
        <p:spPr>
          <a:xfrm>
            <a:off x="8610600" y="722263"/>
            <a:ext cx="2057400" cy="17695"/>
          </a:xfrm>
          <a:custGeom>
            <a:pathLst>
              <a:path w="2057400" h="17695">
                <a:moveTo>
                  <a:pt x="0" y="0"/>
                </a:moveTo>
                <a:lnTo>
                  <a:pt x="342900" y="1"/>
                </a:lnTo>
                <a:lnTo>
                  <a:pt x="685800" y="1668"/>
                </a:lnTo>
                <a:lnTo>
                  <a:pt x="1028700" y="2369"/>
                </a:lnTo>
                <a:lnTo>
                  <a:pt x="1371600" y="8584"/>
                </a:lnTo>
                <a:lnTo>
                  <a:pt x="1714500" y="12977"/>
                </a:lnTo>
                <a:lnTo>
                  <a:pt x="2057400" y="1769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9" name="tangaroa_TMTM_track_462_trace">
            <a:extLst>
              <a:ext uri="{FF2B5EF4-FFF2-40B4-BE49-F238E27FC236}">
                <ns2:creationId id="{E7877542-0543-4CA7-90EC-CBAA5EBFCA93}"/>
              </a:ext>
            </a:extLst>
          </p:cNvPr>
          <p:cNvSpPr>
            <a:spLocks noGrp="1"/>
          </p:cNvSpPr>
          <p:nvPr/>
        </p:nvSpPr>
        <p:spPr>
          <a:xfrm>
            <a:off x="8610600" y="722263"/>
            <a:ext cx="2057400" cy="17695"/>
          </a:xfrm>
          <a:custGeom>
            <a:pathLst>
              <a:path w="2057400" h="17695">
                <a:moveTo>
                  <a:pt x="0" y="0"/>
                </a:moveTo>
                <a:lnTo>
                  <a:pt x="342900" y="1"/>
                </a:lnTo>
                <a:lnTo>
                  <a:pt x="685800" y="1668"/>
                </a:lnTo>
                <a:lnTo>
                  <a:pt x="1028700" y="2369"/>
                </a:lnTo>
                <a:lnTo>
                  <a:pt x="1371600" y="8584"/>
                </a:lnTo>
                <a:lnTo>
                  <a:pt x="1714500" y="12977"/>
                </a:lnTo>
                <a:lnTo>
                  <a:pt x="2057400" y="1769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30" name="tangaroa_TMTM_462_exact_anchor">
            <a:extLst>
              <a:ext uri="{FF2B5EF4-FFF2-40B4-BE49-F238E27FC236}">
                <ns2:creationId id="{DFBF86A7-7D37-43EA-BA0A-0205D5E1A02A}"/>
              </a:ext>
            </a:extLst>
          </p:cNvPr>
          <p:cNvSpPr>
            <a:spLocks noGrp="1"/>
          </p:cNvSpPr>
          <p:nvPr/>
        </p:nvSpPr>
        <p:spPr>
          <a:xfrm>
            <a:off x="10287000" y="69714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31" name="line_030">
            <a:extLst>
              <a:ext uri="{FF2B5EF4-FFF2-40B4-BE49-F238E27FC236}">
                <ns2:creationId id="{F48C9CDC-8D01-4A99-9F83-D723110A2237}"/>
              </a:ext>
            </a:extLst>
          </p:cNvPr>
          <p:cNvSpPr>
            <a:spLocks noGrp="1"/>
          </p:cNvSpPr>
          <p:nvPr/>
        </p:nvSpPr>
        <p:spPr>
          <a:xfrm>
            <a:off x="10325100" y="735240"/>
            <a:ext cx="1943100" cy="99785"/>
          </a:xfrm>
          <a:custGeom>
            <a:pathLst>
              <a:path w="1943100" h="99785">
                <a:moveTo>
                  <a:pt x="0" y="0"/>
                </a:moveTo>
                <a:lnTo>
                  <a:pt x="1943100" y="99785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32" name="text_031">
            <a:extLst>
              <a:ext uri="{FF2B5EF4-FFF2-40B4-BE49-F238E27FC236}">
                <ns2:creationId id="{B9632472-D5AB-4D6C-9929-BE5DEA572531}"/>
              </a:ext>
            </a:extLst>
          </p:cNvPr>
          <p:cNvSpPr>
            <a:spLocks noGrp="1"/>
          </p:cNvSpPr>
          <p:nvPr/>
        </p:nvSpPr>
        <p:spPr>
          <a:xfrm>
            <a:off x="12296775" y="7397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3" name="path_032">
            <a:extLst>
              <a:ext uri="{FF2B5EF4-FFF2-40B4-BE49-F238E27FC236}">
                <ns2:creationId id="{345B9B8E-9B0F-4B11-AF69-A6734DBDD97C}"/>
              </a:ext>
            </a:extLst>
          </p:cNvPr>
          <p:cNvSpPr>
            <a:spLocks noGrp="1"/>
          </p:cNvSpPr>
          <p:nvPr/>
        </p:nvSpPr>
        <p:spPr>
          <a:xfrm>
            <a:off x="8610600" y="1062876"/>
            <a:ext cx="3429000" cy="24650"/>
          </a:xfrm>
          <a:custGeom>
            <a:pathLst>
              <a:path w="3429000" h="24650">
                <a:moveTo>
                  <a:pt x="0" y="0"/>
                </a:moveTo>
                <a:lnTo>
                  <a:pt x="342900" y="1596"/>
                </a:lnTo>
                <a:lnTo>
                  <a:pt x="685800" y="2727"/>
                </a:lnTo>
                <a:lnTo>
                  <a:pt x="1028700" y="4854"/>
                </a:lnTo>
                <a:lnTo>
                  <a:pt x="1371600" y="6494"/>
                </a:lnTo>
                <a:lnTo>
                  <a:pt x="1714500" y="8413"/>
                </a:lnTo>
                <a:lnTo>
                  <a:pt x="2057400" y="11391"/>
                </a:lnTo>
                <a:lnTo>
                  <a:pt x="2400300" y="14416"/>
                </a:lnTo>
                <a:lnTo>
                  <a:pt x="2743200" y="18455"/>
                </a:lnTo>
                <a:lnTo>
                  <a:pt x="3086100" y="21530"/>
                </a:lnTo>
                <a:lnTo>
                  <a:pt x="3429000" y="2465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34" name="tangaroa_TMTM_track_388_trace">
            <a:extLst>
              <a:ext uri="{FF2B5EF4-FFF2-40B4-BE49-F238E27FC236}">
                <ns2:creationId id="{62B18332-FB29-4943-ABA5-5FA33A4C970E}"/>
              </a:ext>
            </a:extLst>
          </p:cNvPr>
          <p:cNvSpPr>
            <a:spLocks noGrp="1"/>
          </p:cNvSpPr>
          <p:nvPr/>
        </p:nvSpPr>
        <p:spPr>
          <a:xfrm>
            <a:off x="8610600" y="1062876"/>
            <a:ext cx="3429000" cy="24650"/>
          </a:xfrm>
          <a:custGeom>
            <a:pathLst>
              <a:path w="3429000" h="24650">
                <a:moveTo>
                  <a:pt x="0" y="0"/>
                </a:moveTo>
                <a:lnTo>
                  <a:pt x="342900" y="1596"/>
                </a:lnTo>
                <a:lnTo>
                  <a:pt x="685800" y="2727"/>
                </a:lnTo>
                <a:lnTo>
                  <a:pt x="1028700" y="4854"/>
                </a:lnTo>
                <a:lnTo>
                  <a:pt x="1371600" y="6494"/>
                </a:lnTo>
                <a:lnTo>
                  <a:pt x="1714500" y="8413"/>
                </a:lnTo>
                <a:lnTo>
                  <a:pt x="2057400" y="11391"/>
                </a:lnTo>
                <a:lnTo>
                  <a:pt x="2400300" y="14416"/>
                </a:lnTo>
                <a:lnTo>
                  <a:pt x="2743200" y="18455"/>
                </a:lnTo>
                <a:lnTo>
                  <a:pt x="3086100" y="21530"/>
                </a:lnTo>
                <a:lnTo>
                  <a:pt x="3429000" y="24650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35" name="tangaroa_TMTM_388_exact_anchor">
            <a:extLst>
              <a:ext uri="{FF2B5EF4-FFF2-40B4-BE49-F238E27FC236}">
                <ns2:creationId id="{A9507767-DB4C-45F5-BB37-4E3525F77F6D}"/>
              </a:ext>
            </a:extLst>
          </p:cNvPr>
          <p:cNvSpPr>
            <a:spLocks noGrp="1"/>
          </p:cNvSpPr>
          <p:nvPr/>
        </p:nvSpPr>
        <p:spPr>
          <a:xfrm>
            <a:off x="10287000" y="103318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36" name="line_035">
            <a:extLst>
              <a:ext uri="{FF2B5EF4-FFF2-40B4-BE49-F238E27FC236}">
                <ns2:creationId id="{5593C82B-04EC-4F6E-804F-3AB937DC119D}"/>
              </a:ext>
            </a:extLst>
          </p:cNvPr>
          <p:cNvSpPr>
            <a:spLocks noGrp="1"/>
          </p:cNvSpPr>
          <p:nvPr/>
        </p:nvSpPr>
        <p:spPr>
          <a:xfrm>
            <a:off x="10325100" y="1069975"/>
            <a:ext cx="1943100" cy="1314"/>
          </a:xfrm>
          <a:custGeom>
            <a:pathLst>
              <a:path w="1943100" h="1314">
                <a:moveTo>
                  <a:pt x="0" y="1314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B824EEDF-B45A-4DAF-901C-297F2D993499}"/>
              </a:ext>
            </a:extLst>
          </p:cNvPr>
          <p:cNvSpPr>
            <a:spLocks noGrp="1"/>
          </p:cNvSpPr>
          <p:nvPr/>
        </p:nvSpPr>
        <p:spPr>
          <a:xfrm>
            <a:off x="12296775" y="9747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8" name="rect_037">
            <a:extLst>
              <a:ext uri="{FF2B5EF4-FFF2-40B4-BE49-F238E27FC236}">
                <ns2:creationId id="{CC92EF40-E5C0-4423-971E-59E8C4CAC95D}"/>
              </a:ext>
            </a:extLst>
          </p:cNvPr>
          <p:cNvSpPr>
            <a:spLocks noGrp="1"/>
          </p:cNvSpPr>
          <p:nvPr/>
        </p:nvSpPr>
        <p:spPr>
          <a:xfrm>
            <a:off x="5410911" y="457200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4C2FB60A-6500-44D7-8A67-BBDE1D5AA4D6}"/>
              </a:ext>
            </a:extLst>
          </p:cNvPr>
          <p:cNvSpPr>
            <a:spLocks noGrp="1"/>
          </p:cNvSpPr>
          <p:nvPr/>
        </p:nvSpPr>
        <p:spPr>
          <a:xfrm>
            <a:off x="152400" y="1619250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pic>
        <p:nvPicPr>
          <p:cNvPr id="41" name="">
            <a:extLst>
              <a:ext uri="{FF2B5EF4-FFF2-40B4-BE49-F238E27FC236}">
                <ns2:creationId id="{8EFCBEAC-999B-4E95-921E-8DD2BC26C84F}"/>
              </a:ext>
            </a:extLst>
          </p:cNvPr>
          <p:cNvPicPr>
            <a:picLocks noChangeAspect="1"/>
          </p:cNvPicPr>
          <p:nvPr/>
        </p:nvPicPr>
        <p:blipFill>
          <a:blip r:embed="R0ba9d93acb0b42af"/>
          <a:stretch/>
        </p:blipFill>
        <p:spPr>
          <a:xfrm>
            <a:off x="1457325" y="1571625"/>
            <a:ext cx="5886450" cy="895350"/>
          </a:xfrm>
          <a:prstGeom prst="rect">
            <a:avLst/>
          </a:prstGeom>
        </p:spPr>
      </p:pic>
      <p:sp>
        <p:nvSpPr>
          <p:cNvPr id="42" name="line_041">
            <a:extLst>
              <a:ext uri="{FF2B5EF4-FFF2-40B4-BE49-F238E27FC236}">
                <ns2:creationId id="{7A94C20C-E186-4792-A379-DE0D06105892}"/>
              </a:ext>
            </a:extLst>
          </p:cNvPr>
          <p:cNvSpPr>
            <a:spLocks noGrp="1"/>
          </p:cNvSpPr>
          <p:nvPr/>
        </p:nvSpPr>
        <p:spPr>
          <a:xfrm>
            <a:off x="5571983" y="1571625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>
              <a:ext uri="{FF2B5EF4-FFF2-40B4-BE49-F238E27FC236}">
                <ns2:creationId id="{B3B4F009-6EF5-4689-85D2-75C0A5C73871}"/>
              </a:ext>
            </a:extLst>
          </p:cNvPr>
          <p:cNvSpPr>
            <a:spLocks noGrp="1"/>
          </p:cNvSpPr>
          <p:nvPr/>
        </p:nvSpPr>
        <p:spPr>
          <a:xfrm>
            <a:off x="1457325" y="1571625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>
              <a:ext uri="{FF2B5EF4-FFF2-40B4-BE49-F238E27FC236}">
                <ns2:creationId id="{85151FFD-961D-4EBE-8DF2-00B2FE03E8EA}"/>
              </a:ext>
            </a:extLst>
          </p:cNvPr>
          <p:cNvSpPr>
            <a:spLocks noGrp="1"/>
          </p:cNvSpPr>
          <p:nvPr/>
        </p:nvSpPr>
        <p:spPr>
          <a:xfrm>
            <a:off x="1085850" y="23717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>
              <a:ext uri="{FF2B5EF4-FFF2-40B4-BE49-F238E27FC236}">
                <ns2:creationId id="{AEBD4CBB-C149-4717-90A2-C0983FFD48F5}"/>
              </a:ext>
            </a:extLst>
          </p:cNvPr>
          <p:cNvSpPr>
            <a:spLocks noGrp="1"/>
          </p:cNvSpPr>
          <p:nvPr/>
        </p:nvSpPr>
        <p:spPr>
          <a:xfrm>
            <a:off x="1085850" y="14763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>
              <a:ext uri="{FF2B5EF4-FFF2-40B4-BE49-F238E27FC236}">
                <ns2:creationId id="{C494BDAE-E571-476E-BA49-73852E7177F4}"/>
              </a:ext>
            </a:extLst>
          </p:cNvPr>
          <p:cNvSpPr>
            <a:spLocks noGrp="1"/>
          </p:cNvSpPr>
          <p:nvPr/>
        </p:nvSpPr>
        <p:spPr>
          <a:xfrm>
            <a:off x="1281468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DD26DAEA-2591-40C0-B381-51F5FCD52472}"/>
              </a:ext>
            </a:extLst>
          </p:cNvPr>
          <p:cNvSpPr>
            <a:spLocks noGrp="1"/>
          </p:cNvSpPr>
          <p:nvPr/>
        </p:nvSpPr>
        <p:spPr>
          <a:xfrm>
            <a:off x="7138632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48" name="tangaroa_P_432_exact_anchor">
            <a:extLst>
              <a:ext uri="{FF2B5EF4-FFF2-40B4-BE49-F238E27FC236}">
                <ns2:creationId id="{9EDDACA9-B57D-4410-9158-04712A00E7E5}"/>
              </a:ext>
            </a:extLst>
          </p:cNvPr>
          <p:cNvSpPr>
            <a:spLocks noGrp="1"/>
          </p:cNvSpPr>
          <p:nvPr/>
        </p:nvSpPr>
        <p:spPr>
          <a:xfrm>
            <a:off x="5533883" y="211736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49" name="tangaroa_P_462_exact_anchor">
            <a:extLst>
              <a:ext uri="{FF2B5EF4-FFF2-40B4-BE49-F238E27FC236}">
                <ns2:creationId id="{1E719362-9632-49B7-B8DC-2FC7C5561621}"/>
              </a:ext>
            </a:extLst>
          </p:cNvPr>
          <p:cNvSpPr>
            <a:spLocks noGrp="1"/>
          </p:cNvSpPr>
          <p:nvPr/>
        </p:nvSpPr>
        <p:spPr>
          <a:xfrm>
            <a:off x="5533883" y="182663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50" name="tangaroa_P_388_exact_anchor">
            <a:extLst>
              <a:ext uri="{FF2B5EF4-FFF2-40B4-BE49-F238E27FC236}">
                <ns2:creationId id="{E7CCCA47-21B8-4C1E-91CC-86BE29E328C8}"/>
              </a:ext>
            </a:extLst>
          </p:cNvPr>
          <p:cNvSpPr>
            <a:spLocks noGrp="1"/>
          </p:cNvSpPr>
          <p:nvPr/>
        </p:nvSpPr>
        <p:spPr>
          <a:xfrm>
            <a:off x="5533883" y="181889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EADEF27F-3818-44C4-AB22-38B032079D66}"/>
              </a:ext>
            </a:extLst>
          </p:cNvPr>
          <p:cNvPicPr>
            <a:picLocks noChangeAspect="1"/>
          </p:cNvPicPr>
          <p:nvPr/>
        </p:nvPicPr>
        <p:blipFill>
          <a:blip r:embed="R5b6e7a7ac1cf4fc8"/>
          <a:stretch/>
        </p:blipFill>
        <p:spPr>
          <a:xfrm>
            <a:off x="8439150" y="1571625"/>
            <a:ext cx="3771900" cy="895350"/>
          </a:xfrm>
          <a:prstGeom prst="rect">
            <a:avLst/>
          </a:prstGeom>
        </p:spPr>
      </p:pic>
      <p:sp>
        <p:nvSpPr>
          <p:cNvPr id="52" name="line_051">
            <a:extLst>
              <a:ext uri="{FF2B5EF4-FFF2-40B4-BE49-F238E27FC236}">
                <ns2:creationId id="{91C011F6-2C39-4824-B70A-9636C9D4F415}"/>
              </a:ext>
            </a:extLst>
          </p:cNvPr>
          <p:cNvSpPr>
            <a:spLocks noGrp="1"/>
          </p:cNvSpPr>
          <p:nvPr/>
        </p:nvSpPr>
        <p:spPr>
          <a:xfrm>
            <a:off x="10325100" y="1571625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>
              <a:ext uri="{FF2B5EF4-FFF2-40B4-BE49-F238E27FC236}">
                <ns2:creationId id="{A5BA2B30-9DCD-42FB-AB95-EB3F5D945683}"/>
              </a:ext>
            </a:extLst>
          </p:cNvPr>
          <p:cNvSpPr>
            <a:spLocks noGrp="1"/>
          </p:cNvSpPr>
          <p:nvPr/>
        </p:nvSpPr>
        <p:spPr>
          <a:xfrm>
            <a:off x="8439150" y="1571625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A9D285AE-4095-41D5-B9CB-44728F815345}"/>
              </a:ext>
            </a:extLst>
          </p:cNvPr>
          <p:cNvSpPr>
            <a:spLocks noGrp="1"/>
          </p:cNvSpPr>
          <p:nvPr/>
        </p:nvSpPr>
        <p:spPr>
          <a:xfrm>
            <a:off x="8067675" y="23717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55" name="text_054">
            <a:extLst>
              <a:ext uri="{FF2B5EF4-FFF2-40B4-BE49-F238E27FC236}">
                <ns2:creationId id="{E11EF1F9-A27C-4A1B-A3AD-3648EEE78224}"/>
              </a:ext>
            </a:extLst>
          </p:cNvPr>
          <p:cNvSpPr>
            <a:spLocks noGrp="1"/>
          </p:cNvSpPr>
          <p:nvPr/>
        </p:nvSpPr>
        <p:spPr>
          <a:xfrm>
            <a:off x="8067675" y="14763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56" name="text_055">
            <a:extLst>
              <a:ext uri="{FF2B5EF4-FFF2-40B4-BE49-F238E27FC236}">
                <ns2:creationId id="{5B244374-9E8C-41FE-9CDF-BDA8FCD3D595}"/>
              </a:ext>
            </a:extLst>
          </p:cNvPr>
          <p:cNvSpPr>
            <a:spLocks noGrp="1"/>
          </p:cNvSpPr>
          <p:nvPr/>
        </p:nvSpPr>
        <p:spPr>
          <a:xfrm>
            <a:off x="8420100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57" name="text_056">
            <a:extLst>
              <a:ext uri="{FF2B5EF4-FFF2-40B4-BE49-F238E27FC236}">
                <ns2:creationId id="{9B7FD3DE-914A-4C22-A6DB-0314B62A5D20}"/>
              </a:ext>
            </a:extLst>
          </p:cNvPr>
          <p:cNvSpPr>
            <a:spLocks noGrp="1"/>
          </p:cNvSpPr>
          <p:nvPr/>
        </p:nvSpPr>
        <p:spPr>
          <a:xfrm>
            <a:off x="11849100" y="2495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58" name="path_057">
            <a:extLst>
              <a:ext uri="{FF2B5EF4-FFF2-40B4-BE49-F238E27FC236}">
                <ns2:creationId id="{B419904C-23A4-4F5A-BAFD-2F16504FE60B}"/>
              </a:ext>
            </a:extLst>
          </p:cNvPr>
          <p:cNvSpPr>
            <a:spLocks noGrp="1"/>
          </p:cNvSpPr>
          <p:nvPr/>
        </p:nvSpPr>
        <p:spPr>
          <a:xfrm>
            <a:off x="8610600" y="2112995"/>
            <a:ext cx="3429000" cy="200622"/>
          </a:xfrm>
          <a:custGeom>
            <a:pathLst>
              <a:path w="3429000" h="200622">
                <a:moveTo>
                  <a:pt x="0" y="160606"/>
                </a:moveTo>
                <a:lnTo>
                  <a:pt x="342900" y="15009"/>
                </a:lnTo>
                <a:lnTo>
                  <a:pt x="685800" y="144309"/>
                </a:lnTo>
                <a:lnTo>
                  <a:pt x="1028700" y="187135"/>
                </a:lnTo>
                <a:lnTo>
                  <a:pt x="1371600" y="200622"/>
                </a:lnTo>
                <a:lnTo>
                  <a:pt x="1714500" y="195123"/>
                </a:lnTo>
                <a:lnTo>
                  <a:pt x="2057400" y="196189"/>
                </a:lnTo>
                <a:lnTo>
                  <a:pt x="2400300" y="166439"/>
                </a:lnTo>
                <a:lnTo>
                  <a:pt x="2743200" y="153052"/>
                </a:lnTo>
                <a:lnTo>
                  <a:pt x="3086100" y="0"/>
                </a:lnTo>
                <a:lnTo>
                  <a:pt x="3429000" y="46892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9" name="tangaroa_P_track_432_trace">
            <a:extLst>
              <a:ext uri="{FF2B5EF4-FFF2-40B4-BE49-F238E27FC236}">
                <ns2:creationId id="{78C822EB-C20B-4B80-9C5C-10B98DE3D08C}"/>
              </a:ext>
            </a:extLst>
          </p:cNvPr>
          <p:cNvSpPr>
            <a:spLocks noGrp="1"/>
          </p:cNvSpPr>
          <p:nvPr/>
        </p:nvSpPr>
        <p:spPr>
          <a:xfrm>
            <a:off x="8610600" y="2112995"/>
            <a:ext cx="3429000" cy="200622"/>
          </a:xfrm>
          <a:custGeom>
            <a:pathLst>
              <a:path w="3429000" h="200622">
                <a:moveTo>
                  <a:pt x="0" y="160606"/>
                </a:moveTo>
                <a:lnTo>
                  <a:pt x="342900" y="15009"/>
                </a:lnTo>
                <a:lnTo>
                  <a:pt x="685800" y="144309"/>
                </a:lnTo>
                <a:lnTo>
                  <a:pt x="1028700" y="187135"/>
                </a:lnTo>
                <a:lnTo>
                  <a:pt x="1371600" y="200622"/>
                </a:lnTo>
                <a:lnTo>
                  <a:pt x="1714500" y="195123"/>
                </a:lnTo>
                <a:lnTo>
                  <a:pt x="2057400" y="196189"/>
                </a:lnTo>
                <a:lnTo>
                  <a:pt x="2400300" y="166439"/>
                </a:lnTo>
                <a:lnTo>
                  <a:pt x="2743200" y="153052"/>
                </a:lnTo>
                <a:lnTo>
                  <a:pt x="3086100" y="0"/>
                </a:lnTo>
                <a:lnTo>
                  <a:pt x="3429000" y="46892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60" name="tangaroa_P_true_reference_432">
            <a:extLst>
              <a:ext uri="{FF2B5EF4-FFF2-40B4-BE49-F238E27FC236}">
                <ns2:creationId id="{EC782FF6-D69E-489D-A0B1-B9DC23B55EA0}"/>
              </a:ext>
            </a:extLst>
          </p:cNvPr>
          <p:cNvSpPr>
            <a:spLocks noGrp="1"/>
          </p:cNvSpPr>
          <p:nvPr/>
        </p:nvSpPr>
        <p:spPr>
          <a:xfrm>
            <a:off x="8610600" y="2231551"/>
            <a:ext cx="3429000" cy="162475"/>
          </a:xfrm>
          <a:custGeom>
            <a:pathLst>
              <a:path w="3429000" h="162475">
                <a:moveTo>
                  <a:pt x="0" y="162475"/>
                </a:moveTo>
                <a:lnTo>
                  <a:pt x="342900" y="0"/>
                </a:lnTo>
                <a:lnTo>
                  <a:pt x="685800" y="96501"/>
                </a:lnTo>
                <a:lnTo>
                  <a:pt x="1028700" y="160204"/>
                </a:lnTo>
                <a:lnTo>
                  <a:pt x="1371600" y="160051"/>
                </a:lnTo>
                <a:lnTo>
                  <a:pt x="1714500" y="160051"/>
                </a:lnTo>
                <a:lnTo>
                  <a:pt x="2057400" y="160051"/>
                </a:lnTo>
                <a:lnTo>
                  <a:pt x="2400300" y="0"/>
                </a:lnTo>
                <a:lnTo>
                  <a:pt x="2743200" y="160757"/>
                </a:lnTo>
                <a:lnTo>
                  <a:pt x="3086100" y="0"/>
                </a:lnTo>
                <a:lnTo>
                  <a:pt x="3429000" y="0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61" name="tangaroa_P_432_exact_anchor">
            <a:extLst>
              <a:ext uri="{FF2B5EF4-FFF2-40B4-BE49-F238E27FC236}">
                <ns2:creationId id="{74104BB6-7190-4D38-A859-FECB3C46FD4C}"/>
              </a:ext>
            </a:extLst>
          </p:cNvPr>
          <p:cNvSpPr>
            <a:spLocks noGrp="1"/>
          </p:cNvSpPr>
          <p:nvPr/>
        </p:nvSpPr>
        <p:spPr>
          <a:xfrm>
            <a:off x="10287000" y="227001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62" name="line_061">
            <a:extLst>
              <a:ext uri="{FF2B5EF4-FFF2-40B4-BE49-F238E27FC236}">
                <ns2:creationId id="{61A8EEA7-35F1-4A1B-9A6C-CA01A4F864D0}"/>
              </a:ext>
            </a:extLst>
          </p:cNvPr>
          <p:cNvSpPr>
            <a:spLocks noGrp="1"/>
          </p:cNvSpPr>
          <p:nvPr/>
        </p:nvSpPr>
        <p:spPr>
          <a:xfrm>
            <a:off x="10325100" y="1714500"/>
            <a:ext cx="1943100" cy="593617"/>
          </a:xfrm>
          <a:custGeom>
            <a:pathLst>
              <a:path w="1943100" h="593617">
                <a:moveTo>
                  <a:pt x="0" y="593617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63" name="text_062">
            <a:extLst>
              <a:ext uri="{FF2B5EF4-FFF2-40B4-BE49-F238E27FC236}">
                <ns2:creationId id="{D86BE573-D879-4E5E-97C6-36BDFE8A080F}"/>
              </a:ext>
            </a:extLst>
          </p:cNvPr>
          <p:cNvSpPr>
            <a:spLocks noGrp="1"/>
          </p:cNvSpPr>
          <p:nvPr/>
        </p:nvSpPr>
        <p:spPr>
          <a:xfrm>
            <a:off x="12296775" y="16192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path_063">
            <a:extLst>
              <a:ext uri="{FF2B5EF4-FFF2-40B4-BE49-F238E27FC236}">
                <ns2:creationId id="{F8E7B7BC-3ECA-4064-BBB5-0316671CABD0}"/>
              </a:ext>
            </a:extLst>
          </p:cNvPr>
          <p:cNvSpPr>
            <a:spLocks noGrp="1"/>
          </p:cNvSpPr>
          <p:nvPr/>
        </p:nvSpPr>
        <p:spPr>
          <a:xfrm>
            <a:off x="8610600" y="1764842"/>
            <a:ext cx="2057400" cy="103583"/>
          </a:xfrm>
          <a:custGeom>
            <a:pathLst>
              <a:path w="2057400" h="103583">
                <a:moveTo>
                  <a:pt x="0" y="91762"/>
                </a:moveTo>
                <a:lnTo>
                  <a:pt x="342900" y="0"/>
                </a:lnTo>
                <a:lnTo>
                  <a:pt x="685800" y="83397"/>
                </a:lnTo>
                <a:lnTo>
                  <a:pt x="1028700" y="96395"/>
                </a:lnTo>
                <a:lnTo>
                  <a:pt x="1371600" y="103583"/>
                </a:lnTo>
                <a:lnTo>
                  <a:pt x="1714500" y="70466"/>
                </a:lnTo>
                <a:lnTo>
                  <a:pt x="2057400" y="9379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5" name="tangaroa_P_track_462_trace">
            <a:extLst>
              <a:ext uri="{FF2B5EF4-FFF2-40B4-BE49-F238E27FC236}">
                <ns2:creationId id="{88EEBFDC-45D8-44F9-8511-827F098B97FB}"/>
              </a:ext>
            </a:extLst>
          </p:cNvPr>
          <p:cNvSpPr>
            <a:spLocks noGrp="1"/>
          </p:cNvSpPr>
          <p:nvPr/>
        </p:nvSpPr>
        <p:spPr>
          <a:xfrm>
            <a:off x="8610600" y="1764842"/>
            <a:ext cx="2057400" cy="103583"/>
          </a:xfrm>
          <a:custGeom>
            <a:pathLst>
              <a:path w="2057400" h="103583">
                <a:moveTo>
                  <a:pt x="0" y="91762"/>
                </a:moveTo>
                <a:lnTo>
                  <a:pt x="342900" y="0"/>
                </a:lnTo>
                <a:lnTo>
                  <a:pt x="685800" y="83397"/>
                </a:lnTo>
                <a:lnTo>
                  <a:pt x="1028700" y="96395"/>
                </a:lnTo>
                <a:lnTo>
                  <a:pt x="1371600" y="103583"/>
                </a:lnTo>
                <a:lnTo>
                  <a:pt x="1714500" y="70466"/>
                </a:lnTo>
                <a:lnTo>
                  <a:pt x="2057400" y="9379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66" name="tangaroa_P_true_reference_462">
            <a:extLst>
              <a:ext uri="{FF2B5EF4-FFF2-40B4-BE49-F238E27FC236}">
                <ns2:creationId id="{0C61BE02-ACFE-44A2-A4DB-42B23EA61803}"/>
              </a:ext>
            </a:extLst>
          </p:cNvPr>
          <p:cNvSpPr>
            <a:spLocks noGrp="1"/>
          </p:cNvSpPr>
          <p:nvPr/>
        </p:nvSpPr>
        <p:spPr>
          <a:xfrm>
            <a:off x="8610600" y="1644658"/>
            <a:ext cx="2057400" cy="59223"/>
          </a:xfrm>
          <a:custGeom>
            <a:pathLst>
              <a:path w="2057400" h="59223">
                <a:moveTo>
                  <a:pt x="0" y="42136"/>
                </a:moveTo>
                <a:lnTo>
                  <a:pt x="342900" y="40724"/>
                </a:lnTo>
                <a:lnTo>
                  <a:pt x="685800" y="32331"/>
                </a:lnTo>
                <a:lnTo>
                  <a:pt x="1028700" y="59223"/>
                </a:lnTo>
                <a:lnTo>
                  <a:pt x="1371600" y="57811"/>
                </a:lnTo>
                <a:lnTo>
                  <a:pt x="1714500" y="0"/>
                </a:lnTo>
                <a:lnTo>
                  <a:pt x="2057400" y="47452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67" name="tangaroa_P_462_exact_anchor">
            <a:extLst>
              <a:ext uri="{FF2B5EF4-FFF2-40B4-BE49-F238E27FC236}">
                <ns2:creationId id="{F3D07F22-CD4D-4EEF-996D-74F05F5B0B7E}"/>
              </a:ext>
            </a:extLst>
          </p:cNvPr>
          <p:cNvSpPr>
            <a:spLocks noGrp="1"/>
          </p:cNvSpPr>
          <p:nvPr/>
        </p:nvSpPr>
        <p:spPr>
          <a:xfrm>
            <a:off x="10287000" y="179720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68" name="line_067">
            <a:extLst>
              <a:ext uri="{FF2B5EF4-FFF2-40B4-BE49-F238E27FC236}">
                <ns2:creationId id="{37DF8750-C5D3-4CE7-B561-A87A2641EC60}"/>
              </a:ext>
            </a:extLst>
          </p:cNvPr>
          <p:cNvSpPr>
            <a:spLocks noGrp="1"/>
          </p:cNvSpPr>
          <p:nvPr/>
        </p:nvSpPr>
        <p:spPr>
          <a:xfrm>
            <a:off x="10325100" y="1835308"/>
            <a:ext cx="1943100" cy="114142"/>
          </a:xfrm>
          <a:custGeom>
            <a:pathLst>
              <a:path w="1943100" h="114142">
                <a:moveTo>
                  <a:pt x="0" y="0"/>
                </a:moveTo>
                <a:lnTo>
                  <a:pt x="1943100" y="114142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69" name="text_068">
            <a:extLst>
              <a:ext uri="{FF2B5EF4-FFF2-40B4-BE49-F238E27FC236}">
                <ns2:creationId id="{00985B08-B082-4886-BA00-A70F8827FC38}"/>
              </a:ext>
            </a:extLst>
          </p:cNvPr>
          <p:cNvSpPr>
            <a:spLocks noGrp="1"/>
          </p:cNvSpPr>
          <p:nvPr/>
        </p:nvSpPr>
        <p:spPr>
          <a:xfrm>
            <a:off x="12296775" y="18542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0" name="path_069">
            <a:extLst>
              <a:ext uri="{FF2B5EF4-FFF2-40B4-BE49-F238E27FC236}">
                <ns2:creationId id="{3DF85B39-BD58-43A1-B9B2-43C942EE7DB2}"/>
              </a:ext>
            </a:extLst>
          </p:cNvPr>
          <p:cNvSpPr>
            <a:spLocks noGrp="1"/>
          </p:cNvSpPr>
          <p:nvPr/>
        </p:nvSpPr>
        <p:spPr>
          <a:xfrm>
            <a:off x="8610600" y="1822732"/>
            <a:ext cx="3429000" cy="381947"/>
          </a:xfrm>
          <a:custGeom>
            <a:pathLst>
              <a:path w="3429000" h="381947">
                <a:moveTo>
                  <a:pt x="0" y="19530"/>
                </a:moveTo>
                <a:lnTo>
                  <a:pt x="342900" y="381947"/>
                </a:lnTo>
                <a:lnTo>
                  <a:pt x="685800" y="12509"/>
                </a:lnTo>
                <a:lnTo>
                  <a:pt x="1028700" y="25685"/>
                </a:lnTo>
                <a:lnTo>
                  <a:pt x="1371600" y="33017"/>
                </a:lnTo>
                <a:lnTo>
                  <a:pt x="1714500" y="0"/>
                </a:lnTo>
                <a:lnTo>
                  <a:pt x="2057400" y="23429"/>
                </a:lnTo>
                <a:lnTo>
                  <a:pt x="2400300" y="28095"/>
                </a:lnTo>
                <a:lnTo>
                  <a:pt x="2743200" y="1211"/>
                </a:lnTo>
                <a:lnTo>
                  <a:pt x="3086100" y="318835"/>
                </a:lnTo>
                <a:lnTo>
                  <a:pt x="3429000" y="36540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1" name="tangaroa_P_track_388_trace">
            <a:extLst>
              <a:ext uri="{FF2B5EF4-FFF2-40B4-BE49-F238E27FC236}">
                <ns2:creationId id="{9D0CD2C8-8F1E-4E27-BC21-1570B5F98FD5}"/>
              </a:ext>
            </a:extLst>
          </p:cNvPr>
          <p:cNvSpPr>
            <a:spLocks noGrp="1"/>
          </p:cNvSpPr>
          <p:nvPr/>
        </p:nvSpPr>
        <p:spPr>
          <a:xfrm>
            <a:off x="8610600" y="1822732"/>
            <a:ext cx="3429000" cy="381947"/>
          </a:xfrm>
          <a:custGeom>
            <a:pathLst>
              <a:path w="3429000" h="381947">
                <a:moveTo>
                  <a:pt x="0" y="19530"/>
                </a:moveTo>
                <a:lnTo>
                  <a:pt x="342900" y="381947"/>
                </a:lnTo>
                <a:lnTo>
                  <a:pt x="685800" y="12509"/>
                </a:lnTo>
                <a:lnTo>
                  <a:pt x="1028700" y="25685"/>
                </a:lnTo>
                <a:lnTo>
                  <a:pt x="1371600" y="33017"/>
                </a:lnTo>
                <a:lnTo>
                  <a:pt x="1714500" y="0"/>
                </a:lnTo>
                <a:lnTo>
                  <a:pt x="2057400" y="23429"/>
                </a:lnTo>
                <a:lnTo>
                  <a:pt x="2400300" y="28095"/>
                </a:lnTo>
                <a:lnTo>
                  <a:pt x="2743200" y="1211"/>
                </a:lnTo>
                <a:lnTo>
                  <a:pt x="3086100" y="318835"/>
                </a:lnTo>
                <a:lnTo>
                  <a:pt x="3429000" y="365405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72" name="tangaroa_P_true_reference_388">
            <a:extLst>
              <a:ext uri="{FF2B5EF4-FFF2-40B4-BE49-F238E27FC236}">
                <ns2:creationId id="{326AF0E9-0EB1-4719-A567-6275E93F0DAC}"/>
              </a:ext>
            </a:extLst>
          </p:cNvPr>
          <p:cNvSpPr>
            <a:spLocks noGrp="1"/>
          </p:cNvSpPr>
          <p:nvPr/>
        </p:nvSpPr>
        <p:spPr>
          <a:xfrm>
            <a:off x="8610600" y="1977974"/>
            <a:ext cx="3429000" cy="68002"/>
          </a:xfrm>
          <a:custGeom>
            <a:pathLst>
              <a:path w="3429000" h="68002">
                <a:moveTo>
                  <a:pt x="0" y="54194"/>
                </a:moveTo>
                <a:lnTo>
                  <a:pt x="342900" y="53488"/>
                </a:lnTo>
                <a:lnTo>
                  <a:pt x="685800" y="52781"/>
                </a:lnTo>
                <a:lnTo>
                  <a:pt x="1028700" y="52075"/>
                </a:lnTo>
                <a:lnTo>
                  <a:pt x="1371600" y="68002"/>
                </a:lnTo>
                <a:lnTo>
                  <a:pt x="1714500" y="59686"/>
                </a:lnTo>
                <a:lnTo>
                  <a:pt x="2057400" y="58979"/>
                </a:lnTo>
                <a:lnTo>
                  <a:pt x="2400300" y="49403"/>
                </a:lnTo>
                <a:lnTo>
                  <a:pt x="2743200" y="0"/>
                </a:lnTo>
                <a:lnTo>
                  <a:pt x="3086100" y="20006"/>
                </a:lnTo>
                <a:lnTo>
                  <a:pt x="3429000" y="42838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73" name="tangaroa_P_388_exact_anchor">
            <a:extLst>
              <a:ext uri="{FF2B5EF4-FFF2-40B4-BE49-F238E27FC236}">
                <ns2:creationId id="{6F6602C0-F15F-4852-AD2B-3D993AEE1190}"/>
              </a:ext>
            </a:extLst>
          </p:cNvPr>
          <p:cNvSpPr>
            <a:spLocks noGrp="1"/>
          </p:cNvSpPr>
          <p:nvPr/>
        </p:nvSpPr>
        <p:spPr>
          <a:xfrm>
            <a:off x="10287000" y="178463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74" name="line_073">
            <a:extLst>
              <a:ext uri="{FF2B5EF4-FFF2-40B4-BE49-F238E27FC236}">
                <ns2:creationId id="{1960A54C-B212-45B5-9921-867D145A1498}"/>
              </a:ext>
            </a:extLst>
          </p:cNvPr>
          <p:cNvSpPr>
            <a:spLocks noGrp="1"/>
          </p:cNvSpPr>
          <p:nvPr/>
        </p:nvSpPr>
        <p:spPr>
          <a:xfrm>
            <a:off x="10325100" y="1822732"/>
            <a:ext cx="1943100" cy="361668"/>
          </a:xfrm>
          <a:custGeom>
            <a:pathLst>
              <a:path w="1943100" h="361668">
                <a:moveTo>
                  <a:pt x="0" y="0"/>
                </a:moveTo>
                <a:lnTo>
                  <a:pt x="1943100" y="361668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75" name="text_074">
            <a:extLst>
              <a:ext uri="{FF2B5EF4-FFF2-40B4-BE49-F238E27FC236}">
                <ns2:creationId id="{82560859-A43B-438B-914B-85A0DB40761C}"/>
              </a:ext>
            </a:extLst>
          </p:cNvPr>
          <p:cNvSpPr>
            <a:spLocks noGrp="1"/>
          </p:cNvSpPr>
          <p:nvPr/>
        </p:nvSpPr>
        <p:spPr>
          <a:xfrm>
            <a:off x="12296775" y="20891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_075">
            <a:extLst>
              <a:ext uri="{FF2B5EF4-FFF2-40B4-BE49-F238E27FC236}">
                <ns2:creationId id="{818FE685-8CC7-452C-8C3F-59B9753975CE}"/>
              </a:ext>
            </a:extLst>
          </p:cNvPr>
          <p:cNvSpPr>
            <a:spLocks noGrp="1"/>
          </p:cNvSpPr>
          <p:nvPr/>
        </p:nvSpPr>
        <p:spPr>
          <a:xfrm>
            <a:off x="5410911" y="1571625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77" name="text_076">
            <a:extLst>
              <a:ext uri="{FF2B5EF4-FFF2-40B4-BE49-F238E27FC236}">
                <ns2:creationId id="{A9F85A16-E606-46A1-8A21-6250596B147D}"/>
              </a:ext>
            </a:extLst>
          </p:cNvPr>
          <p:cNvSpPr>
            <a:spLocks noGrp="1"/>
          </p:cNvSpPr>
          <p:nvPr/>
        </p:nvSpPr>
        <p:spPr>
          <a:xfrm>
            <a:off x="152400" y="2733675"/>
            <a:ext cx="1057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pic>
        <p:nvPicPr>
          <p:cNvPr id="79" name="">
            <a:extLst>
              <a:ext uri="{FF2B5EF4-FFF2-40B4-BE49-F238E27FC236}">
                <ns2:creationId id="{8A1D2C30-34BE-4F20-8C62-BED93B34245E}"/>
              </a:ext>
            </a:extLst>
          </p:cNvPr>
          <p:cNvPicPr>
            <a:picLocks noChangeAspect="1"/>
          </p:cNvPicPr>
          <p:nvPr/>
        </p:nvPicPr>
        <p:blipFill>
          <a:blip r:embed="Rc2276ab18d354289"/>
          <a:stretch/>
        </p:blipFill>
        <p:spPr>
          <a:xfrm>
            <a:off x="1457325" y="2686050"/>
            <a:ext cx="5886450" cy="895350"/>
          </a:xfrm>
          <a:prstGeom prst="rect">
            <a:avLst/>
          </a:prstGeom>
        </p:spPr>
      </p:pic>
      <p:sp>
        <p:nvSpPr>
          <p:cNvPr id="80" name="line_079">
            <a:extLst>
              <a:ext uri="{FF2B5EF4-FFF2-40B4-BE49-F238E27FC236}">
                <ns2:creationId id="{C42A1567-E369-4C3A-8830-BFB95FAE7854}"/>
              </a:ext>
            </a:extLst>
          </p:cNvPr>
          <p:cNvSpPr>
            <a:spLocks noGrp="1"/>
          </p:cNvSpPr>
          <p:nvPr/>
        </p:nvSpPr>
        <p:spPr>
          <a:xfrm>
            <a:off x="5571983" y="268605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1" name="rect_080">
            <a:extLst>
              <a:ext uri="{FF2B5EF4-FFF2-40B4-BE49-F238E27FC236}">
                <ns2:creationId id="{C72C2DEE-B66F-440C-A75E-BA2CA1D3568F}"/>
              </a:ext>
            </a:extLst>
          </p:cNvPr>
          <p:cNvSpPr>
            <a:spLocks noGrp="1"/>
          </p:cNvSpPr>
          <p:nvPr/>
        </p:nvSpPr>
        <p:spPr>
          <a:xfrm>
            <a:off x="1457325" y="2686050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82" name="text_081">
            <a:extLst>
              <a:ext uri="{FF2B5EF4-FFF2-40B4-BE49-F238E27FC236}">
                <ns2:creationId id="{5A4E3905-C8F4-446E-A05E-A71429303122}"/>
              </a:ext>
            </a:extLst>
          </p:cNvPr>
          <p:cNvSpPr>
            <a:spLocks noGrp="1"/>
          </p:cNvSpPr>
          <p:nvPr/>
        </p:nvSpPr>
        <p:spPr>
          <a:xfrm>
            <a:off x="1085850" y="34861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3" name="text_082">
            <a:extLst>
              <a:ext uri="{FF2B5EF4-FFF2-40B4-BE49-F238E27FC236}">
                <ns2:creationId id="{3EE9EF07-B7B3-45B8-BFE8-6188DD5EC66E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text_083">
            <a:extLst>
              <a:ext uri="{FF2B5EF4-FFF2-40B4-BE49-F238E27FC236}">
                <ns2:creationId id="{FEF068A3-A108-4487-825C-D50DE4837D53}"/>
              </a:ext>
            </a:extLst>
          </p:cNvPr>
          <p:cNvSpPr>
            <a:spLocks noGrp="1"/>
          </p:cNvSpPr>
          <p:nvPr/>
        </p:nvSpPr>
        <p:spPr>
          <a:xfrm>
            <a:off x="1281468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text_084">
            <a:extLst>
              <a:ext uri="{FF2B5EF4-FFF2-40B4-BE49-F238E27FC236}">
                <ns2:creationId id="{DE287BD3-E712-4D52-AF0E-EF65E2E04FEF}"/>
              </a:ext>
            </a:extLst>
          </p:cNvPr>
          <p:cNvSpPr>
            <a:spLocks noGrp="1"/>
          </p:cNvSpPr>
          <p:nvPr/>
        </p:nvSpPr>
        <p:spPr>
          <a:xfrm>
            <a:off x="7138632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6" name="tangaroa_R_432_exact_anchor">
            <a:extLst>
              <a:ext uri="{FF2B5EF4-FFF2-40B4-BE49-F238E27FC236}">
                <ns2:creationId id="{EB78B36D-5D49-4BB4-9C20-AFD3479F4ADC}"/>
              </a:ext>
            </a:extLst>
          </p:cNvPr>
          <p:cNvSpPr>
            <a:spLocks noGrp="1"/>
          </p:cNvSpPr>
          <p:nvPr/>
        </p:nvSpPr>
        <p:spPr>
          <a:xfrm>
            <a:off x="5533883" y="329221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87" name="tangaroa_R_462_exact_anchor">
            <a:extLst>
              <a:ext uri="{FF2B5EF4-FFF2-40B4-BE49-F238E27FC236}">
                <ns2:creationId id="{000EEA3C-531D-4572-9BB0-B304D00E84ED}"/>
              </a:ext>
            </a:extLst>
          </p:cNvPr>
          <p:cNvSpPr>
            <a:spLocks noGrp="1"/>
          </p:cNvSpPr>
          <p:nvPr/>
        </p:nvSpPr>
        <p:spPr>
          <a:xfrm>
            <a:off x="5533883" y="2814730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88" name="tangaroa_R_388_exact_anchor">
            <a:extLst>
              <a:ext uri="{FF2B5EF4-FFF2-40B4-BE49-F238E27FC236}">
                <ns2:creationId id="{E1E62CF8-FB5B-442A-BEAF-8A241227B28F}"/>
              </a:ext>
            </a:extLst>
          </p:cNvPr>
          <p:cNvSpPr>
            <a:spLocks noGrp="1"/>
          </p:cNvSpPr>
          <p:nvPr/>
        </p:nvSpPr>
        <p:spPr>
          <a:xfrm>
            <a:off x="5533883" y="305638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89" name="">
            <a:extLst>
              <a:ext uri="{FF2B5EF4-FFF2-40B4-BE49-F238E27FC236}">
                <ns2:creationId id="{F1502CA4-D8E8-4695-BAF2-3BB1217EAFB1}"/>
              </a:ext>
            </a:extLst>
          </p:cNvPr>
          <p:cNvPicPr>
            <a:picLocks noChangeAspect="1"/>
          </p:cNvPicPr>
          <p:nvPr/>
        </p:nvPicPr>
        <p:blipFill>
          <a:blip r:embed="R6cac25e28d7144ea"/>
          <a:stretch/>
        </p:blipFill>
        <p:spPr>
          <a:xfrm>
            <a:off x="8439150" y="2686050"/>
            <a:ext cx="3771900" cy="895350"/>
          </a:xfrm>
          <a:prstGeom prst="rect">
            <a:avLst/>
          </a:prstGeom>
        </p:spPr>
      </p:pic>
      <p:sp>
        <p:nvSpPr>
          <p:cNvPr id="90" name="line_089">
            <a:extLst>
              <a:ext uri="{FF2B5EF4-FFF2-40B4-BE49-F238E27FC236}">
                <ns2:creationId id="{5D7C6E5E-3671-40A4-B74F-5BCD8C3C613D}"/>
              </a:ext>
            </a:extLst>
          </p:cNvPr>
          <p:cNvSpPr>
            <a:spLocks noGrp="1"/>
          </p:cNvSpPr>
          <p:nvPr/>
        </p:nvSpPr>
        <p:spPr>
          <a:xfrm>
            <a:off x="10325100" y="268605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91" name="rect_090">
            <a:extLst>
              <a:ext uri="{FF2B5EF4-FFF2-40B4-BE49-F238E27FC236}">
                <ns2:creationId id="{8B089603-0D5B-4EF0-B478-0EFE062FA698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2" name="text_091">
            <a:extLst>
              <a:ext uri="{FF2B5EF4-FFF2-40B4-BE49-F238E27FC236}">
                <ns2:creationId id="{8971DD02-10A7-4DB1-B16F-3511FBD61D8E}"/>
              </a:ext>
            </a:extLst>
          </p:cNvPr>
          <p:cNvSpPr>
            <a:spLocks noGrp="1"/>
          </p:cNvSpPr>
          <p:nvPr/>
        </p:nvSpPr>
        <p:spPr>
          <a:xfrm>
            <a:off x="8067675" y="34861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0.23</a:t>
            </a:r>
          </a:p>
        </p:txBody>
      </p:sp>
      <p:sp>
        <p:nvSpPr>
          <p:cNvPr id="93" name="text_092">
            <a:extLst>
              <a:ext uri="{FF2B5EF4-FFF2-40B4-BE49-F238E27FC236}">
                <ns2:creationId id="{CCF61F4F-24D9-4FBD-B050-F51941257B84}"/>
              </a:ext>
            </a:extLst>
          </p:cNvPr>
          <p:cNvSpPr>
            <a:spLocks noGrp="1"/>
          </p:cNvSpPr>
          <p:nvPr/>
        </p:nvSpPr>
        <p:spPr>
          <a:xfrm>
            <a:off x="8067675" y="25908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94" name="text_093">
            <a:extLst>
              <a:ext uri="{FF2B5EF4-FFF2-40B4-BE49-F238E27FC236}">
                <ns2:creationId id="{A91FF0F8-E2C7-47D8-BF18-B9621B5682D1}"/>
              </a:ext>
            </a:extLst>
          </p:cNvPr>
          <p:cNvSpPr>
            <a:spLocks noGrp="1"/>
          </p:cNvSpPr>
          <p:nvPr/>
        </p:nvSpPr>
        <p:spPr>
          <a:xfrm>
            <a:off x="8420100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text_094">
            <a:extLst>
              <a:ext uri="{FF2B5EF4-FFF2-40B4-BE49-F238E27FC236}">
                <ns2:creationId id="{5840AC1A-582E-4062-8A22-DCA1FF5E6BAE}"/>
              </a:ext>
            </a:extLst>
          </p:cNvPr>
          <p:cNvSpPr>
            <a:spLocks noGrp="1"/>
          </p:cNvSpPr>
          <p:nvPr/>
        </p:nvSpPr>
        <p:spPr>
          <a:xfrm>
            <a:off x="11849100" y="3609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96" name="path_095">
            <a:extLst>
              <a:ext uri="{FF2B5EF4-FFF2-40B4-BE49-F238E27FC236}">
                <ns2:creationId id="{B632B7C6-AF60-4DA6-9B2D-08C00357D3C7}"/>
              </a:ext>
            </a:extLst>
          </p:cNvPr>
          <p:cNvSpPr>
            <a:spLocks noGrp="1"/>
          </p:cNvSpPr>
          <p:nvPr/>
        </p:nvSpPr>
        <p:spPr>
          <a:xfrm>
            <a:off x="8610600" y="3352673"/>
            <a:ext cx="3429000" cy="157973"/>
          </a:xfrm>
          <a:custGeom>
            <a:pathLst>
              <a:path w="3429000" h="157973">
                <a:moveTo>
                  <a:pt x="0" y="155373"/>
                </a:moveTo>
                <a:lnTo>
                  <a:pt x="342900" y="6480"/>
                </a:lnTo>
                <a:lnTo>
                  <a:pt x="685800" y="98287"/>
                </a:lnTo>
                <a:lnTo>
                  <a:pt x="1028700" y="157973"/>
                </a:lnTo>
                <a:lnTo>
                  <a:pt x="1371600" y="155029"/>
                </a:lnTo>
                <a:lnTo>
                  <a:pt x="1714500" y="154996"/>
                </a:lnTo>
                <a:lnTo>
                  <a:pt x="2057400" y="155534"/>
                </a:lnTo>
                <a:lnTo>
                  <a:pt x="2400300" y="742"/>
                </a:lnTo>
                <a:lnTo>
                  <a:pt x="2743200" y="155233"/>
                </a:lnTo>
                <a:lnTo>
                  <a:pt x="3086100" y="0"/>
                </a:lnTo>
                <a:lnTo>
                  <a:pt x="3429000" y="1494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97" name="tangaroa_R_track_432_trace">
            <a:extLst>
              <a:ext uri="{FF2B5EF4-FFF2-40B4-BE49-F238E27FC236}">
                <ns2:creationId id="{5569838C-67D1-4F8F-B642-99C669724205}"/>
              </a:ext>
            </a:extLst>
          </p:cNvPr>
          <p:cNvSpPr>
            <a:spLocks noGrp="1"/>
          </p:cNvSpPr>
          <p:nvPr/>
        </p:nvSpPr>
        <p:spPr>
          <a:xfrm>
            <a:off x="8610600" y="3352673"/>
            <a:ext cx="3429000" cy="157973"/>
          </a:xfrm>
          <a:custGeom>
            <a:pathLst>
              <a:path w="3429000" h="157973">
                <a:moveTo>
                  <a:pt x="0" y="155373"/>
                </a:moveTo>
                <a:lnTo>
                  <a:pt x="342900" y="6480"/>
                </a:lnTo>
                <a:lnTo>
                  <a:pt x="685800" y="98287"/>
                </a:lnTo>
                <a:lnTo>
                  <a:pt x="1028700" y="157973"/>
                </a:lnTo>
                <a:lnTo>
                  <a:pt x="1371600" y="155029"/>
                </a:lnTo>
                <a:lnTo>
                  <a:pt x="1714500" y="154996"/>
                </a:lnTo>
                <a:lnTo>
                  <a:pt x="2057400" y="155534"/>
                </a:lnTo>
                <a:lnTo>
                  <a:pt x="2400300" y="742"/>
                </a:lnTo>
                <a:lnTo>
                  <a:pt x="2743200" y="155233"/>
                </a:lnTo>
                <a:lnTo>
                  <a:pt x="3086100" y="0"/>
                </a:lnTo>
                <a:lnTo>
                  <a:pt x="3429000" y="1494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98" name="tangaroa_R_true_reference_432">
            <a:extLst>
              <a:ext uri="{FF2B5EF4-FFF2-40B4-BE49-F238E27FC236}">
                <ns2:creationId id="{998523A5-FB5F-4279-AC8B-F8B9B0EAABDB}"/>
              </a:ext>
            </a:extLst>
          </p:cNvPr>
          <p:cNvSpPr>
            <a:spLocks noGrp="1"/>
          </p:cNvSpPr>
          <p:nvPr/>
        </p:nvSpPr>
        <p:spPr>
          <a:xfrm>
            <a:off x="8610600" y="3338529"/>
            <a:ext cx="3429000" cy="157170"/>
          </a:xfrm>
          <a:custGeom>
            <a:pathLst>
              <a:path w="3429000" h="157170">
                <a:moveTo>
                  <a:pt x="0" y="157170"/>
                </a:moveTo>
                <a:lnTo>
                  <a:pt x="342900" y="0"/>
                </a:lnTo>
                <a:lnTo>
                  <a:pt x="685800" y="93350"/>
                </a:lnTo>
                <a:lnTo>
                  <a:pt x="1028700" y="154973"/>
                </a:lnTo>
                <a:lnTo>
                  <a:pt x="1371600" y="154825"/>
                </a:lnTo>
                <a:lnTo>
                  <a:pt x="1714500" y="154825"/>
                </a:lnTo>
                <a:lnTo>
                  <a:pt x="2057400" y="154825"/>
                </a:lnTo>
                <a:lnTo>
                  <a:pt x="2400300" y="0"/>
                </a:lnTo>
                <a:lnTo>
                  <a:pt x="2743200" y="155508"/>
                </a:lnTo>
                <a:lnTo>
                  <a:pt x="3086100" y="0"/>
                </a:lnTo>
                <a:lnTo>
                  <a:pt x="3429000" y="0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99" name="tangaroa_R_432_exact_anchor">
            <a:extLst>
              <a:ext uri="{FF2B5EF4-FFF2-40B4-BE49-F238E27FC236}">
                <ns2:creationId id="{0CE4C2B4-ADD2-408F-AA96-8876D06B2419}"/>
              </a:ext>
            </a:extLst>
          </p:cNvPr>
          <p:cNvSpPr>
            <a:spLocks noGrp="1"/>
          </p:cNvSpPr>
          <p:nvPr/>
        </p:nvSpPr>
        <p:spPr>
          <a:xfrm>
            <a:off x="10287000" y="346956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00" name="line_099">
            <a:extLst>
              <a:ext uri="{FF2B5EF4-FFF2-40B4-BE49-F238E27FC236}">
                <ns2:creationId id="{14FA1B31-83FC-409D-85D5-D9310AA64C76}"/>
              </a:ext>
            </a:extLst>
          </p:cNvPr>
          <p:cNvSpPr>
            <a:spLocks noGrp="1"/>
          </p:cNvSpPr>
          <p:nvPr/>
        </p:nvSpPr>
        <p:spPr>
          <a:xfrm>
            <a:off x="10325100" y="2828925"/>
            <a:ext cx="1943100" cy="678744"/>
          </a:xfrm>
          <a:custGeom>
            <a:pathLst>
              <a:path w="1943100" h="678744">
                <a:moveTo>
                  <a:pt x="0" y="678744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101" name="text_100">
            <a:extLst>
              <a:ext uri="{FF2B5EF4-FFF2-40B4-BE49-F238E27FC236}">
                <ns2:creationId id="{01C0B0BE-75B6-4DE4-9453-083548895463}"/>
              </a:ext>
            </a:extLst>
          </p:cNvPr>
          <p:cNvSpPr>
            <a:spLocks noGrp="1"/>
          </p:cNvSpPr>
          <p:nvPr/>
        </p:nvSpPr>
        <p:spPr>
          <a:xfrm>
            <a:off x="12296775" y="27336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2" name="path_101">
            <a:extLst>
              <a:ext uri="{FF2B5EF4-FFF2-40B4-BE49-F238E27FC236}">
                <ns2:creationId id="{98CA9818-6C16-4453-832B-089A64742E4D}"/>
              </a:ext>
            </a:extLst>
          </p:cNvPr>
          <p:cNvSpPr>
            <a:spLocks noGrp="1"/>
          </p:cNvSpPr>
          <p:nvPr/>
        </p:nvSpPr>
        <p:spPr>
          <a:xfrm>
            <a:off x="8610600" y="2756491"/>
            <a:ext cx="2057400" cy="55882"/>
          </a:xfrm>
          <a:custGeom>
            <a:pathLst>
              <a:path w="2057400" h="55882">
                <a:moveTo>
                  <a:pt x="0" y="31380"/>
                </a:moveTo>
                <a:lnTo>
                  <a:pt x="342900" y="33078"/>
                </a:lnTo>
                <a:lnTo>
                  <a:pt x="685800" y="26501"/>
                </a:lnTo>
                <a:lnTo>
                  <a:pt x="1028700" y="53303"/>
                </a:lnTo>
                <a:lnTo>
                  <a:pt x="1371600" y="55882"/>
                </a:lnTo>
                <a:lnTo>
                  <a:pt x="1714500" y="0"/>
                </a:lnTo>
                <a:lnTo>
                  <a:pt x="2057400" y="45361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3" name="tangaroa_R_track_462_trace">
            <a:extLst>
              <a:ext uri="{FF2B5EF4-FFF2-40B4-BE49-F238E27FC236}">
                <ns2:creationId id="{5F8E9FE9-729E-4FA5-92B6-7294E6B67C5F}"/>
              </a:ext>
            </a:extLst>
          </p:cNvPr>
          <p:cNvSpPr>
            <a:spLocks noGrp="1"/>
          </p:cNvSpPr>
          <p:nvPr/>
        </p:nvSpPr>
        <p:spPr>
          <a:xfrm>
            <a:off x="8610600" y="2756491"/>
            <a:ext cx="2057400" cy="55882"/>
          </a:xfrm>
          <a:custGeom>
            <a:pathLst>
              <a:path w="2057400" h="55882">
                <a:moveTo>
                  <a:pt x="0" y="31380"/>
                </a:moveTo>
                <a:lnTo>
                  <a:pt x="342900" y="33078"/>
                </a:lnTo>
                <a:lnTo>
                  <a:pt x="685800" y="26501"/>
                </a:lnTo>
                <a:lnTo>
                  <a:pt x="1028700" y="53303"/>
                </a:lnTo>
                <a:lnTo>
                  <a:pt x="1371600" y="55882"/>
                </a:lnTo>
                <a:lnTo>
                  <a:pt x="1714500" y="0"/>
                </a:lnTo>
                <a:lnTo>
                  <a:pt x="2057400" y="45361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04" name="tangaroa_R_true_reference_462">
            <a:extLst>
              <a:ext uri="{FF2B5EF4-FFF2-40B4-BE49-F238E27FC236}">
                <ns2:creationId id="{AD9702D7-CA2B-408A-A6F7-ACB0066A513E}"/>
              </a:ext>
            </a:extLst>
          </p:cNvPr>
          <p:cNvSpPr>
            <a:spLocks noGrp="1"/>
          </p:cNvSpPr>
          <p:nvPr/>
        </p:nvSpPr>
        <p:spPr>
          <a:xfrm>
            <a:off x="8610600" y="2770801"/>
            <a:ext cx="2057400" cy="57289"/>
          </a:xfrm>
          <a:custGeom>
            <a:pathLst>
              <a:path w="2057400" h="57289">
                <a:moveTo>
                  <a:pt x="0" y="40760"/>
                </a:moveTo>
                <a:lnTo>
                  <a:pt x="342900" y="39394"/>
                </a:lnTo>
                <a:lnTo>
                  <a:pt x="685800" y="31275"/>
                </a:lnTo>
                <a:lnTo>
                  <a:pt x="1028700" y="57289"/>
                </a:lnTo>
                <a:lnTo>
                  <a:pt x="1371600" y="55923"/>
                </a:lnTo>
                <a:lnTo>
                  <a:pt x="1714500" y="0"/>
                </a:lnTo>
                <a:lnTo>
                  <a:pt x="2057400" y="45903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05" name="tangaroa_R_462_exact_anchor">
            <a:extLst>
              <a:ext uri="{FF2B5EF4-FFF2-40B4-BE49-F238E27FC236}">
                <ns2:creationId id="{ADEFD815-01A5-4CF1-9BB7-E095C042488C}"/>
              </a:ext>
            </a:extLst>
          </p:cNvPr>
          <p:cNvSpPr>
            <a:spLocks noGrp="1"/>
          </p:cNvSpPr>
          <p:nvPr/>
        </p:nvSpPr>
        <p:spPr>
          <a:xfrm>
            <a:off x="10287000" y="2718391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06" name="line_105">
            <a:extLst>
              <a:ext uri="{FF2B5EF4-FFF2-40B4-BE49-F238E27FC236}">
                <ns2:creationId id="{5F870E91-6FCE-4BEC-9536-016E1594817D}"/>
              </a:ext>
            </a:extLst>
          </p:cNvPr>
          <p:cNvSpPr>
            <a:spLocks noGrp="1"/>
          </p:cNvSpPr>
          <p:nvPr/>
        </p:nvSpPr>
        <p:spPr>
          <a:xfrm>
            <a:off x="10325100" y="2756491"/>
            <a:ext cx="1943100" cy="307384"/>
          </a:xfrm>
          <a:custGeom>
            <a:pathLst>
              <a:path w="1943100" h="307384">
                <a:moveTo>
                  <a:pt x="0" y="0"/>
                </a:moveTo>
                <a:lnTo>
                  <a:pt x="1943100" y="307384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107" name="text_106">
            <a:extLst>
              <a:ext uri="{FF2B5EF4-FFF2-40B4-BE49-F238E27FC236}">
                <ns2:creationId id="{FDD40E62-DC9B-4D0C-84ED-8A587B127EAD}"/>
              </a:ext>
            </a:extLst>
          </p:cNvPr>
          <p:cNvSpPr>
            <a:spLocks noGrp="1"/>
          </p:cNvSpPr>
          <p:nvPr/>
        </p:nvSpPr>
        <p:spPr>
          <a:xfrm>
            <a:off x="12296775" y="29686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8" name="path_107">
            <a:extLst>
              <a:ext uri="{FF2B5EF4-FFF2-40B4-BE49-F238E27FC236}">
                <ns2:creationId id="{8081C5B6-A520-488F-91F6-9254BA45A3A5}"/>
              </a:ext>
            </a:extLst>
          </p:cNvPr>
          <p:cNvSpPr>
            <a:spLocks noGrp="1"/>
          </p:cNvSpPr>
          <p:nvPr/>
        </p:nvSpPr>
        <p:spPr>
          <a:xfrm>
            <a:off x="8610600" y="3084344"/>
            <a:ext cx="3429000" cy="60320"/>
          </a:xfrm>
          <a:custGeom>
            <a:pathLst>
              <a:path w="3429000" h="60320">
                <a:moveTo>
                  <a:pt x="0" y="47521"/>
                </a:moveTo>
                <a:lnTo>
                  <a:pt x="342900" y="45382"/>
                </a:lnTo>
                <a:lnTo>
                  <a:pt x="685800" y="46919"/>
                </a:lnTo>
                <a:lnTo>
                  <a:pt x="1028700" y="40966"/>
                </a:lnTo>
                <a:lnTo>
                  <a:pt x="1371600" y="60320"/>
                </a:lnTo>
                <a:lnTo>
                  <a:pt x="1714500" y="52314"/>
                </a:lnTo>
                <a:lnTo>
                  <a:pt x="2057400" y="51089"/>
                </a:lnTo>
                <a:lnTo>
                  <a:pt x="2400300" y="41793"/>
                </a:lnTo>
                <a:lnTo>
                  <a:pt x="2743200" y="0"/>
                </a:lnTo>
                <a:lnTo>
                  <a:pt x="3086100" y="14099"/>
                </a:lnTo>
                <a:lnTo>
                  <a:pt x="3429000" y="3469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9" name="tangaroa_R_track_388_trace">
            <a:extLst>
              <a:ext uri="{FF2B5EF4-FFF2-40B4-BE49-F238E27FC236}">
                <ns2:creationId id="{42BCE030-FAF9-44B4-B085-E445B64EF52B}"/>
              </a:ext>
            </a:extLst>
          </p:cNvPr>
          <p:cNvSpPr>
            <a:spLocks noGrp="1"/>
          </p:cNvSpPr>
          <p:nvPr/>
        </p:nvSpPr>
        <p:spPr>
          <a:xfrm>
            <a:off x="8610600" y="3084344"/>
            <a:ext cx="3429000" cy="60320"/>
          </a:xfrm>
          <a:custGeom>
            <a:pathLst>
              <a:path w="3429000" h="60320">
                <a:moveTo>
                  <a:pt x="0" y="47521"/>
                </a:moveTo>
                <a:lnTo>
                  <a:pt x="342900" y="45382"/>
                </a:lnTo>
                <a:lnTo>
                  <a:pt x="685800" y="46919"/>
                </a:lnTo>
                <a:lnTo>
                  <a:pt x="1028700" y="40966"/>
                </a:lnTo>
                <a:lnTo>
                  <a:pt x="1371600" y="60320"/>
                </a:lnTo>
                <a:lnTo>
                  <a:pt x="1714500" y="52314"/>
                </a:lnTo>
                <a:lnTo>
                  <a:pt x="2057400" y="51089"/>
                </a:lnTo>
                <a:lnTo>
                  <a:pt x="2400300" y="41793"/>
                </a:lnTo>
                <a:lnTo>
                  <a:pt x="2743200" y="0"/>
                </a:lnTo>
                <a:lnTo>
                  <a:pt x="3086100" y="14099"/>
                </a:lnTo>
                <a:lnTo>
                  <a:pt x="3429000" y="34690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10" name="tangaroa_R_true_reference_388">
            <a:extLst>
              <a:ext uri="{FF2B5EF4-FFF2-40B4-BE49-F238E27FC236}">
                <ns2:creationId id="{BFF28304-8C69-4564-BA04-AC325BF31586}"/>
              </a:ext>
            </a:extLst>
          </p:cNvPr>
          <p:cNvSpPr>
            <a:spLocks noGrp="1"/>
          </p:cNvSpPr>
          <p:nvPr/>
        </p:nvSpPr>
        <p:spPr>
          <a:xfrm>
            <a:off x="8610600" y="3093233"/>
            <a:ext cx="3429000" cy="65782"/>
          </a:xfrm>
          <a:custGeom>
            <a:pathLst>
              <a:path w="3429000" h="65782">
                <a:moveTo>
                  <a:pt x="0" y="52424"/>
                </a:moveTo>
                <a:lnTo>
                  <a:pt x="342900" y="51741"/>
                </a:lnTo>
                <a:lnTo>
                  <a:pt x="685800" y="51058"/>
                </a:lnTo>
                <a:lnTo>
                  <a:pt x="1028700" y="50375"/>
                </a:lnTo>
                <a:lnTo>
                  <a:pt x="1371600" y="65782"/>
                </a:lnTo>
                <a:lnTo>
                  <a:pt x="1714500" y="57737"/>
                </a:lnTo>
                <a:lnTo>
                  <a:pt x="2057400" y="57054"/>
                </a:lnTo>
                <a:lnTo>
                  <a:pt x="2400300" y="47790"/>
                </a:lnTo>
                <a:lnTo>
                  <a:pt x="2743200" y="0"/>
                </a:lnTo>
                <a:lnTo>
                  <a:pt x="3086100" y="19353"/>
                </a:lnTo>
                <a:lnTo>
                  <a:pt x="3429000" y="41439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11" name="tangaroa_R_388_exact_anchor">
            <a:extLst>
              <a:ext uri="{FF2B5EF4-FFF2-40B4-BE49-F238E27FC236}">
                <ns2:creationId id="{8E495272-4FAD-430E-8258-1041E078C542}"/>
              </a:ext>
            </a:extLst>
          </p:cNvPr>
          <p:cNvSpPr>
            <a:spLocks noGrp="1"/>
          </p:cNvSpPr>
          <p:nvPr/>
        </p:nvSpPr>
        <p:spPr>
          <a:xfrm>
            <a:off x="10287000" y="3098558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12" name="line_111">
            <a:extLst>
              <a:ext uri="{FF2B5EF4-FFF2-40B4-BE49-F238E27FC236}">
                <ns2:creationId id="{D63552CF-215F-4F29-B809-C4BEE771DE64}"/>
              </a:ext>
            </a:extLst>
          </p:cNvPr>
          <p:cNvSpPr>
            <a:spLocks noGrp="1"/>
          </p:cNvSpPr>
          <p:nvPr/>
        </p:nvSpPr>
        <p:spPr>
          <a:xfrm>
            <a:off x="10325100" y="3136658"/>
            <a:ext cx="1943100" cy="162167"/>
          </a:xfrm>
          <a:custGeom>
            <a:pathLst>
              <a:path w="1943100" h="162167">
                <a:moveTo>
                  <a:pt x="0" y="0"/>
                </a:moveTo>
                <a:lnTo>
                  <a:pt x="1943100" y="162167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113" name="text_112">
            <a:extLst>
              <a:ext uri="{FF2B5EF4-FFF2-40B4-BE49-F238E27FC236}">
                <ns2:creationId id="{13E02EFE-CCFC-480C-8C19-D6BE60A06DD8}"/>
              </a:ext>
            </a:extLst>
          </p:cNvPr>
          <p:cNvSpPr>
            <a:spLocks noGrp="1"/>
          </p:cNvSpPr>
          <p:nvPr/>
        </p:nvSpPr>
        <p:spPr>
          <a:xfrm>
            <a:off x="12296775" y="32035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4" name="rect_113">
            <a:extLst>
              <a:ext uri="{FF2B5EF4-FFF2-40B4-BE49-F238E27FC236}">
                <ns2:creationId id="{9B44DECD-AC15-468F-8F3C-6C1B7D0D9266}"/>
              </a:ext>
            </a:extLst>
          </p:cNvPr>
          <p:cNvSpPr>
            <a:spLocks noGrp="1"/>
          </p:cNvSpPr>
          <p:nvPr/>
        </p:nvSpPr>
        <p:spPr>
          <a:xfrm>
            <a:off x="5410911" y="2686050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0000" name="Volume label: (c) 3D source snapshots">
            <a:extLst>
              <a:ext uri="{FF2B5EF4-FFF2-40B4-BE49-F238E27FC236}">
                <ns2:creationId id="{023834A2-F4E2-4CF9-A301-7D4E0569B22B}"/>
              </a:ext>
            </a:extLst>
          </p:cNvPr>
          <p:cNvSpPr>
            <a:spLocks noGrp="1"/>
          </p:cNvSpPr>
          <p:nvPr/>
        </p:nvSpPr>
        <p:spPr>
          <a:xfrm>
            <a:off x="152400" y="390525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3D source snapshots</a:t>
            </a:r>
          </a:p>
        </p:txBody>
      </p:sp>
      <p:sp>
        <p:nvSpPr>
          <p:cNvPr id="10001" name="Volume label: f139   t = 1.39">
            <a:extLst>
              <a:ext uri="{FF2B5EF4-FFF2-40B4-BE49-F238E27FC236}">
                <ns2:creationId id="{B2328D20-DB62-42DC-96BA-4BD5DE02864D}"/>
              </a:ext>
            </a:extLst>
          </p:cNvPr>
          <p:cNvSpPr>
            <a:spLocks noGrp="1"/>
          </p:cNvSpPr>
          <p:nvPr/>
        </p:nvSpPr>
        <p:spPr>
          <a:xfrm>
            <a:off x="171450" y="4191000"/>
            <a:ext cx="3943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139</a:t>
            </a:r>
          </a:p>
        </p:txBody>
      </p:sp>
      <p:pic>
        <p:nvPicPr>
          <p:cNvPr id="10002" name="">
            <a:extLst>
              <a:ext uri="{FF2B5EF4-FFF2-40B4-BE49-F238E27FC236}">
                <ns2:creationId id="{C41B4F29-2D4B-4330-8906-1FF04661916C}"/>
              </a:ext>
            </a:extLst>
          </p:cNvPr>
          <p:cNvPicPr>
            <a:picLocks noChangeAspect="1"/>
          </p:cNvPicPr>
          <p:nvPr/>
        </p:nvPicPr>
        <p:blipFill>
          <a:blip r:embed="FrameView_R2a7a041d5050447c"/>
          <a:stretch/>
        </p:blipFill>
        <p:spPr>
          <a:xfrm>
            <a:off x="171450" y="4457700"/>
            <a:ext cx="3943350" cy="1437132"/>
          </a:xfrm>
          <a:prstGeom prst="rect">
            <a:avLst/>
          </a:prstGeom>
        </p:spPr>
      </p:pic>
      <p:sp>
        <p:nvSpPr>
          <p:cNvPr id="10003" name="Domain frame f139: corner 0-1">
            <a:extLst>
              <a:ext uri="{FF2B5EF4-FFF2-40B4-BE49-F238E27FC236}">
                <ns2:creationId id="{B85115DD-497C-4AE5-A1E9-9CE95AF60BCB}"/>
              </a:ext>
            </a:extLst>
          </p:cNvPr>
          <p:cNvSpPr>
            <a:spLocks noGrp="1"/>
          </p:cNvSpPr>
          <p:nvPr/>
        </p:nvSpPr>
        <p:spPr>
          <a:xfrm>
            <a:off x="250317" y="4931322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4" name="Domain frame f139: corner 0-2">
            <a:extLst>
              <a:ext uri="{FF2B5EF4-FFF2-40B4-BE49-F238E27FC236}">
                <ns2:creationId id="{E13BE3B5-9677-4AB5-8CD1-D71156D2F09C}"/>
              </a:ext>
            </a:extLst>
          </p:cNvPr>
          <p:cNvSpPr>
            <a:spLocks noGrp="1"/>
          </p:cNvSpPr>
          <p:nvPr/>
        </p:nvSpPr>
        <p:spPr>
          <a:xfrm>
            <a:off x="250317" y="5227066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05" name="Domain frame f139: corner 0-4">
            <a:extLst>
              <a:ext uri="{FF2B5EF4-FFF2-40B4-BE49-F238E27FC236}">
                <ns2:creationId id="{552EE0F1-38FB-4C37-AA45-5D19E5464AB9}"/>
              </a:ext>
            </a:extLst>
          </p:cNvPr>
          <p:cNvSpPr>
            <a:spLocks noGrp="1"/>
          </p:cNvSpPr>
          <p:nvPr/>
        </p:nvSpPr>
        <p:spPr>
          <a:xfrm>
            <a:off x="250317" y="5585573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6" name="Domain frame f139: corner 1-3">
            <a:extLst>
              <a:ext uri="{FF2B5EF4-FFF2-40B4-BE49-F238E27FC236}">
                <ns2:creationId id="{FFC23417-755E-4C05-BF9B-F0EA0EB17E84}"/>
              </a:ext>
            </a:extLst>
          </p:cNvPr>
          <p:cNvSpPr>
            <a:spLocks noGrp="1"/>
          </p:cNvSpPr>
          <p:nvPr/>
        </p:nvSpPr>
        <p:spPr>
          <a:xfrm>
            <a:off x="250317" y="4572815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7" name="Domain frame f139: corner 1-5">
            <a:extLst>
              <a:ext uri="{FF2B5EF4-FFF2-40B4-BE49-F238E27FC236}">
                <ns2:creationId id="{6C0B0122-C87F-41BD-ABDA-98C4D26CEBB1}"/>
              </a:ext>
            </a:extLst>
          </p:cNvPr>
          <p:cNvSpPr>
            <a:spLocks noGrp="1"/>
          </p:cNvSpPr>
          <p:nvPr/>
        </p:nvSpPr>
        <p:spPr>
          <a:xfrm>
            <a:off x="250317" y="4931322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08" name="Domain frame f139: corner 2-3">
            <a:extLst>
              <a:ext uri="{FF2B5EF4-FFF2-40B4-BE49-F238E27FC236}">
                <ns2:creationId id="{760AF4FE-CFB3-43D0-A3EE-59ABA72D76D7}"/>
              </a:ext>
            </a:extLst>
          </p:cNvPr>
          <p:cNvSpPr>
            <a:spLocks noGrp="1"/>
          </p:cNvSpPr>
          <p:nvPr/>
        </p:nvSpPr>
        <p:spPr>
          <a:xfrm>
            <a:off x="867926" y="4572815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09" name="Domain frame f139: corner 2-6">
            <a:extLst>
              <a:ext uri="{FF2B5EF4-FFF2-40B4-BE49-F238E27FC236}">
                <ns2:creationId id="{A3CF4C14-51F8-4A64-8E24-731EBCFD41CB}"/>
              </a:ext>
            </a:extLst>
          </p:cNvPr>
          <p:cNvSpPr>
            <a:spLocks noGrp="1"/>
          </p:cNvSpPr>
          <p:nvPr/>
        </p:nvSpPr>
        <p:spPr>
          <a:xfrm>
            <a:off x="867926" y="5227066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10" name="Domain frame f139: corner 3-7">
            <a:extLst>
              <a:ext uri="{FF2B5EF4-FFF2-40B4-BE49-F238E27FC236}">
                <ns2:creationId id="{7CEEF146-F7ED-45D7-BD67-D0C2C3986D48}"/>
              </a:ext>
            </a:extLst>
          </p:cNvPr>
          <p:cNvSpPr>
            <a:spLocks noGrp="1"/>
          </p:cNvSpPr>
          <p:nvPr/>
        </p:nvSpPr>
        <p:spPr>
          <a:xfrm>
            <a:off x="867926" y="4572815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1" name="Domain frame f139: corner 4-5">
            <a:extLst>
              <a:ext uri="{FF2B5EF4-FFF2-40B4-BE49-F238E27FC236}">
                <ns2:creationId id="{36403992-702B-4554-BF40-24A8051C1DA2}"/>
              </a:ext>
            </a:extLst>
          </p:cNvPr>
          <p:cNvSpPr>
            <a:spLocks noGrp="1"/>
          </p:cNvSpPr>
          <p:nvPr/>
        </p:nvSpPr>
        <p:spPr>
          <a:xfrm>
            <a:off x="3418324" y="5125466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2" name="Domain frame f139: corner 4-6">
            <a:extLst>
              <a:ext uri="{FF2B5EF4-FFF2-40B4-BE49-F238E27FC236}">
                <ns2:creationId id="{78158B32-A230-4393-AB68-8F81A7572B8C}"/>
              </a:ext>
            </a:extLst>
          </p:cNvPr>
          <p:cNvSpPr>
            <a:spLocks noGrp="1"/>
          </p:cNvSpPr>
          <p:nvPr/>
        </p:nvSpPr>
        <p:spPr>
          <a:xfrm>
            <a:off x="3418324" y="5421210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3" name="Domain frame f139: corner 5-7">
            <a:extLst>
              <a:ext uri="{FF2B5EF4-FFF2-40B4-BE49-F238E27FC236}">
                <ns2:creationId id="{BC63985A-2ABD-4B6F-86C7-108FFD6CC894}"/>
              </a:ext>
            </a:extLst>
          </p:cNvPr>
          <p:cNvSpPr>
            <a:spLocks noGrp="1"/>
          </p:cNvSpPr>
          <p:nvPr/>
        </p:nvSpPr>
        <p:spPr>
          <a:xfrm>
            <a:off x="3418324" y="4766959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4" name="Domain frame f139: corner 6-7">
            <a:extLst>
              <a:ext uri="{FF2B5EF4-FFF2-40B4-BE49-F238E27FC236}">
                <ns2:creationId id="{E95F9BCA-90AA-4B46-87B7-503224B26963}"/>
              </a:ext>
            </a:extLst>
          </p:cNvPr>
          <p:cNvSpPr>
            <a:spLocks noGrp="1"/>
          </p:cNvSpPr>
          <p:nvPr/>
        </p:nvSpPr>
        <p:spPr>
          <a:xfrm>
            <a:off x="4035933" y="4766959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15" name="Exact 3D extremum A, track 432, f139">
            <a:extLst>
              <a:ext uri="{FF2B5EF4-FFF2-40B4-BE49-F238E27FC236}">
                <ns2:creationId id="{1E314E27-D925-43A1-ABC1-A356AC86DCE8}"/>
              </a:ext>
            </a:extLst>
          </p:cNvPr>
          <p:cNvSpPr>
            <a:spLocks noGrp="1"/>
          </p:cNvSpPr>
          <p:nvPr/>
        </p:nvSpPr>
        <p:spPr>
          <a:xfrm>
            <a:off x="1265776" y="5299584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16" name="Volume label: A">
            <a:extLst>
              <a:ext uri="{FF2B5EF4-FFF2-40B4-BE49-F238E27FC236}">
                <ns2:creationId id="{ACB35B37-7D42-4AE0-86E0-634B7874BE53}"/>
              </a:ext>
            </a:extLst>
          </p:cNvPr>
          <p:cNvSpPr>
            <a:spLocks noGrp="1"/>
          </p:cNvSpPr>
          <p:nvPr/>
        </p:nvSpPr>
        <p:spPr>
          <a:xfrm>
            <a:off x="1382933" y="5111941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17" name="Exact 3D extremum B, track 462, f139">
            <a:extLst>
              <a:ext uri="{FF2B5EF4-FFF2-40B4-BE49-F238E27FC236}">
                <ns2:creationId id="{BDD2C7F6-8DB2-47ED-B8F1-8CD8252EBCE4}"/>
              </a:ext>
            </a:extLst>
          </p:cNvPr>
          <p:cNvSpPr>
            <a:spLocks noGrp="1"/>
          </p:cNvSpPr>
          <p:nvPr/>
        </p:nvSpPr>
        <p:spPr>
          <a:xfrm>
            <a:off x="2420609" y="5461820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18" name="Volume label: B">
            <a:extLst>
              <a:ext uri="{FF2B5EF4-FFF2-40B4-BE49-F238E27FC236}">
                <ns2:creationId id="{A055C73E-1983-48E7-A0BC-6C9048B8C968}"/>
              </a:ext>
            </a:extLst>
          </p:cNvPr>
          <p:cNvSpPr>
            <a:spLocks noGrp="1"/>
          </p:cNvSpPr>
          <p:nvPr/>
        </p:nvSpPr>
        <p:spPr>
          <a:xfrm>
            <a:off x="2537767" y="5274178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9" name="Exact 3D extremum C, track 388, f139">
            <a:extLst>
              <a:ext uri="{FF2B5EF4-FFF2-40B4-BE49-F238E27FC236}">
                <ns2:creationId id="{7D9AD1A7-245B-4A12-91EA-1C2635B8EAF9}"/>
              </a:ext>
            </a:extLst>
          </p:cNvPr>
          <p:cNvSpPr>
            <a:spLocks noGrp="1"/>
          </p:cNvSpPr>
          <p:nvPr/>
        </p:nvSpPr>
        <p:spPr>
          <a:xfrm>
            <a:off x="3182526" y="5249279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20" name="Volume label: C">
            <a:extLst>
              <a:ext uri="{FF2B5EF4-FFF2-40B4-BE49-F238E27FC236}">
                <ns2:creationId id="{20CABF31-3E3C-4B92-B45E-B74688EDDB0E}"/>
              </a:ext>
            </a:extLst>
          </p:cNvPr>
          <p:cNvSpPr>
            <a:spLocks noGrp="1"/>
          </p:cNvSpPr>
          <p:nvPr/>
        </p:nvSpPr>
        <p:spPr>
          <a:xfrm>
            <a:off x="3299683" y="5061637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21" name="Volume label: x">
            <a:extLst>
              <a:ext uri="{FF2B5EF4-FFF2-40B4-BE49-F238E27FC236}">
                <ns2:creationId id="{50EFFA80-B469-4457-B21D-4088E1F7D8E1}"/>
              </a:ext>
            </a:extLst>
          </p:cNvPr>
          <p:cNvSpPr>
            <a:spLocks noGrp="1"/>
          </p:cNvSpPr>
          <p:nvPr/>
        </p:nvSpPr>
        <p:spPr>
          <a:xfrm>
            <a:off x="1834321" y="571122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22" name="Volume label: y">
            <a:extLst>
              <a:ext uri="{FF2B5EF4-FFF2-40B4-BE49-F238E27FC236}">
                <ns2:creationId id="{63711D5F-882A-45FB-B334-F402EEB311DE}"/>
              </a:ext>
            </a:extLst>
          </p:cNvPr>
          <p:cNvSpPr>
            <a:spLocks noGrp="1"/>
          </p:cNvSpPr>
          <p:nvPr/>
        </p:nvSpPr>
        <p:spPr>
          <a:xfrm>
            <a:off x="378146" y="536822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023" name="Volume label: z">
            <a:extLst>
              <a:ext uri="{FF2B5EF4-FFF2-40B4-BE49-F238E27FC236}">
                <ns2:creationId id="{CC9336A2-D52B-428F-AE2F-FFF49869A826}"/>
              </a:ext>
            </a:extLst>
          </p:cNvPr>
          <p:cNvSpPr>
            <a:spLocks noGrp="1"/>
          </p:cNvSpPr>
          <p:nvPr/>
        </p:nvSpPr>
        <p:spPr>
          <a:xfrm>
            <a:off x="59817" y="5201298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0024" name="Volume label: f140   t = 1.40">
            <a:extLst>
              <a:ext uri="{FF2B5EF4-FFF2-40B4-BE49-F238E27FC236}">
                <ns2:creationId id="{CDC1BA51-0946-4EB2-ADA9-BFB7A624167A}"/>
              </a:ext>
            </a:extLst>
          </p:cNvPr>
          <p:cNvSpPr>
            <a:spLocks noGrp="1"/>
          </p:cNvSpPr>
          <p:nvPr/>
        </p:nvSpPr>
        <p:spPr>
          <a:xfrm>
            <a:off x="4362450" y="4191000"/>
            <a:ext cx="3943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140</a:t>
            </a:r>
          </a:p>
        </p:txBody>
      </p:sp>
      <p:pic>
        <p:nvPicPr>
          <p:cNvPr id="10025" name="">
            <a:extLst>
              <a:ext uri="{FF2B5EF4-FFF2-40B4-BE49-F238E27FC236}">
                <ns2:creationId id="{9BFD9306-FF12-47C2-A85E-699ED4213C9E}"/>
              </a:ext>
            </a:extLst>
          </p:cNvPr>
          <p:cNvPicPr>
            <a:picLocks noChangeAspect="1"/>
          </p:cNvPicPr>
          <p:nvPr/>
        </p:nvPicPr>
        <p:blipFill>
          <a:blip r:embed="FrameView_R83e1c010b825496c"/>
          <a:stretch/>
        </p:blipFill>
        <p:spPr>
          <a:xfrm>
            <a:off x="4362450" y="4457700"/>
            <a:ext cx="3943350" cy="1437132"/>
          </a:xfrm>
          <a:prstGeom prst="rect">
            <a:avLst/>
          </a:prstGeom>
        </p:spPr>
      </p:pic>
      <p:sp>
        <p:nvSpPr>
          <p:cNvPr id="10026" name="Domain frame f140: corner 0-1">
            <a:extLst>
              <a:ext uri="{FF2B5EF4-FFF2-40B4-BE49-F238E27FC236}">
                <ns2:creationId id="{A6450AE9-8DC9-4580-9FD9-4841FA7B1986}"/>
              </a:ext>
            </a:extLst>
          </p:cNvPr>
          <p:cNvSpPr>
            <a:spLocks noGrp="1"/>
          </p:cNvSpPr>
          <p:nvPr/>
        </p:nvSpPr>
        <p:spPr>
          <a:xfrm>
            <a:off x="4441317" y="4931322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27" name="Domain frame f140: corner 0-2">
            <a:extLst>
              <a:ext uri="{FF2B5EF4-FFF2-40B4-BE49-F238E27FC236}">
                <ns2:creationId id="{BAB0D9B3-3069-488D-867F-2F175B113126}"/>
              </a:ext>
            </a:extLst>
          </p:cNvPr>
          <p:cNvSpPr>
            <a:spLocks noGrp="1"/>
          </p:cNvSpPr>
          <p:nvPr/>
        </p:nvSpPr>
        <p:spPr>
          <a:xfrm>
            <a:off x="4441317" y="5227066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28" name="Domain frame f140: corner 0-4">
            <a:extLst>
              <a:ext uri="{FF2B5EF4-FFF2-40B4-BE49-F238E27FC236}">
                <ns2:creationId id="{AF369697-DC8D-4FDB-911C-BFD6F7613A12}"/>
              </a:ext>
            </a:extLst>
          </p:cNvPr>
          <p:cNvSpPr>
            <a:spLocks noGrp="1"/>
          </p:cNvSpPr>
          <p:nvPr/>
        </p:nvSpPr>
        <p:spPr>
          <a:xfrm>
            <a:off x="4441317" y="5585573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29" name="Domain frame f140: corner 1-3">
            <a:extLst>
              <a:ext uri="{FF2B5EF4-FFF2-40B4-BE49-F238E27FC236}">
                <ns2:creationId id="{ADCDFDED-3C87-4B45-B1BD-2CE68DA94A46}"/>
              </a:ext>
            </a:extLst>
          </p:cNvPr>
          <p:cNvSpPr>
            <a:spLocks noGrp="1"/>
          </p:cNvSpPr>
          <p:nvPr/>
        </p:nvSpPr>
        <p:spPr>
          <a:xfrm>
            <a:off x="4441317" y="4572815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0" name="Domain frame f140: corner 1-5">
            <a:extLst>
              <a:ext uri="{FF2B5EF4-FFF2-40B4-BE49-F238E27FC236}">
                <ns2:creationId id="{5675DB19-793E-4C58-A182-FEA6BE8CA5FE}"/>
              </a:ext>
            </a:extLst>
          </p:cNvPr>
          <p:cNvSpPr>
            <a:spLocks noGrp="1"/>
          </p:cNvSpPr>
          <p:nvPr/>
        </p:nvSpPr>
        <p:spPr>
          <a:xfrm>
            <a:off x="4441317" y="4931322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1" name="Domain frame f140: corner 2-3">
            <a:extLst>
              <a:ext uri="{FF2B5EF4-FFF2-40B4-BE49-F238E27FC236}">
                <ns2:creationId id="{F67E2609-F2BE-4908-BDE1-4014D42587A6}"/>
              </a:ext>
            </a:extLst>
          </p:cNvPr>
          <p:cNvSpPr>
            <a:spLocks noGrp="1"/>
          </p:cNvSpPr>
          <p:nvPr/>
        </p:nvSpPr>
        <p:spPr>
          <a:xfrm>
            <a:off x="5058926" y="4572815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32" name="Domain frame f140: corner 2-6">
            <a:extLst>
              <a:ext uri="{FF2B5EF4-FFF2-40B4-BE49-F238E27FC236}">
                <ns2:creationId id="{C82A9903-F8A4-4BE4-85C1-3D90718CFDC1}"/>
              </a:ext>
            </a:extLst>
          </p:cNvPr>
          <p:cNvSpPr>
            <a:spLocks noGrp="1"/>
          </p:cNvSpPr>
          <p:nvPr/>
        </p:nvSpPr>
        <p:spPr>
          <a:xfrm>
            <a:off x="5058926" y="5227066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33" name="Domain frame f140: corner 3-7">
            <a:extLst>
              <a:ext uri="{FF2B5EF4-FFF2-40B4-BE49-F238E27FC236}">
                <ns2:creationId id="{6BE832A8-0151-40F5-876E-F943356D1F3C}"/>
              </a:ext>
            </a:extLst>
          </p:cNvPr>
          <p:cNvSpPr>
            <a:spLocks noGrp="1"/>
          </p:cNvSpPr>
          <p:nvPr/>
        </p:nvSpPr>
        <p:spPr>
          <a:xfrm>
            <a:off x="5058926" y="4572815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4" name="Domain frame f140: corner 4-5">
            <a:extLst>
              <a:ext uri="{FF2B5EF4-FFF2-40B4-BE49-F238E27FC236}">
                <ns2:creationId id="{1974CBB3-9DCF-4B3B-8559-045978DBB7F1}"/>
              </a:ext>
            </a:extLst>
          </p:cNvPr>
          <p:cNvSpPr>
            <a:spLocks noGrp="1"/>
          </p:cNvSpPr>
          <p:nvPr/>
        </p:nvSpPr>
        <p:spPr>
          <a:xfrm>
            <a:off x="7609324" y="5125466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5" name="Domain frame f140: corner 4-6">
            <a:extLst>
              <a:ext uri="{FF2B5EF4-FFF2-40B4-BE49-F238E27FC236}">
                <ns2:creationId id="{3974FFAD-B76B-4C4E-8418-CF79527C9274}"/>
              </a:ext>
            </a:extLst>
          </p:cNvPr>
          <p:cNvSpPr>
            <a:spLocks noGrp="1"/>
          </p:cNvSpPr>
          <p:nvPr/>
        </p:nvSpPr>
        <p:spPr>
          <a:xfrm>
            <a:off x="7609324" y="5421210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6" name="Domain frame f140: corner 5-7">
            <a:extLst>
              <a:ext uri="{FF2B5EF4-FFF2-40B4-BE49-F238E27FC236}">
                <ns2:creationId id="{D897732C-785A-41EF-8E0C-607933BA1EC4}"/>
              </a:ext>
            </a:extLst>
          </p:cNvPr>
          <p:cNvSpPr>
            <a:spLocks noGrp="1"/>
          </p:cNvSpPr>
          <p:nvPr/>
        </p:nvSpPr>
        <p:spPr>
          <a:xfrm>
            <a:off x="7609324" y="4766959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7" name="Domain frame f140: corner 6-7">
            <a:extLst>
              <a:ext uri="{FF2B5EF4-FFF2-40B4-BE49-F238E27FC236}">
                <ns2:creationId id="{A6E0719B-B444-42CD-86DB-96AD6D870530}"/>
              </a:ext>
            </a:extLst>
          </p:cNvPr>
          <p:cNvSpPr>
            <a:spLocks noGrp="1"/>
          </p:cNvSpPr>
          <p:nvPr/>
        </p:nvSpPr>
        <p:spPr>
          <a:xfrm>
            <a:off x="8226933" y="4766959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38" name="Exact 3D extremum A, track 432, f140">
            <a:extLst>
              <a:ext uri="{FF2B5EF4-FFF2-40B4-BE49-F238E27FC236}">
                <ns2:creationId id="{C66DEFCB-C208-412B-B5FA-1C915D7CBFA3}"/>
              </a:ext>
            </a:extLst>
          </p:cNvPr>
          <p:cNvSpPr>
            <a:spLocks noGrp="1"/>
          </p:cNvSpPr>
          <p:nvPr/>
        </p:nvSpPr>
        <p:spPr>
          <a:xfrm>
            <a:off x="5456776" y="5299584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39" name="Volume label: A">
            <a:extLst>
              <a:ext uri="{FF2B5EF4-FFF2-40B4-BE49-F238E27FC236}">
                <ns2:creationId id="{DCF3FED9-7685-41FF-9A63-322CA4CA9DFE}"/>
              </a:ext>
            </a:extLst>
          </p:cNvPr>
          <p:cNvSpPr>
            <a:spLocks noGrp="1"/>
          </p:cNvSpPr>
          <p:nvPr/>
        </p:nvSpPr>
        <p:spPr>
          <a:xfrm>
            <a:off x="5573933" y="5111941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40" name="Exact 3D extremum B, track 462, f140">
            <a:extLst>
              <a:ext uri="{FF2B5EF4-FFF2-40B4-BE49-F238E27FC236}">
                <ns2:creationId id="{696DEA51-9559-4676-BCA3-747AE05BCAF8}"/>
              </a:ext>
            </a:extLst>
          </p:cNvPr>
          <p:cNvSpPr>
            <a:spLocks noGrp="1"/>
          </p:cNvSpPr>
          <p:nvPr/>
        </p:nvSpPr>
        <p:spPr>
          <a:xfrm>
            <a:off x="6615793" y="5512778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41" name="Volume label: B">
            <a:extLst>
              <a:ext uri="{FF2B5EF4-FFF2-40B4-BE49-F238E27FC236}">
                <ns2:creationId id="{BBF2719A-02C9-44CB-82B3-969323CFA387}"/>
              </a:ext>
            </a:extLst>
          </p:cNvPr>
          <p:cNvSpPr>
            <a:spLocks noGrp="1"/>
          </p:cNvSpPr>
          <p:nvPr/>
        </p:nvSpPr>
        <p:spPr>
          <a:xfrm>
            <a:off x="6732950" y="5325136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42" name="Exact 3D extremum C, track 388, f140">
            <a:extLst>
              <a:ext uri="{FF2B5EF4-FFF2-40B4-BE49-F238E27FC236}">
                <ns2:creationId id="{F2E2E272-4DCF-481D-B589-3F7B509C53E2}"/>
              </a:ext>
            </a:extLst>
          </p:cNvPr>
          <p:cNvSpPr>
            <a:spLocks noGrp="1"/>
          </p:cNvSpPr>
          <p:nvPr/>
        </p:nvSpPr>
        <p:spPr>
          <a:xfrm>
            <a:off x="7391266" y="5252581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43" name="Volume label: C">
            <a:extLst>
              <a:ext uri="{FF2B5EF4-FFF2-40B4-BE49-F238E27FC236}">
                <ns2:creationId id="{E76031F2-C594-40E0-A3DE-46AA0B72C020}"/>
              </a:ext>
            </a:extLst>
          </p:cNvPr>
          <p:cNvSpPr>
            <a:spLocks noGrp="1"/>
          </p:cNvSpPr>
          <p:nvPr/>
        </p:nvSpPr>
        <p:spPr>
          <a:xfrm>
            <a:off x="7508424" y="5064938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44" name="Volume label: f141   t = 1.41">
            <a:extLst>
              <a:ext uri="{FF2B5EF4-FFF2-40B4-BE49-F238E27FC236}">
                <ns2:creationId id="{086325EB-F5BD-4266-8669-2743E1C83862}"/>
              </a:ext>
            </a:extLst>
          </p:cNvPr>
          <p:cNvSpPr>
            <a:spLocks noGrp="1"/>
          </p:cNvSpPr>
          <p:nvPr/>
        </p:nvSpPr>
        <p:spPr>
          <a:xfrm>
            <a:off x="8553450" y="4191000"/>
            <a:ext cx="39433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141</a:t>
            </a:r>
          </a:p>
        </p:txBody>
      </p:sp>
      <p:pic>
        <p:nvPicPr>
          <p:cNvPr id="10045" name="">
            <a:extLst>
              <a:ext uri="{FF2B5EF4-FFF2-40B4-BE49-F238E27FC236}">
                <ns2:creationId id="{BFB97EFB-746A-4614-9D97-F468B5175A84}"/>
              </a:ext>
            </a:extLst>
          </p:cNvPr>
          <p:cNvPicPr>
            <a:picLocks noChangeAspect="1"/>
          </p:cNvPicPr>
          <p:nvPr/>
        </p:nvPicPr>
        <p:blipFill>
          <a:blip r:embed="FrameView_Rf17f8bde6fe240f7"/>
          <a:stretch/>
        </p:blipFill>
        <p:spPr>
          <a:xfrm>
            <a:off x="8553450" y="4457700"/>
            <a:ext cx="3943350" cy="1437132"/>
          </a:xfrm>
          <a:prstGeom prst="rect">
            <a:avLst/>
          </a:prstGeom>
        </p:spPr>
      </p:pic>
      <p:sp>
        <p:nvSpPr>
          <p:cNvPr id="10046" name="Domain frame f141: corner 0-1">
            <a:extLst>
              <a:ext uri="{FF2B5EF4-FFF2-40B4-BE49-F238E27FC236}">
                <ns2:creationId id="{593F85A4-231A-4335-9969-A5560C6A11F0}"/>
              </a:ext>
            </a:extLst>
          </p:cNvPr>
          <p:cNvSpPr>
            <a:spLocks noGrp="1"/>
          </p:cNvSpPr>
          <p:nvPr/>
        </p:nvSpPr>
        <p:spPr>
          <a:xfrm>
            <a:off x="8632317" y="4931322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47" name="Domain frame f141: corner 0-2">
            <a:extLst>
              <a:ext uri="{FF2B5EF4-FFF2-40B4-BE49-F238E27FC236}">
                <ns2:creationId id="{CD9EFECA-4F2B-4AA3-8787-CCF9E83A1B14}"/>
              </a:ext>
            </a:extLst>
          </p:cNvPr>
          <p:cNvSpPr>
            <a:spLocks noGrp="1"/>
          </p:cNvSpPr>
          <p:nvPr/>
        </p:nvSpPr>
        <p:spPr>
          <a:xfrm>
            <a:off x="8632317" y="5227066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48" name="Domain frame f141: corner 0-4">
            <a:extLst>
              <a:ext uri="{FF2B5EF4-FFF2-40B4-BE49-F238E27FC236}">
                <ns2:creationId id="{BAC4EE36-7D16-42BF-AF0D-FFF63EDB478A}"/>
              </a:ext>
            </a:extLst>
          </p:cNvPr>
          <p:cNvSpPr>
            <a:spLocks noGrp="1"/>
          </p:cNvSpPr>
          <p:nvPr/>
        </p:nvSpPr>
        <p:spPr>
          <a:xfrm>
            <a:off x="8632317" y="5585573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49" name="Domain frame f141: corner 1-3">
            <a:extLst>
              <a:ext uri="{FF2B5EF4-FFF2-40B4-BE49-F238E27FC236}">
                <ns2:creationId id="{CCCDD479-5B04-4DAF-BDFD-C2E5D1757C23}"/>
              </a:ext>
            </a:extLst>
          </p:cNvPr>
          <p:cNvSpPr>
            <a:spLocks noGrp="1"/>
          </p:cNvSpPr>
          <p:nvPr/>
        </p:nvSpPr>
        <p:spPr>
          <a:xfrm>
            <a:off x="8632317" y="4572815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0" name="Domain frame f141: corner 1-5">
            <a:extLst>
              <a:ext uri="{FF2B5EF4-FFF2-40B4-BE49-F238E27FC236}">
                <ns2:creationId id="{95BC2DB6-D933-4915-BAE4-A0E88B7FFA90}"/>
              </a:ext>
            </a:extLst>
          </p:cNvPr>
          <p:cNvSpPr>
            <a:spLocks noGrp="1"/>
          </p:cNvSpPr>
          <p:nvPr/>
        </p:nvSpPr>
        <p:spPr>
          <a:xfrm>
            <a:off x="8632317" y="4931322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1" name="Domain frame f141: corner 2-3">
            <a:extLst>
              <a:ext uri="{FF2B5EF4-FFF2-40B4-BE49-F238E27FC236}">
                <ns2:creationId id="{72A2C911-0669-4936-9529-EBDD64FCC0DC}"/>
              </a:ext>
            </a:extLst>
          </p:cNvPr>
          <p:cNvSpPr>
            <a:spLocks noGrp="1"/>
          </p:cNvSpPr>
          <p:nvPr/>
        </p:nvSpPr>
        <p:spPr>
          <a:xfrm>
            <a:off x="9249926" y="4572815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52" name="Domain frame f141: corner 2-6">
            <a:extLst>
              <a:ext uri="{FF2B5EF4-FFF2-40B4-BE49-F238E27FC236}">
                <ns2:creationId id="{02B37E07-084E-4D5A-92BB-E1DBA996B883}"/>
              </a:ext>
            </a:extLst>
          </p:cNvPr>
          <p:cNvSpPr>
            <a:spLocks noGrp="1"/>
          </p:cNvSpPr>
          <p:nvPr/>
        </p:nvSpPr>
        <p:spPr>
          <a:xfrm>
            <a:off x="9249926" y="5227066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B3BDC4"/>
            </a:solidFill>
            <a:prstDash val="dash"/>
          </a:ln>
        </p:spPr>
      </p:sp>
      <p:sp>
        <p:nvSpPr>
          <p:cNvPr id="10053" name="Domain frame f141: corner 3-7">
            <a:extLst>
              <a:ext uri="{FF2B5EF4-FFF2-40B4-BE49-F238E27FC236}">
                <ns2:creationId id="{2B53BDEE-ED28-48A2-8352-5AA2FE2A5E73}"/>
              </a:ext>
            </a:extLst>
          </p:cNvPr>
          <p:cNvSpPr>
            <a:spLocks noGrp="1"/>
          </p:cNvSpPr>
          <p:nvPr/>
        </p:nvSpPr>
        <p:spPr>
          <a:xfrm>
            <a:off x="9249926" y="4572815"/>
            <a:ext cx="3168007" cy="194143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4" name="Domain frame f141: corner 4-5">
            <a:extLst>
              <a:ext uri="{FF2B5EF4-FFF2-40B4-BE49-F238E27FC236}">
                <ns2:creationId id="{3D71D459-DE45-4E02-9563-856D80CECC86}"/>
              </a:ext>
            </a:extLst>
          </p:cNvPr>
          <p:cNvSpPr>
            <a:spLocks noGrp="1"/>
          </p:cNvSpPr>
          <p:nvPr/>
        </p:nvSpPr>
        <p:spPr>
          <a:xfrm>
            <a:off x="11800324" y="5125466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5" name="Domain frame f141: corner 4-6">
            <a:extLst>
              <a:ext uri="{FF2B5EF4-FFF2-40B4-BE49-F238E27FC236}">
                <ns2:creationId id="{2C8E17F5-93CC-4A27-AE42-1D376D8E376D}"/>
              </a:ext>
            </a:extLst>
          </p:cNvPr>
          <p:cNvSpPr>
            <a:spLocks noGrp="1"/>
          </p:cNvSpPr>
          <p:nvPr/>
        </p:nvSpPr>
        <p:spPr>
          <a:xfrm>
            <a:off x="11800324" y="5421210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6" name="Domain frame f141: corner 5-7">
            <a:extLst>
              <a:ext uri="{FF2B5EF4-FFF2-40B4-BE49-F238E27FC236}">
                <ns2:creationId id="{9553A586-25E2-4E44-9D6E-597773D19B7F}"/>
              </a:ext>
            </a:extLst>
          </p:cNvPr>
          <p:cNvSpPr>
            <a:spLocks noGrp="1"/>
          </p:cNvSpPr>
          <p:nvPr/>
        </p:nvSpPr>
        <p:spPr>
          <a:xfrm>
            <a:off x="11800324" y="4766959"/>
            <a:ext cx="617609" cy="358507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7" name="Domain frame f141: corner 6-7">
            <a:extLst>
              <a:ext uri="{FF2B5EF4-FFF2-40B4-BE49-F238E27FC236}">
                <ns2:creationId id="{74CEA008-6B4D-4CB2-BC29-EF7F94A68084}"/>
              </a:ext>
            </a:extLst>
          </p:cNvPr>
          <p:cNvSpPr>
            <a:spLocks noGrp="1"/>
          </p:cNvSpPr>
          <p:nvPr/>
        </p:nvSpPr>
        <p:spPr>
          <a:xfrm>
            <a:off x="12417933" y="4766959"/>
            <a:ext cx="95" cy="654251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7B8790"/>
            </a:solidFill>
            <a:prstDash val="solid"/>
          </a:ln>
        </p:spPr>
      </p:sp>
      <p:sp>
        <p:nvSpPr>
          <p:cNvPr id="10058" name="Exact 3D extremum A, track 432, f141">
            <a:extLst>
              <a:ext uri="{FF2B5EF4-FFF2-40B4-BE49-F238E27FC236}">
                <ns2:creationId id="{37C3C9E6-FD8B-4D84-81A4-C4EE63D18825}"/>
              </a:ext>
            </a:extLst>
          </p:cNvPr>
          <p:cNvSpPr>
            <a:spLocks noGrp="1"/>
          </p:cNvSpPr>
          <p:nvPr/>
        </p:nvSpPr>
        <p:spPr>
          <a:xfrm>
            <a:off x="9647776" y="5299584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</a:ln>
        </p:spPr>
      </p:sp>
      <p:sp>
        <p:nvSpPr>
          <p:cNvPr id="10059" name="Volume label: A">
            <a:extLst>
              <a:ext uri="{FF2B5EF4-FFF2-40B4-BE49-F238E27FC236}">
                <ns2:creationId id="{3CF9C991-29EF-47F8-B6B7-44CA4C0C61B1}"/>
              </a:ext>
            </a:extLst>
          </p:cNvPr>
          <p:cNvSpPr>
            <a:spLocks noGrp="1"/>
          </p:cNvSpPr>
          <p:nvPr/>
        </p:nvSpPr>
        <p:spPr>
          <a:xfrm>
            <a:off x="9764933" y="5111941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60" name="Exact 3D extremum B, track 462, f141">
            <a:extLst>
              <a:ext uri="{FF2B5EF4-FFF2-40B4-BE49-F238E27FC236}">
                <ns2:creationId id="{878ACD74-1645-41E4-9AE0-B87A6E486E1D}"/>
              </a:ext>
            </a:extLst>
          </p:cNvPr>
          <p:cNvSpPr>
            <a:spLocks noGrp="1"/>
          </p:cNvSpPr>
          <p:nvPr/>
        </p:nvSpPr>
        <p:spPr>
          <a:xfrm>
            <a:off x="10852136" y="5461572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</a:ln>
        </p:spPr>
      </p:sp>
      <p:sp>
        <p:nvSpPr>
          <p:cNvPr id="10061" name="Volume label: B">
            <a:extLst>
              <a:ext uri="{FF2B5EF4-FFF2-40B4-BE49-F238E27FC236}">
                <ns2:creationId id="{18CE936B-2430-4FE2-B9D2-303EEF81D01D}"/>
              </a:ext>
            </a:extLst>
          </p:cNvPr>
          <p:cNvSpPr>
            <a:spLocks noGrp="1"/>
          </p:cNvSpPr>
          <p:nvPr/>
        </p:nvSpPr>
        <p:spPr>
          <a:xfrm>
            <a:off x="10969293" y="5273929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62" name="Exact 3D extremum C, track 388, f141">
            <a:extLst>
              <a:ext uri="{FF2B5EF4-FFF2-40B4-BE49-F238E27FC236}">
                <ns2:creationId id="{161AA25D-5E51-427A-813A-312F3A42AD56}"/>
              </a:ext>
            </a:extLst>
          </p:cNvPr>
          <p:cNvSpPr>
            <a:spLocks noGrp="1"/>
          </p:cNvSpPr>
          <p:nvPr/>
        </p:nvSpPr>
        <p:spPr>
          <a:xfrm>
            <a:off x="11592862" y="5253230"/>
            <a:ext cx="81915" cy="8191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</a:ln>
        </p:spPr>
      </p:sp>
      <p:sp>
        <p:nvSpPr>
          <p:cNvPr id="10063" name="Volume label: C">
            <a:extLst>
              <a:ext uri="{FF2B5EF4-FFF2-40B4-BE49-F238E27FC236}">
                <ns2:creationId id="{C52BC52E-7F41-4403-8B4A-FCA0297D7DEA}"/>
              </a:ext>
            </a:extLst>
          </p:cNvPr>
          <p:cNvSpPr>
            <a:spLocks noGrp="1"/>
          </p:cNvSpPr>
          <p:nvPr/>
        </p:nvSpPr>
        <p:spPr>
          <a:xfrm>
            <a:off x="11710019" y="5065588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899364499"/>
      </p:ext>
    </p:extLst>
  </p:cSld>
</p:sld>
</file>

<file path=ppt/main_figures/Fig17/ppt/tableStyles.xml><?xml version="1.0" encoding="utf-8"?>
<a:tblStyleLst xmlns:a="http://schemas.openxmlformats.org/drawingml/2006/main" def="{5C22544A-7EE6-4342-B048-85BDC9FD1C3A}"/>
</file>

<file path=ppt/main_figures/Fig17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8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main_figures/Fig18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2026-10-22T02:07:57.6960000Z</dcterms:created>
  <dcterms:modified xsi:type="dcterms:W3CDTF">2026-10-22T02:07:57.6960000Z</dcterms:modified>
</coreProperties>
</file>

<file path=ppt/main_figures/Fig18/ppt/_rels/presentation.xml.rels><?xml version='1.0' encoding='utf-8'?>
<Relationships xmlns="http://schemas.openxmlformats.org/package/2006/relationships"><Relationship Type="http://schemas.openxmlformats.org/officeDocument/2006/relationships/theme" Target="/ppt/main_figures/Fig18/ppt/theme/theme1.xml" Id="Rff81e563b4724dad" /><Relationship Type="http://schemas.openxmlformats.org/officeDocument/2006/relationships/slideMaster" Target="/ppt/main_figures/Fig18/ppt/slideMasters/slideMaster1.xml" Id="Rf7a399c305bf4389" /><Relationship Type="http://schemas.openxmlformats.org/officeDocument/2006/relationships/notesMaster" Target="/ppt/main_figures/Fig18/ppt/notesMasters/notesMaster1.xml" Id="R1abdbaa634dc45b2" /><Relationship Type="http://schemas.openxmlformats.org/officeDocument/2006/relationships/presProps" Target="/ppt/main_figures/Fig18/ppt/presProps.xml" Id="Rcc0c4138d2c54cdd" /><Relationship Type="http://schemas.openxmlformats.org/officeDocument/2006/relationships/tableStyles" Target="/ppt/main_figures/Fig18/ppt/tableStyles.xml" Id="Rfd560b5ef93e4050" /><Relationship Type="http://schemas.openxmlformats.org/officeDocument/2006/relationships/slide" Target="/ppt/main_figures/Fig18/ppt/slides/slide1.xml" Id="R3ba1fd4769104db3" /></Relationships>
</file>

<file path=ppt/main_figures/Fig18/ppt/notesMasters/_rels/notesMaster1.xml.rels><?xml version='1.0' encoding='utf-8'?>
<Relationships xmlns="http://schemas.openxmlformats.org/package/2006/relationships"><Relationship Type="http://schemas.openxmlformats.org/officeDocument/2006/relationships/theme" Target="/ppt/main_figures/Fig18/ppt/notesMasters/theme/theme3.xml" Id="Ra1d1906dfa42480b" /></Relationships>
</file>

<file path=ppt/main_figures/Fig18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main_figures/Fig18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8/ppt/notesSlides/_rels/notesSlide1.xml.rels><?xml version='1.0' encoding='utf-8'?>
<Relationships xmlns="http://schemas.openxmlformats.org/package/2006/relationships"><Relationship Type="http://schemas.openxmlformats.org/officeDocument/2006/relationships/slide" Target="/ppt/main_figures/Fig18/ppt/slides/slide1.xml" Id="R83cf47a062284e87" /><Relationship Type="http://schemas.openxmlformats.org/officeDocument/2006/relationships/notesMaster" Target="/ppt/main_figures/Fig18/ppt/notesMasters/notesMaster1.xml" Id="Raf764dadd40e4bcb" /></Relationships>
</file>

<file path=ppt/main_figures/Fig18/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{"dataset": "Cylinder", "source": "02-RG-MTM/results/paper1_suite/square-cylinder3d", "source_page": "https://tinoweinkauf.net/notes/squarecylinder.html", "data_credit": "Camarri, Salvetti, Buffoni and Iollo (2005); uniform resampling by Tino Weinkauf, used by von Funck et al. (2008).", "frames": 102, "input_shape_xyz": [135, 64, 48], "maps": "Saved 2048-row previews, no artificial point or trajectory overlay. Metrics use complete saved maps.", "color": "coolwarm, common symmetric logarithmic normalization; linear within Q +/-0.02; fixed global range +/-20.46343994140625. This display transform does not change Q.", "volumes": "True three-dimensional isosurfaces from the original cropped Q arrays at frame 0,51,101. Q=0.1 translucent and Q=0.5 opaque; same physical aspect, orthographic camera, levels and opacity for all three. Native frame edges project the actual volume corners.", "reference": "fixed x direction. TMTM ordinate is native map coordinate; RG ordinate is normalized physical reference position."}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main_figures/Fig18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main_figures/Fig18/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f7a399c305bf4389"/>
  </p:sldMasterIdLst>
  <p:notesMasterIdLst>
    <p:notesMasterId r:id="R1abdbaa634dc45b2"/>
  </p:notesMasterIdLst>
  <p:sldIdLst>
    <p:sldId id="256" r:id="R3ba1fd4769104db3"/>
  </p:sldIdLst>
  <p:sldSz cx="12801600" cy="8096250"/>
  <p:notesSz cx="6858000" cy="9144000"/>
</p:presentation>
</file>

<file path=ppt/main_figures/Fig18/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main_figures/Fig18/ppt/slideMasters/slideMaster1.xml" Id="R2b8d05a4b3604305" /></Relationships>
</file>

<file path=ppt/main_figures/Fig18/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main_figures/Fig18/ppt/slideMasters/slideMaster1.xml" Id="Re14183fe789f45d1" /></Relationships>
</file>

<file path=ppt/main_figures/Fig18/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main_figures/Fig18/ppt/slideMasters/slideMaster1.xml" Id="R8eb4c73802c84ae6" /></Relationships>
</file>

<file path=ppt/main_figures/Fig18/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main_figures/Fig18/ppt/slideMasters/slideMaster1.xml" Id="Rf48f86f577634454" /></Relationships>
</file>

<file path=ppt/main_figures/Fig18/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main_figures/Fig18/ppt/slideMasters/slideMaster1.xml" Id="R54aad6e5ba1947ba" /></Relationships>
</file>

<file path=ppt/main_figures/Fig18/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main_figures/Fig18/ppt/slideMasters/slideMaster1.xml" Id="R0b615615f3e54e7f" /></Relationships>
</file>

<file path=ppt/main_figures/Fig18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AF8954-5708-4441-83CE-AFA81F01A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058583"/>
            <a:ext cx="10241280" cy="1169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2A570A-5968-40FF-AAFA-ADE6AA9E74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4452938"/>
            <a:ext cx="8961120" cy="89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8/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2C9DFC-E080-4410-B402-BA83D3D5A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373438"/>
            <a:ext cx="10241280" cy="134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8/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B4E55-8579-4E3A-96FB-51AE9E056B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29708"/>
            <a:ext cx="1136142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238939-E128-4381-BFFB-900CC99670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48958"/>
            <a:ext cx="1136142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8/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D26522-6E2A-4497-8299-D58F950B8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29708"/>
            <a:ext cx="1136142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3ECF15-5CAB-41E7-A59A-49A4AFCFE6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48958"/>
            <a:ext cx="528066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A25704-83D3-43BB-BE76-4B71AFB0C4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2248958"/>
            <a:ext cx="528066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8/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615682-E115-4601-8DBC-94492119E8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629708"/>
            <a:ext cx="1136142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A838AB-6BD9-4AA0-B9C4-5C52D4EA3C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248958"/>
            <a:ext cx="528066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600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801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2019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4023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6027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8031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800350" indent="-240030" algn="l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main_figures/Fig18/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main_figures/Fig18/ppt/slideMasters/_rels/slideMaster1.xml.rels><?xml version='1.0' encoding='utf-8'?>
<Relationships xmlns="http://schemas.openxmlformats.org/package/2006/relationships"><Relationship Type="http://schemas.openxmlformats.org/officeDocument/2006/relationships/theme" Target="/ppt/main_figures/Fig18/ppt/slideMasters/theme/theme2.xml" Id="R88b9171635634217" /><Relationship Type="http://schemas.openxmlformats.org/officeDocument/2006/relationships/slideLayout" Target="/ppt/main_figures/Fig18/ppt/slideLayouts/slideLayout1.xml" Id="Re5b79948d8fa48f4" /><Relationship Type="http://schemas.openxmlformats.org/officeDocument/2006/relationships/slideLayout" Target="/ppt/main_figures/Fig18/ppt/slideLayouts/slideLayout2.xml" Id="Rfe8b05b103424f44" /><Relationship Type="http://schemas.openxmlformats.org/officeDocument/2006/relationships/slideLayout" Target="/ppt/main_figures/Fig18/ppt/slideLayouts/slideLayout3.xml" Id="R5cd74810b3ef4d07" /><Relationship Type="http://schemas.openxmlformats.org/officeDocument/2006/relationships/slideLayout" Target="/ppt/main_figures/Fig18/ppt/slideLayouts/slideLayout4.xml" Id="Re2b4c453c86346d3" /><Relationship Type="http://schemas.openxmlformats.org/officeDocument/2006/relationships/slideLayout" Target="/ppt/main_figures/Fig18/ppt/slideLayouts/slideLayout5.xml" Id="R11ee15471e554774" /><Relationship Type="http://schemas.openxmlformats.org/officeDocument/2006/relationships/slideLayout" Target="/ppt/main_figures/Fig18/ppt/slideLayouts/slideLayout6.xml" Id="Ra200ff03db5f4222" /></Relationships>
</file>

<file path=ppt/main_figures/Fig18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79948d8fa48f4"/>
    <p:sldLayoutId xmlns:r="http://schemas.openxmlformats.org/officeDocument/2006/relationships" id="2147483650" r:id="Rfe8b05b103424f44"/>
    <p:sldLayoutId xmlns:r="http://schemas.openxmlformats.org/officeDocument/2006/relationships" id="2147483651" r:id="R5cd74810b3ef4d07"/>
    <p:sldLayoutId xmlns:r="http://schemas.openxmlformats.org/officeDocument/2006/relationships" id="2147483652" r:id="Re2b4c453c86346d3"/>
    <p:sldLayoutId xmlns:r="http://schemas.openxmlformats.org/officeDocument/2006/relationships" id="2147483653" r:id="R11ee15471e554774"/>
    <p:sldLayoutId xmlns:r="http://schemas.openxmlformats.org/officeDocument/2006/relationships" id="2147483654" r:id="Ra200ff03db5f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main_figures/Fig18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main_figures/Fig18/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8/ppt/slideLayouts/slideLayout6.xml" Id="R9748401bc63240ee" /><Relationship Type="http://schemas.openxmlformats.org/officeDocument/2006/relationships/image" Target="/ppt/main_figures/Fig18/ppt/media/image.png" Id="R8e3dec1e95f9483e" /><Relationship Type="http://schemas.openxmlformats.org/officeDocument/2006/relationships/image" Target="/ppt/main_figures/Fig18/ppt/media/image2.png" Id="Rc89e92be5cdc423c" /><Relationship Type="http://schemas.openxmlformats.org/officeDocument/2006/relationships/image" Target="/ppt/main_figures/Fig18/ppt/media/image3.png" Id="Rb8703c6751794a98" /><Relationship Type="http://schemas.openxmlformats.org/officeDocument/2006/relationships/image" Target="/ppt/main_figures/Fig18/ppt/media/image4.png" Id="R138068ddb6b5406d" /><Relationship Type="http://schemas.openxmlformats.org/officeDocument/2006/relationships/image" Target="/ppt/main_figures/Fig18/ppt/media/image5.png" Id="R2b4eca6935d043f3" /><Relationship Type="http://schemas.openxmlformats.org/officeDocument/2006/relationships/image" Target="/ppt/main_figures/Fig18/ppt/media/image6.png" Id="R17bff3a3749c4f88" /><Relationship Type="http://schemas.openxmlformats.org/officeDocument/2006/relationships/image" Target="/ppt/main_figures/Fig18/ppt/media/image7.png" Id="Re4e1a71f2c4345da" /><Relationship Type="http://schemas.openxmlformats.org/officeDocument/2006/relationships/image" Target="/ppt/main_figures/Fig18/ppt/media/image8.png" Id="R64c7f2824b0b4d00" /><Relationship Type="http://schemas.openxmlformats.org/officeDocument/2006/relationships/notesSlide" Target="/ppt/main_figures/Fig18/ppt/notesSlides/notesSlide1.xml" Id="R7c2aaec7c99f4f08" /></Relationships>
</file>

<file path=ppt/main_figures/Fig18/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_000">
            <a:extLst>
              <a:ext uri="{FF2B5EF4-FFF2-40B4-BE49-F238E27FC236}">
                <ns2:creationId id="{65851BDF-2F4F-491D-8F16-0E608154FCF3}"/>
              </a:ext>
            </a:extLst>
          </p:cNvPr>
          <p:cNvSpPr>
            <a:spLocks noGrp="1"/>
          </p:cNvSpPr>
          <p:nvPr/>
        </p:nvSpPr>
        <p:spPr>
          <a:xfrm rot="0">
            <a:off x="361950" y="952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>
              <a:ext uri="{FF2B5EF4-FFF2-40B4-BE49-F238E27FC236}">
                <ns2:creationId id="{769EA4DC-65D9-47E8-83E4-078F948890AB}"/>
              </a:ext>
            </a:extLst>
          </p:cNvPr>
          <p:cNvPicPr>
            <a:picLocks noChangeAspect="1"/>
          </p:cNvPicPr>
          <p:nvPr/>
        </p:nvPicPr>
        <p:blipFill>
          <a:blip r:embed="R8e3dec1e95f9483e"/>
          <a:stretch/>
        </p:blipFill>
        <p:spPr>
          <a:xfrm>
            <a:off x="647700" y="476250"/>
            <a:ext cx="5048250" cy="1352550"/>
          </a:xfrm>
          <a:prstGeom prst="rect">
            <a:avLst/>
          </a:prstGeom>
        </p:spPr>
      </p:pic>
      <p:sp>
        <p:nvSpPr>
          <p:cNvPr id="3" name="line_002">
            <a:extLst>
              <a:ext uri="{FF2B5EF4-FFF2-40B4-BE49-F238E27FC236}">
                <ns2:creationId id="{2C7869FA-3B6A-4FFC-94C9-EE6C07EAF908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" name="text_003">
            <a:extLst>
              <a:ext uri="{FF2B5EF4-FFF2-40B4-BE49-F238E27FC236}">
                <ns2:creationId id="{47A796BE-7377-4351-B515-82573AB43959}"/>
              </a:ext>
            </a:extLst>
          </p:cNvPr>
          <p:cNvSpPr>
            <a:spLocks noGrp="1"/>
          </p:cNvSpPr>
          <p:nvPr/>
        </p:nvSpPr>
        <p:spPr>
          <a:xfrm rot="0">
            <a:off x="333375" y="17335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line_004">
            <a:extLst>
              <a:ext uri="{FF2B5EF4-FFF2-40B4-BE49-F238E27FC236}">
                <ns2:creationId id="{4EAAD576-95EE-46AE-A79B-3997BDBE0EB0}"/>
              </a:ext>
            </a:extLst>
          </p:cNvPr>
          <p:cNvSpPr>
            <a:spLocks noGrp="1"/>
          </p:cNvSpPr>
          <p:nvPr/>
        </p:nvSpPr>
        <p:spPr>
          <a:xfrm>
            <a:off x="609600" y="11525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" name="text_005">
            <a:extLst>
              <a:ext uri="{FF2B5EF4-FFF2-40B4-BE49-F238E27FC236}">
                <ns2:creationId id="{B06883D6-7000-4BC7-8F62-6A40F5C15821}"/>
              </a:ext>
            </a:extLst>
          </p:cNvPr>
          <p:cNvSpPr>
            <a:spLocks noGrp="1"/>
          </p:cNvSpPr>
          <p:nvPr/>
        </p:nvSpPr>
        <p:spPr>
          <a:xfrm rot="0">
            <a:off x="333375" y="10572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" name="line_006">
            <a:extLst>
              <a:ext uri="{FF2B5EF4-FFF2-40B4-BE49-F238E27FC236}">
                <ns2:creationId id="{0F0D1668-3331-4AE0-9DEF-BB9B1D020D4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" name="text_007">
            <a:extLst>
              <a:ext uri="{FF2B5EF4-FFF2-40B4-BE49-F238E27FC236}">
                <ns2:creationId id="{A0F84FFE-9D60-4354-8D7C-DB23348825C2}"/>
              </a:ext>
            </a:extLst>
          </p:cNvPr>
          <p:cNvSpPr>
            <a:spLocks noGrp="1"/>
          </p:cNvSpPr>
          <p:nvPr/>
        </p:nvSpPr>
        <p:spPr>
          <a:xfrm rot="0">
            <a:off x="333375" y="3810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line_008">
            <a:extLst>
              <a:ext uri="{FF2B5EF4-FFF2-40B4-BE49-F238E27FC236}">
                <ns2:creationId id="{2F4B4369-CD04-4350-BE37-B1B2BCAAFA88}"/>
              </a:ext>
            </a:extLst>
          </p:cNvPr>
          <p:cNvSpPr>
            <a:spLocks noGrp="1"/>
          </p:cNvSpPr>
          <p:nvPr/>
        </p:nvSpPr>
        <p:spPr>
          <a:xfrm>
            <a:off x="672446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0" name="text_009">
            <a:extLst>
              <a:ext uri="{FF2B5EF4-FFF2-40B4-BE49-F238E27FC236}">
                <ns2:creationId id="{EE572197-18B9-44FE-9731-B071A18EA953}"/>
              </a:ext>
            </a:extLst>
          </p:cNvPr>
          <p:cNvSpPr>
            <a:spLocks noGrp="1"/>
          </p:cNvSpPr>
          <p:nvPr/>
        </p:nvSpPr>
        <p:spPr>
          <a:xfrm rot="0">
            <a:off x="481946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line_010">
            <a:extLst>
              <a:ext uri="{FF2B5EF4-FFF2-40B4-BE49-F238E27FC236}">
                <ns2:creationId id="{29F4FE15-17DF-4476-94A0-625502FA6394}"/>
              </a:ext>
            </a:extLst>
          </p:cNvPr>
          <p:cNvSpPr>
            <a:spLocks noGrp="1"/>
          </p:cNvSpPr>
          <p:nvPr/>
        </p:nvSpPr>
        <p:spPr>
          <a:xfrm>
            <a:off x="1909763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2" name="text_011">
            <a:extLst>
              <a:ext uri="{FF2B5EF4-FFF2-40B4-BE49-F238E27FC236}">
                <ns2:creationId id="{7E4BBAF0-7E7C-460B-B887-C5E21D219755}"/>
              </a:ext>
            </a:extLst>
          </p:cNvPr>
          <p:cNvSpPr>
            <a:spLocks noGrp="1"/>
          </p:cNvSpPr>
          <p:nvPr/>
        </p:nvSpPr>
        <p:spPr>
          <a:xfrm rot="0">
            <a:off x="1719263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3" name="line_012">
            <a:extLst>
              <a:ext uri="{FF2B5EF4-FFF2-40B4-BE49-F238E27FC236}">
                <ns2:creationId id="{E8A6AED4-370D-42A8-B5F0-6C5E8C16B37C}"/>
              </a:ext>
            </a:extLst>
          </p:cNvPr>
          <p:cNvSpPr>
            <a:spLocks noGrp="1"/>
          </p:cNvSpPr>
          <p:nvPr/>
        </p:nvSpPr>
        <p:spPr>
          <a:xfrm>
            <a:off x="3196571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4" name="text_013">
            <a:extLst>
              <a:ext uri="{FF2B5EF4-FFF2-40B4-BE49-F238E27FC236}">
                <ns2:creationId id="{44C4768A-FE2C-4433-9ECF-2108793DB784}"/>
              </a:ext>
            </a:extLst>
          </p:cNvPr>
          <p:cNvSpPr>
            <a:spLocks noGrp="1"/>
          </p:cNvSpPr>
          <p:nvPr/>
        </p:nvSpPr>
        <p:spPr>
          <a:xfrm rot="0">
            <a:off x="3006071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5" name="line_014">
            <a:extLst>
              <a:ext uri="{FF2B5EF4-FFF2-40B4-BE49-F238E27FC236}">
                <ns2:creationId id="{44B0EBFC-8567-438D-8636-B65D4168A01F}"/>
              </a:ext>
            </a:extLst>
          </p:cNvPr>
          <p:cNvSpPr>
            <a:spLocks noGrp="1"/>
          </p:cNvSpPr>
          <p:nvPr/>
        </p:nvSpPr>
        <p:spPr>
          <a:xfrm>
            <a:off x="4384395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6" name="text_015">
            <a:extLst>
              <a:ext uri="{FF2B5EF4-FFF2-40B4-BE49-F238E27FC236}">
                <ns2:creationId id="{47D1B028-A245-4132-A9FF-706AECEBEEC5}"/>
              </a:ext>
            </a:extLst>
          </p:cNvPr>
          <p:cNvSpPr>
            <a:spLocks noGrp="1"/>
          </p:cNvSpPr>
          <p:nvPr/>
        </p:nvSpPr>
        <p:spPr>
          <a:xfrm rot="0">
            <a:off x="4193895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7" name="line_016">
            <a:extLst>
              <a:ext uri="{FF2B5EF4-FFF2-40B4-BE49-F238E27FC236}">
                <ns2:creationId id="{6B25960A-E265-462C-8A1C-BEE7CE87EE4E}"/>
              </a:ext>
            </a:extLst>
          </p:cNvPr>
          <p:cNvSpPr>
            <a:spLocks noGrp="1"/>
          </p:cNvSpPr>
          <p:nvPr/>
        </p:nvSpPr>
        <p:spPr>
          <a:xfrm>
            <a:off x="5671204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18" name="text_017">
            <a:extLst>
              <a:ext uri="{FF2B5EF4-FFF2-40B4-BE49-F238E27FC236}">
                <ns2:creationId id="{5C774710-2DE1-4D62-A876-B4DC12DE0DB3}"/>
              </a:ext>
            </a:extLst>
          </p:cNvPr>
          <p:cNvSpPr>
            <a:spLocks noGrp="1"/>
          </p:cNvSpPr>
          <p:nvPr/>
        </p:nvSpPr>
        <p:spPr>
          <a:xfrm rot="0">
            <a:off x="5480704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19" name="line_018">
            <a:extLst>
              <a:ext uri="{FF2B5EF4-FFF2-40B4-BE49-F238E27FC236}">
                <ns2:creationId id="{2DDED5A3-CF4E-49E1-94E6-F0226B25F9B6}"/>
              </a:ext>
            </a:extLst>
          </p:cNvPr>
          <p:cNvSpPr>
            <a:spLocks noGrp="1"/>
          </p:cNvSpPr>
          <p:nvPr/>
        </p:nvSpPr>
        <p:spPr>
          <a:xfrm>
            <a:off x="672446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20" name="line_019">
            <a:extLst>
              <a:ext uri="{FF2B5EF4-FFF2-40B4-BE49-F238E27FC236}">
                <ns2:creationId id="{E0061FED-F465-4F82-867B-0EF49452D47B}"/>
              </a:ext>
            </a:extLst>
          </p:cNvPr>
          <p:cNvSpPr>
            <a:spLocks noGrp="1"/>
          </p:cNvSpPr>
          <p:nvPr/>
        </p:nvSpPr>
        <p:spPr>
          <a:xfrm>
            <a:off x="3196571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21" name="line_020">
            <a:extLst>
              <a:ext uri="{FF2B5EF4-FFF2-40B4-BE49-F238E27FC236}">
                <ns2:creationId id="{13B61324-D44E-45A4-A6DD-5C81E59D3C45}"/>
              </a:ext>
            </a:extLst>
          </p:cNvPr>
          <p:cNvSpPr>
            <a:spLocks noGrp="1"/>
          </p:cNvSpPr>
          <p:nvPr/>
        </p:nvSpPr>
        <p:spPr>
          <a:xfrm>
            <a:off x="5671204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23" name="text_022">
            <a:extLst>
              <a:ext uri="{FF2B5EF4-FFF2-40B4-BE49-F238E27FC236}">
                <ns2:creationId id="{A1D1EA4F-AB33-4E90-9CF5-8DB468E06EB1}"/>
              </a:ext>
            </a:extLst>
          </p:cNvPr>
          <p:cNvSpPr>
            <a:spLocks noGrp="1"/>
          </p:cNvSpPr>
          <p:nvPr/>
        </p:nvSpPr>
        <p:spPr>
          <a:xfrm rot="0">
            <a:off x="2505075" y="20955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sp>
        <p:nvSpPr>
          <p:cNvPr id="24" name="text_023">
            <a:extLst>
              <a:ext uri="{FF2B5EF4-FFF2-40B4-BE49-F238E27FC236}">
                <ns2:creationId id="{B144289B-0190-43E7-B756-3C4740512633}"/>
              </a:ext>
            </a:extLst>
          </p:cNvPr>
          <p:cNvSpPr>
            <a:spLocks noGrp="1"/>
          </p:cNvSpPr>
          <p:nvPr/>
        </p:nvSpPr>
        <p:spPr>
          <a:xfrm rot="0">
            <a:off x="6800850" y="952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RG-MTM-P</a:t>
            </a:r>
          </a:p>
        </p:txBody>
      </p:sp>
      <p:pic>
        <p:nvPicPr>
          <p:cNvPr id="25" name="">
            <a:extLst>
              <a:ext uri="{FF2B5EF4-FFF2-40B4-BE49-F238E27FC236}">
                <ns2:creationId id="{83617B4F-7EA8-487B-99BB-67548F2B8777}"/>
              </a:ext>
            </a:extLst>
          </p:cNvPr>
          <p:cNvPicPr>
            <a:picLocks noChangeAspect="1"/>
          </p:cNvPicPr>
          <p:nvPr/>
        </p:nvPicPr>
        <p:blipFill>
          <a:blip r:embed="Rc89e92be5cdc423c"/>
          <a:stretch/>
        </p:blipFill>
        <p:spPr>
          <a:xfrm>
            <a:off x="7086600" y="476250"/>
            <a:ext cx="5048250" cy="1352550"/>
          </a:xfrm>
          <a:prstGeom prst="rect">
            <a:avLst/>
          </a:prstGeom>
        </p:spPr>
      </p:pic>
      <p:sp>
        <p:nvSpPr>
          <p:cNvPr id="26" name="line_025">
            <a:extLst>
              <a:ext uri="{FF2B5EF4-FFF2-40B4-BE49-F238E27FC236}">
                <ns2:creationId id="{FEB4A91D-A822-4538-A917-51D3851DC589}"/>
              </a:ext>
            </a:extLst>
          </p:cNvPr>
          <p:cNvSpPr>
            <a:spLocks noGrp="1"/>
          </p:cNvSpPr>
          <p:nvPr/>
        </p:nvSpPr>
        <p:spPr>
          <a:xfrm>
            <a:off x="7048500" y="18288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F492141D-33D2-486E-AB51-D3679B3E635C}"/>
              </a:ext>
            </a:extLst>
          </p:cNvPr>
          <p:cNvSpPr>
            <a:spLocks noGrp="1"/>
          </p:cNvSpPr>
          <p:nvPr/>
        </p:nvSpPr>
        <p:spPr>
          <a:xfrm rot="0">
            <a:off x="6772275" y="17335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line_027">
            <a:extLst>
              <a:ext uri="{FF2B5EF4-FFF2-40B4-BE49-F238E27FC236}">
                <ns2:creationId id="{C38967E5-E4D1-4F6E-80A8-C230BE6DEA55}"/>
              </a:ext>
            </a:extLst>
          </p:cNvPr>
          <p:cNvSpPr>
            <a:spLocks noGrp="1"/>
          </p:cNvSpPr>
          <p:nvPr/>
        </p:nvSpPr>
        <p:spPr>
          <a:xfrm>
            <a:off x="7048500" y="11525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9" name="text_028">
            <a:extLst>
              <a:ext uri="{FF2B5EF4-FFF2-40B4-BE49-F238E27FC236}">
                <ns2:creationId id="{B657F5B5-6E60-46A2-84F6-3FE5FFEB8543}"/>
              </a:ext>
            </a:extLst>
          </p:cNvPr>
          <p:cNvSpPr>
            <a:spLocks noGrp="1"/>
          </p:cNvSpPr>
          <p:nvPr/>
        </p:nvSpPr>
        <p:spPr>
          <a:xfrm rot="0">
            <a:off x="6772275" y="10572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0" name="line_029">
            <a:extLst>
              <a:ext uri="{FF2B5EF4-FFF2-40B4-BE49-F238E27FC236}">
                <ns2:creationId id="{F528E9CA-21EA-4B98-9E43-560B8E85280B}"/>
              </a:ext>
            </a:extLst>
          </p:cNvPr>
          <p:cNvSpPr>
            <a:spLocks noGrp="1"/>
          </p:cNvSpPr>
          <p:nvPr/>
        </p:nvSpPr>
        <p:spPr>
          <a:xfrm>
            <a:off x="7048500" y="4762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1" name="text_030">
            <a:extLst>
              <a:ext uri="{FF2B5EF4-FFF2-40B4-BE49-F238E27FC236}">
                <ns2:creationId id="{511BDC6B-CD8D-4A48-AA83-1A7A2A8DBFA9}"/>
              </a:ext>
            </a:extLst>
          </p:cNvPr>
          <p:cNvSpPr>
            <a:spLocks noGrp="1"/>
          </p:cNvSpPr>
          <p:nvPr/>
        </p:nvSpPr>
        <p:spPr>
          <a:xfrm rot="0">
            <a:off x="6772275" y="3810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line_031">
            <a:extLst>
              <a:ext uri="{FF2B5EF4-FFF2-40B4-BE49-F238E27FC236}">
                <ns2:creationId id="{135B7EC1-A708-451C-9328-EB7459F494FB}"/>
              </a:ext>
            </a:extLst>
          </p:cNvPr>
          <p:cNvSpPr>
            <a:spLocks noGrp="1"/>
          </p:cNvSpPr>
          <p:nvPr/>
        </p:nvSpPr>
        <p:spPr>
          <a:xfrm>
            <a:off x="7111346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3" name="text_032">
            <a:extLst>
              <a:ext uri="{FF2B5EF4-FFF2-40B4-BE49-F238E27FC236}">
                <ns2:creationId id="{20F598E5-35C8-4F3A-82E1-615BF2F500E0}"/>
              </a:ext>
            </a:extLst>
          </p:cNvPr>
          <p:cNvSpPr>
            <a:spLocks noGrp="1"/>
          </p:cNvSpPr>
          <p:nvPr/>
        </p:nvSpPr>
        <p:spPr>
          <a:xfrm rot="0">
            <a:off x="6920846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line_033">
            <a:extLst>
              <a:ext uri="{FF2B5EF4-FFF2-40B4-BE49-F238E27FC236}">
                <ns2:creationId id="{C5CB54E6-D22C-4065-9E30-4AD4925EBF0D}"/>
              </a:ext>
            </a:extLst>
          </p:cNvPr>
          <p:cNvSpPr>
            <a:spLocks noGrp="1"/>
          </p:cNvSpPr>
          <p:nvPr/>
        </p:nvSpPr>
        <p:spPr>
          <a:xfrm>
            <a:off x="8348663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5" name="text_034">
            <a:extLst>
              <a:ext uri="{FF2B5EF4-FFF2-40B4-BE49-F238E27FC236}">
                <ns2:creationId id="{47FE10D8-5D3B-408E-BDF7-EAFC53E89304}"/>
              </a:ext>
            </a:extLst>
          </p:cNvPr>
          <p:cNvSpPr>
            <a:spLocks noGrp="1"/>
          </p:cNvSpPr>
          <p:nvPr/>
        </p:nvSpPr>
        <p:spPr>
          <a:xfrm rot="0">
            <a:off x="8158163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6" name="line_035">
            <a:extLst>
              <a:ext uri="{FF2B5EF4-FFF2-40B4-BE49-F238E27FC236}">
                <ns2:creationId id="{C261428F-1438-4922-8CD3-25B469789E33}"/>
              </a:ext>
            </a:extLst>
          </p:cNvPr>
          <p:cNvSpPr>
            <a:spLocks noGrp="1"/>
          </p:cNvSpPr>
          <p:nvPr/>
        </p:nvSpPr>
        <p:spPr>
          <a:xfrm>
            <a:off x="9635471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F3275149-63A9-4C33-8965-40451CE7BDA0}"/>
              </a:ext>
            </a:extLst>
          </p:cNvPr>
          <p:cNvSpPr>
            <a:spLocks noGrp="1"/>
          </p:cNvSpPr>
          <p:nvPr/>
        </p:nvSpPr>
        <p:spPr>
          <a:xfrm rot="0">
            <a:off x="9444971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38" name="line_037">
            <a:extLst>
              <a:ext uri="{FF2B5EF4-FFF2-40B4-BE49-F238E27FC236}">
                <ns2:creationId id="{738E17F9-AA12-4010-AEA4-4EC80F9D6705}"/>
              </a:ext>
            </a:extLst>
          </p:cNvPr>
          <p:cNvSpPr>
            <a:spLocks noGrp="1"/>
          </p:cNvSpPr>
          <p:nvPr/>
        </p:nvSpPr>
        <p:spPr>
          <a:xfrm>
            <a:off x="10823295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3728DFA7-FA5E-4964-9F7A-25993D3D0CB6}"/>
              </a:ext>
            </a:extLst>
          </p:cNvPr>
          <p:cNvSpPr>
            <a:spLocks noGrp="1"/>
          </p:cNvSpPr>
          <p:nvPr/>
        </p:nvSpPr>
        <p:spPr>
          <a:xfrm rot="0">
            <a:off x="10632795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40" name="line_039">
            <a:extLst>
              <a:ext uri="{FF2B5EF4-FFF2-40B4-BE49-F238E27FC236}">
                <ns2:creationId id="{70687624-E2A5-4E4E-BA0C-E1B3E3FECCDC}"/>
              </a:ext>
            </a:extLst>
          </p:cNvPr>
          <p:cNvSpPr>
            <a:spLocks noGrp="1"/>
          </p:cNvSpPr>
          <p:nvPr/>
        </p:nvSpPr>
        <p:spPr>
          <a:xfrm>
            <a:off x="12110104" y="18288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1" name="text_040">
            <a:extLst>
              <a:ext uri="{FF2B5EF4-FFF2-40B4-BE49-F238E27FC236}">
                <ns2:creationId id="{C6C29706-9802-4AD8-A155-2846562548A1}"/>
              </a:ext>
            </a:extLst>
          </p:cNvPr>
          <p:cNvSpPr>
            <a:spLocks noGrp="1"/>
          </p:cNvSpPr>
          <p:nvPr/>
        </p:nvSpPr>
        <p:spPr>
          <a:xfrm rot="0">
            <a:off x="11919604" y="18859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42" name="line_041">
            <a:extLst>
              <a:ext uri="{FF2B5EF4-FFF2-40B4-BE49-F238E27FC236}">
                <ns2:creationId id="{8B061A2B-B8E4-4D32-8E2B-A54B58F7B884}"/>
              </a:ext>
            </a:extLst>
          </p:cNvPr>
          <p:cNvSpPr>
            <a:spLocks noGrp="1"/>
          </p:cNvSpPr>
          <p:nvPr/>
        </p:nvSpPr>
        <p:spPr>
          <a:xfrm>
            <a:off x="7111346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43" name="line_042">
            <a:extLst>
              <a:ext uri="{FF2B5EF4-FFF2-40B4-BE49-F238E27FC236}">
                <ns2:creationId id="{D3443B76-3660-4470-A81D-907FC8AC2141}"/>
              </a:ext>
            </a:extLst>
          </p:cNvPr>
          <p:cNvSpPr>
            <a:spLocks noGrp="1"/>
          </p:cNvSpPr>
          <p:nvPr/>
        </p:nvSpPr>
        <p:spPr>
          <a:xfrm>
            <a:off x="9635471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44" name="line_043">
            <a:extLst>
              <a:ext uri="{FF2B5EF4-FFF2-40B4-BE49-F238E27FC236}">
                <ns2:creationId id="{1AFD9DFB-F8C6-4281-9BF9-85805117D787}"/>
              </a:ext>
            </a:extLst>
          </p:cNvPr>
          <p:cNvSpPr>
            <a:spLocks noGrp="1"/>
          </p:cNvSpPr>
          <p:nvPr/>
        </p:nvSpPr>
        <p:spPr>
          <a:xfrm>
            <a:off x="12110104" y="4762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46" name="text_045">
            <a:extLst>
              <a:ext uri="{FF2B5EF4-FFF2-40B4-BE49-F238E27FC236}">
                <ns2:creationId id="{E95273D0-3723-41E1-9AAE-CFE60F427A98}"/>
              </a:ext>
            </a:extLst>
          </p:cNvPr>
          <p:cNvSpPr>
            <a:spLocks noGrp="1"/>
          </p:cNvSpPr>
          <p:nvPr/>
        </p:nvSpPr>
        <p:spPr>
          <a:xfrm rot="0">
            <a:off x="8943975" y="20955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2116CAC9-9764-440D-A2CA-5562709B860D}"/>
              </a:ext>
            </a:extLst>
          </p:cNvPr>
          <p:cNvSpPr>
            <a:spLocks noGrp="1"/>
          </p:cNvSpPr>
          <p:nvPr/>
        </p:nvSpPr>
        <p:spPr>
          <a:xfrm rot="0">
            <a:off x="361950" y="20764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RG-MTM-R, 2%</a:t>
            </a:r>
          </a:p>
        </p:txBody>
      </p:sp>
      <p:pic>
        <p:nvPicPr>
          <p:cNvPr id="48" name="">
            <a:extLst>
              <a:ext uri="{FF2B5EF4-FFF2-40B4-BE49-F238E27FC236}">
                <ns2:creationId id="{7F8C3545-25B0-4B78-8706-9750288AD987}"/>
              </a:ext>
            </a:extLst>
          </p:cNvPr>
          <p:cNvPicPr>
            <a:picLocks noChangeAspect="1"/>
          </p:cNvPicPr>
          <p:nvPr/>
        </p:nvPicPr>
        <p:blipFill>
          <a:blip r:embed="Rb8703c6751794a98"/>
          <a:stretch/>
        </p:blipFill>
        <p:spPr>
          <a:xfrm>
            <a:off x="647700" y="2457450"/>
            <a:ext cx="5048250" cy="1352550"/>
          </a:xfrm>
          <a:prstGeom prst="rect">
            <a:avLst/>
          </a:prstGeom>
        </p:spPr>
      </p:pic>
      <p:sp>
        <p:nvSpPr>
          <p:cNvPr id="49" name="line_048">
            <a:extLst>
              <a:ext uri="{FF2B5EF4-FFF2-40B4-BE49-F238E27FC236}">
                <ns2:creationId id="{27D299CB-C31A-4C0C-8CE5-31F8970EC4BD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0" name="text_049">
            <a:extLst>
              <a:ext uri="{FF2B5EF4-FFF2-40B4-BE49-F238E27FC236}">
                <ns2:creationId id="{42F2DB3C-24E3-4140-B231-686CE8006D26}"/>
              </a:ext>
            </a:extLst>
          </p:cNvPr>
          <p:cNvSpPr>
            <a:spLocks noGrp="1"/>
          </p:cNvSpPr>
          <p:nvPr/>
        </p:nvSpPr>
        <p:spPr>
          <a:xfrm rot="0">
            <a:off x="333375" y="37147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line_050">
            <a:extLst>
              <a:ext uri="{FF2B5EF4-FFF2-40B4-BE49-F238E27FC236}">
                <ns2:creationId id="{E721F4D6-83E2-4FB0-A275-339EC530373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2" name="text_051">
            <a:extLst>
              <a:ext uri="{FF2B5EF4-FFF2-40B4-BE49-F238E27FC236}">
                <ns2:creationId id="{E0F36864-52D9-419C-94C3-AA0248BB1B95}"/>
              </a:ext>
            </a:extLst>
          </p:cNvPr>
          <p:cNvSpPr>
            <a:spLocks noGrp="1"/>
          </p:cNvSpPr>
          <p:nvPr/>
        </p:nvSpPr>
        <p:spPr>
          <a:xfrm rot="0">
            <a:off x="333375" y="30384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53" name="line_052">
            <a:extLst>
              <a:ext uri="{FF2B5EF4-FFF2-40B4-BE49-F238E27FC236}">
                <ns2:creationId id="{126F8538-03D9-45F4-B7EC-2A6E0F8939DA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CA3E9716-27D2-470E-AAC3-C4F6D55C6B15}"/>
              </a:ext>
            </a:extLst>
          </p:cNvPr>
          <p:cNvSpPr>
            <a:spLocks noGrp="1"/>
          </p:cNvSpPr>
          <p:nvPr/>
        </p:nvSpPr>
        <p:spPr>
          <a:xfrm rot="0">
            <a:off x="333375" y="23622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5" name="line_054">
            <a:extLst>
              <a:ext uri="{FF2B5EF4-FFF2-40B4-BE49-F238E27FC236}">
                <ns2:creationId id="{D8C13444-9B5A-41D5-8B83-273B37A7FF43}"/>
              </a:ext>
            </a:extLst>
          </p:cNvPr>
          <p:cNvSpPr>
            <a:spLocks noGrp="1"/>
          </p:cNvSpPr>
          <p:nvPr/>
        </p:nvSpPr>
        <p:spPr>
          <a:xfrm>
            <a:off x="672446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6" name="text_055">
            <a:extLst>
              <a:ext uri="{FF2B5EF4-FFF2-40B4-BE49-F238E27FC236}">
                <ns2:creationId id="{CEF63648-34BA-4192-B51D-A7C00554B634}"/>
              </a:ext>
            </a:extLst>
          </p:cNvPr>
          <p:cNvSpPr>
            <a:spLocks noGrp="1"/>
          </p:cNvSpPr>
          <p:nvPr/>
        </p:nvSpPr>
        <p:spPr>
          <a:xfrm rot="0">
            <a:off x="481946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line_056">
            <a:extLst>
              <a:ext uri="{FF2B5EF4-FFF2-40B4-BE49-F238E27FC236}">
                <ns2:creationId id="{161A6F31-322E-4950-85F7-4D7C42012B23}"/>
              </a:ext>
            </a:extLst>
          </p:cNvPr>
          <p:cNvSpPr>
            <a:spLocks noGrp="1"/>
          </p:cNvSpPr>
          <p:nvPr/>
        </p:nvSpPr>
        <p:spPr>
          <a:xfrm>
            <a:off x="1909763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58" name="text_057">
            <a:extLst>
              <a:ext uri="{FF2B5EF4-FFF2-40B4-BE49-F238E27FC236}">
                <ns2:creationId id="{4B3FE683-8356-4899-B599-2E0CAEDA9CDC}"/>
              </a:ext>
            </a:extLst>
          </p:cNvPr>
          <p:cNvSpPr>
            <a:spLocks noGrp="1"/>
          </p:cNvSpPr>
          <p:nvPr/>
        </p:nvSpPr>
        <p:spPr>
          <a:xfrm rot="0">
            <a:off x="1719263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9" name="line_058">
            <a:extLst>
              <a:ext uri="{FF2B5EF4-FFF2-40B4-BE49-F238E27FC236}">
                <ns2:creationId id="{669FD478-4D69-42D8-A8F9-C5737FBE7986}"/>
              </a:ext>
            </a:extLst>
          </p:cNvPr>
          <p:cNvSpPr>
            <a:spLocks noGrp="1"/>
          </p:cNvSpPr>
          <p:nvPr/>
        </p:nvSpPr>
        <p:spPr>
          <a:xfrm>
            <a:off x="3196571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0" name="text_059">
            <a:extLst>
              <a:ext uri="{FF2B5EF4-FFF2-40B4-BE49-F238E27FC236}">
                <ns2:creationId id="{C1490A32-AA6E-4D65-BC3C-81B4745D9307}"/>
              </a:ext>
            </a:extLst>
          </p:cNvPr>
          <p:cNvSpPr>
            <a:spLocks noGrp="1"/>
          </p:cNvSpPr>
          <p:nvPr/>
        </p:nvSpPr>
        <p:spPr>
          <a:xfrm rot="0">
            <a:off x="3006071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61" name="line_060">
            <a:extLst>
              <a:ext uri="{FF2B5EF4-FFF2-40B4-BE49-F238E27FC236}">
                <ns2:creationId id="{82BCA5DF-71D3-4730-B1B8-25380DFAC838}"/>
              </a:ext>
            </a:extLst>
          </p:cNvPr>
          <p:cNvSpPr>
            <a:spLocks noGrp="1"/>
          </p:cNvSpPr>
          <p:nvPr/>
        </p:nvSpPr>
        <p:spPr>
          <a:xfrm>
            <a:off x="4384395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2" name="text_061">
            <a:extLst>
              <a:ext uri="{FF2B5EF4-FFF2-40B4-BE49-F238E27FC236}">
                <ns2:creationId id="{82D984A7-B625-4F77-9A90-F5C9A064F553}"/>
              </a:ext>
            </a:extLst>
          </p:cNvPr>
          <p:cNvSpPr>
            <a:spLocks noGrp="1"/>
          </p:cNvSpPr>
          <p:nvPr/>
        </p:nvSpPr>
        <p:spPr>
          <a:xfrm rot="0">
            <a:off x="4193895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63" name="line_062">
            <a:extLst>
              <a:ext uri="{FF2B5EF4-FFF2-40B4-BE49-F238E27FC236}">
                <ns2:creationId id="{C2F2F8E0-1D2B-4DC3-A93B-30EEBF465A18}"/>
              </a:ext>
            </a:extLst>
          </p:cNvPr>
          <p:cNvSpPr>
            <a:spLocks noGrp="1"/>
          </p:cNvSpPr>
          <p:nvPr/>
        </p:nvSpPr>
        <p:spPr>
          <a:xfrm>
            <a:off x="5671204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>
              <a:ext uri="{FF2B5EF4-FFF2-40B4-BE49-F238E27FC236}">
                <ns2:creationId id="{AD6BF4E2-52CA-4BD1-B6CF-EB83469E8ED4}"/>
              </a:ext>
            </a:extLst>
          </p:cNvPr>
          <p:cNvSpPr>
            <a:spLocks noGrp="1"/>
          </p:cNvSpPr>
          <p:nvPr/>
        </p:nvSpPr>
        <p:spPr>
          <a:xfrm rot="0">
            <a:off x="5480704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65" name="line_064">
            <a:extLst>
              <a:ext uri="{FF2B5EF4-FFF2-40B4-BE49-F238E27FC236}">
                <ns2:creationId id="{FEA47045-692D-430E-B22E-C1BE988347BF}"/>
              </a:ext>
            </a:extLst>
          </p:cNvPr>
          <p:cNvSpPr>
            <a:spLocks noGrp="1"/>
          </p:cNvSpPr>
          <p:nvPr/>
        </p:nvSpPr>
        <p:spPr>
          <a:xfrm>
            <a:off x="672446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66" name="line_065">
            <a:extLst>
              <a:ext uri="{FF2B5EF4-FFF2-40B4-BE49-F238E27FC236}">
                <ns2:creationId id="{FD904681-BEC5-4F09-894F-E3FA147D1A15}"/>
              </a:ext>
            </a:extLst>
          </p:cNvPr>
          <p:cNvSpPr>
            <a:spLocks noGrp="1"/>
          </p:cNvSpPr>
          <p:nvPr/>
        </p:nvSpPr>
        <p:spPr>
          <a:xfrm>
            <a:off x="3196571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67" name="line_066">
            <a:extLst>
              <a:ext uri="{FF2B5EF4-FFF2-40B4-BE49-F238E27FC236}">
                <ns2:creationId id="{0D22ECB9-EA24-4E1A-843E-5028B60AB29E}"/>
              </a:ext>
            </a:extLst>
          </p:cNvPr>
          <p:cNvSpPr>
            <a:spLocks noGrp="1"/>
          </p:cNvSpPr>
          <p:nvPr/>
        </p:nvSpPr>
        <p:spPr>
          <a:xfrm>
            <a:off x="5671204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69" name="text_068">
            <a:extLst>
              <a:ext uri="{FF2B5EF4-FFF2-40B4-BE49-F238E27FC236}">
                <ns2:creationId id="{FD3B7E66-F7A7-4EB2-B0BE-EA191BD1E121}"/>
              </a:ext>
            </a:extLst>
          </p:cNvPr>
          <p:cNvSpPr>
            <a:spLocks noGrp="1"/>
          </p:cNvSpPr>
          <p:nvPr/>
        </p:nvSpPr>
        <p:spPr>
          <a:xfrm rot="0">
            <a:off x="2505075" y="40767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sp>
        <p:nvSpPr>
          <p:cNvPr id="70" name="text_069">
            <a:extLst>
              <a:ext uri="{FF2B5EF4-FFF2-40B4-BE49-F238E27FC236}">
                <ns2:creationId id="{30E6A09C-A474-454C-AE53-1668F96FDBBE}"/>
              </a:ext>
            </a:extLst>
          </p:cNvPr>
          <p:cNvSpPr>
            <a:spLocks noGrp="1"/>
          </p:cNvSpPr>
          <p:nvPr/>
        </p:nvSpPr>
        <p:spPr>
          <a:xfrm rot="0">
            <a:off x="6800850" y="20764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RG-MTM-R, 20%</a:t>
            </a:r>
          </a:p>
        </p:txBody>
      </p:sp>
      <p:pic>
        <p:nvPicPr>
          <p:cNvPr id="71" name="">
            <a:extLst>
              <a:ext uri="{FF2B5EF4-FFF2-40B4-BE49-F238E27FC236}">
                <ns2:creationId id="{B44D8678-2330-4C20-8663-66A5EFF07BA3}"/>
              </a:ext>
            </a:extLst>
          </p:cNvPr>
          <p:cNvPicPr>
            <a:picLocks noChangeAspect="1"/>
          </p:cNvPicPr>
          <p:nvPr/>
        </p:nvPicPr>
        <p:blipFill>
          <a:blip r:embed="R138068ddb6b5406d"/>
          <a:stretch/>
        </p:blipFill>
        <p:spPr>
          <a:xfrm>
            <a:off x="7086600" y="2457450"/>
            <a:ext cx="5048250" cy="1352550"/>
          </a:xfrm>
          <a:prstGeom prst="rect">
            <a:avLst/>
          </a:prstGeom>
        </p:spPr>
      </p:pic>
      <p:sp>
        <p:nvSpPr>
          <p:cNvPr id="72" name="line_071">
            <a:extLst>
              <a:ext uri="{FF2B5EF4-FFF2-40B4-BE49-F238E27FC236}">
                <ns2:creationId id="{71567291-8DAE-49A4-A91E-7AE4D8FCBD9F}"/>
              </a:ext>
            </a:extLst>
          </p:cNvPr>
          <p:cNvSpPr>
            <a:spLocks noGrp="1"/>
          </p:cNvSpPr>
          <p:nvPr/>
        </p:nvSpPr>
        <p:spPr>
          <a:xfrm>
            <a:off x="7048500" y="38100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3" name="text_072">
            <a:extLst>
              <a:ext uri="{FF2B5EF4-FFF2-40B4-BE49-F238E27FC236}">
                <ns2:creationId id="{57D408CD-B186-4721-B5E3-BE5BB8CCEF1D}"/>
              </a:ext>
            </a:extLst>
          </p:cNvPr>
          <p:cNvSpPr>
            <a:spLocks noGrp="1"/>
          </p:cNvSpPr>
          <p:nvPr/>
        </p:nvSpPr>
        <p:spPr>
          <a:xfrm rot="0">
            <a:off x="6772275" y="371475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line_073">
            <a:extLst>
              <a:ext uri="{FF2B5EF4-FFF2-40B4-BE49-F238E27FC236}">
                <ns2:creationId id="{274AD069-C3BA-43B6-BAC7-DD6E8DF95766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5" name="text_074">
            <a:extLst>
              <a:ext uri="{FF2B5EF4-FFF2-40B4-BE49-F238E27FC236}">
                <ns2:creationId id="{66C42432-BD1B-4327-9EE0-0CA68CB93BBC}"/>
              </a:ext>
            </a:extLst>
          </p:cNvPr>
          <p:cNvSpPr>
            <a:spLocks noGrp="1"/>
          </p:cNvSpPr>
          <p:nvPr/>
        </p:nvSpPr>
        <p:spPr>
          <a:xfrm rot="0">
            <a:off x="6772275" y="3038475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6" name="line_075">
            <a:extLst>
              <a:ext uri="{FF2B5EF4-FFF2-40B4-BE49-F238E27FC236}">
                <ns2:creationId id="{B566ACA4-175E-4B55-BC20-5CEC44DCA050}"/>
              </a:ext>
            </a:extLst>
          </p:cNvPr>
          <p:cNvSpPr>
            <a:spLocks noGrp="1"/>
          </p:cNvSpPr>
          <p:nvPr/>
        </p:nvSpPr>
        <p:spPr>
          <a:xfrm>
            <a:off x="7048500" y="24574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7" name="text_076">
            <a:extLst>
              <a:ext uri="{FF2B5EF4-FFF2-40B4-BE49-F238E27FC236}">
                <ns2:creationId id="{9701DF8F-CFF6-47C9-89A4-3EEEAC329F5A}"/>
              </a:ext>
            </a:extLst>
          </p:cNvPr>
          <p:cNvSpPr>
            <a:spLocks noGrp="1"/>
          </p:cNvSpPr>
          <p:nvPr/>
        </p:nvSpPr>
        <p:spPr>
          <a:xfrm rot="0">
            <a:off x="6772275" y="2362200"/>
            <a:ext cx="2476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8" name="line_077">
            <a:extLst>
              <a:ext uri="{FF2B5EF4-FFF2-40B4-BE49-F238E27FC236}">
                <ns2:creationId id="{FDB60AAA-FD31-418D-A78D-CB9B8D0436BD}"/>
              </a:ext>
            </a:extLst>
          </p:cNvPr>
          <p:cNvSpPr>
            <a:spLocks noGrp="1"/>
          </p:cNvSpPr>
          <p:nvPr/>
        </p:nvSpPr>
        <p:spPr>
          <a:xfrm>
            <a:off x="7111346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79" name="text_078">
            <a:extLst>
              <a:ext uri="{FF2B5EF4-FFF2-40B4-BE49-F238E27FC236}">
                <ns2:creationId id="{A1CAB620-3565-469B-8487-CB6207A13540}"/>
              </a:ext>
            </a:extLst>
          </p:cNvPr>
          <p:cNvSpPr>
            <a:spLocks noGrp="1"/>
          </p:cNvSpPr>
          <p:nvPr/>
        </p:nvSpPr>
        <p:spPr>
          <a:xfrm rot="0">
            <a:off x="6920846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line_079">
            <a:extLst>
              <a:ext uri="{FF2B5EF4-FFF2-40B4-BE49-F238E27FC236}">
                <ns2:creationId id="{D55E2353-CE59-4FE0-9C18-186BA2AE45F5}"/>
              </a:ext>
            </a:extLst>
          </p:cNvPr>
          <p:cNvSpPr>
            <a:spLocks noGrp="1"/>
          </p:cNvSpPr>
          <p:nvPr/>
        </p:nvSpPr>
        <p:spPr>
          <a:xfrm>
            <a:off x="8348663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1" name="text_080">
            <a:extLst>
              <a:ext uri="{FF2B5EF4-FFF2-40B4-BE49-F238E27FC236}">
                <ns2:creationId id="{A4002257-4D2F-4721-87F7-C5928883210F}"/>
              </a:ext>
            </a:extLst>
          </p:cNvPr>
          <p:cNvSpPr>
            <a:spLocks noGrp="1"/>
          </p:cNvSpPr>
          <p:nvPr/>
        </p:nvSpPr>
        <p:spPr>
          <a:xfrm rot="0">
            <a:off x="8158163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2" name="line_081">
            <a:extLst>
              <a:ext uri="{FF2B5EF4-FFF2-40B4-BE49-F238E27FC236}">
                <ns2:creationId id="{7A75AE35-B703-4F67-B35C-D8154814A0FE}"/>
              </a:ext>
            </a:extLst>
          </p:cNvPr>
          <p:cNvSpPr>
            <a:spLocks noGrp="1"/>
          </p:cNvSpPr>
          <p:nvPr/>
        </p:nvSpPr>
        <p:spPr>
          <a:xfrm>
            <a:off x="9635471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3" name="text_082">
            <a:extLst>
              <a:ext uri="{FF2B5EF4-FFF2-40B4-BE49-F238E27FC236}">
                <ns2:creationId id="{F4A28DFD-1145-44DB-96BA-491512ED308F}"/>
              </a:ext>
            </a:extLst>
          </p:cNvPr>
          <p:cNvSpPr>
            <a:spLocks noGrp="1"/>
          </p:cNvSpPr>
          <p:nvPr/>
        </p:nvSpPr>
        <p:spPr>
          <a:xfrm rot="0">
            <a:off x="9444971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84" name="line_083">
            <a:extLst>
              <a:ext uri="{FF2B5EF4-FFF2-40B4-BE49-F238E27FC236}">
                <ns2:creationId id="{FAB17A6A-4FB9-43C4-B01B-DBD3724BCB9B}"/>
              </a:ext>
            </a:extLst>
          </p:cNvPr>
          <p:cNvSpPr>
            <a:spLocks noGrp="1"/>
          </p:cNvSpPr>
          <p:nvPr/>
        </p:nvSpPr>
        <p:spPr>
          <a:xfrm>
            <a:off x="10823295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5" name="text_084">
            <a:extLst>
              <a:ext uri="{FF2B5EF4-FFF2-40B4-BE49-F238E27FC236}">
                <ns2:creationId id="{77B0BDA2-404F-47E6-8FA5-186CC4075436}"/>
              </a:ext>
            </a:extLst>
          </p:cNvPr>
          <p:cNvSpPr>
            <a:spLocks noGrp="1"/>
          </p:cNvSpPr>
          <p:nvPr/>
        </p:nvSpPr>
        <p:spPr>
          <a:xfrm rot="0">
            <a:off x="10632795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86" name="line_085">
            <a:extLst>
              <a:ext uri="{FF2B5EF4-FFF2-40B4-BE49-F238E27FC236}">
                <ns2:creationId id="{8DB6B261-4CF6-42C4-BE15-0FF0AD645CDB}"/>
              </a:ext>
            </a:extLst>
          </p:cNvPr>
          <p:cNvSpPr>
            <a:spLocks noGrp="1"/>
          </p:cNvSpPr>
          <p:nvPr/>
        </p:nvSpPr>
        <p:spPr>
          <a:xfrm>
            <a:off x="12110104" y="38100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87" name="text_086">
            <a:extLst>
              <a:ext uri="{FF2B5EF4-FFF2-40B4-BE49-F238E27FC236}">
                <ns2:creationId id="{51E44707-F784-4E15-91DF-6EBC5D7777D3}"/>
              </a:ext>
            </a:extLst>
          </p:cNvPr>
          <p:cNvSpPr>
            <a:spLocks noGrp="1"/>
          </p:cNvSpPr>
          <p:nvPr/>
        </p:nvSpPr>
        <p:spPr>
          <a:xfrm rot="0">
            <a:off x="11919604" y="38671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88" name="line_087">
            <a:extLst>
              <a:ext uri="{FF2B5EF4-FFF2-40B4-BE49-F238E27FC236}">
                <ns2:creationId id="{90B96168-3CCF-4220-BCB2-6FF6207CD6E6}"/>
              </a:ext>
            </a:extLst>
          </p:cNvPr>
          <p:cNvSpPr>
            <a:spLocks noGrp="1"/>
          </p:cNvSpPr>
          <p:nvPr/>
        </p:nvSpPr>
        <p:spPr>
          <a:xfrm>
            <a:off x="7111346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89" name="line_088">
            <a:extLst>
              <a:ext uri="{FF2B5EF4-FFF2-40B4-BE49-F238E27FC236}">
                <ns2:creationId id="{A201F905-093F-4AC3-9781-564FB0C6D546}"/>
              </a:ext>
            </a:extLst>
          </p:cNvPr>
          <p:cNvSpPr>
            <a:spLocks noGrp="1"/>
          </p:cNvSpPr>
          <p:nvPr/>
        </p:nvSpPr>
        <p:spPr>
          <a:xfrm>
            <a:off x="9635471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90" name="line_089">
            <a:extLst>
              <a:ext uri="{FF2B5EF4-FFF2-40B4-BE49-F238E27FC236}">
                <ns2:creationId id="{F9EDF745-8F54-41DE-B28C-B116443C5E05}"/>
              </a:ext>
            </a:extLst>
          </p:cNvPr>
          <p:cNvSpPr>
            <a:spLocks noGrp="1"/>
          </p:cNvSpPr>
          <p:nvPr/>
        </p:nvSpPr>
        <p:spPr>
          <a:xfrm>
            <a:off x="12110104" y="2457450"/>
            <a:ext cx="95" cy="1352550"/>
          </a:xfrm>
          <a:custGeom>
            <a:pathLst>
              <a:path w="95" h="1352550">
                <a:moveTo>
                  <a:pt x="0" y="0"/>
                </a:moveTo>
                <a:lnTo>
                  <a:pt x="0" y="1352550"/>
                </a:lnTo>
              </a:path>
            </a:pathLst>
          </a:custGeom>
          <a:noFill/>
          <a:ln w="6668">
            <a:solidFill>
              <a:srgbClr val="7B8790"/>
            </a:solidFill>
            <a:prstDash val="dash"/>
          </a:ln>
        </p:spPr>
      </p:sp>
      <p:sp>
        <p:nvSpPr>
          <p:cNvPr id="92" name="text_091">
            <a:extLst>
              <a:ext uri="{FF2B5EF4-FFF2-40B4-BE49-F238E27FC236}">
                <ns2:creationId id="{48A89672-975B-4B59-A5AD-B26D2076358A}"/>
              </a:ext>
            </a:extLst>
          </p:cNvPr>
          <p:cNvSpPr>
            <a:spLocks noGrp="1"/>
          </p:cNvSpPr>
          <p:nvPr/>
        </p:nvSpPr>
        <p:spPr>
          <a:xfrm rot="0">
            <a:off x="8943975" y="40767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(frame)</a:t>
            </a:r>
          </a:p>
        </p:txBody>
      </p:sp>
      <p:pic>
        <p:nvPicPr>
          <p:cNvPr id="93" name="">
            <a:extLst>
              <a:ext uri="{FF2B5EF4-FFF2-40B4-BE49-F238E27FC236}">
                <ns2:creationId id="{0BD3CF15-B0DA-4A6F-ADB5-F41180AA0844}"/>
              </a:ext>
            </a:extLst>
          </p:cNvPr>
          <p:cNvPicPr>
            <a:picLocks noChangeAspect="1"/>
          </p:cNvPicPr>
          <p:nvPr/>
        </p:nvPicPr>
        <p:blipFill>
          <a:blip r:embed="R2b4eca6935d043f3"/>
          <a:stretch/>
        </p:blipFill>
        <p:spPr>
          <a:xfrm>
            <a:off x="4267200" y="4448175"/>
            <a:ext cx="4286250" cy="104775"/>
          </a:xfrm>
          <a:prstGeom prst="rect">
            <a:avLst/>
          </a:prstGeom>
        </p:spPr>
      </p:pic>
      <p:sp>
        <p:nvSpPr>
          <p:cNvPr id="94" name="text_093">
            <a:extLst>
              <a:ext uri="{FF2B5EF4-FFF2-40B4-BE49-F238E27FC236}">
                <ns2:creationId id="{EE407924-CE5A-46D0-8870-B750F9952F96}"/>
              </a:ext>
            </a:extLst>
          </p:cNvPr>
          <p:cNvSpPr>
            <a:spLocks noGrp="1"/>
          </p:cNvSpPr>
          <p:nvPr/>
        </p:nvSpPr>
        <p:spPr>
          <a:xfrm rot="0">
            <a:off x="3943350" y="437197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95" name="line_094">
            <a:extLst>
              <a:ext uri="{FF2B5EF4-FFF2-40B4-BE49-F238E27FC236}">
                <ns2:creationId id="{432781C9-2174-42BD-8D34-B9F944F711AC}"/>
              </a:ext>
            </a:extLst>
          </p:cNvPr>
          <p:cNvSpPr>
            <a:spLocks noGrp="1"/>
          </p:cNvSpPr>
          <p:nvPr/>
        </p:nvSpPr>
        <p:spPr>
          <a:xfrm>
            <a:off x="4272374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96" name="text_095">
            <a:extLst>
              <a:ext uri="{FF2B5EF4-FFF2-40B4-BE49-F238E27FC236}">
                <ns2:creationId id="{61106ADF-1D54-43D6-84A2-2992DD46C7D1}"/>
              </a:ext>
            </a:extLst>
          </p:cNvPr>
          <p:cNvSpPr>
            <a:spLocks noGrp="1"/>
          </p:cNvSpPr>
          <p:nvPr/>
        </p:nvSpPr>
        <p:spPr>
          <a:xfrm rot="0">
            <a:off x="4015199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-20</a:t>
            </a:r>
          </a:p>
        </p:txBody>
      </p:sp>
      <p:sp>
        <p:nvSpPr>
          <p:cNvPr id="97" name="line_096">
            <a:extLst>
              <a:ext uri="{FF2B5EF4-FFF2-40B4-BE49-F238E27FC236}">
                <ns2:creationId id="{160BACE5-0CC5-4E4E-BD09-65A5A767D4C3}"/>
              </a:ext>
            </a:extLst>
          </p:cNvPr>
          <p:cNvSpPr>
            <a:spLocks noGrp="1"/>
          </p:cNvSpPr>
          <p:nvPr/>
        </p:nvSpPr>
        <p:spPr>
          <a:xfrm>
            <a:off x="4948964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98" name="text_097">
            <a:extLst>
              <a:ext uri="{FF2B5EF4-FFF2-40B4-BE49-F238E27FC236}">
                <ns2:creationId id="{AFC1F400-0836-4C52-9CCF-4DCD339F8FAE}"/>
              </a:ext>
            </a:extLst>
          </p:cNvPr>
          <p:cNvSpPr>
            <a:spLocks noGrp="1"/>
          </p:cNvSpPr>
          <p:nvPr/>
        </p:nvSpPr>
        <p:spPr>
          <a:xfrm rot="0">
            <a:off x="4691789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99" name="line_098">
            <a:extLst>
              <a:ext uri="{FF2B5EF4-FFF2-40B4-BE49-F238E27FC236}">
                <ns2:creationId id="{6CECF6E9-A2BE-48C5-AB57-2A53E5900B5C}"/>
              </a:ext>
            </a:extLst>
          </p:cNvPr>
          <p:cNvSpPr>
            <a:spLocks noGrp="1"/>
          </p:cNvSpPr>
          <p:nvPr/>
        </p:nvSpPr>
        <p:spPr>
          <a:xfrm>
            <a:off x="5832500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0" name="text_099">
            <a:extLst>
              <a:ext uri="{FF2B5EF4-FFF2-40B4-BE49-F238E27FC236}">
                <ns2:creationId id="{5690B890-D894-4D1F-8415-2A55AA10C254}"/>
              </a:ext>
            </a:extLst>
          </p:cNvPr>
          <p:cNvSpPr>
            <a:spLocks noGrp="1"/>
          </p:cNvSpPr>
          <p:nvPr/>
        </p:nvSpPr>
        <p:spPr>
          <a:xfrm rot="0">
            <a:off x="5575325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-0.02</a:t>
            </a:r>
          </a:p>
        </p:txBody>
      </p:sp>
      <p:sp>
        <p:nvSpPr>
          <p:cNvPr id="101" name="line_100">
            <a:extLst>
              <a:ext uri="{FF2B5EF4-FFF2-40B4-BE49-F238E27FC236}">
                <ns2:creationId id="{627E54DE-B44B-4134-BAD8-997D867164B2}"/>
              </a:ext>
            </a:extLst>
          </p:cNvPr>
          <p:cNvSpPr>
            <a:spLocks noGrp="1"/>
          </p:cNvSpPr>
          <p:nvPr/>
        </p:nvSpPr>
        <p:spPr>
          <a:xfrm>
            <a:off x="6410325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2" name="text_101">
            <a:extLst>
              <a:ext uri="{FF2B5EF4-FFF2-40B4-BE49-F238E27FC236}">
                <ns2:creationId id="{30448FC9-BDEC-4AC5-84B3-360CC07A55A6}"/>
              </a:ext>
            </a:extLst>
          </p:cNvPr>
          <p:cNvSpPr>
            <a:spLocks noGrp="1"/>
          </p:cNvSpPr>
          <p:nvPr/>
        </p:nvSpPr>
        <p:spPr>
          <a:xfrm rot="0">
            <a:off x="6153150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3" name="line_102">
            <a:extLst>
              <a:ext uri="{FF2B5EF4-FFF2-40B4-BE49-F238E27FC236}">
                <ns2:creationId id="{588645EF-3FD6-4DDF-860C-AF7241A3B60D}"/>
              </a:ext>
            </a:extLst>
          </p:cNvPr>
          <p:cNvSpPr>
            <a:spLocks noGrp="1"/>
          </p:cNvSpPr>
          <p:nvPr/>
        </p:nvSpPr>
        <p:spPr>
          <a:xfrm>
            <a:off x="6988150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4" name="text_103">
            <a:extLst>
              <a:ext uri="{FF2B5EF4-FFF2-40B4-BE49-F238E27FC236}">
                <ns2:creationId id="{D3C2A28E-FA25-4B67-BA73-71E1F71F61C6}"/>
              </a:ext>
            </a:extLst>
          </p:cNvPr>
          <p:cNvSpPr>
            <a:spLocks noGrp="1"/>
          </p:cNvSpPr>
          <p:nvPr/>
        </p:nvSpPr>
        <p:spPr>
          <a:xfrm rot="0">
            <a:off x="6730975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105" name="line_104">
            <a:extLst>
              <a:ext uri="{FF2B5EF4-FFF2-40B4-BE49-F238E27FC236}">
                <ns2:creationId id="{FD22DC22-D361-49CC-8DF9-5F78CB46B712}"/>
              </a:ext>
            </a:extLst>
          </p:cNvPr>
          <p:cNvSpPr>
            <a:spLocks noGrp="1"/>
          </p:cNvSpPr>
          <p:nvPr/>
        </p:nvSpPr>
        <p:spPr>
          <a:xfrm>
            <a:off x="7871686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6" name="text_105">
            <a:extLst>
              <a:ext uri="{FF2B5EF4-FFF2-40B4-BE49-F238E27FC236}">
                <ns2:creationId id="{0F605BAF-A6C3-453A-9ABE-D1D210D83BB9}"/>
              </a:ext>
            </a:extLst>
          </p:cNvPr>
          <p:cNvSpPr>
            <a:spLocks noGrp="1"/>
          </p:cNvSpPr>
          <p:nvPr/>
        </p:nvSpPr>
        <p:spPr>
          <a:xfrm rot="0">
            <a:off x="7614511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7" name="line_106">
            <a:extLst>
              <a:ext uri="{FF2B5EF4-FFF2-40B4-BE49-F238E27FC236}">
                <ns2:creationId id="{C7074AED-0C7A-4EB5-94B7-00BDD40E59B7}"/>
              </a:ext>
            </a:extLst>
          </p:cNvPr>
          <p:cNvSpPr>
            <a:spLocks noGrp="1"/>
          </p:cNvSpPr>
          <p:nvPr/>
        </p:nvSpPr>
        <p:spPr>
          <a:xfrm>
            <a:off x="8548276" y="4552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08" name="text_107">
            <a:extLst>
              <a:ext uri="{FF2B5EF4-FFF2-40B4-BE49-F238E27FC236}">
                <ns2:creationId id="{A98E53D8-175A-43DF-A5A8-0D3B49890C19}"/>
              </a:ext>
            </a:extLst>
          </p:cNvPr>
          <p:cNvSpPr>
            <a:spLocks noGrp="1"/>
          </p:cNvSpPr>
          <p:nvPr/>
        </p:nvSpPr>
        <p:spPr>
          <a:xfrm rot="0">
            <a:off x="8291101" y="46101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0" name="text_109">
            <a:extLst>
              <a:ext uri="{FF2B5EF4-FFF2-40B4-BE49-F238E27FC236}">
                <ns2:creationId id="{475B1609-9660-4BF5-835D-9C095C6AF0AF}"/>
              </a:ext>
            </a:extLst>
          </p:cNvPr>
          <p:cNvSpPr>
            <a:spLocks noGrp="1"/>
          </p:cNvSpPr>
          <p:nvPr/>
        </p:nvSpPr>
        <p:spPr>
          <a:xfrm rot="0">
            <a:off x="190500" y="5153025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(e) Three-dimensional source fields</a:t>
            </a:r>
          </a:p>
        </p:txBody>
      </p:sp>
      <p:sp>
        <p:nvSpPr>
          <p:cNvPr id="112" name="text_111">
            <a:extLst>
              <a:ext uri="{FF2B5EF4-FFF2-40B4-BE49-F238E27FC236}">
                <ns2:creationId id="{6A606AA3-4C75-4940-9AFB-82B3BFDF77E1}"/>
              </a:ext>
            </a:extLst>
          </p:cNvPr>
          <p:cNvSpPr>
            <a:spLocks noGrp="1"/>
          </p:cNvSpPr>
          <p:nvPr/>
        </p:nvSpPr>
        <p:spPr>
          <a:xfrm rot="0">
            <a:off x="171450" y="54006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0</a:t>
            </a:r>
          </a:p>
        </p:txBody>
      </p:sp>
      <p:pic>
        <p:nvPicPr>
          <p:cNvPr id="113" name="">
            <a:extLst>
              <a:ext uri="{FF2B5EF4-FFF2-40B4-BE49-F238E27FC236}">
                <ns2:creationId id="{07A7D8B4-CBA3-4965-B8BD-15AFA6AF8F92}"/>
              </a:ext>
            </a:extLst>
          </p:cNvPr>
          <p:cNvPicPr>
            <a:picLocks noChangeAspect="1"/>
          </p:cNvPicPr>
          <p:nvPr/>
        </p:nvPicPr>
        <p:blipFill>
          <a:blip r:embed="R17bff3a3749c4f88"/>
          <a:stretch/>
        </p:blipFill>
        <p:spPr>
          <a:xfrm>
            <a:off x="171450" y="5581650"/>
            <a:ext cx="4000500" cy="2280285"/>
          </a:xfrm>
          <a:prstGeom prst="rect">
            <a:avLst/>
          </a:prstGeom>
        </p:spPr>
      </p:pic>
      <p:sp>
        <p:nvSpPr>
          <p:cNvPr id="114" name="Cylinder_f0_domain_edge_0_1">
            <a:extLst>
              <a:ext uri="{FF2B5EF4-FFF2-40B4-BE49-F238E27FC236}">
                <ns2:creationId id="{24F8A28C-AB81-4D5B-AFF1-9DE2DE6D15C2}"/>
              </a:ext>
            </a:extLst>
          </p:cNvPr>
          <p:cNvSpPr>
            <a:spLocks noGrp="1"/>
          </p:cNvSpPr>
          <p:nvPr/>
        </p:nvSpPr>
        <p:spPr>
          <a:xfrm>
            <a:off x="932549" y="634836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5" name="Cylinder_f0_domain_edge_0_2">
            <a:extLst>
              <a:ext uri="{FF2B5EF4-FFF2-40B4-BE49-F238E27FC236}">
                <ns2:creationId id="{91EB6341-5CDE-4CB4-9837-6AD973E7B09E}"/>
              </a:ext>
            </a:extLst>
          </p:cNvPr>
          <p:cNvSpPr>
            <a:spLocks noGrp="1"/>
          </p:cNvSpPr>
          <p:nvPr/>
        </p:nvSpPr>
        <p:spPr>
          <a:xfrm>
            <a:off x="932549" y="66531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6" name="Cylinder_f0_domain_edge_0_4">
            <a:extLst>
              <a:ext uri="{FF2B5EF4-FFF2-40B4-BE49-F238E27FC236}">
                <ns2:creationId id="{5D2D0068-C078-4B36-ADCB-742D012ACE5D}"/>
              </a:ext>
            </a:extLst>
          </p:cNvPr>
          <p:cNvSpPr>
            <a:spLocks noGrp="1"/>
          </p:cNvSpPr>
          <p:nvPr/>
        </p:nvSpPr>
        <p:spPr>
          <a:xfrm>
            <a:off x="932549" y="69438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7" name="Cylinder_f0_domain_edge_1_3">
            <a:extLst>
              <a:ext uri="{FF2B5EF4-FFF2-40B4-BE49-F238E27FC236}">
                <ns2:creationId id="{ABF81A1D-4F5D-466B-9A4B-E7EE95130AC0}"/>
              </a:ext>
            </a:extLst>
          </p:cNvPr>
          <p:cNvSpPr>
            <a:spLocks noGrp="1"/>
          </p:cNvSpPr>
          <p:nvPr/>
        </p:nvSpPr>
        <p:spPr>
          <a:xfrm>
            <a:off x="932549" y="60576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8" name="Cylinder_f0_domain_edge_1_5">
            <a:extLst>
              <a:ext uri="{FF2B5EF4-FFF2-40B4-BE49-F238E27FC236}">
                <ns2:creationId id="{6EE3CD32-D7E0-429C-B725-B08193BED29A}"/>
              </a:ext>
            </a:extLst>
          </p:cNvPr>
          <p:cNvSpPr>
            <a:spLocks noGrp="1"/>
          </p:cNvSpPr>
          <p:nvPr/>
        </p:nvSpPr>
        <p:spPr>
          <a:xfrm>
            <a:off x="932549" y="63483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19" name="Cylinder_f0_domain_edge_2_3">
            <a:extLst>
              <a:ext uri="{FF2B5EF4-FFF2-40B4-BE49-F238E27FC236}">
                <ns2:creationId id="{49FD129A-384F-475F-AA9B-F4F6FA2A2A56}"/>
              </a:ext>
            </a:extLst>
          </p:cNvPr>
          <p:cNvSpPr>
            <a:spLocks noGrp="1"/>
          </p:cNvSpPr>
          <p:nvPr/>
        </p:nvSpPr>
        <p:spPr>
          <a:xfrm>
            <a:off x="1294461" y="6057627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0" name="Cylinder_f0_domain_edge_2_6">
            <a:extLst>
              <a:ext uri="{FF2B5EF4-FFF2-40B4-BE49-F238E27FC236}">
                <ns2:creationId id="{53F9C68E-FE3F-4B9C-AFE2-266E368B1201}"/>
              </a:ext>
            </a:extLst>
          </p:cNvPr>
          <p:cNvSpPr>
            <a:spLocks noGrp="1"/>
          </p:cNvSpPr>
          <p:nvPr/>
        </p:nvSpPr>
        <p:spPr>
          <a:xfrm>
            <a:off x="1294461" y="66531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1" name="Cylinder_f0_domain_edge_3_7">
            <a:extLst>
              <a:ext uri="{FF2B5EF4-FFF2-40B4-BE49-F238E27FC236}">
                <ns2:creationId id="{0030D258-E735-499B-97F6-479FF8AC338B}"/>
              </a:ext>
            </a:extLst>
          </p:cNvPr>
          <p:cNvSpPr>
            <a:spLocks noGrp="1"/>
          </p:cNvSpPr>
          <p:nvPr/>
        </p:nvSpPr>
        <p:spPr>
          <a:xfrm>
            <a:off x="1294461" y="60576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2" name="Cylinder_f0_domain_edge_4_5">
            <a:extLst>
              <a:ext uri="{FF2B5EF4-FFF2-40B4-BE49-F238E27FC236}">
                <ns2:creationId id="{6AF3B197-1634-42D9-B045-EB75D9F8A00B}"/>
              </a:ext>
            </a:extLst>
          </p:cNvPr>
          <p:cNvSpPr>
            <a:spLocks noGrp="1"/>
          </p:cNvSpPr>
          <p:nvPr/>
        </p:nvSpPr>
        <p:spPr>
          <a:xfrm>
            <a:off x="3110568" y="672882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3" name="Cylinder_f0_domain_edge_4_6">
            <a:extLst>
              <a:ext uri="{FF2B5EF4-FFF2-40B4-BE49-F238E27FC236}">
                <ns2:creationId id="{E366F8FA-8213-419E-97D1-D153A1331658}"/>
              </a:ext>
            </a:extLst>
          </p:cNvPr>
          <p:cNvSpPr>
            <a:spLocks noGrp="1"/>
          </p:cNvSpPr>
          <p:nvPr/>
        </p:nvSpPr>
        <p:spPr>
          <a:xfrm>
            <a:off x="3110568" y="70335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4" name="Cylinder_f0_domain_edge_5_7">
            <a:extLst>
              <a:ext uri="{FF2B5EF4-FFF2-40B4-BE49-F238E27FC236}">
                <ns2:creationId id="{F26C717A-9208-4272-891B-FE1E433ABB42}"/>
              </a:ext>
            </a:extLst>
          </p:cNvPr>
          <p:cNvSpPr>
            <a:spLocks noGrp="1"/>
          </p:cNvSpPr>
          <p:nvPr/>
        </p:nvSpPr>
        <p:spPr>
          <a:xfrm>
            <a:off x="3110568" y="64380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5" name="Cylinder_f0_domain_edge_6_7">
            <a:extLst>
              <a:ext uri="{FF2B5EF4-FFF2-40B4-BE49-F238E27FC236}">
                <ns2:creationId id="{1558EC07-4693-44AA-802C-865EE08DC09C}"/>
              </a:ext>
            </a:extLst>
          </p:cNvPr>
          <p:cNvSpPr>
            <a:spLocks noGrp="1"/>
          </p:cNvSpPr>
          <p:nvPr/>
        </p:nvSpPr>
        <p:spPr>
          <a:xfrm>
            <a:off x="3472480" y="643808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6" name="text_125">
            <a:extLst>
              <a:ext uri="{FF2B5EF4-FFF2-40B4-BE49-F238E27FC236}">
                <ns2:creationId id="{5F804E2E-7606-483C-8FBD-181752C403A7}"/>
              </a:ext>
            </a:extLst>
          </p:cNvPr>
          <p:cNvSpPr>
            <a:spLocks noGrp="1"/>
          </p:cNvSpPr>
          <p:nvPr/>
        </p:nvSpPr>
        <p:spPr>
          <a:xfrm rot="0">
            <a:off x="4400550" y="54006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51</a:t>
            </a:r>
          </a:p>
        </p:txBody>
      </p:sp>
      <p:pic>
        <p:nvPicPr>
          <p:cNvPr id="127" name="">
            <a:extLst>
              <a:ext uri="{FF2B5EF4-FFF2-40B4-BE49-F238E27FC236}">
                <ns2:creationId id="{7B64B92A-DDA6-43F9-9B00-D181BB0D9A4F}"/>
              </a:ext>
            </a:extLst>
          </p:cNvPr>
          <p:cNvPicPr>
            <a:picLocks noChangeAspect="1"/>
          </p:cNvPicPr>
          <p:nvPr/>
        </p:nvPicPr>
        <p:blipFill>
          <a:blip r:embed="Re4e1a71f2c4345da"/>
          <a:stretch/>
        </p:blipFill>
        <p:spPr>
          <a:xfrm>
            <a:off x="4400550" y="5581650"/>
            <a:ext cx="4000500" cy="2280285"/>
          </a:xfrm>
          <a:prstGeom prst="rect">
            <a:avLst/>
          </a:prstGeom>
        </p:spPr>
      </p:pic>
      <p:sp>
        <p:nvSpPr>
          <p:cNvPr id="128" name="Cylinder_f51_domain_edge_0_1">
            <a:extLst>
              <a:ext uri="{FF2B5EF4-FFF2-40B4-BE49-F238E27FC236}">
                <ns2:creationId id="{1691E4EF-3268-4585-B2CD-BE38C7E27FB7}"/>
              </a:ext>
            </a:extLst>
          </p:cNvPr>
          <p:cNvSpPr>
            <a:spLocks noGrp="1"/>
          </p:cNvSpPr>
          <p:nvPr/>
        </p:nvSpPr>
        <p:spPr>
          <a:xfrm>
            <a:off x="5161649" y="634836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29" name="Cylinder_f51_domain_edge_0_2">
            <a:extLst>
              <a:ext uri="{FF2B5EF4-FFF2-40B4-BE49-F238E27FC236}">
                <ns2:creationId id="{D6E2A6C7-1879-49CC-8B36-C2F00A5C7063}"/>
              </a:ext>
            </a:extLst>
          </p:cNvPr>
          <p:cNvSpPr>
            <a:spLocks noGrp="1"/>
          </p:cNvSpPr>
          <p:nvPr/>
        </p:nvSpPr>
        <p:spPr>
          <a:xfrm>
            <a:off x="5161649" y="66531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0" name="Cylinder_f51_domain_edge_0_4">
            <a:extLst>
              <a:ext uri="{FF2B5EF4-FFF2-40B4-BE49-F238E27FC236}">
                <ns2:creationId id="{11332E88-0413-4A5B-BA07-D15974F6C0BC}"/>
              </a:ext>
            </a:extLst>
          </p:cNvPr>
          <p:cNvSpPr>
            <a:spLocks noGrp="1"/>
          </p:cNvSpPr>
          <p:nvPr/>
        </p:nvSpPr>
        <p:spPr>
          <a:xfrm>
            <a:off x="5161649" y="69438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1" name="Cylinder_f51_domain_edge_1_3">
            <a:extLst>
              <a:ext uri="{FF2B5EF4-FFF2-40B4-BE49-F238E27FC236}">
                <ns2:creationId id="{A3254D56-6B45-473E-8E47-45BC25D22CB0}"/>
              </a:ext>
            </a:extLst>
          </p:cNvPr>
          <p:cNvSpPr>
            <a:spLocks noGrp="1"/>
          </p:cNvSpPr>
          <p:nvPr/>
        </p:nvSpPr>
        <p:spPr>
          <a:xfrm>
            <a:off x="5161649" y="60576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2" name="Cylinder_f51_domain_edge_1_5">
            <a:extLst>
              <a:ext uri="{FF2B5EF4-FFF2-40B4-BE49-F238E27FC236}">
                <ns2:creationId id="{19458D38-7D89-4103-BB71-FFB4D8272810}"/>
              </a:ext>
            </a:extLst>
          </p:cNvPr>
          <p:cNvSpPr>
            <a:spLocks noGrp="1"/>
          </p:cNvSpPr>
          <p:nvPr/>
        </p:nvSpPr>
        <p:spPr>
          <a:xfrm>
            <a:off x="5161649" y="63483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3" name="Cylinder_f51_domain_edge_2_3">
            <a:extLst>
              <a:ext uri="{FF2B5EF4-FFF2-40B4-BE49-F238E27FC236}">
                <ns2:creationId id="{D9838F9F-00A9-4A94-AE63-00F7C816981A}"/>
              </a:ext>
            </a:extLst>
          </p:cNvPr>
          <p:cNvSpPr>
            <a:spLocks noGrp="1"/>
          </p:cNvSpPr>
          <p:nvPr/>
        </p:nvSpPr>
        <p:spPr>
          <a:xfrm>
            <a:off x="5523561" y="6057627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4" name="Cylinder_f51_domain_edge_2_6">
            <a:extLst>
              <a:ext uri="{FF2B5EF4-FFF2-40B4-BE49-F238E27FC236}">
                <ns2:creationId id="{49D0F9F4-DD09-4A4B-BCC5-8507A9ACFAD4}"/>
              </a:ext>
            </a:extLst>
          </p:cNvPr>
          <p:cNvSpPr>
            <a:spLocks noGrp="1"/>
          </p:cNvSpPr>
          <p:nvPr/>
        </p:nvSpPr>
        <p:spPr>
          <a:xfrm>
            <a:off x="5523561" y="66531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5" name="Cylinder_f51_domain_edge_3_7">
            <a:extLst>
              <a:ext uri="{FF2B5EF4-FFF2-40B4-BE49-F238E27FC236}">
                <ns2:creationId id="{09DA81C3-3AEA-4B57-A7B0-76BCC04451C0}"/>
              </a:ext>
            </a:extLst>
          </p:cNvPr>
          <p:cNvSpPr>
            <a:spLocks noGrp="1"/>
          </p:cNvSpPr>
          <p:nvPr/>
        </p:nvSpPr>
        <p:spPr>
          <a:xfrm>
            <a:off x="5523561" y="60576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6" name="Cylinder_f51_domain_edge_4_5">
            <a:extLst>
              <a:ext uri="{FF2B5EF4-FFF2-40B4-BE49-F238E27FC236}">
                <ns2:creationId id="{014904AA-3ED1-4FC0-A9A3-EA8C964DB33D}"/>
              </a:ext>
            </a:extLst>
          </p:cNvPr>
          <p:cNvSpPr>
            <a:spLocks noGrp="1"/>
          </p:cNvSpPr>
          <p:nvPr/>
        </p:nvSpPr>
        <p:spPr>
          <a:xfrm>
            <a:off x="7339668" y="672882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7" name="Cylinder_f51_domain_edge_4_6">
            <a:extLst>
              <a:ext uri="{FF2B5EF4-FFF2-40B4-BE49-F238E27FC236}">
                <ns2:creationId id="{D0DA17B3-64D3-4EB7-BC5A-58BAAA83AA7C}"/>
              </a:ext>
            </a:extLst>
          </p:cNvPr>
          <p:cNvSpPr>
            <a:spLocks noGrp="1"/>
          </p:cNvSpPr>
          <p:nvPr/>
        </p:nvSpPr>
        <p:spPr>
          <a:xfrm>
            <a:off x="7339668" y="70335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8" name="Cylinder_f51_domain_edge_5_7">
            <a:extLst>
              <a:ext uri="{FF2B5EF4-FFF2-40B4-BE49-F238E27FC236}">
                <ns2:creationId id="{11E2FF85-84F0-4F6F-A61A-F0002DBFEAFA}"/>
              </a:ext>
            </a:extLst>
          </p:cNvPr>
          <p:cNvSpPr>
            <a:spLocks noGrp="1"/>
          </p:cNvSpPr>
          <p:nvPr/>
        </p:nvSpPr>
        <p:spPr>
          <a:xfrm>
            <a:off x="7339668" y="64380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39" name="Cylinder_f51_domain_edge_6_7">
            <a:extLst>
              <a:ext uri="{FF2B5EF4-FFF2-40B4-BE49-F238E27FC236}">
                <ns2:creationId id="{30823C00-B782-49B7-9993-2D683A25E170}"/>
              </a:ext>
            </a:extLst>
          </p:cNvPr>
          <p:cNvSpPr>
            <a:spLocks noGrp="1"/>
          </p:cNvSpPr>
          <p:nvPr/>
        </p:nvSpPr>
        <p:spPr>
          <a:xfrm>
            <a:off x="7701580" y="643808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0" name="text_139">
            <a:extLst>
              <a:ext uri="{FF2B5EF4-FFF2-40B4-BE49-F238E27FC236}">
                <ns2:creationId id="{7CC19156-4517-4E6E-A6D4-AFCB8CCF17E1}"/>
              </a:ext>
            </a:extLst>
          </p:cNvPr>
          <p:cNvSpPr>
            <a:spLocks noGrp="1"/>
          </p:cNvSpPr>
          <p:nvPr/>
        </p:nvSpPr>
        <p:spPr>
          <a:xfrm rot="0">
            <a:off x="8629650" y="54006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101</a:t>
            </a:r>
          </a:p>
        </p:txBody>
      </p:sp>
      <p:pic>
        <p:nvPicPr>
          <p:cNvPr id="141" name="">
            <a:extLst>
              <a:ext uri="{FF2B5EF4-FFF2-40B4-BE49-F238E27FC236}">
                <ns2:creationId id="{51B55DE2-3E67-44FF-BB19-9CD98481F8F9}"/>
              </a:ext>
            </a:extLst>
          </p:cNvPr>
          <p:cNvPicPr>
            <a:picLocks noChangeAspect="1"/>
          </p:cNvPicPr>
          <p:nvPr/>
        </p:nvPicPr>
        <p:blipFill>
          <a:blip r:embed="R64c7f2824b0b4d00"/>
          <a:stretch/>
        </p:blipFill>
        <p:spPr>
          <a:xfrm>
            <a:off x="8629650" y="5581650"/>
            <a:ext cx="4000500" cy="2280285"/>
          </a:xfrm>
          <a:prstGeom prst="rect">
            <a:avLst/>
          </a:prstGeom>
        </p:spPr>
      </p:pic>
      <p:sp>
        <p:nvSpPr>
          <p:cNvPr id="142" name="Cylinder_f101_domain_edge_0_1">
            <a:extLst>
              <a:ext uri="{FF2B5EF4-FFF2-40B4-BE49-F238E27FC236}">
                <ns2:creationId id="{DE253973-A7D8-4B33-9933-A80F8D4A0712}"/>
              </a:ext>
            </a:extLst>
          </p:cNvPr>
          <p:cNvSpPr>
            <a:spLocks noGrp="1"/>
          </p:cNvSpPr>
          <p:nvPr/>
        </p:nvSpPr>
        <p:spPr>
          <a:xfrm>
            <a:off x="9390749" y="634836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3" name="Cylinder_f101_domain_edge_0_2">
            <a:extLst>
              <a:ext uri="{FF2B5EF4-FFF2-40B4-BE49-F238E27FC236}">
                <ns2:creationId id="{4D2C84F0-8A29-43DD-A704-C8FE1B862F5B}"/>
              </a:ext>
            </a:extLst>
          </p:cNvPr>
          <p:cNvSpPr>
            <a:spLocks noGrp="1"/>
          </p:cNvSpPr>
          <p:nvPr/>
        </p:nvSpPr>
        <p:spPr>
          <a:xfrm>
            <a:off x="9390749" y="66531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4" name="Cylinder_f101_domain_edge_0_4">
            <a:extLst>
              <a:ext uri="{FF2B5EF4-FFF2-40B4-BE49-F238E27FC236}">
                <ns2:creationId id="{5535D498-7159-47BC-9630-CBB34231BA73}"/>
              </a:ext>
            </a:extLst>
          </p:cNvPr>
          <p:cNvSpPr>
            <a:spLocks noGrp="1"/>
          </p:cNvSpPr>
          <p:nvPr/>
        </p:nvSpPr>
        <p:spPr>
          <a:xfrm>
            <a:off x="9390749" y="69438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5" name="Cylinder_f101_domain_edge_1_3">
            <a:extLst>
              <a:ext uri="{FF2B5EF4-FFF2-40B4-BE49-F238E27FC236}">
                <ns2:creationId id="{CF2ABA1A-9CEE-4B01-B046-76EDCCE013D2}"/>
              </a:ext>
            </a:extLst>
          </p:cNvPr>
          <p:cNvSpPr>
            <a:spLocks noGrp="1"/>
          </p:cNvSpPr>
          <p:nvPr/>
        </p:nvSpPr>
        <p:spPr>
          <a:xfrm>
            <a:off x="9390749" y="6057627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6" name="Cylinder_f101_domain_edge_1_5">
            <a:extLst>
              <a:ext uri="{FF2B5EF4-FFF2-40B4-BE49-F238E27FC236}">
                <ns2:creationId id="{4787266F-A46A-4B43-BE9F-D82892721A9E}"/>
              </a:ext>
            </a:extLst>
          </p:cNvPr>
          <p:cNvSpPr>
            <a:spLocks noGrp="1"/>
          </p:cNvSpPr>
          <p:nvPr/>
        </p:nvSpPr>
        <p:spPr>
          <a:xfrm>
            <a:off x="9390749" y="6348368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7" name="Cylinder_f101_domain_edge_2_3">
            <a:extLst>
              <a:ext uri="{FF2B5EF4-FFF2-40B4-BE49-F238E27FC236}">
                <ns2:creationId id="{3E87F0D9-FF23-43AA-A3F4-50238D14D609}"/>
              </a:ext>
            </a:extLst>
          </p:cNvPr>
          <p:cNvSpPr>
            <a:spLocks noGrp="1"/>
          </p:cNvSpPr>
          <p:nvPr/>
        </p:nvSpPr>
        <p:spPr>
          <a:xfrm>
            <a:off x="9752661" y="6057627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8" name="Cylinder_f101_domain_edge_2_6">
            <a:extLst>
              <a:ext uri="{FF2B5EF4-FFF2-40B4-BE49-F238E27FC236}">
                <ns2:creationId id="{97E1FA8A-6B1C-4092-ADDA-EB564C3B1AF0}"/>
              </a:ext>
            </a:extLst>
          </p:cNvPr>
          <p:cNvSpPr>
            <a:spLocks noGrp="1"/>
          </p:cNvSpPr>
          <p:nvPr/>
        </p:nvSpPr>
        <p:spPr>
          <a:xfrm>
            <a:off x="9752661" y="66531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49" name="Cylinder_f101_domain_edge_3_7">
            <a:extLst>
              <a:ext uri="{FF2B5EF4-FFF2-40B4-BE49-F238E27FC236}">
                <ns2:creationId id="{A5841936-903E-4AC3-ADEA-583DB65B65CF}"/>
              </a:ext>
            </a:extLst>
          </p:cNvPr>
          <p:cNvSpPr>
            <a:spLocks noGrp="1"/>
          </p:cNvSpPr>
          <p:nvPr/>
        </p:nvSpPr>
        <p:spPr>
          <a:xfrm>
            <a:off x="9752661" y="6057627"/>
            <a:ext cx="2178019" cy="380460"/>
          </a:xfrm>
          <a:custGeom>
            <a:pathLst>
              <a:path w="2178019" h="380460">
                <a:moveTo>
                  <a:pt x="0" y="0"/>
                </a:moveTo>
                <a:lnTo>
                  <a:pt x="2178019" y="38046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0" name="Cylinder_f101_domain_edge_4_5">
            <a:extLst>
              <a:ext uri="{FF2B5EF4-FFF2-40B4-BE49-F238E27FC236}">
                <ns2:creationId id="{60F12967-32DC-4590-94CE-702DED6207A0}"/>
              </a:ext>
            </a:extLst>
          </p:cNvPr>
          <p:cNvSpPr>
            <a:spLocks noGrp="1"/>
          </p:cNvSpPr>
          <p:nvPr/>
        </p:nvSpPr>
        <p:spPr>
          <a:xfrm>
            <a:off x="11568768" y="672882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1" name="Cylinder_f101_domain_edge_4_6">
            <a:extLst>
              <a:ext uri="{FF2B5EF4-FFF2-40B4-BE49-F238E27FC236}">
                <ns2:creationId id="{694381F9-3FA8-411E-85B2-996AF5FD3868}"/>
              </a:ext>
            </a:extLst>
          </p:cNvPr>
          <p:cNvSpPr>
            <a:spLocks noGrp="1"/>
          </p:cNvSpPr>
          <p:nvPr/>
        </p:nvSpPr>
        <p:spPr>
          <a:xfrm>
            <a:off x="11568768" y="70335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2" name="Cylinder_f101_domain_edge_5_7">
            <a:extLst>
              <a:ext uri="{FF2B5EF4-FFF2-40B4-BE49-F238E27FC236}">
                <ns2:creationId id="{54EA9FD9-9AFB-4D74-9A22-0DD6CC1EB5F9}"/>
              </a:ext>
            </a:extLst>
          </p:cNvPr>
          <p:cNvSpPr>
            <a:spLocks noGrp="1"/>
          </p:cNvSpPr>
          <p:nvPr/>
        </p:nvSpPr>
        <p:spPr>
          <a:xfrm>
            <a:off x="11568768" y="6438088"/>
            <a:ext cx="361912" cy="290741"/>
          </a:xfrm>
          <a:custGeom>
            <a:pathLst>
              <a:path w="361912" h="290741">
                <a:moveTo>
                  <a:pt x="0" y="290741"/>
                </a:moveTo>
                <a:lnTo>
                  <a:pt x="361912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  <p:sp>
        <p:nvSpPr>
          <p:cNvPr id="153" name="Cylinder_f101_domain_edge_6_7">
            <a:extLst>
              <a:ext uri="{FF2B5EF4-FFF2-40B4-BE49-F238E27FC236}">
                <ns2:creationId id="{4A9B221A-4A68-42E8-AA88-E2EBE55C01AF}"/>
              </a:ext>
            </a:extLst>
          </p:cNvPr>
          <p:cNvSpPr>
            <a:spLocks noGrp="1"/>
          </p:cNvSpPr>
          <p:nvPr/>
        </p:nvSpPr>
        <p:spPr>
          <a:xfrm>
            <a:off x="11930680" y="6438088"/>
            <a:ext cx="95" cy="595500"/>
          </a:xfrm>
          <a:custGeom>
            <a:pathLst>
              <a:path w="95" h="595500">
                <a:moveTo>
                  <a:pt x="0" y="595500"/>
                </a:moveTo>
                <a:lnTo>
                  <a:pt x="0" y="0"/>
                </a:lnTo>
              </a:path>
            </a:pathLst>
          </a:custGeom>
          <a:noFill/>
          <a:ln w="8573">
            <a:solidFill>
              <a:srgbClr val="9AA6AE"/>
            </a:solidFill>
            <a:prstDash val="solid"/>
          </a:ln>
        </p:spPr>
      </p:sp>
    </p:spTree>
    <p:extLst>
      <p:ext uri="{BB962C8B-B14F-4D97-AF65-F5344CB8AC3E}">
        <ns4:creationId val="1422236694"/>
      </p:ext>
    </p:extLst>
  </p:cSld>
</p:sld>
</file>

<file path=ppt/main_figures/Fig18/ppt/tableStyles.xml><?xml version="1.0" encoding="utf-8"?>
<a:tblStyleLst xmlns:a="http://schemas.openxmlformats.org/drawingml/2006/main" def="{5C22544A-7EE6-4342-B048-85BDC9FD1C3A}"/>
</file>

<file path=ppt/main_figures/Fig18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2d6b1d38aa52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150fae0a400f4add" /><Relationship Type="http://schemas.openxmlformats.org/officeDocument/2006/relationships/notesMaster" Target="/ppt/notesMasters/notesMaster1.xml" Id="R91303072b2724e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/Users/lele/Desktop/MergeTreeMaps/.codex-build/unified-style-20261021/backup/latex/figures/rgmtm_linked_cases.pdf. Retained scientific observations and plotting coordinates.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924aa5eacba4fd7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5a3d93082a9441f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3c41a20b5b7741d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6d2504814849482a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3cbf74eeea5d4f62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e71292d10813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1BE63-1A2B-46FE-B02E-E6BCE8CF6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68840"/>
            <a:ext cx="10241280" cy="982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5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4174A5-B56D-4DC5-BD2D-3285014D19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739929"/>
            <a:ext cx="8961120" cy="75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50B82C-8AD1-4F7F-9672-4449CA007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833279"/>
            <a:ext cx="10241280" cy="113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6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0F519E-60F5-4FFE-9106-1663C18AB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90F8B3-F6E9-40D0-821B-348BE01E5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1136142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8A88E3-4DD9-4E85-85DB-DDC136260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A2678-1BD0-46CF-8E3C-A974E6203A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D18DF9-33DC-42CB-9259-5E6B42485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08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751E6-CA1C-46BE-A0B5-B9EB1280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28879"/>
            <a:ext cx="11361420" cy="831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D41F58-A17E-487E-91AF-7C2A3700E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88853"/>
            <a:ext cx="5280660" cy="423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666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28879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109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33312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35528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37745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39961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42177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44394" indent="-226662" algn="l">
              <a:lnSpc>
                <a:spcPct val="110000"/>
              </a:lnSpc>
              <a:spcBef>
                <a:spcPts val="0"/>
              </a:spcBef>
              <a:spcAft>
                <a:spcPts val="1190"/>
              </a:spcAft>
              <a:buChar char="•"/>
              <a:defRPr sz="22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230810cb0214982" /><Relationship Type="http://schemas.openxmlformats.org/officeDocument/2006/relationships/slideLayout" Target="/ppt/slideLayouts/slideLayout1.xml" Id="R00b00ae92b0840df" /><Relationship Type="http://schemas.openxmlformats.org/officeDocument/2006/relationships/slideLayout" Target="/ppt/slideLayouts/slideLayout2.xml" Id="R8bb133a799af4842" /><Relationship Type="http://schemas.openxmlformats.org/officeDocument/2006/relationships/slideLayout" Target="/ppt/slideLayouts/slideLayout3.xml" Id="Ra96a80e14c44458d" /><Relationship Type="http://schemas.openxmlformats.org/officeDocument/2006/relationships/slideLayout" Target="/ppt/slideLayouts/slideLayout4.xml" Id="R9ad28e0704444145" /><Relationship Type="http://schemas.openxmlformats.org/officeDocument/2006/relationships/slideLayout" Target="/ppt/slideLayouts/slideLayout5.xml" Id="Rc1f1c07435f2480f" /><Relationship Type="http://schemas.openxmlformats.org/officeDocument/2006/relationships/slideLayout" Target="/ppt/slideLayouts/slideLayout6.xml" Id="R3d31ce39bab9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00ae92b0840df"/>
    <p:sldLayoutId xmlns:r="http://schemas.openxmlformats.org/officeDocument/2006/relationships" id="2147483650" r:id="R8bb133a799af4842"/>
    <p:sldLayoutId xmlns:r="http://schemas.openxmlformats.org/officeDocument/2006/relationships" id="2147483651" r:id="Ra96a80e14c44458d"/>
    <p:sldLayoutId xmlns:r="http://schemas.openxmlformats.org/officeDocument/2006/relationships" id="2147483652" r:id="R9ad28e0704444145"/>
    <p:sldLayoutId xmlns:r="http://schemas.openxmlformats.org/officeDocument/2006/relationships" id="2147483653" r:id="Rc1f1c07435f2480f"/>
    <p:sldLayoutId xmlns:r="http://schemas.openxmlformats.org/officeDocument/2006/relationships" id="2147483654" r:id="R3d31ce39bab9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main_figures/Fig1/ppt/slideLayouts/slideLayout6.xml" Id="Ra39b0fe896da44f9" /><Relationship Type="http://schemas.openxmlformats.org/officeDocument/2006/relationships/image" Target="/ppt/main_figures/Fig1/ppt/media/image.png" Id="Rbb3c11449cc94488" /><Relationship Type="http://schemas.openxmlformats.org/officeDocument/2006/relationships/image" Target="/ppt/main_figures/Fig1/ppt/media/image.svg" Id="R282d1e1f0f334a16" /><Relationship Type="http://schemas.openxmlformats.org/officeDocument/2006/relationships/notesSlide" Target="/ppt/main_figures/Fig1/ppt/notesSlides/notesSlide1.xml" Id="R3997bd196edb4f19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main_figures/Fig2/ppt/slideLayouts/slideLayout6.xml" Id="Rbd81c54a497d4446" /><Relationship Type="http://schemas.openxmlformats.org/officeDocument/2006/relationships/image" Target="/ppt/main_figures/Fig2/ppt/media/image.png" Id="R1ddf46c920754fe4" /><Relationship Type="http://schemas.openxmlformats.org/officeDocument/2006/relationships/image" Target="/ppt/main_figures/Fig2/ppt/media/image.svg" Id="R45c404604c3749cc" /><Relationship Type="http://schemas.openxmlformats.org/officeDocument/2006/relationships/notesSlide" Target="/ppt/main_figures/Fig2/ppt/notesSlides/notesSlide1.xml" Id="R927e7e0c16f54ce0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main_figures/Fig3/ppt/slideLayouts/slideLayout6.xml" Id="R8b5e399032514471" /><Relationship Type="http://schemas.openxmlformats.org/officeDocument/2006/relationships/chart" Target="/ppt/main_figures/Fig3/ppt/slides/charts/chart1.xml" Id="Rbaa22380845c47ec" /><Relationship Type="http://schemas.openxmlformats.org/officeDocument/2006/relationships/chart" Target="/ppt/main_figures/Fig3/ppt/slides/charts/chart2.xml" Id="R6c61bead99fc47af" /><Relationship Type="http://schemas.openxmlformats.org/officeDocument/2006/relationships/chart" Target="/ppt/main_figures/Fig3/ppt/slides/charts/chart3.xml" Id="Rddfeec194b144ffe" /><Relationship Type="http://schemas.openxmlformats.org/officeDocument/2006/relationships/chart" Target="/ppt/main_figures/Fig3/ppt/slides/charts/chart4.xml" Id="Ref038949e55c4617" /><Relationship Type="http://schemas.openxmlformats.org/officeDocument/2006/relationships/chart" Target="/ppt/main_figures/Fig3/ppt/slides/charts/chart5.xml" Id="Rcd35965f84744b2a" /><Relationship Type="http://schemas.openxmlformats.org/officeDocument/2006/relationships/notesSlide" Target="/ppt/main_figures/Fig3/ppt/notesSlides/notesSlide1.xml" Id="Rb14a7d2cf0724a4f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main_figures/Fig4/ppt/slideLayouts/slideLayout6.xml" Id="Rdb5aac4aab144e70" /><Relationship Type="http://schemas.openxmlformats.org/officeDocument/2006/relationships/chart" Target="/ppt/main_figures/Fig4/ppt/slides/charts/chart1.xml" Id="Rcd237d05b9b34988" /><Relationship Type="http://schemas.openxmlformats.org/officeDocument/2006/relationships/chart" Target="/ppt/main_figures/Fig4/ppt/slides/charts/chart2.xml" Id="Rb5c9afb3c8a44c86" /><Relationship Type="http://schemas.openxmlformats.org/officeDocument/2006/relationships/chart" Target="/ppt/main_figures/Fig4/ppt/slides/charts/chart3.xml" Id="R09e8266b1a3e4176" /><Relationship Type="http://schemas.openxmlformats.org/officeDocument/2006/relationships/chart" Target="/ppt/main_figures/Fig4/ppt/slides/charts/chart4.xml" Id="R61f6f0d9ec8746bc" /><Relationship Type="http://schemas.openxmlformats.org/officeDocument/2006/relationships/chart" Target="/ppt/main_figures/Fig4/ppt/slides/charts/chart5.xml" Id="Ra0cbc3fd95a3428f" /><Relationship Type="http://schemas.openxmlformats.org/officeDocument/2006/relationships/notesSlide" Target="/ppt/main_figures/Fig4/ppt/notesSlides/notesSlide1.xml" Id="Rb4ab770132e342de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main_figures/Fig5/ppt/slideLayouts/slideLayout6.xml" Id="R7ad31447ffbb4d7c" /><Relationship Type="http://schemas.openxmlformats.org/officeDocument/2006/relationships/chart" Target="/ppt/main_figures/Fig5/ppt/slides/charts/chart1.xml" Id="Rc4cb9d76fc414946" /><Relationship Type="http://schemas.openxmlformats.org/officeDocument/2006/relationships/chart" Target="/ppt/main_figures/Fig5/ppt/slides/charts/chart2.xml" Id="Ra264385791f94568" /><Relationship Type="http://schemas.openxmlformats.org/officeDocument/2006/relationships/chart" Target="/ppt/main_figures/Fig5/ppt/slides/charts/chart3.xml" Id="R4d5994934b1447ce" /><Relationship Type="http://schemas.openxmlformats.org/officeDocument/2006/relationships/chart" Target="/ppt/main_figures/Fig5/ppt/slides/charts/chart4.xml" Id="R417b88fd45964862" /><Relationship Type="http://schemas.openxmlformats.org/officeDocument/2006/relationships/chart" Target="/ppt/main_figures/Fig5/ppt/slides/charts/chart5.xml" Id="Rd0abbcfe78714926" /><Relationship Type="http://schemas.openxmlformats.org/officeDocument/2006/relationships/notesSlide" Target="/ppt/main_figures/Fig5/ppt/notesSlides/notesSlide1.xml" Id="R4b448eb78e3b47fc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main_figures/Fig6/ppt/slideLayouts/slideLayout6.xml" Id="R5c2c948b07454121" /><Relationship Type="http://schemas.openxmlformats.org/officeDocument/2006/relationships/image" Target="/ppt/main_figures/Fig6/ppt/media/image.png" Id="R793704c2d9cb428a" /><Relationship Type="http://schemas.openxmlformats.org/officeDocument/2006/relationships/image" Target="/ppt/main_figures/Fig6/ppt/media/image.svg" Id="Rca94badd421d4494" /><Relationship Type="http://schemas.openxmlformats.org/officeDocument/2006/relationships/notesSlide" Target="/ppt/main_figures/Fig6/ppt/notesSlides/notesSlide1.xml" Id="R0699f8f5e1d149f4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main_figures/Fig7/ppt/slideLayouts/slideLayout6.xml" Id="Rba549ff0db8742b4" /><Relationship Type="http://schemas.openxmlformats.org/officeDocument/2006/relationships/notesSlide" Target="/ppt/main_figures/Fig7/ppt/notesSlides/notesSlide1.xml" Id="R9927b7ede6a441f6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main_figures/Fig8/ppt/slideLayouts/slideLayout6.xml" Id="R0ed87f235dfa44d2" /><Relationship Type="http://schemas.openxmlformats.org/officeDocument/2006/relationships/image" Target="/ppt/main_figures/Fig8/ppt/media/image.png" Id="R1a5ec81f6c504985" /><Relationship Type="http://schemas.openxmlformats.org/officeDocument/2006/relationships/image" Target="/ppt/main_figures/Fig8/ppt/media/image2.png" Id="Rc0892686815f42d4" /><Relationship Type="http://schemas.openxmlformats.org/officeDocument/2006/relationships/image" Target="/ppt/main_figures/Fig8/ppt/media/image3.png" Id="R7dcf195f01954252" /><Relationship Type="http://schemas.openxmlformats.org/officeDocument/2006/relationships/image" Target="/ppt/main_figures/Fig8/ppt/media/image4.png" Id="R1692aaa8ff1648e0" /><Relationship Type="http://schemas.openxmlformats.org/officeDocument/2006/relationships/image" Target="/ppt/main_figures/Fig8/ppt/media/image5.png" Id="Rff6bc661ca274681" /><Relationship Type="http://schemas.openxmlformats.org/officeDocument/2006/relationships/image" Target="/ppt/main_figures/Fig8/ppt/media/image6.png" Id="R750d0710c8eb4c18" /><Relationship Type="http://schemas.openxmlformats.org/officeDocument/2006/relationships/image" Target="/ppt/main_figures/Fig8/ppt/media/image7.png" Id="Rd7d93235cf594b21" /><Relationship Type="http://schemas.openxmlformats.org/officeDocument/2006/relationships/image" Target="/ppt/main_figures/Fig8/ppt/media/image8.png" Id="R3afe9d4a00714f9e" /><Relationship Type="http://schemas.openxmlformats.org/officeDocument/2006/relationships/image" Target="/ppt/main_figures/Fig8/ppt/media/image9.png" Id="R416e45bcf1ef4eb7" /><Relationship Type="http://schemas.openxmlformats.org/officeDocument/2006/relationships/image" Target="/ppt/main_figures/Fig8/ppt/media/image10.png" Id="Rbf6cc8f870e148e5" /><Relationship Type="http://schemas.openxmlformats.org/officeDocument/2006/relationships/image" Target="/ppt/main_figures/Fig8/ppt/media/image11.png" Id="R9f0414ac609c492a" /><Relationship Type="http://schemas.openxmlformats.org/officeDocument/2006/relationships/image" Target="/ppt/main_figures/Fig8/ppt/media/image12.png" Id="R4be7fd9517114d3c" /><Relationship Type="http://schemas.openxmlformats.org/officeDocument/2006/relationships/notesSlide" Target="/ppt/main_figures/Fig8/ppt/notesSlides/notesSlide1.xml" Id="R90390d65fc154de4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main_figures/Fig9/ppt/slideLayouts/slideLayout6.xml" Id="R2d0da521b5504b7b" /><Relationship Type="http://schemas.openxmlformats.org/officeDocument/2006/relationships/image" Target="/ppt/main_figures/Fig9/ppt/media/image.png" Id="Re31f6a086a63419a" /><Relationship Type="http://schemas.openxmlformats.org/officeDocument/2006/relationships/image" Target="/ppt/main_figures/Fig9/ppt/media/image2.png" Id="R977e667ad3da4b58" /><Relationship Type="http://schemas.openxmlformats.org/officeDocument/2006/relationships/image" Target="/ppt/main_figures/Fig9/ppt/media/image3.png" Id="R979cb5438a71439c" /><Relationship Type="http://schemas.openxmlformats.org/officeDocument/2006/relationships/image" Target="/ppt/main_figures/Fig9/ppt/media/image4.png" Id="Rfe2055f96b5f404f" /><Relationship Type="http://schemas.openxmlformats.org/officeDocument/2006/relationships/image" Target="/ppt/main_figures/Fig9/ppt/media/image5.png" Id="R17e4c43aed1a4f27" /><Relationship Type="http://schemas.openxmlformats.org/officeDocument/2006/relationships/image" Target="/ppt/main_figures/Fig9/ppt/media/image6.png" Id="R3f4e7da8ce224d97" /><Relationship Type="http://schemas.openxmlformats.org/officeDocument/2006/relationships/image" Target="/ppt/main_figures/Fig9/ppt/media/image7.png" Id="R68720792861248a3" /><Relationship Type="http://schemas.openxmlformats.org/officeDocument/2006/relationships/image" Target="/ppt/main_figures/Fig9/ppt/media/image8.png" Id="R6b4d06adc5364dcc" /><Relationship Type="http://schemas.openxmlformats.org/officeDocument/2006/relationships/image" Target="/ppt/main_figures/Fig9/ppt/media/image9.png" Id="R0e7c4a6fcac04418" /><Relationship Type="http://schemas.openxmlformats.org/officeDocument/2006/relationships/image" Target="/ppt/main_figures/Fig9/ppt/media/image10.png" Id="R3e427929b0b04bba" /><Relationship Type="http://schemas.openxmlformats.org/officeDocument/2006/relationships/notesSlide" Target="/ppt/main_figures/Fig9/ppt/notesSlides/notesSlide1.xml" Id="Rd5df4f9386324fc2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main_figures/Fig10/ppt/slideLayouts/slideLayout6.xml" Id="Ref1858f188734495" /><Relationship Type="http://schemas.openxmlformats.org/officeDocument/2006/relationships/image" Target="/ppt/main_figures/Fig10/ppt/media/image.png" Id="Rb6d9912e3e7c4026" /><Relationship Type="http://schemas.openxmlformats.org/officeDocument/2006/relationships/image" Target="/ppt/main_figures/Fig10/ppt/media/image2.png" Id="R8b5e912cae284379" /><Relationship Type="http://schemas.openxmlformats.org/officeDocument/2006/relationships/image" Target="/ppt/main_figures/Fig10/ppt/media/image3.png" Id="Rcc20a1254fd94d03" /><Relationship Type="http://schemas.openxmlformats.org/officeDocument/2006/relationships/image" Target="/ppt/main_figures/Fig10/ppt/media/image4.png" Id="R0c60c8a170de45ed" /><Relationship Type="http://schemas.openxmlformats.org/officeDocument/2006/relationships/image" Target="/ppt/main_figures/Fig10/ppt/media/image5.png" Id="Rdd2320b7b80e4b36" /><Relationship Type="http://schemas.openxmlformats.org/officeDocument/2006/relationships/image" Target="/ppt/main_figures/Fig10/ppt/media/image6.png" Id="Rf8231da426fa4555" /><Relationship Type="http://schemas.openxmlformats.org/officeDocument/2006/relationships/image" Target="/ppt/main_figures/Fig10/ppt/media/image7.png" Id="R7d729d5a72b44c75" /><Relationship Type="http://schemas.openxmlformats.org/officeDocument/2006/relationships/image" Target="/ppt/main_figures/Fig10/ppt/media/image8.png" Id="R58f2aa0e22f34a9d" /><Relationship Type="http://schemas.openxmlformats.org/officeDocument/2006/relationships/image" Target="/ppt/main_figures/Fig10/ppt/media/image9.png" Id="Ra26b157e54324851" /><Relationship Type="http://schemas.openxmlformats.org/officeDocument/2006/relationships/image" Target="/ppt/main_figures/Fig10/ppt/media/image10.png" Id="Rf4949b24bba44744" /><Relationship Type="http://schemas.openxmlformats.org/officeDocument/2006/relationships/image" Target="/ppt/main_figures/Fig10/ppt/media/image11.png" Id="Rbf2256151a064c31" /><Relationship Type="http://schemas.openxmlformats.org/officeDocument/2006/relationships/image" Target="/ppt/main_figures/Fig10/ppt/media/image12.png" Id="R77eeebd76d974dcc" /><Relationship Type="http://schemas.openxmlformats.org/officeDocument/2006/relationships/notesSlide" Target="/ppt/main_figures/Fig10/ppt/notesSlides/notesSlide1.xml" Id="Ref4ceaa99d4849ed" /><Relationship Id="Refined_Rf3f44c2f36d24aa8" Type="http://schemas.openxmlformats.org/officeDocument/2006/relationships/image" Target="/ppt/main_figures/Fig10/ppt/fig8_refined_media/image.png" /><Relationship Id="Refined_R07d59643cd9a422d" Type="http://schemas.openxmlformats.org/officeDocument/2006/relationships/image" Target="/ppt/main_figures/Fig10/ppt/fig8_refined_media/image2.png" /><Relationship Id="Refined_R2e19184622464edc" Type="http://schemas.openxmlformats.org/officeDocument/2006/relationships/image" Target="/ppt/main_figures/Fig10/ppt/fig8_refined_media/image3.png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main_figures/Fig11/ppt/slideLayouts/slideLayout6.xml" Id="Rc733bbc4797d4c90" /><Relationship Type="http://schemas.openxmlformats.org/officeDocument/2006/relationships/image" Target="/ppt/main_figures/Fig11/ppt/media/image.png" Id="R7deccdfabbe146db" /><Relationship Type="http://schemas.openxmlformats.org/officeDocument/2006/relationships/image" Target="/ppt/main_figures/Fig11/ppt/media/image2.png" Id="Rad342a28f4534a74" /><Relationship Type="http://schemas.openxmlformats.org/officeDocument/2006/relationships/image" Target="/ppt/main_figures/Fig11/ppt/media/image3.png" Id="R1dcf84dedf884e99" /><Relationship Type="http://schemas.openxmlformats.org/officeDocument/2006/relationships/image" Target="/ppt/main_figures/Fig11/ppt/media/image4.png" Id="Rfa69b1c36212470f" /><Relationship Type="http://schemas.openxmlformats.org/officeDocument/2006/relationships/image" Target="/ppt/main_figures/Fig11/ppt/media/image5.png" Id="Rb152f33f48374af8" /><Relationship Type="http://schemas.openxmlformats.org/officeDocument/2006/relationships/notesSlide" Target="/ppt/main_figures/Fig11/ppt/notesSlides/notesSlide1.xml" Id="R4d08718a64124769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main_figures/Fig12/ppt/slideLayouts/slideLayout6.xml" Id="R20dfa6524e5e4b05" /><Relationship Type="http://schemas.openxmlformats.org/officeDocument/2006/relationships/image" Target="/ppt/main_figures/Fig12/ppt/media/image.png" Id="R662908c2fdea4872" /><Relationship Type="http://schemas.openxmlformats.org/officeDocument/2006/relationships/image" Target="/ppt/main_figures/Fig12/ppt/media/image2.png" Id="R661af980363e4a82" /><Relationship Type="http://schemas.openxmlformats.org/officeDocument/2006/relationships/image" Target="/ppt/main_figures/Fig12/ppt/media/image3.png" Id="Rde46d33e57d149a5" /><Relationship Type="http://schemas.openxmlformats.org/officeDocument/2006/relationships/image" Target="/ppt/main_figures/Fig12/ppt/media/image4.png" Id="R558bb6f09cc84d6e" /><Relationship Type="http://schemas.openxmlformats.org/officeDocument/2006/relationships/image" Target="/ppt/main_figures/Fig12/ppt/media/image5.png" Id="R978ea9051e424c18" /><Relationship Type="http://schemas.openxmlformats.org/officeDocument/2006/relationships/notesSlide" Target="/ppt/main_figures/Fig12/ppt/notesSlides/notesSlide1.xml" Id="R1dd68700691b4b3d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main_figures/Fig13/ppt/slideLayouts/slideLayout6.xml" Id="R4c976950f8dc4b79" /><Relationship Type="http://schemas.openxmlformats.org/officeDocument/2006/relationships/image" Target="/ppt/main_figures/Fig13/ppt/media/image.png" Id="R25f13e54251b4f66" /><Relationship Type="http://schemas.openxmlformats.org/officeDocument/2006/relationships/image" Target="/ppt/main_figures/Fig13/ppt/media/image2.png" Id="Rfdb97cf3c4714c85" /><Relationship Type="http://schemas.openxmlformats.org/officeDocument/2006/relationships/image" Target="/ppt/main_figures/Fig13/ppt/media/image3.png" Id="R7d5d1cc8e5fb4631" /><Relationship Type="http://schemas.openxmlformats.org/officeDocument/2006/relationships/image" Target="/ppt/main_figures/Fig13/ppt/media/image4.png" Id="R3b3aa8a1c605457d" /><Relationship Type="http://schemas.openxmlformats.org/officeDocument/2006/relationships/image" Target="/ppt/main_figures/Fig13/ppt/media/image5.png" Id="R06df5b6ddb0b453f" /><Relationship Type="http://schemas.openxmlformats.org/officeDocument/2006/relationships/notesSlide" Target="/ppt/main_figures/Fig13/ppt/notesSlides/notesSlide1.xml" Id="Ra9df9cdcbe4044a4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main_figures/Fig14/ppt/slideLayouts/slideLayout6.xml" Id="Rd4839f1ff92e44f2" /><Relationship Type="http://schemas.openxmlformats.org/officeDocument/2006/relationships/image" Target="/ppt/main_figures/Fig14/ppt/media/image.png" Id="R7909abcff5c7491b" /><Relationship Type="http://schemas.openxmlformats.org/officeDocument/2006/relationships/image" Target="/ppt/main_figures/Fig14/ppt/media/image2.png" Id="R10a23993c09c4cb5" /><Relationship Type="http://schemas.openxmlformats.org/officeDocument/2006/relationships/image" Target="/ppt/main_figures/Fig14/ppt/media/image3.png" Id="R1f30348dfd8d424c" /><Relationship Type="http://schemas.openxmlformats.org/officeDocument/2006/relationships/image" Target="/ppt/main_figures/Fig14/ppt/media/image4.png" Id="R625fa0795ee244fa" /><Relationship Type="http://schemas.openxmlformats.org/officeDocument/2006/relationships/notesSlide" Target="/ppt/main_figures/Fig14/ppt/notesSlides/notesSlide1.xml" Id="R89127701e7614160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main_figures/Fig15/ppt/slideLayouts/slideLayout6.xml" Id="Rd29a73450db741c6" /><Relationship Type="http://schemas.openxmlformats.org/officeDocument/2006/relationships/image" Target="/ppt/main_figures/Fig15/ppt/media/image.png" Id="R9ab9c0fb85204372" /><Relationship Type="http://schemas.openxmlformats.org/officeDocument/2006/relationships/image" Target="/ppt/main_figures/Fig15/ppt/media/image2.png" Id="R78fb98d9a8af476e" /><Relationship Type="http://schemas.openxmlformats.org/officeDocument/2006/relationships/image" Target="/ppt/main_figures/Fig15/ppt/media/image3.png" Id="R407d650ddf1440f5" /><Relationship Type="http://schemas.openxmlformats.org/officeDocument/2006/relationships/image" Target="/ppt/main_figures/Fig15/ppt/media/image4.png" Id="Rca544ad4d86345a5" /><Relationship Type="http://schemas.openxmlformats.org/officeDocument/2006/relationships/image" Target="/ppt/main_figures/Fig15/ppt/media/image5.png" Id="R9ff658b3385f4164" /><Relationship Type="http://schemas.openxmlformats.org/officeDocument/2006/relationships/image" Target="/ppt/main_figures/Fig15/ppt/media/image6.png" Id="R2004a92c0b3a4cac" /><Relationship Type="http://schemas.openxmlformats.org/officeDocument/2006/relationships/image" Target="/ppt/main_figures/Fig15/ppt/media/image7.png" Id="R355e38ca7c6b4f69" /><Relationship Type="http://schemas.openxmlformats.org/officeDocument/2006/relationships/image" Target="/ppt/main_figures/Fig15/ppt/media/image8.png" Id="R010b6224ce034ffe" /><Relationship Type="http://schemas.openxmlformats.org/officeDocument/2006/relationships/image" Target="/ppt/main_figures/Fig15/ppt/media/image9.png" Id="R0171dcdb745a43db" /><Relationship Type="http://schemas.openxmlformats.org/officeDocument/2006/relationships/notesSlide" Target="/ppt/main_figures/Fig15/ppt/notesSlides/notesSlide1.xml" Id="R9a6e1f0861cf459b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main_figures/Fig16/ppt/slideLayouts/slideLayout6.xml" Id="R3c697921f1854d0b" /><Relationship Type="http://schemas.openxmlformats.org/officeDocument/2006/relationships/image" Target="/ppt/main_figures/Fig16/ppt/media/image.png" Id="Rd681312d74c54f03" /><Relationship Type="http://schemas.openxmlformats.org/officeDocument/2006/relationships/image" Target="/ppt/main_figures/Fig16/ppt/media/image.svg" Id="R7f248ec14b8a4e22" /><Relationship Type="http://schemas.openxmlformats.org/officeDocument/2006/relationships/notesSlide" Target="/ppt/main_figures/Fig16/ppt/notesSlides/notesSlide1.xml" Id="R45ed3331fdff44dc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main_figures/Fig17/ppt/slideLayouts/slideLayout6.xml" Id="Ra8e1e61b2a014cf7" /><Relationship Type="http://schemas.openxmlformats.org/officeDocument/2006/relationships/image" Target="/ppt/main_figures/Fig17/ppt/media/image.png" Id="R88c82fee6b904343" /><Relationship Type="http://schemas.openxmlformats.org/officeDocument/2006/relationships/image" Target="/ppt/main_figures/Fig17/ppt/media/image2.png" Id="Ref728bb9d1b34a1e" /><Relationship Type="http://schemas.openxmlformats.org/officeDocument/2006/relationships/image" Target="/ppt/main_figures/Fig17/ppt/media/image3.png" Id="R0ba9d93acb0b42af" /><Relationship Type="http://schemas.openxmlformats.org/officeDocument/2006/relationships/image" Target="/ppt/main_figures/Fig17/ppt/media/image4.png" Id="R5b6e7a7ac1cf4fc8" /><Relationship Type="http://schemas.openxmlformats.org/officeDocument/2006/relationships/image" Target="/ppt/main_figures/Fig17/ppt/media/image5.png" Id="Rc2276ab18d354289" /><Relationship Type="http://schemas.openxmlformats.org/officeDocument/2006/relationships/image" Target="/ppt/main_figures/Fig17/ppt/media/image6.png" Id="R6cac25e28d7144ea" /><Relationship Type="http://schemas.openxmlformats.org/officeDocument/2006/relationships/image" Target="/ppt/main_figures/Fig17/ppt/media/image7.png" Id="Rfeafa6675f064b04" /><Relationship Type="http://schemas.openxmlformats.org/officeDocument/2006/relationships/image" Target="/ppt/main_figures/Fig17/ppt/media/image8.png" Id="R577adeaa070c4096" /><Relationship Type="http://schemas.openxmlformats.org/officeDocument/2006/relationships/image" Target="/ppt/main_figures/Fig17/ppt/media/image9.png" Id="R832e4a261b0440af" /><Relationship Type="http://schemas.openxmlformats.org/officeDocument/2006/relationships/image" Target="/ppt/main_figures/Fig17/ppt/media/image10.png" Id="R102eae7f35704adc" /><Relationship Type="http://schemas.openxmlformats.org/officeDocument/2006/relationships/notesSlide" Target="/ppt/main_figures/Fig17/ppt/notesSlides/notesSlide1.xml" Id="R7177761404234967" /><Relationship Id="FrameView_R2a7a041d5050447c" Type="http://schemas.openxmlformats.org/officeDocument/2006/relationships/image" Target="/ppt/main_figures/Fig17/ppt/fig9_frame_media/image.png" /><Relationship Id="FrameView_R83e1c010b825496c" Type="http://schemas.openxmlformats.org/officeDocument/2006/relationships/image" Target="/ppt/main_figures/Fig17/ppt/fig9_frame_media/image2.png" /><Relationship Id="FrameView_Rf17f8bde6fe240f7" Type="http://schemas.openxmlformats.org/officeDocument/2006/relationships/image" Target="/ppt/main_figures/Fig17/ppt/fig9_frame_media/image3.png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main_figures/Fig18/ppt/slideLayouts/slideLayout6.xml" Id="R9748401bc63240ee" /><Relationship Type="http://schemas.openxmlformats.org/officeDocument/2006/relationships/image" Target="/ppt/main_figures/Fig18/ppt/media/image.png" Id="R8e3dec1e95f9483e" /><Relationship Type="http://schemas.openxmlformats.org/officeDocument/2006/relationships/image" Target="/ppt/main_figures/Fig18/ppt/media/image2.png" Id="Rc89e92be5cdc423c" /><Relationship Type="http://schemas.openxmlformats.org/officeDocument/2006/relationships/image" Target="/ppt/main_figures/Fig18/ppt/media/image3.png" Id="Rb8703c6751794a98" /><Relationship Type="http://schemas.openxmlformats.org/officeDocument/2006/relationships/image" Target="/ppt/main_figures/Fig18/ppt/media/image4.png" Id="R138068ddb6b5406d" /><Relationship Type="http://schemas.openxmlformats.org/officeDocument/2006/relationships/image" Target="/ppt/main_figures/Fig18/ppt/media/image5.png" Id="R2b4eca6935d043f3" /><Relationship Type="http://schemas.openxmlformats.org/officeDocument/2006/relationships/image" Target="/ppt/main_figures/Fig18/ppt/media/image6.png" Id="R17bff3a3749c4f88" /><Relationship Type="http://schemas.openxmlformats.org/officeDocument/2006/relationships/image" Target="/ppt/main_figures/Fig18/ppt/media/image7.png" Id="Re4e1a71f2c4345da" /><Relationship Type="http://schemas.openxmlformats.org/officeDocument/2006/relationships/image" Target="/ppt/main_figures/Fig18/ppt/media/image8.png" Id="R64c7f2824b0b4d00" /><Relationship Type="http://schemas.openxmlformats.org/officeDocument/2006/relationships/notesSlide" Target="/ppt/main_figures/Fig18/ppt/notesSlides/notesSlide1.xml" Id="R7c2aaec7c99f4f08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9" name="Manuscript Figure 1: rgmtm_linked_cases"/>
          <p:cNvGrpSpPr/>
          <p:nvPr/>
        </p:nvGrpSpPr>
        <p:grpSpPr>
          <a:xfrm>
            <a:off x="0" y="0"/>
            <a:ext cx="12801600" cy="6799870"/>
            <a:chOff x="0" y="0"/>
            <a:chExt cx="12801600" cy="6799870"/>
          </a:xfrm>
        </p:grpSpPr>
        <p:pic>
          <p:nvPicPr>
            <p:cNvPr id="58" name="">
              <a:extLst>
                <a:ext uri="{FF2B5EF4-FFF2-40B4-BE49-F238E27FC236}">
                  <ns2:creationId id="{7D13256A-A247-43D1-A679-213581DCC4DB}"/>
                </a:ext>
              </a:extLst>
            </p:cNvPr>
            <p:cNvPicPr>
              <a:picLocks noChangeAspect="1"/>
            </p:cNvPicPr>
            <p:nvPr/>
          </p:nvPicPr>
          <p:blipFill>
            <a:blip r:embed="Rbb3c11449cc94488">
              <a:extLst>
                <a:ext uri="{96DAC541-7B7A-43D3-8B79-37D633B846F1}">
                  <ns4:svgBlip r:embed="R282d1e1f0f334a16"/>
                </a:ext>
              </a:extLst>
            </a:blip>
            <a:stretch/>
          </p:blipFill>
          <p:spPr>
            <a:xfrm>
              <a:off x="0" y="0"/>
              <a:ext cx="12801600" cy="6799870"/>
            </a:xfrm>
            <a:prstGeom prst="rect">
              <a:avLst/>
            </a:prstGeom>
          </p:spPr>
        </p:pic>
        <p:sp>
          <p:nvSpPr>
            <p:cNvPr id="2" name="Unified label: longitude / latitude">
              <a:extLst>
                <a:ext uri="{FF2B5EF4-FFF2-40B4-BE49-F238E27FC236}">
                  <ns2:creationId id="{590AC932-8F7A-42FE-B0FB-7F8B34D952E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12692" y="2367351"/>
              <a:ext cx="188971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longitude / latitude</a:t>
              </a:r>
            </a:p>
          </p:txBody>
        </p:sp>
        <p:sp>
          <p:nvSpPr>
            <p:cNvPr id="3" name="Unified label: C">
              <a:extLst>
                <a:ext uri="{FF2B5EF4-FFF2-40B4-BE49-F238E27FC236}">
                  <ns2:creationId id="{7D1BF707-E04B-456C-937A-B54777871A5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666826" y="1196165"/>
              <a:ext cx="166885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" name="Unified label: A">
              <a:extLst>
                <a:ext uri="{FF2B5EF4-FFF2-40B4-BE49-F238E27FC236}">
                  <ns2:creationId id="{77C0547B-BEE1-44E2-A4F5-BC4FCD35FD6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0804" y="708276"/>
              <a:ext cx="174422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" name="Unified label: B">
              <a:extLst>
                <a:ext uri="{FF2B5EF4-FFF2-40B4-BE49-F238E27FC236}">
                  <ns2:creationId id="{364A61F9-237F-45C1-BCB9-729AD9DE889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054837" y="731064"/>
              <a:ext cx="172161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6" name="Unified label: (a) ERA5: step 48">
              <a:extLst>
                <a:ext uri="{FF2B5EF4-FFF2-40B4-BE49-F238E27FC236}">
                  <ns2:creationId id="{C6AC69C2-0E01-4CE4-AEDE-A5F0144F3E0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30616" y="206300"/>
              <a:ext cx="1853373" cy="28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Storms: step 48</a:t>
              </a:r>
            </a:p>
          </p:txBody>
        </p:sp>
        <p:sp>
          <p:nvSpPr>
            <p:cNvPr id="7" name="Unified label: 960">
              <a:extLst>
                <a:ext uri="{FF2B5EF4-FFF2-40B4-BE49-F238E27FC236}">
                  <ns2:creationId id="{A6D2C403-E13C-4905-886E-0E6EEB430F6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2037649"/>
              <a:ext cx="36242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960</a:t>
              </a:r>
            </a:p>
          </p:txBody>
        </p:sp>
        <p:sp>
          <p:nvSpPr>
            <p:cNvPr id="8" name="Unified label: 980">
              <a:extLst>
                <a:ext uri="{FF2B5EF4-FFF2-40B4-BE49-F238E27FC236}">
                  <ns2:creationId id="{B69098F7-733B-4DFB-92A9-AB7985E21E5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1658722"/>
              <a:ext cx="36242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980</a:t>
              </a:r>
            </a:p>
          </p:txBody>
        </p:sp>
        <p:sp>
          <p:nvSpPr>
            <p:cNvPr id="9" name="Unified label: 1000">
              <a:extLst>
                <a:ext uri="{FF2B5EF4-FFF2-40B4-BE49-F238E27FC236}">
                  <ns2:creationId id="{0A90064D-D3AA-4EFB-AF2B-AC58E2DEAA0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1279795"/>
              <a:ext cx="473708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1000</a:t>
              </a:r>
            </a:p>
          </p:txBody>
        </p:sp>
        <p:sp>
          <p:nvSpPr>
            <p:cNvPr id="10" name="Unified label: 1020">
              <a:extLst>
                <a:ext uri="{FF2B5EF4-FFF2-40B4-BE49-F238E27FC236}">
                  <ns2:creationId id="{5BA6ED78-566A-4EDE-A4A6-8BB418AED5F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900868"/>
              <a:ext cx="473708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1020</a:t>
              </a:r>
            </a:p>
          </p:txBody>
        </p:sp>
        <p:sp>
          <p:nvSpPr>
            <p:cNvPr id="11" name="Unified label: 1040">
              <a:extLst>
                <a:ext uri="{FF2B5EF4-FFF2-40B4-BE49-F238E27FC236}">
                  <ns2:creationId id="{FADACF08-0FF4-47BB-8F99-BF96BE047D5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521940"/>
              <a:ext cx="473708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1040</a:t>
              </a:r>
            </a:p>
          </p:txBody>
        </p:sp>
        <p:sp>
          <p:nvSpPr>
            <p:cNvPr id="12" name="Unified label: hPa">
              <a:extLst>
                <a:ext uri="{FF2B5EF4-FFF2-40B4-BE49-F238E27FC236}">
                  <ns2:creationId id="{6792788F-0962-4DA0-BDF9-DDC9F6EE88F6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3270389" y="1266355"/>
              <a:ext cx="368764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hPa</a:t>
              </a:r>
            </a:p>
          </p:txBody>
        </p:sp>
        <p:sp>
          <p:nvSpPr>
            <p:cNvPr id="13" name="Unified label: H = 8.4% axis">
              <a:extLst>
                <a:ext uri="{FF2B5EF4-FFF2-40B4-BE49-F238E27FC236}">
                  <ns2:creationId id="{7641D207-8FED-4241-8A20-CA346F07CD1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836402" y="2367351"/>
              <a:ext cx="1268787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 = 8.4% axis</a:t>
              </a:r>
            </a:p>
          </p:txBody>
        </p:sp>
        <p:sp>
          <p:nvSpPr>
            <p:cNvPr id="14" name="Unified label: q">
              <a:extLst>
                <a:ext uri="{FF2B5EF4-FFF2-40B4-BE49-F238E27FC236}">
                  <ns2:creationId id="{A06538C7-0577-4E4A-8359-DC1E6F175C1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62556" y="398143"/>
              <a:ext cx="148230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q</a:t>
              </a:r>
            </a:p>
          </p:txBody>
        </p:sp>
        <p:sp>
          <p:nvSpPr>
            <p:cNvPr id="15" name="Unified label: u">
              <a:extLst>
                <a:ext uri="{FF2B5EF4-FFF2-40B4-BE49-F238E27FC236}">
                  <ns2:creationId id="{E58547CD-A041-4C89-9B6F-78870FF2CEF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62556" y="2033296"/>
              <a:ext cx="148042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</a:t>
              </a:r>
            </a:p>
          </p:txBody>
        </p:sp>
        <p:sp>
          <p:nvSpPr>
            <p:cNvPr id="16" name="Unified label: Reference / tree anchors">
              <a:extLst>
                <a:ext uri="{FF2B5EF4-FFF2-40B4-BE49-F238E27FC236}">
                  <ns2:creationId id="{7B3AA455-A9F1-4C14-BC91-FF97D87DB79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5749" y="153714"/>
              <a:ext cx="2267657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Reference / tree anchors</a:t>
              </a:r>
            </a:p>
          </p:txBody>
        </p:sp>
        <p:sp>
          <p:nvSpPr>
            <p:cNvPr id="17" name="Unified label: 40">
              <a:extLst>
                <a:ext uri="{FF2B5EF4-FFF2-40B4-BE49-F238E27FC236}">
                  <ns2:creationId id="{3C00FB5A-6D1D-4F6F-BD5A-EEB617C871B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79644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18" name="Unified label: 45">
              <a:extLst>
                <a:ext uri="{FF2B5EF4-FFF2-40B4-BE49-F238E27FC236}">
                  <ns2:creationId id="{80664A2F-76B5-4CAF-82E3-BD062C41B34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201145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45</a:t>
              </a:r>
            </a:p>
          </p:txBody>
        </p:sp>
        <p:sp>
          <p:nvSpPr>
            <p:cNvPr id="19" name="Unified label: 50">
              <a:extLst>
                <a:ext uri="{FF2B5EF4-FFF2-40B4-BE49-F238E27FC236}">
                  <ns2:creationId id="{10420439-321F-47AB-A0B8-CC3CC125989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922647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20" name="Unified label: 55">
              <a:extLst>
                <a:ext uri="{FF2B5EF4-FFF2-40B4-BE49-F238E27FC236}">
                  <ns2:creationId id="{B2CB6831-C960-425E-B7CE-962C8A5039B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644148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55</a:t>
              </a:r>
            </a:p>
          </p:txBody>
        </p:sp>
        <p:sp>
          <p:nvSpPr>
            <p:cNvPr id="21" name="Unified label: time step">
              <a:extLst>
                <a:ext uri="{FF2B5EF4-FFF2-40B4-BE49-F238E27FC236}">
                  <ns2:creationId id="{72685A45-46ED-4A81-92B3-B1B1D834BBB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154520" y="2696903"/>
              <a:ext cx="921747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step</a:t>
              </a:r>
            </a:p>
          </p:txBody>
        </p:sp>
        <p:sp>
          <p:nvSpPr>
            <p:cNvPr id="22" name="Unified label: step 48: position 8.9%">
              <a:extLst>
                <a:ext uri="{FF2B5EF4-FFF2-40B4-BE49-F238E27FC236}">
                  <ns2:creationId id="{8141D787-3006-4332-98BC-5798050448B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46823" y="2058695"/>
              <a:ext cx="1918786" cy="2261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step 48: position 8.9%</a:t>
              </a:r>
            </a:p>
          </p:txBody>
        </p:sp>
        <p:sp>
          <p:nvSpPr>
            <p:cNvPr id="23" name="Unified label: RG-MTM-P: 24/104 errors*">
              <a:extLst>
                <a:ext uri="{FF2B5EF4-FFF2-40B4-BE49-F238E27FC236}">
                  <ns2:creationId id="{34E716AC-9326-49D5-9771-4B786475E7F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82176" y="206300"/>
              <a:ext cx="2666402" cy="28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RG-MTM-P: 24/104 errors*</a:t>
              </a:r>
            </a:p>
          </p:txBody>
        </p:sp>
        <p:sp>
          <p:nvSpPr>
            <p:cNvPr id="24" name="Unified label: 40">
              <a:extLst>
                <a:ext uri="{FF2B5EF4-FFF2-40B4-BE49-F238E27FC236}">
                  <ns2:creationId id="{1423EDE2-F42B-4986-86F1-A8D4C8958BD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101079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25" name="Unified label: 45">
              <a:extLst>
                <a:ext uri="{FF2B5EF4-FFF2-40B4-BE49-F238E27FC236}">
                  <ns2:creationId id="{450CBEB4-E3B0-4E7D-A817-2CF572717C8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822581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45</a:t>
              </a:r>
            </a:p>
          </p:txBody>
        </p:sp>
        <p:sp>
          <p:nvSpPr>
            <p:cNvPr id="26" name="Unified label: 50">
              <a:extLst>
                <a:ext uri="{FF2B5EF4-FFF2-40B4-BE49-F238E27FC236}">
                  <ns2:creationId id="{069DDF9C-D31A-421A-8958-AB69BE6310C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544082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27" name="Unified label: 55">
              <a:extLst>
                <a:ext uri="{FF2B5EF4-FFF2-40B4-BE49-F238E27FC236}">
                  <ns2:creationId id="{FE4F2B96-5552-4E7C-9C3D-51F72067E9A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265584" y="2421189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55</a:t>
              </a:r>
            </a:p>
          </p:txBody>
        </p:sp>
        <p:sp>
          <p:nvSpPr>
            <p:cNvPr id="28" name="Unified label: time step">
              <a:extLst>
                <a:ext uri="{FF2B5EF4-FFF2-40B4-BE49-F238E27FC236}">
                  <ns2:creationId id="{DE16D17A-1CAF-4178-95A0-8CF3676CFE5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775956" y="2696903"/>
              <a:ext cx="921748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step</a:t>
              </a:r>
            </a:p>
          </p:txBody>
        </p:sp>
        <p:sp>
          <p:nvSpPr>
            <p:cNvPr id="29" name="Unified label: step 48: position 0.8%">
              <a:extLst>
                <a:ext uri="{FF2B5EF4-FFF2-40B4-BE49-F238E27FC236}">
                  <ns2:creationId id="{67F8BE24-DBAE-4277-B2B8-4C2C2258989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68259" y="1877665"/>
              <a:ext cx="1918786" cy="2261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step 48: position 0.8%</a:t>
              </a:r>
            </a:p>
          </p:txBody>
        </p:sp>
        <p:sp>
          <p:nvSpPr>
            <p:cNvPr id="30" name="Unified label: merge error 12.6 hPa">
              <a:extLst>
                <a:ext uri="{FF2B5EF4-FFF2-40B4-BE49-F238E27FC236}">
                  <ns2:creationId id="{A8132BF7-4483-4A19-A4FE-F4B18C21958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906625" y="2058695"/>
              <a:ext cx="1747674" cy="2261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merge error 12.6 hPa</a:t>
              </a:r>
            </a:p>
          </p:txBody>
        </p:sp>
        <p:sp>
          <p:nvSpPr>
            <p:cNvPr id="31" name="Unified label: RG-MTM-R: 19/104 errors*">
              <a:extLst>
                <a:ext uri="{FF2B5EF4-FFF2-40B4-BE49-F238E27FC236}">
                  <ns2:creationId id="{247D5CC2-D86A-4D8E-97B1-BE9981476E9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97724" y="206300"/>
              <a:ext cx="2679088" cy="28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RG-MTM-R: 19/104 errors*</a:t>
              </a:r>
            </a:p>
          </p:txBody>
        </p:sp>
        <p:sp>
          <p:nvSpPr>
            <p:cNvPr id="32" name="Unified label: longitude / latitude">
              <a:extLst>
                <a:ext uri="{FF2B5EF4-FFF2-40B4-BE49-F238E27FC236}">
                  <ns2:creationId id="{4BDBAD8E-3E6B-41A6-BDE5-AA5001CF11E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12692" y="5519869"/>
              <a:ext cx="188971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longitude / latitude</a:t>
              </a:r>
            </a:p>
          </p:txBody>
        </p:sp>
        <p:sp>
          <p:nvSpPr>
            <p:cNvPr id="33" name="Unified label: C">
              <a:extLst>
                <a:ext uri="{FF2B5EF4-FFF2-40B4-BE49-F238E27FC236}">
                  <ns2:creationId id="{AAFC7BA9-061D-4D70-8D9F-1CCC900D5DE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33311" y="4799044"/>
              <a:ext cx="166885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84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4" name="Unified label: A">
              <a:extLst>
                <a:ext uri="{FF2B5EF4-FFF2-40B4-BE49-F238E27FC236}">
                  <ns2:creationId id="{DE7F53F4-A424-4ED2-86E3-80354802BF4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227049" y="4498803"/>
              <a:ext cx="174422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484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Unified label: B">
              <a:extLst>
                <a:ext uri="{FF2B5EF4-FFF2-40B4-BE49-F238E27FC236}">
                  <ns2:creationId id="{8BF0AC7D-57F7-4A8D-8D72-2916CEAE058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05790" y="4010914"/>
              <a:ext cx="172161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484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36" name="Unified label: (b) OLR: step 32">
              <a:extLst>
                <a:ext uri="{FF2B5EF4-FFF2-40B4-BE49-F238E27FC236}">
                  <ns2:creationId id="{11E5A558-096B-4C65-87AA-9AD3A72AF75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86002" y="3358819"/>
              <a:ext cx="1744351" cy="28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9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OLR: step 32</a:t>
              </a:r>
            </a:p>
          </p:txBody>
        </p:sp>
        <p:sp>
          <p:nvSpPr>
            <p:cNvPr id="37" name="Unified label: 150">
              <a:extLst>
                <a:ext uri="{FF2B5EF4-FFF2-40B4-BE49-F238E27FC236}">
                  <ns2:creationId id="{85032488-1260-49EB-B016-E23A398355A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5226932"/>
              <a:ext cx="36242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150</a:t>
              </a:r>
            </a:p>
          </p:txBody>
        </p:sp>
        <p:sp>
          <p:nvSpPr>
            <p:cNvPr id="38" name="Unified label: 200">
              <a:extLst>
                <a:ext uri="{FF2B5EF4-FFF2-40B4-BE49-F238E27FC236}">
                  <ns2:creationId id="{5EB21995-F797-49B9-B5BE-DBB7D4C85E4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4691788"/>
              <a:ext cx="36242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39" name="Unified label: 250">
              <a:extLst>
                <a:ext uri="{FF2B5EF4-FFF2-40B4-BE49-F238E27FC236}">
                  <ns2:creationId id="{6D49543C-0686-4E7D-9A73-8653C1CD1E0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4156643"/>
              <a:ext cx="36242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250</a:t>
              </a:r>
            </a:p>
          </p:txBody>
        </p:sp>
        <p:sp>
          <p:nvSpPr>
            <p:cNvPr id="40" name="Unified label: 300">
              <a:extLst>
                <a:ext uri="{FF2B5EF4-FFF2-40B4-BE49-F238E27FC236}">
                  <ns2:creationId id="{01CCBA2A-4662-4059-88F9-9BFE429E381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9247" y="3621498"/>
              <a:ext cx="362424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300</a:t>
              </a:r>
            </a:p>
          </p:txBody>
        </p:sp>
        <p:sp>
          <p:nvSpPr>
            <p:cNvPr id="41" name="Unified label: W m−2">
              <a:extLst>
                <a:ext uri="{FF2B5EF4-FFF2-40B4-BE49-F238E27FC236}">
                  <ns2:creationId id="{A3A9BFBD-5A7B-4456-B3B6-A6D4417114B8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2994276" y="4429709"/>
              <a:ext cx="654560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W m−2</a:t>
              </a:r>
            </a:p>
          </p:txBody>
        </p:sp>
        <p:sp>
          <p:nvSpPr>
            <p:cNvPr id="42" name="Unified label: H = 16.3% axis">
              <a:extLst>
                <a:ext uri="{FF2B5EF4-FFF2-40B4-BE49-F238E27FC236}">
                  <ns2:creationId id="{EEDFAB1C-AA4F-4526-AAEC-5334E44FC4A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80671" y="5519869"/>
              <a:ext cx="138007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 = 16.3% axis</a:t>
              </a:r>
            </a:p>
          </p:txBody>
        </p:sp>
        <p:sp>
          <p:nvSpPr>
            <p:cNvPr id="43" name="Unified label: q">
              <a:extLst>
                <a:ext uri="{FF2B5EF4-FFF2-40B4-BE49-F238E27FC236}">
                  <ns2:creationId id="{4B1FB718-255E-4508-A53E-50CE8FA2D5B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62556" y="3550662"/>
              <a:ext cx="148230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q</a:t>
              </a:r>
            </a:p>
          </p:txBody>
        </p:sp>
        <p:sp>
          <p:nvSpPr>
            <p:cNvPr id="44" name="Unified label: u">
              <a:extLst>
                <a:ext uri="{FF2B5EF4-FFF2-40B4-BE49-F238E27FC236}">
                  <ns2:creationId id="{0A0C6AC8-FA05-4ACB-8BD8-EFC59CE96D4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62556" y="5185814"/>
              <a:ext cx="148042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u</a:t>
              </a:r>
            </a:p>
          </p:txBody>
        </p:sp>
        <p:sp>
          <p:nvSpPr>
            <p:cNvPr id="45" name="Unified label: Reference / tree anchors">
              <a:extLst>
                <a:ext uri="{FF2B5EF4-FFF2-40B4-BE49-F238E27FC236}">
                  <ns2:creationId id="{4582F186-2EC6-4682-925D-A8FCF5F8014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5749" y="3306233"/>
              <a:ext cx="2267657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Reference / tree anchors</a:t>
              </a:r>
            </a:p>
          </p:txBody>
        </p:sp>
        <p:sp>
          <p:nvSpPr>
            <p:cNvPr id="46" name="Unified label: 30">
              <a:extLst>
                <a:ext uri="{FF2B5EF4-FFF2-40B4-BE49-F238E27FC236}">
                  <ns2:creationId id="{1C8C699E-BF32-4E8C-8F3E-E3058F96515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067945" y="5573707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  <p:sp>
          <p:nvSpPr>
            <p:cNvPr id="47" name="Unified label: 35">
              <a:extLst>
                <a:ext uri="{FF2B5EF4-FFF2-40B4-BE49-F238E27FC236}">
                  <ns2:creationId id="{67027875-7E2D-4684-B731-5AE96690DC8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122447" y="5573707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35</a:t>
              </a:r>
            </a:p>
          </p:txBody>
        </p:sp>
        <p:sp>
          <p:nvSpPr>
            <p:cNvPr id="48" name="Unified label: time step">
              <a:extLst>
                <a:ext uri="{FF2B5EF4-FFF2-40B4-BE49-F238E27FC236}">
                  <ns2:creationId id="{4FCE7669-E3C8-41E7-9CAF-CF45AE1516A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154520" y="5849421"/>
              <a:ext cx="921747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step</a:t>
              </a:r>
            </a:p>
          </p:txBody>
        </p:sp>
        <p:sp>
          <p:nvSpPr>
            <p:cNvPr id="49" name="Unified label: step 32: position 17.1%">
              <a:extLst>
                <a:ext uri="{FF2B5EF4-FFF2-40B4-BE49-F238E27FC236}">
                  <ns2:creationId id="{6AB00925-4E22-4FFF-B74C-B3627418386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4576" y="5211214"/>
              <a:ext cx="2006004" cy="2261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step 32: position 17.1%</a:t>
              </a:r>
            </a:p>
          </p:txBody>
        </p:sp>
        <p:sp>
          <p:nvSpPr>
            <p:cNvPr id="50" name="Unified label: RG-MTM-P: 3/56 errors*">
              <a:extLst>
                <a:ext uri="{FF2B5EF4-FFF2-40B4-BE49-F238E27FC236}">
                  <ns2:creationId id="{62AC1CA1-A717-4E1B-A1A1-3720624A60C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10462" y="3358819"/>
              <a:ext cx="2409594" cy="28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RG-MTM-P: 3/56 errors*</a:t>
              </a:r>
            </a:p>
          </p:txBody>
        </p:sp>
        <p:sp>
          <p:nvSpPr>
            <p:cNvPr id="51" name="Unified label: 30">
              <a:extLst>
                <a:ext uri="{FF2B5EF4-FFF2-40B4-BE49-F238E27FC236}">
                  <ns2:creationId id="{B75AEE17-35D6-479E-B0DE-3B67F1FEB5F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689380" y="5573707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  <p:sp>
          <p:nvSpPr>
            <p:cNvPr id="52" name="Unified label: 35">
              <a:extLst>
                <a:ext uri="{FF2B5EF4-FFF2-40B4-BE49-F238E27FC236}">
                  <ns2:creationId id="{A2DAF465-F05F-43D3-8DD1-5563792B078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743882" y="5573707"/>
              <a:ext cx="251141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35</a:t>
              </a:r>
            </a:p>
          </p:txBody>
        </p:sp>
        <p:sp>
          <p:nvSpPr>
            <p:cNvPr id="53" name="Unified label: time step">
              <a:extLst>
                <a:ext uri="{FF2B5EF4-FFF2-40B4-BE49-F238E27FC236}">
                  <ns2:creationId id="{A0B3446A-432F-4041-8333-EF8165B8224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775956" y="5849421"/>
              <a:ext cx="921748" cy="26380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8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step</a:t>
              </a:r>
            </a:p>
          </p:txBody>
        </p:sp>
        <p:sp>
          <p:nvSpPr>
            <p:cNvPr id="54" name="Unified label: step 32: position 0.8%">
              <a:extLst>
                <a:ext uri="{FF2B5EF4-FFF2-40B4-BE49-F238E27FC236}">
                  <ns2:creationId id="{F6FFE53F-F752-4BC0-B74B-58E153E2252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68259" y="4983748"/>
              <a:ext cx="1918786" cy="2261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step 32: position 0.8%</a:t>
              </a:r>
            </a:p>
          </p:txBody>
        </p:sp>
        <p:sp>
          <p:nvSpPr>
            <p:cNvPr id="55" name="Unified label: merge error 53.5 W m−2">
              <a:extLst>
                <a:ext uri="{FF2B5EF4-FFF2-40B4-BE49-F238E27FC236}">
                  <ns2:creationId id="{803036EB-700C-4759-8F7A-9CB6B0029A6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906625" y="5187033"/>
              <a:ext cx="2001173" cy="2261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merge error 53.5 W m−2</a:t>
              </a:r>
            </a:p>
          </p:txBody>
        </p:sp>
        <p:sp>
          <p:nvSpPr>
            <p:cNvPr id="56" name="Unified label: RG-MTM-R: 3/56 errors*">
              <a:extLst>
                <a:ext uri="{FF2B5EF4-FFF2-40B4-BE49-F238E27FC236}">
                  <ns2:creationId id="{5BCCD0AD-4EDE-46C8-A015-6FDE65597E2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026009" y="3358819"/>
              <a:ext cx="2422280" cy="282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9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RG-MTM-R: 3/56 errors*</a:t>
              </a:r>
            </a:p>
          </p:txBody>
        </p:sp>
        <p:sp>
          <p:nvSpPr>
            <p:cNvPr id="57" name="Unified label: * Errors use the complete sequence, not just the displayed window. Scalar colors are shared within each row.">
              <a:extLst>
                <a:ext uri="{FF2B5EF4-FFF2-40B4-BE49-F238E27FC236}">
                  <ns2:creationId id="{9A266A60-B881-436D-8519-FC80181897F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0" y="6383826"/>
              <a:ext cx="10204455" cy="2449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7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* Errors use the complete sequence, not just the displayed window. Scalar colors are shared within each row.</a:t>
              </a:r>
            </a:p>
          </p:txBody>
        </p:sp>
      </p:grpSp>
    </p:spTree>
    <p:extLst>
      <p:ext uri="{BB962C8B-B14F-4D97-AF65-F5344CB8AC3E}">
        <ns5:creationId val="656390160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1" name="Manuscript Figure 2: rgmtm_motion_scalar_cost"/>
          <p:cNvGrpSpPr/>
          <p:nvPr/>
        </p:nvGrpSpPr>
        <p:grpSpPr>
          <a:xfrm>
            <a:off x="0" y="1426958"/>
            <a:ext cx="12801600" cy="3945955"/>
            <a:chOff x="0" y="0"/>
            <a:chExt cx="12801600" cy="3945955"/>
          </a:xfrm>
        </p:grpSpPr>
        <p:pic>
          <p:nvPicPr>
            <p:cNvPr id="50" name="">
              <a:extLst>
                <a:ext uri="{FF2B5EF4-FFF2-40B4-BE49-F238E27FC236}">
                  <ns2:creationId id="{AC8A4BBB-5780-4E81-B480-DB5F10046BA5}"/>
                </a:ext>
              </a:extLst>
            </p:cNvPr>
            <p:cNvPicPr>
              <a:picLocks noChangeAspect="1"/>
            </p:cNvPicPr>
            <p:nvPr/>
          </p:nvPicPr>
          <p:blipFill>
            <a:blip r:embed="R1ddf46c920754fe4">
              <a:extLst>
                <a:ext uri="{96DAC541-7B7A-43D3-8B79-37D633B846F1}">
                  <ns4:svgBlip r:embed="R45c404604c3749cc"/>
                </a:ext>
              </a:extLst>
            </a:blip>
            <a:stretch/>
          </p:blipFill>
          <p:spPr>
            <a:xfrm>
              <a:off x="0" y="0"/>
              <a:ext cx="12801600" cy="3945955"/>
            </a:xfrm>
            <a:prstGeom prst="rect">
              <a:avLst/>
            </a:prstGeom>
          </p:spPr>
        </p:pic>
        <p:sp>
          <p:nvSpPr>
            <p:cNvPr id="2" name="Unified label: 0">
              <a:extLst>
                <a:ext uri="{FF2B5EF4-FFF2-40B4-BE49-F238E27FC236}">
                  <ns2:creationId id="{4405A61B-EC9E-4489-A9D7-6CBC74E2F12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481162" y="2557854"/>
              <a:ext cx="136611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" name="Unified label: 10">
              <a:extLst>
                <a:ext uri="{FF2B5EF4-FFF2-40B4-BE49-F238E27FC236}">
                  <ns2:creationId id="{1093F113-83F8-4EF2-85A7-4A72F3E9DB4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085622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4" name="Unified label: 20">
              <a:extLst>
                <a:ext uri="{FF2B5EF4-FFF2-40B4-BE49-F238E27FC236}">
                  <ns2:creationId id="{4892E6EB-B982-4FF9-B796-DBCFA012405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744187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5" name="Unified label: 30">
              <a:extLst>
                <a:ext uri="{FF2B5EF4-FFF2-40B4-BE49-F238E27FC236}">
                  <ns2:creationId id="{43FBE8D4-0099-4CB1-85C1-9718CB4AE5F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402751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  <p:sp>
          <p:nvSpPr>
            <p:cNvPr id="6" name="Unified label: 40">
              <a:extLst>
                <a:ext uri="{FF2B5EF4-FFF2-40B4-BE49-F238E27FC236}">
                  <ns2:creationId id="{3466B2E1-B1C3-4EA4-B0AD-0143C412F57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061316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7" name="Unified label: 50">
              <a:extLst>
                <a:ext uri="{FF2B5EF4-FFF2-40B4-BE49-F238E27FC236}">
                  <ns2:creationId id="{4D819B56-F9C6-4DEF-A239-72631D9E93A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719880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8" name="Unified label: 60">
              <a:extLst>
                <a:ext uri="{FF2B5EF4-FFF2-40B4-BE49-F238E27FC236}">
                  <ns2:creationId id="{79D33C06-4C55-467F-B263-81104561C45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78445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9" name="Unified label: proxy error (%)">
              <a:extLst>
                <a:ext uri="{FF2B5EF4-FFF2-40B4-BE49-F238E27FC236}">
                  <ns2:creationId id="{6B101DC8-C133-4816-B0B3-B803B6CA071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785029" y="2825523"/>
              <a:ext cx="1481770" cy="2561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proxy error (%)</a:t>
              </a:r>
            </a:p>
          </p:txBody>
        </p:sp>
        <p:sp>
          <p:nvSpPr>
            <p:cNvPr id="10" name="Unified label: ERA5 (n=104)">
              <a:extLst>
                <a:ext uri="{FF2B5EF4-FFF2-40B4-BE49-F238E27FC236}">
                  <ns2:creationId id="{D1E85714-9E40-4630-A25F-E8C20089313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73874" y="638203"/>
              <a:ext cx="1232350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Storms (n=104)</a:t>
              </a:r>
            </a:p>
          </p:txBody>
        </p:sp>
        <p:sp>
          <p:nvSpPr>
            <p:cNvPr id="11" name="Unified label: Fire (n=112)">
              <a:extLst>
                <a:ext uri="{FF2B5EF4-FFF2-40B4-BE49-F238E27FC236}">
                  <ns2:creationId id="{07A1DB83-79BE-4BC6-B795-B1FB2EC46BC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10220" y="1121765"/>
              <a:ext cx="1100744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Wildfires (n=112)</a:t>
              </a:r>
            </a:p>
          </p:txBody>
        </p:sp>
        <p:sp>
          <p:nvSpPr>
            <p:cNvPr id="12" name="Unified label: OLR (n=56)">
              <a:extLst>
                <a:ext uri="{FF2B5EF4-FFF2-40B4-BE49-F238E27FC236}">
                  <ns2:creationId id="{2469B90A-2DCC-4710-875F-3DD0A3F55D0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8859" y="1605326"/>
              <a:ext cx="1027568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OLR (n=56)</a:t>
              </a:r>
            </a:p>
          </p:txBody>
        </p:sp>
        <p:sp>
          <p:nvSpPr>
            <p:cNvPr id="13" name="Unified label: PM2.5 (n=7)">
              <a:extLst>
                <a:ext uri="{FF2B5EF4-FFF2-40B4-BE49-F238E27FC236}">
                  <ns2:creationId id="{41226F1C-231B-4BF0-BA3C-FC0EF2C1014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14341" y="2088888"/>
              <a:ext cx="1092288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PM2.5 (n=7)</a:t>
              </a:r>
            </a:p>
          </p:txBody>
        </p:sp>
        <p:sp>
          <p:nvSpPr>
            <p:cNvPr id="14" name="Unified label: 43">
              <a:extLst>
                <a:ext uri="{FF2B5EF4-FFF2-40B4-BE49-F238E27FC236}">
                  <ns2:creationId id="{2C6DFFDA-8013-40E6-9E12-162438418C7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291106" y="519361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43</a:t>
              </a:r>
            </a:p>
          </p:txBody>
        </p:sp>
        <p:sp>
          <p:nvSpPr>
            <p:cNvPr id="15" name="Unified label: 40">
              <a:extLst>
                <a:ext uri="{FF2B5EF4-FFF2-40B4-BE49-F238E27FC236}">
                  <ns2:creationId id="{5AEA6D15-0B7B-45AF-85EE-9AE3B875DEC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920211" y="1002922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16" name="Unified label: 12">
              <a:extLst>
                <a:ext uri="{FF2B5EF4-FFF2-40B4-BE49-F238E27FC236}">
                  <ns2:creationId id="{A8392E4C-E4F5-4EF5-8AC2-87BF3C8FCBE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79404" y="1486484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17" name="Unified label: 3">
              <a:extLst>
                <a:ext uri="{FF2B5EF4-FFF2-40B4-BE49-F238E27FC236}">
                  <ns2:creationId id="{583CB9DA-956C-41A0-A887-51400168433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390614" y="1970045"/>
              <a:ext cx="128300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8" name="Unified label: 24">
              <a:extLst>
                <a:ext uri="{FF2B5EF4-FFF2-40B4-BE49-F238E27FC236}">
                  <ns2:creationId id="{F5B2C7BD-E6DB-47B8-B68D-3CB9FFA1A06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087959" y="625744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24</a:t>
              </a:r>
            </a:p>
          </p:txBody>
        </p:sp>
        <p:sp>
          <p:nvSpPr>
            <p:cNvPr id="19" name="Unified label: 36">
              <a:extLst>
                <a:ext uri="{FF2B5EF4-FFF2-40B4-BE49-F238E27FC236}">
                  <ns2:creationId id="{37900F2F-B1A8-49BE-9FDE-6FC89ED005B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85010" y="1109306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36</a:t>
              </a:r>
            </a:p>
          </p:txBody>
        </p:sp>
        <p:sp>
          <p:nvSpPr>
            <p:cNvPr id="20" name="Unified label: 3">
              <a:extLst>
                <a:ext uri="{FF2B5EF4-FFF2-40B4-BE49-F238E27FC236}">
                  <ns2:creationId id="{5521465D-0CAC-4604-B9B2-9D2941D2517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920997" y="1592867"/>
              <a:ext cx="128301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1" name="Unified label: 3">
              <a:extLst>
                <a:ext uri="{FF2B5EF4-FFF2-40B4-BE49-F238E27FC236}">
                  <ns2:creationId id="{127A9800-1A31-478D-A3B8-C5FF3B9FB38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390614" y="2076428"/>
              <a:ext cx="128300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2" name="Unified label: 19">
              <a:extLst>
                <a:ext uri="{FF2B5EF4-FFF2-40B4-BE49-F238E27FC236}">
                  <ns2:creationId id="{20DDA259-0161-47E2-AFCF-2616FE10997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771341" y="732128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23" name="Unified label: 35">
              <a:extLst>
                <a:ext uri="{FF2B5EF4-FFF2-40B4-BE49-F238E27FC236}">
                  <ns2:creationId id="{A144A2F1-43E4-4DEA-8547-2E37ADBF28F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26209" y="1215689"/>
              <a:ext cx="228026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35</a:t>
              </a:r>
            </a:p>
          </p:txBody>
        </p:sp>
        <p:sp>
          <p:nvSpPr>
            <p:cNvPr id="24" name="Unified label: 3">
              <a:extLst>
                <a:ext uri="{FF2B5EF4-FFF2-40B4-BE49-F238E27FC236}">
                  <ns2:creationId id="{2610B612-9F30-48F9-9469-0E2162D2C2E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920997" y="1699251"/>
              <a:ext cx="128301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5" name="Unified label: 2">
              <a:extLst>
                <a:ext uri="{FF2B5EF4-FFF2-40B4-BE49-F238E27FC236}">
                  <ns2:creationId id="{CEA52143-AB0D-46F0-9862-4DA842CE53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449808" y="2182812"/>
              <a:ext cx="128300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6" name="Unified label: (a) Motion errors; labels = counts">
              <a:extLst>
                <a:ext uri="{FF2B5EF4-FFF2-40B4-BE49-F238E27FC236}">
                  <ns2:creationId id="{916477CD-F481-49B1-8BAA-D6CE7864CF4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726005" y="141889"/>
              <a:ext cx="3598585" cy="2744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Motion errors; labels = counts</a:t>
              </a:r>
            </a:p>
          </p:txBody>
        </p:sp>
        <p:sp>
          <p:nvSpPr>
            <p:cNvPr id="27" name="Unified label: −50">
              <a:extLst>
                <a:ext uri="{FF2B5EF4-FFF2-40B4-BE49-F238E27FC236}">
                  <ns2:creationId id="{1A8FD4FB-9E02-459A-BE4F-27F28D32C11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6932" y="2557854"/>
              <a:ext cx="386996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−50</a:t>
              </a:r>
            </a:p>
          </p:txBody>
        </p:sp>
        <p:sp>
          <p:nvSpPr>
            <p:cNvPr id="28" name="Unified label: 0">
              <a:extLst>
                <a:ext uri="{FF2B5EF4-FFF2-40B4-BE49-F238E27FC236}">
                  <ns2:creationId id="{82075CE8-B7CA-41E2-A1C0-E930C511ABE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679769" y="2557854"/>
              <a:ext cx="136611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9" name="Unified label: 50">
              <a:extLst>
                <a:ext uri="{FF2B5EF4-FFF2-40B4-BE49-F238E27FC236}">
                  <ns2:creationId id="{86AE861E-1A45-498F-B409-550BF44A772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513142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30" name="Unified label: paired difference (pp)">
              <a:extLst>
                <a:ext uri="{FF2B5EF4-FFF2-40B4-BE49-F238E27FC236}">
                  <ns2:creationId id="{3745E34B-DA71-40CB-9336-B5413D0126C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587091" y="2825523"/>
              <a:ext cx="2173263" cy="2561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paired difference (pp)</a:t>
              </a:r>
            </a:p>
          </p:txBody>
        </p:sp>
        <p:sp>
          <p:nvSpPr>
            <p:cNvPr id="31" name="Unified label: (b) Relaxed minus comparator">
              <a:extLst>
                <a:ext uri="{FF2B5EF4-FFF2-40B4-BE49-F238E27FC236}">
                  <ns2:creationId id="{D6EBF5C3-C065-404D-B4D2-C698C993993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171123" y="141889"/>
              <a:ext cx="3008399" cy="2744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Relaxed minus comparator</a:t>
              </a:r>
            </a:p>
          </p:txBody>
        </p:sp>
        <p:sp>
          <p:nvSpPr>
            <p:cNvPr id="32" name="Unified label: 0">
              <a:extLst>
                <a:ext uri="{FF2B5EF4-FFF2-40B4-BE49-F238E27FC236}">
                  <ns2:creationId id="{BB1A6558-0F8F-4864-B2E6-11D596A2479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779075" y="2557854"/>
              <a:ext cx="136611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3" name="Unified label: 10">
              <a:extLst>
                <a:ext uri="{FF2B5EF4-FFF2-40B4-BE49-F238E27FC236}">
                  <ns2:creationId id="{0E552768-3DAD-4221-8D79-078852959EE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368220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34" name="Unified label: 20">
              <a:extLst>
                <a:ext uri="{FF2B5EF4-FFF2-40B4-BE49-F238E27FC236}">
                  <ns2:creationId id="{1905DC3C-F242-4E81-BCA1-A179180D692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011469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35" name="Unified label: 30">
              <a:extLst>
                <a:ext uri="{FF2B5EF4-FFF2-40B4-BE49-F238E27FC236}">
                  <ns2:creationId id="{899C8E15-A18D-47BD-ADDA-96652EDCA4D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654718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  <p:sp>
          <p:nvSpPr>
            <p:cNvPr id="36" name="Unified label: 40">
              <a:extLst>
                <a:ext uri="{FF2B5EF4-FFF2-40B4-BE49-F238E27FC236}">
                  <ns2:creationId id="{E5F2E6E7-99C0-4E2E-BA1B-A3076416F78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297967" y="2557854"/>
              <a:ext cx="24464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37" name="Unified label: merge error (% scalar range)">
              <a:extLst>
                <a:ext uri="{FF2B5EF4-FFF2-40B4-BE49-F238E27FC236}">
                  <ns2:creationId id="{23B0DE83-6865-4F06-A69C-BF9B40628A4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47772" y="2825523"/>
              <a:ext cx="2765971" cy="2561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4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merge error (% scalar range)</a:t>
              </a:r>
            </a:p>
          </p:txBody>
        </p:sp>
        <p:sp>
          <p:nvSpPr>
            <p:cNvPr id="38" name="Unified label: 26.1">
              <a:extLst>
                <a:ext uri="{FF2B5EF4-FFF2-40B4-BE49-F238E27FC236}">
                  <ns2:creationId id="{18E26F01-1626-4C8A-9A2D-9116CE11E1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555180" y="625019"/>
              <a:ext cx="377615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26.1</a:t>
              </a:r>
            </a:p>
          </p:txBody>
        </p:sp>
        <p:sp>
          <p:nvSpPr>
            <p:cNvPr id="39" name="Unified label: 19.6">
              <a:extLst>
                <a:ext uri="{FF2B5EF4-FFF2-40B4-BE49-F238E27FC236}">
                  <ns2:creationId id="{7797433D-08D1-4CBB-9D58-7A3F470B3A7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136651" y="1109064"/>
              <a:ext cx="377615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19.6</a:t>
              </a:r>
            </a:p>
          </p:txBody>
        </p:sp>
        <p:sp>
          <p:nvSpPr>
            <p:cNvPr id="40" name="Unified label: 33.6">
              <a:extLst>
                <a:ext uri="{FF2B5EF4-FFF2-40B4-BE49-F238E27FC236}">
                  <ns2:creationId id="{23C0046C-5302-4769-B229-B0996ED6DFA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036642" y="1593109"/>
              <a:ext cx="377615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33.6</a:t>
              </a:r>
            </a:p>
          </p:txBody>
        </p:sp>
        <p:sp>
          <p:nvSpPr>
            <p:cNvPr id="41" name="Unified label: 9.5">
              <a:extLst>
                <a:ext uri="{FF2B5EF4-FFF2-40B4-BE49-F238E27FC236}">
                  <ns2:creationId id="{7ECB162E-C6C3-491A-B414-98600F7412D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488123" y="2077154"/>
              <a:ext cx="277889" cy="21952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3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9.5</a:t>
              </a:r>
            </a:p>
          </p:txBody>
        </p:sp>
        <p:sp>
          <p:nvSpPr>
            <p:cNvPr id="42" name="Unified label: (c) Relaxed scalar cost">
              <a:extLst>
                <a:ext uri="{FF2B5EF4-FFF2-40B4-BE49-F238E27FC236}">
                  <ns2:creationId id="{1E0B2D90-772B-4553-A6A3-B77B400A292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014559" y="141889"/>
              <a:ext cx="2434337" cy="2744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43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Relaxed scalar cost</a:t>
              </a:r>
            </a:p>
          </p:txBody>
        </p:sp>
        <p:sp>
          <p:nvSpPr>
            <p:cNvPr id="43" name="Unified label: ST-MTM">
              <a:extLst>
                <a:ext uri="{FF2B5EF4-FFF2-40B4-BE49-F238E27FC236}">
                  <ns2:creationId id="{BA1B83AD-97CB-47F6-BD9A-ABEB264314E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872125" y="3212361"/>
              <a:ext cx="68301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ST-MTM</a:t>
              </a:r>
            </a:p>
          </p:txBody>
        </p:sp>
        <p:sp>
          <p:nvSpPr>
            <p:cNvPr id="44" name="Unified label: RG-MTM-P">
              <a:extLst>
                <a:ext uri="{FF2B5EF4-FFF2-40B4-BE49-F238E27FC236}">
                  <ns2:creationId id="{8F6B8C98-7AD4-410D-B1C9-218F05FC8D3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872125" y="3474104"/>
              <a:ext cx="900337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RG-MTM-P</a:t>
              </a:r>
            </a:p>
          </p:txBody>
        </p:sp>
        <p:sp>
          <p:nvSpPr>
            <p:cNvPr id="45" name="Unified label: RG-MTM-R">
              <a:extLst>
                <a:ext uri="{FF2B5EF4-FFF2-40B4-BE49-F238E27FC236}">
                  <ns2:creationId id="{8A1267EF-4BEC-42A1-9B55-44C3622FD8E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185171" y="3212361"/>
              <a:ext cx="915965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</a:t>
              </a:r>
            </a:p>
          </p:txBody>
        </p:sp>
        <p:sp>
          <p:nvSpPr>
            <p:cNvPr id="46" name="Unified label: vs ST-MTM">
              <a:extLst>
                <a:ext uri="{FF2B5EF4-FFF2-40B4-BE49-F238E27FC236}">
                  <ns2:creationId id="{EE2418CA-6A84-471F-BA53-771E1DDCA1D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185171" y="3474104"/>
              <a:ext cx="926098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vs ST-MTM</a:t>
              </a:r>
            </a:p>
          </p:txBody>
        </p:sp>
        <p:sp>
          <p:nvSpPr>
            <p:cNvPr id="47" name="Unified label: vs RG-MTM-P">
              <a:extLst>
                <a:ext uri="{FF2B5EF4-FFF2-40B4-BE49-F238E27FC236}">
                  <ns2:creationId id="{C70AE1C7-7E52-4031-9367-7E6121A11EC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523125" y="3212361"/>
              <a:ext cx="1143418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vs RG-MTM-P</a:t>
              </a:r>
            </a:p>
          </p:txBody>
        </p:sp>
        <p:sp>
          <p:nvSpPr>
            <p:cNvPr id="48" name="Unified label: mean cost">
              <a:extLst>
                <a:ext uri="{FF2B5EF4-FFF2-40B4-BE49-F238E27FC236}">
                  <ns2:creationId id="{8F8FFC0B-C5E7-4DFF-B192-30318819EC3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523125" y="3474104"/>
              <a:ext cx="916814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mean cost</a:t>
              </a:r>
            </a:p>
          </p:txBody>
        </p:sp>
        <p:sp>
          <p:nvSpPr>
            <p:cNvPr id="49" name="Unified label: max cost">
              <a:extLst>
                <a:ext uri="{FF2B5EF4-FFF2-40B4-BE49-F238E27FC236}">
                  <ns2:creationId id="{6D85000C-441B-409D-BE9D-D3ABE8CB3C3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079131" y="3212361"/>
              <a:ext cx="805211" cy="2378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max cost</a:t>
              </a:r>
            </a:p>
          </p:txBody>
        </p:sp>
      </p:grpSp>
    </p:spTree>
    <p:extLst>
      <p:ext uri="{BB962C8B-B14F-4D97-AF65-F5344CB8AC3E}">
        <ns5:creationId val="19188435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0" name="Manuscript Figure 3: rgmtm_motion_error_comparison"/>
          <p:cNvGrpSpPr/>
          <p:nvPr/>
        </p:nvGrpSpPr>
        <p:grpSpPr>
          <a:xfrm>
            <a:off x="0" y="113810"/>
            <a:ext cx="12801600" cy="6572250"/>
            <a:chOff x="0" y="0"/>
            <a:chExt cx="12801600" cy="6572250"/>
          </a:xfrm>
        </p:grpSpPr>
        <p:sp>
          <p:nvSpPr>
            <p:cNvPr id="19" name="(a) Storms 1999/2000, n = 104">
              <a:extLst>
                <a:ext uri="{FF2B5EF4-FFF2-40B4-BE49-F238E27FC236}">
                  <ns2:creationId id="{EFC2D6DC-6E5B-428D-B6B6-813F15524E4E}"/>
                </a:ext>
              </a:extLst>
            </p:cNvPr>
            <p:cNvSpPr>
              <a:spLocks noGrp="1"/>
            </p:cNvSpPr>
            <p:nvPr/>
          </p:nvSpPr>
          <p:spPr>
            <a:xfrm>
              <a:off x="26670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(a) Storms 1999/2000, n = 104</a:t>
              </a:r>
            </a:p>
          </p:txBody>
        </p:sp>
        <p:graphicFrame>
          <p:nvGraphicFramePr>
            <p:cNvPr id="2" name="Chart">
              <a:extLst>
                <a:ext uri="{FF2B5EF4-FFF2-40B4-BE49-F238E27FC236}">
                  <ns2:creationId id="{77375E58-F6E9-45A0-80DC-AC3859E8E540}"/>
                </a:ext>
              </a:extLst>
            </p:cNvPr>
            <p:cNvGraphicFramePr/>
            <p:nvPr/>
          </p:nvGraphicFramePr>
          <p:xfrm>
            <a:off x="152400" y="400050"/>
            <a:ext cx="4048125" cy="2686050"/>
          </p:xfrm>
          <a:graphic>
            <a:graphicData uri="http://schemas.openxmlformats.org/drawingml/2006/chart">
              <ns3:chart r:id="Rbaa22380845c47ec"/>
            </a:graphicData>
          </a:graphic>
        </p:graphicFrame>
        <p:sp>
          <p:nvSpPr>
            <p:cNvPr id="3" name="(b) Wildfires 2019, n = 112">
              <a:extLst>
                <a:ext uri="{FF2B5EF4-FFF2-40B4-BE49-F238E27FC236}">
                  <ns2:creationId id="{6F0634FC-9B85-4558-BC98-974688B2F7FB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(b) Wildfires 2019, n = 112</a:t>
              </a:r>
            </a:p>
          </p:txBody>
        </p:sp>
        <p:graphicFrame>
          <p:nvGraphicFramePr>
            <p:cNvPr id="4" name="Chart">
              <a:extLst>
                <a:ext uri="{FF2B5EF4-FFF2-40B4-BE49-F238E27FC236}">
                  <ns2:creationId id="{B8EFC245-CF4B-4774-8686-5E7899D4D675}"/>
                </a:ext>
              </a:extLst>
            </p:cNvPr>
            <p:cNvGraphicFramePr/>
            <p:nvPr/>
          </p:nvGraphicFramePr>
          <p:xfrm>
            <a:off x="4362450" y="400050"/>
            <a:ext cx="4048125" cy="2686050"/>
          </p:xfrm>
          <a:graphic>
            <a:graphicData uri="http://schemas.openxmlformats.org/drawingml/2006/chart">
              <ns3:chart r:id="R6c61bead99fc47af"/>
            </a:graphicData>
          </a:graphic>
        </p:graphicFrame>
        <p:sp>
          <p:nvSpPr>
            <p:cNvPr id="5" name="(c) OLR 2024, n = 56">
              <a:extLst>
                <a:ext uri="{FF2B5EF4-FFF2-40B4-BE49-F238E27FC236}">
                  <ns2:creationId id="{ABE8333B-FF60-41BF-AE30-61E1CEA33212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(c) OLR 2024, n = 56</a:t>
              </a:r>
            </a:p>
          </p:txBody>
        </p:sp>
        <p:graphicFrame>
          <p:nvGraphicFramePr>
            <p:cNvPr id="6" name="Chart">
              <a:extLst>
                <a:ext uri="{FF2B5EF4-FFF2-40B4-BE49-F238E27FC236}">
                  <ns2:creationId id="{29FCC852-DC27-40DA-B610-16B9196DEDAF}"/>
                </a:ext>
              </a:extLst>
            </p:cNvPr>
            <p:cNvGraphicFramePr/>
            <p:nvPr/>
          </p:nvGraphicFramePr>
          <p:xfrm>
            <a:off x="8572500" y="400050"/>
            <a:ext cx="4048125" cy="2686050"/>
          </p:xfrm>
          <a:graphic>
            <a:graphicData uri="http://schemas.openxmlformats.org/drawingml/2006/chart">
              <ns3:chart r:id="Rddfeec194b144ffe"/>
            </a:graphicData>
          </a:graphic>
        </p:graphicFrame>
        <p:sp>
          <p:nvSpPr>
            <p:cNvPr id="7" name="(d) PM2.5 Jan 2000, n = 7">
              <a:extLst>
                <a:ext uri="{FF2B5EF4-FFF2-40B4-BE49-F238E27FC236}">
                  <ns2:creationId id="{3BC01EF5-B3C1-4DEB-9E30-743FCE196989}"/>
                </a:ext>
              </a:extLst>
            </p:cNvPr>
            <p:cNvSpPr>
              <a:spLocks noGrp="1"/>
            </p:cNvSpPr>
            <p:nvPr/>
          </p:nvSpPr>
          <p:spPr>
            <a:xfrm>
              <a:off x="266700" y="3162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(d) PM2.5 Jan 2000, n = 7</a:t>
              </a:r>
            </a:p>
          </p:txBody>
        </p:sp>
        <p:graphicFrame>
          <p:nvGraphicFramePr>
            <p:cNvPr id="8" name="Chart">
              <a:extLst>
                <a:ext uri="{FF2B5EF4-FFF2-40B4-BE49-F238E27FC236}">
                  <ns2:creationId id="{15C32F09-0E40-4B57-A6F5-AB05E9CD6245}"/>
                </a:ext>
              </a:extLst>
            </p:cNvPr>
            <p:cNvGraphicFramePr/>
            <p:nvPr/>
          </p:nvGraphicFramePr>
          <p:xfrm>
            <a:off x="152400" y="3448050"/>
            <a:ext cx="4048125" cy="2686050"/>
          </p:xfrm>
          <a:graphic>
            <a:graphicData uri="http://schemas.openxmlformats.org/drawingml/2006/chart">
              <ns3:chart r:id="Ref038949e55c4617"/>
            </a:graphicData>
          </a:graphic>
        </p:graphicFrame>
        <p:sp>
          <p:nvSpPr>
            <p:cNvPr id="9" name="(e) Ring, n = 124">
              <a:extLst>
                <a:ext uri="{FF2B5EF4-FFF2-40B4-BE49-F238E27FC236}">
                  <ns2:creationId id="{84FFF1AA-5717-4AF3-BDE5-46EDE54045FC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3162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(e) Ring, n = 124</a:t>
              </a:r>
            </a:p>
          </p:txBody>
        </p:sp>
        <p:graphicFrame>
          <p:nvGraphicFramePr>
            <p:cNvPr id="10" name="Chart">
              <a:extLst>
                <a:ext uri="{FF2B5EF4-FFF2-40B4-BE49-F238E27FC236}">
                  <ns2:creationId id="{C7760D0E-4B33-4398-9FC1-A712C7BC89C3}"/>
                </a:ext>
              </a:extLst>
            </p:cNvPr>
            <p:cNvGraphicFramePr/>
            <p:nvPr/>
          </p:nvGraphicFramePr>
          <p:xfrm>
            <a:off x="4362450" y="3448050"/>
            <a:ext cx="4048125" cy="2686050"/>
          </p:xfrm>
          <a:graphic>
            <a:graphicData uri="http://schemas.openxmlformats.org/drawingml/2006/chart">
              <ns3:chart r:id="Rcd35965f84744b2a"/>
            </a:graphicData>
          </a:graphic>
        </p:graphicFrame>
        <p:sp>
          <p:nvSpPr>
            <p:cNvPr id="11" name="TMTM">
              <a:extLst>
                <a:ext uri="{FF2B5EF4-FFF2-40B4-BE49-F238E27FC236}">
                  <ns2:creationId id="{D0371539-0D99-4E1E-8A0E-74BE2F1C2021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39052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rPr>
                <a:t>TMTM</a:t>
              </a:r>
            </a:p>
          </p:txBody>
        </p:sp>
        <p:sp>
          <p:nvSpPr>
            <p:cNvPr id="12" name="ST-MTM">
              <a:extLst>
                <a:ext uri="{FF2B5EF4-FFF2-40B4-BE49-F238E27FC236}">
                  <ns2:creationId id="{112AF717-D537-4E9F-AE4D-B74B7BD70A38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2100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rPr>
                <a:t>ST-MTM</a:t>
              </a:r>
            </a:p>
          </p:txBody>
        </p:sp>
        <p:sp>
          <p:nvSpPr>
            <p:cNvPr id="13" name="P = RG-MTM-P">
              <a:extLst>
                <a:ext uri="{FF2B5EF4-FFF2-40B4-BE49-F238E27FC236}">
                  <ns2:creationId id="{BD738D62-D876-4465-B642-A972F981057F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5148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P = RG-MTM-P</a:t>
              </a:r>
            </a:p>
          </p:txBody>
        </p:sp>
        <p:sp>
          <p:nvSpPr>
            <p:cNvPr id="14" name="R20 = RG-MTM-R (κ = 20%)">
              <a:extLst>
                <a:ext uri="{FF2B5EF4-FFF2-40B4-BE49-F238E27FC236}">
                  <ns2:creationId id="{65987CBF-3A2B-40CF-A543-9922343A6546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8196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R20 = RG-MTM-R (κ = 20%)</a:t>
              </a:r>
            </a:p>
          </p:txBody>
        </p:sp>
        <p:sp>
          <p:nvSpPr>
            <p:cNvPr id="15" name="Hilbert">
              <a:extLst>
                <a:ext uri="{FF2B5EF4-FFF2-40B4-BE49-F238E27FC236}">
                  <ns2:creationId id="{C8866C0F-C8F9-41D4-A739-89D00850649B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51244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16" name="Morton">
              <a:extLst>
                <a:ext uri="{FF2B5EF4-FFF2-40B4-BE49-F238E27FC236}">
                  <ns2:creationId id="{C092391B-0AF5-4FD5-8767-EA9CED131089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54292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17" name="Solid: reversal. Pale: miss.">
              <a:extLst>
                <a:ext uri="{FF2B5EF4-FFF2-40B4-BE49-F238E27FC236}">
                  <ns2:creationId id="{509DCDD5-216C-412E-958E-091BD669B627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3390900"/>
              <a:ext cx="4000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Solid: reversal. Pale: miss.</a:t>
              </a:r>
            </a:p>
          </p:txBody>
        </p:sp>
        <p:sp>
          <p:nvSpPr>
            <p:cNvPr id="18" name="k = 2, ε = 2%. Event counts describe each full sequence. PM2.5 Ja">
              <a:extLst>
                <a:ext uri="{FF2B5EF4-FFF2-40B4-BE49-F238E27FC236}">
                  <ns2:creationId id="{9E66F479-4511-41B3-9790-D5D382E33795}"/>
                </a:ext>
              </a:extLst>
            </p:cNvPr>
            <p:cNvSpPr>
              <a:spLocks noGrp="1"/>
            </p:cNvSpPr>
            <p:nvPr/>
          </p:nvSpPr>
          <p:spPr>
            <a:xfrm>
              <a:off x="247650" y="6267450"/>
              <a:ext cx="123348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k = 2, ε = 2%. Event counts describe each full sequence. PM2.5 January followed seasonal exploration.</a:t>
              </a:r>
            </a:p>
          </p:txBody>
        </p:sp>
      </p:grpSp>
    </p:spTree>
    <p:extLst>
      <p:ext uri="{BB962C8B-B14F-4D97-AF65-F5344CB8AC3E}">
        <ns5:creationId val="33473938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1" name="Manuscript Figure 4: rgmtm_neighbourhood_preservation"/>
          <p:cNvGrpSpPr/>
          <p:nvPr/>
        </p:nvGrpSpPr>
        <p:grpSpPr>
          <a:xfrm>
            <a:off x="0" y="113810"/>
            <a:ext cx="12801600" cy="6572250"/>
            <a:chOff x="0" y="0"/>
            <a:chExt cx="12801600" cy="6572250"/>
          </a:xfrm>
        </p:grpSpPr>
        <p:sp>
          <p:nvSpPr>
            <p:cNvPr id="20" name="(a) Storms 1999/2000">
              <a:extLst>
                <a:ext uri="{FF2B5EF4-FFF2-40B4-BE49-F238E27FC236}">
                  <ns2:creationId id="{9B77F391-9DF2-4B4A-B698-556DF83644F6}"/>
                </a:ext>
              </a:extLst>
            </p:cNvPr>
            <p:cNvSpPr>
              <a:spLocks noGrp="1"/>
            </p:cNvSpPr>
            <p:nvPr/>
          </p:nvSpPr>
          <p:spPr>
            <a:xfrm>
              <a:off x="26670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(a) Storms 1999/2000</a:t>
              </a:r>
            </a:p>
          </p:txBody>
        </p:sp>
        <p:graphicFrame>
          <p:nvGraphicFramePr>
            <p:cNvPr id="2" name="Chart">
              <a:extLst>
                <a:ext uri="{FF2B5EF4-FFF2-40B4-BE49-F238E27FC236}">
                  <ns2:creationId id="{9464C218-EC6B-4DCA-A9A9-C58300AE1F86}"/>
                </a:ext>
              </a:extLst>
            </p:cNvPr>
            <p:cNvGraphicFramePr/>
            <p:nvPr/>
          </p:nvGraphicFramePr>
          <p:xfrm>
            <a:off x="152400" y="400050"/>
            <a:ext cx="4048125" cy="2686050"/>
          </p:xfrm>
          <a:graphic>
            <a:graphicData uri="http://schemas.openxmlformats.org/drawingml/2006/chart">
              <ns3:chart r:id="Rcd237d05b9b34988"/>
            </a:graphicData>
          </a:graphic>
        </p:graphicFrame>
        <p:sp>
          <p:nvSpPr>
            <p:cNvPr id="3" name="(b) Wildfires 2019">
              <a:extLst>
                <a:ext uri="{FF2B5EF4-FFF2-40B4-BE49-F238E27FC236}">
                  <ns2:creationId id="{E7ACC918-3394-4A70-8210-6322B7AB6AE2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(b) Wildfires 2019</a:t>
              </a:r>
            </a:p>
          </p:txBody>
        </p:sp>
        <p:graphicFrame>
          <p:nvGraphicFramePr>
            <p:cNvPr id="4" name="Chart">
              <a:extLst>
                <a:ext uri="{FF2B5EF4-FFF2-40B4-BE49-F238E27FC236}">
                  <ns2:creationId id="{08206DCB-BCE0-4584-9064-F3AED60C1770}"/>
                </a:ext>
              </a:extLst>
            </p:cNvPr>
            <p:cNvGraphicFramePr/>
            <p:nvPr/>
          </p:nvGraphicFramePr>
          <p:xfrm>
            <a:off x="4362450" y="400050"/>
            <a:ext cx="4048125" cy="2686050"/>
          </p:xfrm>
          <a:graphic>
            <a:graphicData uri="http://schemas.openxmlformats.org/drawingml/2006/chart">
              <ns3:chart r:id="Rb5c9afb3c8a44c86"/>
            </a:graphicData>
          </a:graphic>
        </p:graphicFrame>
        <p:sp>
          <p:nvSpPr>
            <p:cNvPr id="5" name="(c) OLR 2024">
              <a:extLst>
                <a:ext uri="{FF2B5EF4-FFF2-40B4-BE49-F238E27FC236}">
                  <ns2:creationId id="{D529513E-432D-408A-99E7-B2B4416719D2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(c) OLR 2024</a:t>
              </a:r>
            </a:p>
          </p:txBody>
        </p:sp>
        <p:graphicFrame>
          <p:nvGraphicFramePr>
            <p:cNvPr id="6" name="Chart">
              <a:extLst>
                <a:ext uri="{FF2B5EF4-FFF2-40B4-BE49-F238E27FC236}">
                  <ns2:creationId id="{5416D19B-3B64-4544-B060-DC107888A1E4}"/>
                </a:ext>
              </a:extLst>
            </p:cNvPr>
            <p:cNvGraphicFramePr/>
            <p:nvPr/>
          </p:nvGraphicFramePr>
          <p:xfrm>
            <a:off x="8572500" y="400050"/>
            <a:ext cx="4048125" cy="2686050"/>
          </p:xfrm>
          <a:graphic>
            <a:graphicData uri="http://schemas.openxmlformats.org/drawingml/2006/chart">
              <ns3:chart r:id="R09e8266b1a3e4176"/>
            </a:graphicData>
          </a:graphic>
        </p:graphicFrame>
        <p:sp>
          <p:nvSpPr>
            <p:cNvPr id="7" name="(d) PM2.5 Jan 2000">
              <a:extLst>
                <a:ext uri="{FF2B5EF4-FFF2-40B4-BE49-F238E27FC236}">
                  <ns2:creationId id="{7254A2EF-3C70-41BC-A12A-1087E6C18B4B}"/>
                </a:ext>
              </a:extLst>
            </p:cNvPr>
            <p:cNvSpPr>
              <a:spLocks noGrp="1"/>
            </p:cNvSpPr>
            <p:nvPr/>
          </p:nvSpPr>
          <p:spPr>
            <a:xfrm>
              <a:off x="266700" y="3162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(d) PM2.5 Jan 2000</a:t>
              </a:r>
            </a:p>
          </p:txBody>
        </p:sp>
        <p:graphicFrame>
          <p:nvGraphicFramePr>
            <p:cNvPr id="8" name="Chart">
              <a:extLst>
                <a:ext uri="{FF2B5EF4-FFF2-40B4-BE49-F238E27FC236}">
                  <ns2:creationId id="{EAFA2E55-1884-415D-8C26-06940AE347A1}"/>
                </a:ext>
              </a:extLst>
            </p:cNvPr>
            <p:cNvGraphicFramePr/>
            <p:nvPr/>
          </p:nvGraphicFramePr>
          <p:xfrm>
            <a:off x="152400" y="3448050"/>
            <a:ext cx="4048125" cy="2686050"/>
          </p:xfrm>
          <a:graphic>
            <a:graphicData uri="http://schemas.openxmlformats.org/drawingml/2006/chart">
              <ns3:chart r:id="R61f6f0d9ec8746bc"/>
            </a:graphicData>
          </a:graphic>
        </p:graphicFrame>
        <p:sp>
          <p:nvSpPr>
            <p:cNvPr id="9" name="(e) Ring">
              <a:extLst>
                <a:ext uri="{FF2B5EF4-FFF2-40B4-BE49-F238E27FC236}">
                  <ns2:creationId id="{4B0F6637-9020-4037-BD5F-DD428279AA86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3162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(e) Ring</a:t>
              </a:r>
            </a:p>
          </p:txBody>
        </p:sp>
        <p:graphicFrame>
          <p:nvGraphicFramePr>
            <p:cNvPr id="10" name="Chart">
              <a:extLst>
                <a:ext uri="{FF2B5EF4-FFF2-40B4-BE49-F238E27FC236}">
                  <ns2:creationId id="{DE375DC6-B8E0-4BB6-A2EC-4665936B8D2F}"/>
                </a:ext>
              </a:extLst>
            </p:cNvPr>
            <p:cNvGraphicFramePr/>
            <p:nvPr/>
          </p:nvGraphicFramePr>
          <p:xfrm>
            <a:off x="4362450" y="3448050"/>
            <a:ext cx="4048125" cy="2686050"/>
          </p:xfrm>
          <a:graphic>
            <a:graphicData uri="http://schemas.openxmlformats.org/drawingml/2006/chart">
              <ns3:chart r:id="Ra0cbc3fd95a3428f"/>
            </a:graphicData>
          </a:graphic>
        </p:graphicFrame>
        <p:sp>
          <p:nvSpPr>
            <p:cNvPr id="11" name="TMTM">
              <a:extLst>
                <a:ext uri="{FF2B5EF4-FFF2-40B4-BE49-F238E27FC236}">
                  <ns2:creationId id="{DADA28E6-7FE1-4FF2-BF19-8BCFEF97FEC4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39052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rPr>
                <a:t>TMTM</a:t>
              </a:r>
            </a:p>
          </p:txBody>
        </p:sp>
        <p:sp>
          <p:nvSpPr>
            <p:cNvPr id="12" name="ST-MTM">
              <a:extLst>
                <a:ext uri="{FF2B5EF4-FFF2-40B4-BE49-F238E27FC236}">
                  <ns2:creationId id="{5AC1D909-C411-45A0-8B33-0E13FBB81C90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2100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rPr>
                <a:t>ST-MTM</a:t>
              </a:r>
            </a:p>
          </p:txBody>
        </p:sp>
        <p:sp>
          <p:nvSpPr>
            <p:cNvPr id="13" name="P = RG-MTM-P">
              <a:extLst>
                <a:ext uri="{FF2B5EF4-FFF2-40B4-BE49-F238E27FC236}">
                  <ns2:creationId id="{907B64A6-C152-4FAB-8616-A2233AC3B101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5148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P = RG-MTM-P</a:t>
              </a:r>
            </a:p>
          </p:txBody>
        </p:sp>
        <p:sp>
          <p:nvSpPr>
            <p:cNvPr id="14" name="R20 = RG-MTM-R (κ = 20%)">
              <a:extLst>
                <a:ext uri="{FF2B5EF4-FFF2-40B4-BE49-F238E27FC236}">
                  <ns2:creationId id="{9DC9B5DB-7175-4967-98AE-67BC6295D2A3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8196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R20 = RG-MTM-R (κ = 20%)</a:t>
              </a:r>
            </a:p>
          </p:txBody>
        </p:sp>
        <p:sp>
          <p:nvSpPr>
            <p:cNvPr id="15" name="Hilbert">
              <a:extLst>
                <a:ext uri="{FF2B5EF4-FFF2-40B4-BE49-F238E27FC236}">
                  <ns2:creationId id="{3E388261-36E6-4B31-9572-79F163F3E1C6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51244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16" name="Morton">
              <a:extLst>
                <a:ext uri="{FF2B5EF4-FFF2-40B4-BE49-F238E27FC236}">
                  <ns2:creationId id="{1C43B933-1207-46C7-85E3-1F17D08A0222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54292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17" name="Lower stress and higher">
              <a:extLst>
                <a:ext uri="{FF2B5EF4-FFF2-40B4-BE49-F238E27FC236}">
                  <ns2:creationId id="{646A587B-A780-4C6B-B829-0D71C42B733F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3267075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Lower stress and higher</a:t>
              </a:r>
            </a:p>
          </p:txBody>
        </p:sp>
        <p:sp>
          <p:nvSpPr>
            <p:cNvPr id="18" name="NN preservation are preferable">
              <a:extLst>
                <a:ext uri="{FF2B5EF4-FFF2-40B4-BE49-F238E27FC236}">
                  <ns2:creationId id="{12A99171-2A23-438A-B676-E7B548079B16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352425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NN preservation are preferable</a:t>
              </a:r>
            </a:p>
          </p:txBody>
        </p:sp>
        <p:sp>
          <p:nvSpPr>
            <p:cNvPr id="19" name="Frame means use native anchor geometries. Frames with fewer than ">
              <a:extLst>
                <a:ext uri="{FF2B5EF4-FFF2-40B4-BE49-F238E27FC236}">
                  <ns2:creationId id="{B893EBD7-AA6E-4031-80F9-FD435CB1AD06}"/>
                </a:ext>
              </a:extLst>
            </p:cNvPr>
            <p:cNvSpPr>
              <a:spLocks noGrp="1"/>
            </p:cNvSpPr>
            <p:nvPr/>
          </p:nvSpPr>
          <p:spPr>
            <a:xfrm>
              <a:off x="247650" y="6267450"/>
              <a:ext cx="123348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Frame means use native anchor geometries. Frames with fewer than three extrema are excluded.</a:t>
              </a:r>
            </a:p>
          </p:txBody>
        </p:sp>
      </p:grpSp>
    </p:spTree>
    <p:extLst>
      <p:ext uri="{BB962C8B-B14F-4D97-AF65-F5344CB8AC3E}">
        <ns5:creationId val="481578920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1" name="Manuscript Figure 5: rgmtm_motion_window_sensitivity"/>
          <p:cNvGrpSpPr/>
          <p:nvPr/>
        </p:nvGrpSpPr>
        <p:grpSpPr>
          <a:xfrm>
            <a:off x="0" y="113810"/>
            <a:ext cx="12801600" cy="6572250"/>
            <a:chOff x="0" y="0"/>
            <a:chExt cx="12801600" cy="6572250"/>
          </a:xfrm>
        </p:grpSpPr>
        <p:sp>
          <p:nvSpPr>
            <p:cNvPr id="20" name="(a) Storms 1999/2000, n = 154/104/55/15">
              <a:extLst>
                <a:ext uri="{FF2B5EF4-FFF2-40B4-BE49-F238E27FC236}">
                  <ns2:creationId id="{06CA6B0F-B388-4CFA-8FFF-37A1A3CD8803}"/>
                </a:ext>
              </a:extLst>
            </p:cNvPr>
            <p:cNvSpPr>
              <a:spLocks noGrp="1"/>
            </p:cNvSpPr>
            <p:nvPr/>
          </p:nvSpPr>
          <p:spPr>
            <a:xfrm>
              <a:off x="26670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(a) Storms 1999/2000, n = 154/104/55/15</a:t>
              </a:r>
            </a:p>
          </p:txBody>
        </p:sp>
        <p:graphicFrame>
          <p:nvGraphicFramePr>
            <p:cNvPr id="2" name="Chart">
              <a:extLst>
                <a:ext uri="{FF2B5EF4-FFF2-40B4-BE49-F238E27FC236}">
                  <ns2:creationId id="{FDBF4BD1-4FA5-4F8A-8EF3-67CF8757B752}"/>
                </a:ext>
              </a:extLst>
            </p:cNvPr>
            <p:cNvGraphicFramePr/>
            <p:nvPr/>
          </p:nvGraphicFramePr>
          <p:xfrm>
            <a:off x="152400" y="400050"/>
            <a:ext cx="4048125" cy="2686050"/>
          </p:xfrm>
          <a:graphic>
            <a:graphicData uri="http://schemas.openxmlformats.org/drawingml/2006/chart">
              <ns3:chart r:id="Rc4cb9d76fc414946"/>
            </a:graphicData>
          </a:graphic>
        </p:graphicFrame>
        <p:sp>
          <p:nvSpPr>
            <p:cNvPr id="3" name="(b) Wildfires 2019, n = 153/112/71/31">
              <a:extLst>
                <a:ext uri="{FF2B5EF4-FFF2-40B4-BE49-F238E27FC236}">
                  <ns2:creationId id="{4E289ACC-D5E3-4740-94B3-04BA5546DFF3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(b) Wildfires 2019, n = 153/112/71/31</a:t>
              </a:r>
            </a:p>
          </p:txBody>
        </p:sp>
        <p:graphicFrame>
          <p:nvGraphicFramePr>
            <p:cNvPr id="4" name="Chart">
              <a:extLst>
                <a:ext uri="{FF2B5EF4-FFF2-40B4-BE49-F238E27FC236}">
                  <ns2:creationId id="{16E80712-09DC-4388-A702-D572EDE4561D}"/>
                </a:ext>
              </a:extLst>
            </p:cNvPr>
            <p:cNvGraphicFramePr/>
            <p:nvPr/>
          </p:nvGraphicFramePr>
          <p:xfrm>
            <a:off x="4362450" y="400050"/>
            <a:ext cx="4048125" cy="2686050"/>
          </p:xfrm>
          <a:graphic>
            <a:graphicData uri="http://schemas.openxmlformats.org/drawingml/2006/chart">
              <ns3:chart r:id="Ra264385791f94568"/>
            </a:graphicData>
          </a:graphic>
        </p:graphicFrame>
        <p:sp>
          <p:nvSpPr>
            <p:cNvPr id="5" name="(c) OLR 2024, n = 109/56/16/2">
              <a:extLst>
                <a:ext uri="{FF2B5EF4-FFF2-40B4-BE49-F238E27FC236}">
                  <ns2:creationId id="{F24290EC-746D-495C-809C-DC5EA71902BF}"/>
                </a:ext>
              </a:extLst>
            </p:cNvPr>
            <p:cNvSpPr>
              <a:spLocks noGrp="1"/>
            </p:cNvSpPr>
            <p:nvPr/>
          </p:nvSpPr>
          <p:spPr>
            <a:xfrm>
              <a:off x="8686800" y="114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(c) OLR 2024, n = 109/56/16/2</a:t>
              </a:r>
            </a:p>
          </p:txBody>
        </p:sp>
        <p:graphicFrame>
          <p:nvGraphicFramePr>
            <p:cNvPr id="6" name="Chart">
              <a:extLst>
                <a:ext uri="{FF2B5EF4-FFF2-40B4-BE49-F238E27FC236}">
                  <ns2:creationId id="{41CFE1F5-B029-4C87-B514-260E9552F23F}"/>
                </a:ext>
              </a:extLst>
            </p:cNvPr>
            <p:cNvGraphicFramePr/>
            <p:nvPr/>
          </p:nvGraphicFramePr>
          <p:xfrm>
            <a:off x="8572500" y="400050"/>
            <a:ext cx="4048125" cy="2686050"/>
          </p:xfrm>
          <a:graphic>
            <a:graphicData uri="http://schemas.openxmlformats.org/drawingml/2006/chart">
              <ns3:chart r:id="R4d5994934b1447ce"/>
            </a:graphicData>
          </a:graphic>
        </p:graphicFrame>
        <p:sp>
          <p:nvSpPr>
            <p:cNvPr id="7" name="(d) PM2.5 Jan 2000, n = 17/7/0/0">
              <a:extLst>
                <a:ext uri="{FF2B5EF4-FFF2-40B4-BE49-F238E27FC236}">
                  <ns2:creationId id="{DA4E8E62-93B0-44EA-AD7F-B94FC185D7FD}"/>
                </a:ext>
              </a:extLst>
            </p:cNvPr>
            <p:cNvSpPr>
              <a:spLocks noGrp="1"/>
            </p:cNvSpPr>
            <p:nvPr/>
          </p:nvSpPr>
          <p:spPr>
            <a:xfrm>
              <a:off x="266700" y="3162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(d) PM2.5 Jan 2000, n = 17/7/0/0</a:t>
              </a:r>
            </a:p>
          </p:txBody>
        </p:sp>
        <p:graphicFrame>
          <p:nvGraphicFramePr>
            <p:cNvPr id="8" name="Chart">
              <a:extLst>
                <a:ext uri="{FF2B5EF4-FFF2-40B4-BE49-F238E27FC236}">
                  <ns2:creationId id="{0D82F3C7-6A56-4092-81AC-E89F39F366F7}"/>
                </a:ext>
              </a:extLst>
            </p:cNvPr>
            <p:cNvGraphicFramePr/>
            <p:nvPr/>
          </p:nvGraphicFramePr>
          <p:xfrm>
            <a:off x="152400" y="3448050"/>
            <a:ext cx="4048125" cy="2686050"/>
          </p:xfrm>
          <a:graphic>
            <a:graphicData uri="http://schemas.openxmlformats.org/drawingml/2006/chart">
              <ns3:chart r:id="R417b88fd45964862"/>
            </a:graphicData>
          </a:graphic>
        </p:graphicFrame>
        <p:sp>
          <p:nvSpPr>
            <p:cNvPr id="9" name="(e) Ring, n = 94/124/105/48">
              <a:extLst>
                <a:ext uri="{FF2B5EF4-FFF2-40B4-BE49-F238E27FC236}">
                  <ns2:creationId id="{7ABD83B6-373F-4FED-BE42-CE1CCFFAE75B}"/>
                </a:ext>
              </a:extLst>
            </p:cNvPr>
            <p:cNvSpPr>
              <a:spLocks noGrp="1"/>
            </p:cNvSpPr>
            <p:nvPr/>
          </p:nvSpPr>
          <p:spPr>
            <a:xfrm>
              <a:off x="4476750" y="3162300"/>
              <a:ext cx="4000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(e) Ring, n = 94/124/105/48</a:t>
              </a:r>
            </a:p>
          </p:txBody>
        </p:sp>
        <p:graphicFrame>
          <p:nvGraphicFramePr>
            <p:cNvPr id="10" name="Chart">
              <a:extLst>
                <a:ext uri="{FF2B5EF4-FFF2-40B4-BE49-F238E27FC236}">
                  <ns2:creationId id="{9776E719-0E1B-402D-8F49-4B28DEF19FE9}"/>
                </a:ext>
              </a:extLst>
            </p:cNvPr>
            <p:cNvGraphicFramePr/>
            <p:nvPr/>
          </p:nvGraphicFramePr>
          <p:xfrm>
            <a:off x="4362450" y="3448050"/>
            <a:ext cx="4048125" cy="2686050"/>
          </p:xfrm>
          <a:graphic>
            <a:graphicData uri="http://schemas.openxmlformats.org/drawingml/2006/chart">
              <ns3:chart r:id="Rd0abbcfe78714926"/>
            </a:graphicData>
          </a:graphic>
        </p:graphicFrame>
        <p:sp>
          <p:nvSpPr>
            <p:cNvPr id="11" name="TMTM">
              <a:extLst>
                <a:ext uri="{FF2B5EF4-FFF2-40B4-BE49-F238E27FC236}">
                  <ns2:creationId id="{A5318ACC-AB8A-4AD1-95FA-9379FC57A00D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39052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777777"/>
                  </a:solidFill>
                  <a:latin typeface="Arial"/>
                  <a:ea typeface="Arial"/>
                  <a:cs typeface="Arial"/>
                </a:rPr>
                <a:t>TMTM</a:t>
              </a:r>
            </a:p>
          </p:txBody>
        </p:sp>
        <p:sp>
          <p:nvSpPr>
            <p:cNvPr id="12" name="ST-MTM">
              <a:extLst>
                <a:ext uri="{FF2B5EF4-FFF2-40B4-BE49-F238E27FC236}">
                  <ns2:creationId id="{86612D96-C367-4C5A-B98A-E5AD33D37461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2100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56B4E9"/>
                  </a:solidFill>
                  <a:latin typeface="Arial"/>
                  <a:ea typeface="Arial"/>
                  <a:cs typeface="Arial"/>
                </a:rPr>
                <a:t>ST-MTM</a:t>
              </a:r>
            </a:p>
          </p:txBody>
        </p:sp>
        <p:sp>
          <p:nvSpPr>
            <p:cNvPr id="13" name="P = RG-MTM-P">
              <a:extLst>
                <a:ext uri="{FF2B5EF4-FFF2-40B4-BE49-F238E27FC236}">
                  <ns2:creationId id="{AB038047-0347-4B88-B8CD-2BF8DD752C1C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5148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P = RG-MTM-P</a:t>
              </a:r>
            </a:p>
          </p:txBody>
        </p:sp>
        <p:sp>
          <p:nvSpPr>
            <p:cNvPr id="14" name="R20 = RG-MTM-R (κ = 20%)">
              <a:extLst>
                <a:ext uri="{FF2B5EF4-FFF2-40B4-BE49-F238E27FC236}">
                  <ns2:creationId id="{DB101A79-8E6A-4DB4-9CE4-2FC9A4BED902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48196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R20 = RG-MTM-R (κ = 20%)</a:t>
              </a:r>
            </a:p>
          </p:txBody>
        </p:sp>
        <p:sp>
          <p:nvSpPr>
            <p:cNvPr id="15" name="Hilbert">
              <a:extLst>
                <a:ext uri="{FF2B5EF4-FFF2-40B4-BE49-F238E27FC236}">
                  <ns2:creationId id="{E023A16B-2C36-486B-B5A4-7BAC6EB1B3E9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51244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16" name="Morton">
              <a:extLst>
                <a:ext uri="{FF2B5EF4-FFF2-40B4-BE49-F238E27FC236}">
                  <ns2:creationId id="{2674CB52-52F9-4E6C-B886-96F7F6B59AA3}"/>
                </a:ext>
              </a:extLst>
            </p:cNvPr>
            <p:cNvSpPr>
              <a:spLocks noGrp="1"/>
            </p:cNvSpPr>
            <p:nvPr/>
          </p:nvSpPr>
          <p:spPr>
            <a:xfrm>
              <a:off x="8715375" y="54292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CC79A7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17" name="Counts follow k = 1/2/4/8">
              <a:extLst>
                <a:ext uri="{FF2B5EF4-FFF2-40B4-BE49-F238E27FC236}">
                  <ns2:creationId id="{F9E106D5-98E9-41A7-8728-6816E2B74C6C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33337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Counts follow k = 1/2/4/8</a:t>
              </a:r>
            </a:p>
          </p:txBody>
        </p:sp>
        <p:sp>
          <p:nvSpPr>
            <p:cNvPr id="18" name="Undefined rates remain omitted">
              <a:extLst>
                <a:ext uri="{FF2B5EF4-FFF2-40B4-BE49-F238E27FC236}">
                  <ns2:creationId id="{1DE3C905-5E9B-40F2-B4E7-080359F98F01}"/>
                </a:ext>
              </a:extLst>
            </p:cNvPr>
            <p:cNvSpPr>
              <a:spLocks noGrp="1"/>
            </p:cNvSpPr>
            <p:nvPr/>
          </p:nvSpPr>
          <p:spPr>
            <a:xfrm>
              <a:off x="8667750" y="3600450"/>
              <a:ext cx="400050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Undefined rates remain omitted</a:t>
              </a:r>
            </a:p>
          </p:txBody>
        </p:sp>
        <p:sp>
          <p:nvSpPr>
            <p:cNvPr id="19" name="ε = 2%. Each k has its own clear-event set. Step durations differ">
              <a:extLst>
                <a:ext uri="{FF2B5EF4-FFF2-40B4-BE49-F238E27FC236}">
                  <ns2:creationId id="{D4D53B77-944F-4445-BF7C-6DB7A29CD82C}"/>
                </a:ext>
              </a:extLst>
            </p:cNvPr>
            <p:cNvSpPr>
              <a:spLocks noGrp="1"/>
            </p:cNvSpPr>
            <p:nvPr/>
          </p:nvSpPr>
          <p:spPr>
            <a:xfrm>
              <a:off x="247650" y="6267450"/>
              <a:ext cx="123348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>
              <a:noAutofit/>
            </a:bodyPr>
            <a:lstStyle>
              <a:def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>
                <a:def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ε = 2%. Each k has its own clear-event set. Step durations differ across datasets.</a:t>
              </a:r>
            </a:p>
          </p:txBody>
        </p:sp>
      </p:grpSp>
    </p:spTree>
    <p:extLst>
      <p:ext uri="{BB962C8B-B14F-4D97-AF65-F5344CB8AC3E}">
        <ns5:creationId val="636920661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76" name="Manuscript Figure 6: rgmtm_topology_motion_tradeoff"/>
          <p:cNvGrpSpPr/>
          <p:nvPr/>
        </p:nvGrpSpPr>
        <p:grpSpPr>
          <a:xfrm>
            <a:off x="631926" y="0"/>
            <a:ext cx="11537748" cy="6799870"/>
            <a:chOff x="0" y="0"/>
            <a:chExt cx="12801600" cy="7544732"/>
          </a:xfrm>
        </p:grpSpPr>
        <p:pic>
          <p:nvPicPr>
            <p:cNvPr id="75" name="">
              <a:extLst>
                <a:ext uri="{FF2B5EF4-FFF2-40B4-BE49-F238E27FC236}">
                  <ns2:creationId id="{305CEBEB-DB92-4FE9-AB43-B4E527AF139F}"/>
                </a:ext>
              </a:extLst>
            </p:cNvPr>
            <p:cNvPicPr>
              <a:picLocks noChangeAspect="1"/>
            </p:cNvPicPr>
            <p:nvPr/>
          </p:nvPicPr>
          <p:blipFill>
            <a:blip r:embed="R793704c2d9cb428a">
              <a:extLst>
                <a:ext uri="{96DAC541-7B7A-43D3-8B79-37D633B846F1}">
                  <ns4:svgBlip r:embed="Rca94badd421d4494"/>
                </a:ext>
              </a:extLst>
            </a:blip>
            <a:srcRect t="5035"/>
            <a:stretch/>
          </p:blipFill>
          <p:spPr>
            <a:xfrm>
              <a:off x="0" y="0"/>
              <a:ext cx="12801600" cy="7544732"/>
            </a:xfrm>
            <a:prstGeom prst="rect">
              <a:avLst/>
            </a:prstGeom>
          </p:spPr>
        </p:pic>
        <p:sp>
          <p:nvSpPr>
            <p:cNvPr id="2" name="Unified label: 0">
              <a:extLst>
                <a:ext uri="{FF2B5EF4-FFF2-40B4-BE49-F238E27FC236}">
                  <ns2:creationId id="{52068FAD-9E08-4271-A201-F270FB12C75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6888" y="3206040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" name="Unified label: 20">
              <a:extLst>
                <a:ext uri="{FF2B5EF4-FFF2-40B4-BE49-F238E27FC236}">
                  <ns2:creationId id="{042E0158-792F-4536-A816-4A64CDC486E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93881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4" name="Unified label: 40">
              <a:extLst>
                <a:ext uri="{FF2B5EF4-FFF2-40B4-BE49-F238E27FC236}">
                  <ns2:creationId id="{2F9CA9CB-74D9-4CD0-BB88-1621505E435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52598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5" name="Unified label: 60">
              <a:extLst>
                <a:ext uri="{FF2B5EF4-FFF2-40B4-BE49-F238E27FC236}">
                  <ns2:creationId id="{EFA74F26-D30B-46F7-ADF3-10EAD35BF76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811315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6" name="Unified label: 80">
              <a:extLst>
                <a:ext uri="{FF2B5EF4-FFF2-40B4-BE49-F238E27FC236}">
                  <ns2:creationId id="{AB8287BC-A5B8-42C3-B734-D21248C390C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770032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7" name="Unified label: 100">
              <a:extLst>
                <a:ext uri="{FF2B5EF4-FFF2-40B4-BE49-F238E27FC236}">
                  <ns2:creationId id="{372C6B8C-42C9-4011-97D4-3DCC58FF2DE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677025" y="3206040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8" name="Unified label: maximum merge-level error (% of scalar range)">
              <a:extLst>
                <a:ext uri="{FF2B5EF4-FFF2-40B4-BE49-F238E27FC236}">
                  <ns2:creationId id="{DBBD7577-A49B-4C0D-A7BB-E1C92879B51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492772" y="3461932"/>
              <a:ext cx="4249715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maximum merge-level error (% of scalar range)</a:t>
              </a:r>
            </a:p>
          </p:txBody>
        </p:sp>
        <p:sp>
          <p:nvSpPr>
            <p:cNvPr id="9" name="Unified label: 0">
              <a:extLst>
                <a:ext uri="{FF2B5EF4-FFF2-40B4-BE49-F238E27FC236}">
                  <ns2:creationId id="{A914AB7E-00C9-42D1-8EA4-24061733ADC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1455" y="2912765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" name="Unified label: 20">
              <a:extLst>
                <a:ext uri="{FF2B5EF4-FFF2-40B4-BE49-F238E27FC236}">
                  <ns2:creationId id="{55400361-A2DB-45E6-9778-B3F452E2098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2399361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11" name="Unified label: 40">
              <a:extLst>
                <a:ext uri="{FF2B5EF4-FFF2-40B4-BE49-F238E27FC236}">
                  <ns2:creationId id="{C1FD146C-7851-4B05-A6F0-5D5B8B93025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1885957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12" name="Unified label: 60">
              <a:extLst>
                <a:ext uri="{FF2B5EF4-FFF2-40B4-BE49-F238E27FC236}">
                  <ns2:creationId id="{EB2CF755-AD33-4514-90C3-F9F8EBBDF8B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1372553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13" name="Unified label: 80">
              <a:extLst>
                <a:ext uri="{FF2B5EF4-FFF2-40B4-BE49-F238E27FC236}">
                  <ns2:creationId id="{CAD4ED27-5C4C-45AF-8833-D0444E4E290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859149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14" name="Unified label: 100">
              <a:extLst>
                <a:ext uri="{FF2B5EF4-FFF2-40B4-BE49-F238E27FC236}">
                  <ns2:creationId id="{7C9A413F-DAC1-46B9-B88D-0F1590438EF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34559" y="345745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5" name="Unified label: total motion error (%)">
              <a:extLst>
                <a:ext uri="{FF2B5EF4-FFF2-40B4-BE49-F238E27FC236}">
                  <ns2:creationId id="{3A77648B-BB45-42DE-853E-4D41D9FE307B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-786809" y="1649121"/>
              <a:ext cx="2077639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total motion error (%)</a:t>
              </a:r>
            </a:p>
          </p:txBody>
        </p:sp>
        <p:sp>
          <p:nvSpPr>
            <p:cNvPr id="16" name="Unified label: RG-MTM-R">
              <a:extLst>
                <a:ext uri="{FF2B5EF4-FFF2-40B4-BE49-F238E27FC236}">
                  <ns2:creationId id="{3595345D-9114-4E11-9596-3FEE3535512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388251" y="2315549"/>
              <a:ext cx="811662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</a:t>
              </a:r>
            </a:p>
          </p:txBody>
        </p:sp>
        <p:sp>
          <p:nvSpPr>
            <p:cNvPr id="17" name="Unified label: Hilbert">
              <a:extLst>
                <a:ext uri="{FF2B5EF4-FFF2-40B4-BE49-F238E27FC236}">
                  <ns2:creationId id="{9110C480-D9C8-4090-A66A-EC43398D00A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489986" y="1474828"/>
              <a:ext cx="566629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18" name="Unified label: Morton">
              <a:extLst>
                <a:ext uri="{FF2B5EF4-FFF2-40B4-BE49-F238E27FC236}">
                  <ns2:creationId id="{0B2ABF01-171E-4796-AE66-7354C79C32D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188676" y="1973899"/>
              <a:ext cx="556829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19" name="Unified label: (a) ERA5 1999/2000">
              <a:extLst>
                <a:ext uri="{FF2B5EF4-FFF2-40B4-BE49-F238E27FC236}">
                  <ns2:creationId id="{F16542FC-989A-49E3-A674-F745C44E5B3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706658" y="103335"/>
              <a:ext cx="1821307" cy="2623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Storms 1999/2000</a:t>
              </a:r>
            </a:p>
          </p:txBody>
        </p:sp>
        <p:sp>
          <p:nvSpPr>
            <p:cNvPr id="20" name="Unified label: 0">
              <a:extLst>
                <a:ext uri="{FF2B5EF4-FFF2-40B4-BE49-F238E27FC236}">
                  <ns2:creationId id="{2C04B9E3-D4AE-4B7C-9183-8CFE9B39A3F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282763" y="3206040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1" name="Unified label: 20">
              <a:extLst>
                <a:ext uri="{FF2B5EF4-FFF2-40B4-BE49-F238E27FC236}">
                  <ns2:creationId id="{D44038E5-2696-44BE-B21A-27704642866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189756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22" name="Unified label: 40">
              <a:extLst>
                <a:ext uri="{FF2B5EF4-FFF2-40B4-BE49-F238E27FC236}">
                  <ns2:creationId id="{C2053269-B870-46ED-A63A-5F6C7FA713C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148472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23" name="Unified label: 60">
              <a:extLst>
                <a:ext uri="{FF2B5EF4-FFF2-40B4-BE49-F238E27FC236}">
                  <ns2:creationId id="{5498CA01-E84F-4B52-BDC3-BD27F4735DA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107189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24" name="Unified label: 80">
              <a:extLst>
                <a:ext uri="{FF2B5EF4-FFF2-40B4-BE49-F238E27FC236}">
                  <ns2:creationId id="{A2ED88A8-584A-41D6-B42F-30940135D68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065906" y="3206040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25" name="Unified label: 100">
              <a:extLst>
                <a:ext uri="{FF2B5EF4-FFF2-40B4-BE49-F238E27FC236}">
                  <ns2:creationId id="{C0B2DCA0-5206-4FAD-BDBF-C115697DDD3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972899" y="3206040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26" name="Unified label: maximum merge-level error (% of scalar range)">
              <a:extLst>
                <a:ext uri="{FF2B5EF4-FFF2-40B4-BE49-F238E27FC236}">
                  <ns2:creationId id="{B2EBEB9A-B719-493B-82A0-D10BECD2B13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788647" y="3461932"/>
              <a:ext cx="4249715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maximum merge-level error (% of scalar range)</a:t>
              </a:r>
            </a:p>
          </p:txBody>
        </p:sp>
        <p:sp>
          <p:nvSpPr>
            <p:cNvPr id="27" name="Unified label: 0">
              <a:extLst>
                <a:ext uri="{FF2B5EF4-FFF2-40B4-BE49-F238E27FC236}">
                  <ns2:creationId id="{B320690D-49DF-418E-A568-7362211BBE0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37330" y="2912765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8" name="Unified label: 20">
              <a:extLst>
                <a:ext uri="{FF2B5EF4-FFF2-40B4-BE49-F238E27FC236}">
                  <ns2:creationId id="{643FCBA7-CF63-4443-B3FB-6D0C061EC96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2399361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29" name="Unified label: 40">
              <a:extLst>
                <a:ext uri="{FF2B5EF4-FFF2-40B4-BE49-F238E27FC236}">
                  <ns2:creationId id="{B399AB51-0166-4E31-B6EC-D6E8B78AF51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1885957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30" name="Unified label: 60">
              <a:extLst>
                <a:ext uri="{FF2B5EF4-FFF2-40B4-BE49-F238E27FC236}">
                  <ns2:creationId id="{FA5614DB-286D-4750-8FE7-60ECA7EA572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1372553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31" name="Unified label: 80">
              <a:extLst>
                <a:ext uri="{FF2B5EF4-FFF2-40B4-BE49-F238E27FC236}">
                  <ns2:creationId id="{9EBE4E3D-DD21-4A49-82B0-CCB9CFFA8A1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859149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32" name="Unified label: 100">
              <a:extLst>
                <a:ext uri="{FF2B5EF4-FFF2-40B4-BE49-F238E27FC236}">
                  <ns2:creationId id="{468B1A6B-9145-459C-BACE-6F85DF80545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30434" y="345745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33" name="Unified label: total motion error (%)">
              <a:extLst>
                <a:ext uri="{FF2B5EF4-FFF2-40B4-BE49-F238E27FC236}">
                  <ns2:creationId id="{5F2DFE9B-07F1-4792-8C72-DC9EFA3F6635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5509066" y="1649121"/>
              <a:ext cx="2077639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total motion error (%)</a:t>
              </a:r>
            </a:p>
          </p:txBody>
        </p:sp>
        <p:sp>
          <p:nvSpPr>
            <p:cNvPr id="34" name="Unified label: RG-MTM-R">
              <a:extLst>
                <a:ext uri="{FF2B5EF4-FFF2-40B4-BE49-F238E27FC236}">
                  <ns2:creationId id="{E7F2C17D-3F3B-4611-8F92-A6F907056C3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372231" y="1982330"/>
              <a:ext cx="811662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</a:t>
              </a:r>
            </a:p>
          </p:txBody>
        </p:sp>
        <p:sp>
          <p:nvSpPr>
            <p:cNvPr id="35" name="Unified label: Hilbert">
              <a:extLst>
                <a:ext uri="{FF2B5EF4-FFF2-40B4-BE49-F238E27FC236}">
                  <ns2:creationId id="{08BE93B6-91A7-4A0C-AF1D-E8BD41AF6DF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156507" y="1376096"/>
              <a:ext cx="566629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36" name="Unified label: Morton">
              <a:extLst>
                <a:ext uri="{FF2B5EF4-FFF2-40B4-BE49-F238E27FC236}">
                  <ns2:creationId id="{C8D5F6B0-F9C8-465A-90AA-152082FEC90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334910" y="1871641"/>
              <a:ext cx="556828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37" name="Unified label: (b) Wildfire 2019">
              <a:extLst>
                <a:ext uri="{FF2B5EF4-FFF2-40B4-BE49-F238E27FC236}">
                  <ns2:creationId id="{531E70D6-FA4E-49A4-84A2-1219995F2BA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052898" y="103335"/>
              <a:ext cx="1720123" cy="2623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Wildfires 2019</a:t>
              </a:r>
            </a:p>
          </p:txBody>
        </p:sp>
        <p:sp>
          <p:nvSpPr>
            <p:cNvPr id="38" name="Unified label: 0">
              <a:extLst>
                <a:ext uri="{FF2B5EF4-FFF2-40B4-BE49-F238E27FC236}">
                  <ns2:creationId id="{753617EE-EB74-41E8-89FF-AC886184E50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6888" y="6889636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9" name="Unified label: 20">
              <a:extLst>
                <a:ext uri="{FF2B5EF4-FFF2-40B4-BE49-F238E27FC236}">
                  <ns2:creationId id="{CD82D3E3-51C0-4DB7-94DF-B53D06B2C3B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93881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40" name="Unified label: 40">
              <a:extLst>
                <a:ext uri="{FF2B5EF4-FFF2-40B4-BE49-F238E27FC236}">
                  <ns2:creationId id="{0DA108F4-606A-49A2-ABF8-84FA5679875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52598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41" name="Unified label: 60">
              <a:extLst>
                <a:ext uri="{FF2B5EF4-FFF2-40B4-BE49-F238E27FC236}">
                  <ns2:creationId id="{4A9ED31A-82DD-441D-AF9E-6B5AF74DB88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811315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42" name="Unified label: 80">
              <a:extLst>
                <a:ext uri="{FF2B5EF4-FFF2-40B4-BE49-F238E27FC236}">
                  <ns2:creationId id="{EE09A592-97DC-4D36-B666-4F2EA0A677D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770032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43" name="Unified label: 100">
              <a:extLst>
                <a:ext uri="{FF2B5EF4-FFF2-40B4-BE49-F238E27FC236}">
                  <ns2:creationId id="{50894C34-2867-4D52-B228-EDE2D8A8CA5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677025" y="6889636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44" name="Unified label: maximum merge-level error (% of scalar range)">
              <a:extLst>
                <a:ext uri="{FF2B5EF4-FFF2-40B4-BE49-F238E27FC236}">
                  <ns2:creationId id="{68B60130-8ECF-4460-9AEC-15262147E0A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492772" y="7145528"/>
              <a:ext cx="4249715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maximum merge-level error (% of scalar range)</a:t>
              </a:r>
            </a:p>
          </p:txBody>
        </p:sp>
        <p:sp>
          <p:nvSpPr>
            <p:cNvPr id="45" name="Unified label: 0">
              <a:extLst>
                <a:ext uri="{FF2B5EF4-FFF2-40B4-BE49-F238E27FC236}">
                  <ns2:creationId id="{B738E107-AE97-4B4F-9F14-98916030949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1455" y="6596361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6" name="Unified label: 20">
              <a:extLst>
                <a:ext uri="{FF2B5EF4-FFF2-40B4-BE49-F238E27FC236}">
                  <ns2:creationId id="{D16A125B-96C4-4062-883E-99708F280D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6082957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47" name="Unified label: 40">
              <a:extLst>
                <a:ext uri="{FF2B5EF4-FFF2-40B4-BE49-F238E27FC236}">
                  <ns2:creationId id="{7281E2EF-5D22-4200-BCB5-91689DBC088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5569553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48" name="Unified label: 60">
              <a:extLst>
                <a:ext uri="{FF2B5EF4-FFF2-40B4-BE49-F238E27FC236}">
                  <ns2:creationId id="{698839B5-ECC1-4575-9512-E1024A89F4C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5056149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49" name="Unified label: 80">
              <a:extLst>
                <a:ext uri="{FF2B5EF4-FFF2-40B4-BE49-F238E27FC236}">
                  <ns2:creationId id="{DC59066C-A066-4AC7-B6E3-BEFA8ABA231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8007" y="4542745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50" name="Unified label: 100">
              <a:extLst>
                <a:ext uri="{FF2B5EF4-FFF2-40B4-BE49-F238E27FC236}">
                  <ns2:creationId id="{2B057F3F-21A7-4AD5-B59C-FC200ABF486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34559" y="4029341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51" name="Unified label: total motion error (%)">
              <a:extLst>
                <a:ext uri="{FF2B5EF4-FFF2-40B4-BE49-F238E27FC236}">
                  <ns2:creationId id="{E1992CD7-DDDA-4D84-B842-5FD083F85305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-786809" y="5332717"/>
              <a:ext cx="2077639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total motion error (%)</a:t>
              </a:r>
            </a:p>
          </p:txBody>
        </p:sp>
        <p:sp>
          <p:nvSpPr>
            <p:cNvPr id="52" name="Unified label: RG-MTM-R">
              <a:extLst>
                <a:ext uri="{FF2B5EF4-FFF2-40B4-BE49-F238E27FC236}">
                  <ns2:creationId id="{5306268C-45D0-4EE4-A7A6-AC19A2D60A3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747043" y="6330601"/>
              <a:ext cx="811662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</a:t>
              </a:r>
            </a:p>
          </p:txBody>
        </p:sp>
        <p:sp>
          <p:nvSpPr>
            <p:cNvPr id="53" name="Unified label: Hilbert">
              <a:extLst>
                <a:ext uri="{FF2B5EF4-FFF2-40B4-BE49-F238E27FC236}">
                  <ns2:creationId id="{1265682A-280C-459B-A480-6296322B226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889231" y="5105531"/>
              <a:ext cx="566629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54" name="Unified label: Morton">
              <a:extLst>
                <a:ext uri="{FF2B5EF4-FFF2-40B4-BE49-F238E27FC236}">
                  <ns2:creationId id="{0A8D7638-271B-4692-81B7-7A3B5B39EC2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827061" y="5601076"/>
              <a:ext cx="556829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55" name="Unified label: (c) OLR 2024">
              <a:extLst>
                <a:ext uri="{FF2B5EF4-FFF2-40B4-BE49-F238E27FC236}">
                  <ns2:creationId id="{284839C3-EC51-49BD-9958-1F904A30F70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010459" y="3786931"/>
              <a:ext cx="1214204" cy="2623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OLR 2024</a:t>
              </a:r>
            </a:p>
          </p:txBody>
        </p:sp>
        <p:sp>
          <p:nvSpPr>
            <p:cNvPr id="56" name="Unified label: 0">
              <a:extLst>
                <a:ext uri="{FF2B5EF4-FFF2-40B4-BE49-F238E27FC236}">
                  <ns2:creationId id="{F8EBB87D-9EAD-4B6B-9584-40FA19A918F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282763" y="6889636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7" name="Unified label: 20">
              <a:extLst>
                <a:ext uri="{FF2B5EF4-FFF2-40B4-BE49-F238E27FC236}">
                  <ns2:creationId id="{EDD9F6DE-71FC-47CE-A20B-91869FD9A88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189756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58" name="Unified label: 40">
              <a:extLst>
                <a:ext uri="{FF2B5EF4-FFF2-40B4-BE49-F238E27FC236}">
                  <ns2:creationId id="{03906134-3053-43A2-B886-733D3D0C48E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148472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59" name="Unified label: 60">
              <a:extLst>
                <a:ext uri="{FF2B5EF4-FFF2-40B4-BE49-F238E27FC236}">
                  <ns2:creationId id="{492BA925-E3B3-42B2-AF4F-2B014C511D4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107189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60" name="Unified label: 80">
              <a:extLst>
                <a:ext uri="{FF2B5EF4-FFF2-40B4-BE49-F238E27FC236}">
                  <ns2:creationId id="{03CC748A-58CF-4CE1-9A56-F18F266A311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065906" y="6889636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61" name="Unified label: 100">
              <a:extLst>
                <a:ext uri="{FF2B5EF4-FFF2-40B4-BE49-F238E27FC236}">
                  <ns2:creationId id="{EDBA48E7-191F-4CE7-9342-81360BB5B2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972899" y="6889636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62" name="Unified label: maximum merge-level error (% of scalar range)">
              <a:extLst>
                <a:ext uri="{FF2B5EF4-FFF2-40B4-BE49-F238E27FC236}">
                  <ns2:creationId id="{CF96E930-0070-45EE-BAFC-51465E4086F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788647" y="7145528"/>
              <a:ext cx="4249715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maximum merge-level error (% of scalar range)</a:t>
              </a:r>
            </a:p>
          </p:txBody>
        </p:sp>
        <p:sp>
          <p:nvSpPr>
            <p:cNvPr id="63" name="Unified label: 0">
              <a:extLst>
                <a:ext uri="{FF2B5EF4-FFF2-40B4-BE49-F238E27FC236}">
                  <ns2:creationId id="{8B75DFCC-3E40-470C-801F-72853D7786D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37330" y="6596361"/>
              <a:ext cx="131857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4" name="Unified label: 20">
              <a:extLst>
                <a:ext uri="{FF2B5EF4-FFF2-40B4-BE49-F238E27FC236}">
                  <ns2:creationId id="{8041B547-FAC1-402B-86C3-41498F25B88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6082957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65" name="Unified label: 40">
              <a:extLst>
                <a:ext uri="{FF2B5EF4-FFF2-40B4-BE49-F238E27FC236}">
                  <ns2:creationId id="{F14B3554-40BB-4D2D-B877-E9A212F5BFD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5569553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66" name="Unified label: 60">
              <a:extLst>
                <a:ext uri="{FF2B5EF4-FFF2-40B4-BE49-F238E27FC236}">
                  <ns2:creationId id="{2A074866-2847-49D5-B77D-562E7AABABF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5056149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</a:t>
              </a:r>
            </a:p>
          </p:txBody>
        </p:sp>
        <p:sp>
          <p:nvSpPr>
            <p:cNvPr id="67" name="Unified label: 80">
              <a:extLst>
                <a:ext uri="{FF2B5EF4-FFF2-40B4-BE49-F238E27FC236}">
                  <ns2:creationId id="{24851511-4EC9-4C0C-AD74-2A0CF709ED8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33882" y="4542745"/>
              <a:ext cx="235140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68" name="Unified label: 100">
              <a:extLst>
                <a:ext uri="{FF2B5EF4-FFF2-40B4-BE49-F238E27FC236}">
                  <ns2:creationId id="{DAC4F8D0-DDC3-4829-AA9C-6B8843C347A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30434" y="4029341"/>
              <a:ext cx="338422" cy="22735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53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69" name="Unified label: total motion error (%)">
              <a:extLst>
                <a:ext uri="{FF2B5EF4-FFF2-40B4-BE49-F238E27FC236}">
                  <ns2:creationId id="{A220DFF8-4BA8-4E5B-9ADA-3A5C5757914B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5509066" y="5332717"/>
              <a:ext cx="2077639" cy="2448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4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total motion error (%)</a:t>
              </a:r>
            </a:p>
          </p:txBody>
        </p:sp>
        <p:sp>
          <p:nvSpPr>
            <p:cNvPr id="70" name="Unified label: RG-MTM-R">
              <a:extLst>
                <a:ext uri="{FF2B5EF4-FFF2-40B4-BE49-F238E27FC236}">
                  <ns2:creationId id="{7D341A6E-98F0-48C5-9DC6-4C350CF643D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888939" y="5734686"/>
              <a:ext cx="811662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RG-MTM-R</a:t>
              </a:r>
            </a:p>
          </p:txBody>
        </p:sp>
        <p:sp>
          <p:nvSpPr>
            <p:cNvPr id="71" name="Unified label: Hilbert">
              <a:extLst>
                <a:ext uri="{FF2B5EF4-FFF2-40B4-BE49-F238E27FC236}">
                  <ns2:creationId id="{042225DA-8CC0-475D-B760-6324E5AC0BA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660602" y="5243050"/>
              <a:ext cx="566629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Hilbert</a:t>
              </a:r>
            </a:p>
          </p:txBody>
        </p:sp>
        <p:sp>
          <p:nvSpPr>
            <p:cNvPr id="72" name="Unified label: Morton">
              <a:extLst>
                <a:ext uri="{FF2B5EF4-FFF2-40B4-BE49-F238E27FC236}">
                  <ns2:creationId id="{62AA4E4D-FE9A-4DAF-87E5-F5B90693F42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677719" y="6059473"/>
              <a:ext cx="556828" cy="2098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4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Morton</a:t>
              </a:r>
            </a:p>
          </p:txBody>
        </p:sp>
        <p:sp>
          <p:nvSpPr>
            <p:cNvPr id="73" name="Unified label: (d) PM2.5 Jan 2000">
              <a:extLst>
                <a:ext uri="{FF2B5EF4-FFF2-40B4-BE49-F238E27FC236}">
                  <ns2:creationId id="{723A3E14-0D1B-421F-B370-3B524F99AB0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002775" y="3786931"/>
              <a:ext cx="1821307" cy="26232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29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PM2.5 Jan 2000</a:t>
              </a:r>
            </a:p>
          </p:txBody>
        </p:sp>
      </p:grpSp>
    </p:spTree>
    <p:extLst>
      <p:ext uri="{BB962C8B-B14F-4D97-AF65-F5344CB8AC3E}">
        <ns5:creationId val="81106958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82" name="Manuscript Figure 7: Supplement_PositionScalarDiagnostic"/>
          <p:cNvGrpSpPr/>
          <p:nvPr/>
        </p:nvGrpSpPr>
        <p:grpSpPr>
          <a:xfrm>
            <a:off x="0" y="351935"/>
            <a:ext cx="12801600" cy="6096000"/>
            <a:chOff x="0" y="0"/>
            <a:chExt cx="12801600" cy="6096000"/>
          </a:xfrm>
        </p:grpSpPr>
        <p:sp>
          <p:nvSpPr>
            <p:cNvPr id="81" name="text_000">
              <a:extLst>
                <a:ext uri="{FF2B5EF4-FFF2-40B4-BE49-F238E27FC236}">
                  <ns2:creationId id="{CDE30144-A4D0-4CF8-B442-670F9AA3D759}"/>
                </a:ext>
              </a:extLst>
            </p:cNvPr>
            <p:cNvSpPr>
              <a:spLocks noGrp="1"/>
            </p:cNvSpPr>
            <p:nvPr/>
          </p:nvSpPr>
          <p:spPr>
            <a:xfrm>
              <a:off x="209550" y="85725"/>
              <a:ext cx="400050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(a) Diagnose the conflict</a:t>
              </a:r>
            </a:p>
          </p:txBody>
        </p:sp>
        <p:sp>
          <p:nvSpPr>
            <p:cNvPr id="2" name="text_001">
              <a:extLst>
                <a:ext uri="{FF2B5EF4-FFF2-40B4-BE49-F238E27FC236}">
                  <ns2:creationId id="{EECE61D5-1DE3-4EC7-91CA-6E97952C7517}"/>
                </a:ext>
              </a:extLst>
            </p:cNvPr>
            <p:cNvSpPr>
              <a:spLocks noGrp="1"/>
            </p:cNvSpPr>
            <p:nvPr/>
          </p:nvSpPr>
          <p:spPr>
            <a:xfrm>
              <a:off x="209550" y="504825"/>
              <a:ext cx="402907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Storms: packing + hierarchy cost</a:t>
              </a:r>
            </a:p>
          </p:txBody>
        </p:sp>
        <p:sp>
          <p:nvSpPr>
            <p:cNvPr id="3" name="line_002">
              <a:extLst>
                <a:ext uri="{FF2B5EF4-FFF2-40B4-BE49-F238E27FC236}">
                  <ns2:creationId id="{55149309-4D8D-474B-8481-F9448F38B8BD}"/>
                </a:ext>
              </a:extLst>
            </p:cNvPr>
            <p:cNvSpPr>
              <a:spLocks noGrp="1"/>
            </p:cNvSpPr>
            <p:nvPr/>
          </p:nvSpPr>
          <p:spPr>
            <a:xfrm>
              <a:off x="638175" y="4143375"/>
              <a:ext cx="3362325" cy="95"/>
            </a:xfrm>
            <a:custGeom>
              <a:pathLst>
                <a:path w="3362325" h="95">
                  <a:moveTo>
                    <a:pt x="0" y="0"/>
                  </a:moveTo>
                  <a:lnTo>
                    <a:pt x="3362325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4" name="text_003">
              <a:extLst>
                <a:ext uri="{FF2B5EF4-FFF2-40B4-BE49-F238E27FC236}">
                  <ns2:creationId id="{33621531-3A38-4530-B562-CAB86682EF03}"/>
                </a:ext>
              </a:extLst>
            </p:cNvPr>
            <p:cNvSpPr>
              <a:spLocks noGrp="1"/>
            </p:cNvSpPr>
            <p:nvPr/>
          </p:nvSpPr>
          <p:spPr>
            <a:xfrm>
              <a:off x="276225" y="4029075"/>
              <a:ext cx="3238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line_004">
              <a:extLst>
                <a:ext uri="{FF2B5EF4-FFF2-40B4-BE49-F238E27FC236}">
                  <ns2:creationId id="{B3AA67EA-A136-4BC7-B923-287DDC370789}"/>
                </a:ext>
              </a:extLst>
            </p:cNvPr>
            <p:cNvSpPr>
              <a:spLocks noGrp="1"/>
            </p:cNvSpPr>
            <p:nvPr/>
          </p:nvSpPr>
          <p:spPr>
            <a:xfrm>
              <a:off x="638175" y="3111500"/>
              <a:ext cx="3362325" cy="95"/>
            </a:xfrm>
            <a:custGeom>
              <a:pathLst>
                <a:path w="3362325" h="95">
                  <a:moveTo>
                    <a:pt x="0" y="0"/>
                  </a:moveTo>
                  <a:lnTo>
                    <a:pt x="3362325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6" name="text_005">
              <a:extLst>
                <a:ext uri="{FF2B5EF4-FFF2-40B4-BE49-F238E27FC236}">
                  <ns2:creationId id="{F9804F1F-1A9A-475C-9C9E-B0D70EF6C7E9}"/>
                </a:ext>
              </a:extLst>
            </p:cNvPr>
            <p:cNvSpPr>
              <a:spLocks noGrp="1"/>
            </p:cNvSpPr>
            <p:nvPr/>
          </p:nvSpPr>
          <p:spPr>
            <a:xfrm>
              <a:off x="276225" y="2997200"/>
              <a:ext cx="3238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7" name="line_006">
              <a:extLst>
                <a:ext uri="{FF2B5EF4-FFF2-40B4-BE49-F238E27FC236}">
                  <ns2:creationId id="{6A9FC46C-C574-4EBD-B276-48150C65D2C6}"/>
                </a:ext>
              </a:extLst>
            </p:cNvPr>
            <p:cNvSpPr>
              <a:spLocks noGrp="1"/>
            </p:cNvSpPr>
            <p:nvPr/>
          </p:nvSpPr>
          <p:spPr>
            <a:xfrm>
              <a:off x="638175" y="2079625"/>
              <a:ext cx="3362325" cy="95"/>
            </a:xfrm>
            <a:custGeom>
              <a:pathLst>
                <a:path w="3362325" h="95">
                  <a:moveTo>
                    <a:pt x="0" y="0"/>
                  </a:moveTo>
                  <a:lnTo>
                    <a:pt x="3362325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8" name="text_007">
              <a:extLst>
                <a:ext uri="{FF2B5EF4-FFF2-40B4-BE49-F238E27FC236}">
                  <ns2:creationId id="{671CF85F-96B2-4AFC-A1F9-4B2122B0118C}"/>
                </a:ext>
              </a:extLst>
            </p:cNvPr>
            <p:cNvSpPr>
              <a:spLocks noGrp="1"/>
            </p:cNvSpPr>
            <p:nvPr/>
          </p:nvSpPr>
          <p:spPr>
            <a:xfrm>
              <a:off x="276225" y="1965325"/>
              <a:ext cx="3238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9" name="line_008">
              <a:extLst>
                <a:ext uri="{FF2B5EF4-FFF2-40B4-BE49-F238E27FC236}">
                  <ns2:creationId id="{A0BBF601-7905-41CF-8395-22F293CFB529}"/>
                </a:ext>
              </a:extLst>
            </p:cNvPr>
            <p:cNvSpPr>
              <a:spLocks noGrp="1"/>
            </p:cNvSpPr>
            <p:nvPr/>
          </p:nvSpPr>
          <p:spPr>
            <a:xfrm>
              <a:off x="638175" y="1047750"/>
              <a:ext cx="3362325" cy="95"/>
            </a:xfrm>
            <a:custGeom>
              <a:pathLst>
                <a:path w="3362325" h="95">
                  <a:moveTo>
                    <a:pt x="0" y="0"/>
                  </a:moveTo>
                  <a:lnTo>
                    <a:pt x="3362325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10" name="text_009">
              <a:extLst>
                <a:ext uri="{FF2B5EF4-FFF2-40B4-BE49-F238E27FC236}">
                  <ns2:creationId id="{C9C1B612-0C02-45A3-AC15-67805E78A390}"/>
                </a:ext>
              </a:extLst>
            </p:cNvPr>
            <p:cNvSpPr>
              <a:spLocks noGrp="1"/>
            </p:cNvSpPr>
            <p:nvPr/>
          </p:nvSpPr>
          <p:spPr>
            <a:xfrm>
              <a:off x="276225" y="933450"/>
              <a:ext cx="3238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30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0863C953-9B3E-414F-8EF7-BD5ED0DDCA96}"/>
                </a:ext>
              </a:extLst>
            </p:cNvPr>
            <p:cNvSpPr>
              <a:spLocks noGrp="1"/>
            </p:cNvSpPr>
            <p:nvPr/>
          </p:nvSpPr>
          <p:spPr>
            <a:xfrm>
              <a:off x="209550" y="752475"/>
              <a:ext cx="6667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% L</a:t>
              </a:r>
            </a:p>
          </p:txBody>
        </p:sp>
        <p:sp>
          <p:nvSpPr>
            <p:cNvPr id="12" name="Exact_original_tree_certificate">
              <a:extLst>
                <a:ext uri="{FF2B5EF4-FFF2-40B4-BE49-F238E27FC236}">
                  <ns2:creationId id="{8B121312-F6EB-430A-BC1F-A0E9C8DAD084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1527361"/>
              <a:ext cx="3333750" cy="2616014"/>
            </a:xfrm>
            <a:custGeom>
              <a:pathLst>
                <a:path w="3333750" h="2616014">
                  <a:moveTo>
                    <a:pt x="0" y="2616014"/>
                  </a:moveTo>
                  <a:lnTo>
                    <a:pt x="28494" y="2505015"/>
                  </a:lnTo>
                  <a:lnTo>
                    <a:pt x="56987" y="2411175"/>
                  </a:lnTo>
                  <a:lnTo>
                    <a:pt x="85481" y="2616014"/>
                  </a:lnTo>
                  <a:lnTo>
                    <a:pt x="113974" y="2616014"/>
                  </a:lnTo>
                  <a:lnTo>
                    <a:pt x="142468" y="2616014"/>
                  </a:lnTo>
                  <a:lnTo>
                    <a:pt x="170962" y="2616014"/>
                  </a:lnTo>
                  <a:lnTo>
                    <a:pt x="199455" y="2616014"/>
                  </a:lnTo>
                  <a:lnTo>
                    <a:pt x="227949" y="1929622"/>
                  </a:lnTo>
                  <a:lnTo>
                    <a:pt x="256442" y="2616014"/>
                  </a:lnTo>
                  <a:lnTo>
                    <a:pt x="284936" y="2486559"/>
                  </a:lnTo>
                  <a:lnTo>
                    <a:pt x="313429" y="2616014"/>
                  </a:lnTo>
                  <a:lnTo>
                    <a:pt x="341923" y="2616014"/>
                  </a:lnTo>
                  <a:lnTo>
                    <a:pt x="370417" y="2616014"/>
                  </a:lnTo>
                  <a:lnTo>
                    <a:pt x="398910" y="2616014"/>
                  </a:lnTo>
                  <a:lnTo>
                    <a:pt x="427404" y="2616014"/>
                  </a:lnTo>
                  <a:lnTo>
                    <a:pt x="455897" y="2454733"/>
                  </a:lnTo>
                  <a:lnTo>
                    <a:pt x="484391" y="2616014"/>
                  </a:lnTo>
                  <a:lnTo>
                    <a:pt x="512885" y="2616014"/>
                  </a:lnTo>
                  <a:lnTo>
                    <a:pt x="541378" y="1021418"/>
                  </a:lnTo>
                  <a:lnTo>
                    <a:pt x="569872" y="2616014"/>
                  </a:lnTo>
                  <a:lnTo>
                    <a:pt x="598365" y="2616014"/>
                  </a:lnTo>
                  <a:lnTo>
                    <a:pt x="626859" y="2265786"/>
                  </a:lnTo>
                  <a:lnTo>
                    <a:pt x="655353" y="2616014"/>
                  </a:lnTo>
                  <a:lnTo>
                    <a:pt x="683846" y="1906687"/>
                  </a:lnTo>
                  <a:lnTo>
                    <a:pt x="712340" y="672809"/>
                  </a:lnTo>
                  <a:lnTo>
                    <a:pt x="740833" y="696216"/>
                  </a:lnTo>
                  <a:lnTo>
                    <a:pt x="769327" y="2616014"/>
                  </a:lnTo>
                  <a:lnTo>
                    <a:pt x="797821" y="1536302"/>
                  </a:lnTo>
                  <a:lnTo>
                    <a:pt x="826314" y="2616014"/>
                  </a:lnTo>
                  <a:lnTo>
                    <a:pt x="854808" y="2616014"/>
                  </a:lnTo>
                  <a:lnTo>
                    <a:pt x="883301" y="2616014"/>
                  </a:lnTo>
                  <a:lnTo>
                    <a:pt x="911795" y="1731904"/>
                  </a:lnTo>
                  <a:lnTo>
                    <a:pt x="940288" y="2616014"/>
                  </a:lnTo>
                  <a:lnTo>
                    <a:pt x="968782" y="2616014"/>
                  </a:lnTo>
                  <a:lnTo>
                    <a:pt x="997276" y="2616014"/>
                  </a:lnTo>
                  <a:lnTo>
                    <a:pt x="1025769" y="1520465"/>
                  </a:lnTo>
                  <a:lnTo>
                    <a:pt x="1054263" y="901090"/>
                  </a:lnTo>
                  <a:lnTo>
                    <a:pt x="1082756" y="2027169"/>
                  </a:lnTo>
                  <a:lnTo>
                    <a:pt x="1111250" y="2616014"/>
                  </a:lnTo>
                  <a:lnTo>
                    <a:pt x="1139744" y="1022194"/>
                  </a:lnTo>
                  <a:lnTo>
                    <a:pt x="1168237" y="2124739"/>
                  </a:lnTo>
                  <a:lnTo>
                    <a:pt x="1196731" y="0"/>
                  </a:lnTo>
                  <a:lnTo>
                    <a:pt x="1225224" y="2616014"/>
                  </a:lnTo>
                  <a:lnTo>
                    <a:pt x="1253718" y="2616014"/>
                  </a:lnTo>
                  <a:lnTo>
                    <a:pt x="1282212" y="2232651"/>
                  </a:lnTo>
                  <a:lnTo>
                    <a:pt x="1310705" y="2616014"/>
                  </a:lnTo>
                  <a:lnTo>
                    <a:pt x="1339199" y="2463775"/>
                  </a:lnTo>
                  <a:lnTo>
                    <a:pt x="1367692" y="1744246"/>
                  </a:lnTo>
                  <a:lnTo>
                    <a:pt x="1396186" y="1535991"/>
                  </a:lnTo>
                  <a:lnTo>
                    <a:pt x="1424679" y="2616014"/>
                  </a:lnTo>
                  <a:lnTo>
                    <a:pt x="1453173" y="2616014"/>
                  </a:lnTo>
                  <a:lnTo>
                    <a:pt x="1481667" y="2616014"/>
                  </a:lnTo>
                  <a:lnTo>
                    <a:pt x="1510160" y="2562217"/>
                  </a:lnTo>
                  <a:lnTo>
                    <a:pt x="1538654" y="2402670"/>
                  </a:lnTo>
                  <a:lnTo>
                    <a:pt x="1567147" y="2616014"/>
                  </a:lnTo>
                  <a:lnTo>
                    <a:pt x="1595641" y="2616014"/>
                  </a:lnTo>
                  <a:lnTo>
                    <a:pt x="1624135" y="2616014"/>
                  </a:lnTo>
                  <a:lnTo>
                    <a:pt x="1652628" y="2360479"/>
                  </a:lnTo>
                  <a:lnTo>
                    <a:pt x="1681122" y="537083"/>
                  </a:lnTo>
                  <a:lnTo>
                    <a:pt x="1709615" y="1621150"/>
                  </a:lnTo>
                  <a:lnTo>
                    <a:pt x="1738109" y="366042"/>
                  </a:lnTo>
                  <a:lnTo>
                    <a:pt x="1766603" y="344016"/>
                  </a:lnTo>
                  <a:lnTo>
                    <a:pt x="1795096" y="2616014"/>
                  </a:lnTo>
                  <a:lnTo>
                    <a:pt x="1823590" y="2616014"/>
                  </a:lnTo>
                  <a:lnTo>
                    <a:pt x="1852083" y="2616014"/>
                  </a:lnTo>
                  <a:lnTo>
                    <a:pt x="1880577" y="2616014"/>
                  </a:lnTo>
                  <a:lnTo>
                    <a:pt x="1909071" y="702569"/>
                  </a:lnTo>
                  <a:lnTo>
                    <a:pt x="1937564" y="2616014"/>
                  </a:lnTo>
                  <a:lnTo>
                    <a:pt x="1966058" y="1400373"/>
                  </a:lnTo>
                  <a:lnTo>
                    <a:pt x="1994551" y="1020622"/>
                  </a:lnTo>
                  <a:lnTo>
                    <a:pt x="2023045" y="2616014"/>
                  </a:lnTo>
                  <a:lnTo>
                    <a:pt x="2051538" y="2616014"/>
                  </a:lnTo>
                  <a:lnTo>
                    <a:pt x="2080032" y="2616014"/>
                  </a:lnTo>
                  <a:lnTo>
                    <a:pt x="2108526" y="2616014"/>
                  </a:lnTo>
                  <a:lnTo>
                    <a:pt x="2137019" y="2616014"/>
                  </a:lnTo>
                  <a:lnTo>
                    <a:pt x="2165513" y="2616014"/>
                  </a:lnTo>
                  <a:lnTo>
                    <a:pt x="2194006" y="2616014"/>
                  </a:lnTo>
                  <a:lnTo>
                    <a:pt x="2222500" y="2616014"/>
                  </a:lnTo>
                  <a:lnTo>
                    <a:pt x="2250994" y="2616014"/>
                  </a:lnTo>
                  <a:lnTo>
                    <a:pt x="2279487" y="2616014"/>
                  </a:lnTo>
                  <a:lnTo>
                    <a:pt x="2307981" y="2616014"/>
                  </a:lnTo>
                  <a:lnTo>
                    <a:pt x="2336474" y="2616014"/>
                  </a:lnTo>
                  <a:lnTo>
                    <a:pt x="2364968" y="2616014"/>
                  </a:lnTo>
                  <a:lnTo>
                    <a:pt x="2393462" y="2616014"/>
                  </a:lnTo>
                  <a:lnTo>
                    <a:pt x="2421955" y="2616014"/>
                  </a:lnTo>
                  <a:lnTo>
                    <a:pt x="2450449" y="486472"/>
                  </a:lnTo>
                  <a:lnTo>
                    <a:pt x="2478942" y="2616014"/>
                  </a:lnTo>
                  <a:lnTo>
                    <a:pt x="2507436" y="1142040"/>
                  </a:lnTo>
                  <a:lnTo>
                    <a:pt x="2535929" y="1119741"/>
                  </a:lnTo>
                  <a:lnTo>
                    <a:pt x="2564423" y="2130570"/>
                  </a:lnTo>
                  <a:lnTo>
                    <a:pt x="2592917" y="2206505"/>
                  </a:lnTo>
                  <a:lnTo>
                    <a:pt x="2621410" y="2028541"/>
                  </a:lnTo>
                  <a:lnTo>
                    <a:pt x="2649904" y="1036847"/>
                  </a:lnTo>
                  <a:lnTo>
                    <a:pt x="2678397" y="835039"/>
                  </a:lnTo>
                  <a:lnTo>
                    <a:pt x="2706891" y="932137"/>
                  </a:lnTo>
                  <a:lnTo>
                    <a:pt x="2735385" y="2616014"/>
                  </a:lnTo>
                  <a:lnTo>
                    <a:pt x="2763878" y="2616014"/>
                  </a:lnTo>
                  <a:lnTo>
                    <a:pt x="2792372" y="2616014"/>
                  </a:lnTo>
                  <a:lnTo>
                    <a:pt x="2820865" y="2550238"/>
                  </a:lnTo>
                  <a:lnTo>
                    <a:pt x="2849359" y="2309884"/>
                  </a:lnTo>
                  <a:lnTo>
                    <a:pt x="2877853" y="856622"/>
                  </a:lnTo>
                  <a:lnTo>
                    <a:pt x="2906346" y="1333128"/>
                  </a:lnTo>
                  <a:lnTo>
                    <a:pt x="2934840" y="2097797"/>
                  </a:lnTo>
                  <a:lnTo>
                    <a:pt x="2963333" y="2616014"/>
                  </a:lnTo>
                  <a:lnTo>
                    <a:pt x="2991827" y="2616014"/>
                  </a:lnTo>
                  <a:lnTo>
                    <a:pt x="3020321" y="2604547"/>
                  </a:lnTo>
                  <a:lnTo>
                    <a:pt x="3048814" y="1195948"/>
                  </a:lnTo>
                  <a:lnTo>
                    <a:pt x="3077308" y="542537"/>
                  </a:lnTo>
                  <a:lnTo>
                    <a:pt x="3105801" y="2616014"/>
                  </a:lnTo>
                  <a:lnTo>
                    <a:pt x="3134295" y="2616014"/>
                  </a:lnTo>
                  <a:lnTo>
                    <a:pt x="3162788" y="2616014"/>
                  </a:lnTo>
                  <a:lnTo>
                    <a:pt x="3191282" y="2616014"/>
                  </a:lnTo>
                  <a:lnTo>
                    <a:pt x="3219776" y="2616014"/>
                  </a:lnTo>
                  <a:lnTo>
                    <a:pt x="3248269" y="2616014"/>
                  </a:lnTo>
                  <a:lnTo>
                    <a:pt x="3276763" y="2616014"/>
                  </a:lnTo>
                  <a:lnTo>
                    <a:pt x="3305256" y="2214373"/>
                  </a:lnTo>
                  <a:lnTo>
                    <a:pt x="3333750" y="2616014"/>
                  </a:lnTo>
                </a:path>
              </a:pathLst>
            </a:custGeom>
            <a:noFill/>
            <a:ln w="20955">
              <a:solidFill>
                <a:srgbClr val="D55E00"/>
              </a:solidFill>
              <a:prstDash val="solid"/>
            </a:ln>
          </p:spPr>
        </p:sp>
        <p:sp>
          <p:nvSpPr>
            <p:cNvPr id="13" name="Free_packing_cost">
              <a:extLst>
                <a:ext uri="{FF2B5EF4-FFF2-40B4-BE49-F238E27FC236}">
                  <ns2:creationId id="{14E38B58-0113-406F-9E09-38037C7A4F45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3657931"/>
              <a:ext cx="3333750" cy="485444"/>
            </a:xfrm>
            <a:custGeom>
              <a:pathLst>
                <a:path w="3333750" h="485444">
                  <a:moveTo>
                    <a:pt x="0" y="485444"/>
                  </a:moveTo>
                  <a:lnTo>
                    <a:pt x="28494" y="479566"/>
                  </a:lnTo>
                  <a:lnTo>
                    <a:pt x="56987" y="485444"/>
                  </a:lnTo>
                  <a:lnTo>
                    <a:pt x="85481" y="485444"/>
                  </a:lnTo>
                  <a:lnTo>
                    <a:pt x="113974" y="485444"/>
                  </a:lnTo>
                  <a:lnTo>
                    <a:pt x="142468" y="485444"/>
                  </a:lnTo>
                  <a:lnTo>
                    <a:pt x="170962" y="485444"/>
                  </a:lnTo>
                  <a:lnTo>
                    <a:pt x="199455" y="485444"/>
                  </a:lnTo>
                  <a:lnTo>
                    <a:pt x="227949" y="485444"/>
                  </a:lnTo>
                  <a:lnTo>
                    <a:pt x="256442" y="485444"/>
                  </a:lnTo>
                  <a:lnTo>
                    <a:pt x="284936" y="355988"/>
                  </a:lnTo>
                  <a:lnTo>
                    <a:pt x="313429" y="485444"/>
                  </a:lnTo>
                  <a:lnTo>
                    <a:pt x="341923" y="485444"/>
                  </a:lnTo>
                  <a:lnTo>
                    <a:pt x="370417" y="485444"/>
                  </a:lnTo>
                  <a:lnTo>
                    <a:pt x="398910" y="485444"/>
                  </a:lnTo>
                  <a:lnTo>
                    <a:pt x="427404" y="485444"/>
                  </a:lnTo>
                  <a:lnTo>
                    <a:pt x="455897" y="324163"/>
                  </a:lnTo>
                  <a:lnTo>
                    <a:pt x="484391" y="485444"/>
                  </a:lnTo>
                  <a:lnTo>
                    <a:pt x="512885" y="485444"/>
                  </a:lnTo>
                  <a:lnTo>
                    <a:pt x="541378" y="383038"/>
                  </a:lnTo>
                  <a:lnTo>
                    <a:pt x="569872" y="485444"/>
                  </a:lnTo>
                  <a:lnTo>
                    <a:pt x="598365" y="485444"/>
                  </a:lnTo>
                  <a:lnTo>
                    <a:pt x="626859" y="485444"/>
                  </a:lnTo>
                  <a:lnTo>
                    <a:pt x="655353" y="485444"/>
                  </a:lnTo>
                  <a:lnTo>
                    <a:pt x="683846" y="485444"/>
                  </a:lnTo>
                  <a:lnTo>
                    <a:pt x="712340" y="485444"/>
                  </a:lnTo>
                  <a:lnTo>
                    <a:pt x="740833" y="485444"/>
                  </a:lnTo>
                  <a:lnTo>
                    <a:pt x="769327" y="485444"/>
                  </a:lnTo>
                  <a:lnTo>
                    <a:pt x="797821" y="485444"/>
                  </a:lnTo>
                  <a:lnTo>
                    <a:pt x="826314" y="485444"/>
                  </a:lnTo>
                  <a:lnTo>
                    <a:pt x="854808" y="485444"/>
                  </a:lnTo>
                  <a:lnTo>
                    <a:pt x="883301" y="485444"/>
                  </a:lnTo>
                  <a:lnTo>
                    <a:pt x="911795" y="485444"/>
                  </a:lnTo>
                  <a:lnTo>
                    <a:pt x="940288" y="485444"/>
                  </a:lnTo>
                  <a:lnTo>
                    <a:pt x="968782" y="485444"/>
                  </a:lnTo>
                  <a:lnTo>
                    <a:pt x="997276" y="485444"/>
                  </a:lnTo>
                  <a:lnTo>
                    <a:pt x="1025769" y="450744"/>
                  </a:lnTo>
                  <a:lnTo>
                    <a:pt x="1054263" y="440882"/>
                  </a:lnTo>
                  <a:lnTo>
                    <a:pt x="1082756" y="485444"/>
                  </a:lnTo>
                  <a:lnTo>
                    <a:pt x="1111250" y="485444"/>
                  </a:lnTo>
                  <a:lnTo>
                    <a:pt x="1139744" y="485444"/>
                  </a:lnTo>
                  <a:lnTo>
                    <a:pt x="1168237" y="485444"/>
                  </a:lnTo>
                  <a:lnTo>
                    <a:pt x="1196731" y="485444"/>
                  </a:lnTo>
                  <a:lnTo>
                    <a:pt x="1225224" y="485444"/>
                  </a:lnTo>
                  <a:lnTo>
                    <a:pt x="1253718" y="485444"/>
                  </a:lnTo>
                  <a:lnTo>
                    <a:pt x="1282212" y="485444"/>
                  </a:lnTo>
                  <a:lnTo>
                    <a:pt x="1310705" y="485444"/>
                  </a:lnTo>
                  <a:lnTo>
                    <a:pt x="1339199" y="485097"/>
                  </a:lnTo>
                  <a:lnTo>
                    <a:pt x="1367692" y="485444"/>
                  </a:lnTo>
                  <a:lnTo>
                    <a:pt x="1396186" y="485444"/>
                  </a:lnTo>
                  <a:lnTo>
                    <a:pt x="1424679" y="485444"/>
                  </a:lnTo>
                  <a:lnTo>
                    <a:pt x="1453173" y="485444"/>
                  </a:lnTo>
                  <a:lnTo>
                    <a:pt x="1481667" y="485444"/>
                  </a:lnTo>
                  <a:lnTo>
                    <a:pt x="1510160" y="473145"/>
                  </a:lnTo>
                  <a:lnTo>
                    <a:pt x="1538654" y="485444"/>
                  </a:lnTo>
                  <a:lnTo>
                    <a:pt x="1567147" y="485444"/>
                  </a:lnTo>
                  <a:lnTo>
                    <a:pt x="1595641" y="485444"/>
                  </a:lnTo>
                  <a:lnTo>
                    <a:pt x="1624135" y="485444"/>
                  </a:lnTo>
                  <a:lnTo>
                    <a:pt x="1652628" y="485444"/>
                  </a:lnTo>
                  <a:lnTo>
                    <a:pt x="1681122" y="485444"/>
                  </a:lnTo>
                  <a:lnTo>
                    <a:pt x="1709615" y="485444"/>
                  </a:lnTo>
                  <a:lnTo>
                    <a:pt x="1738109" y="365890"/>
                  </a:lnTo>
                  <a:lnTo>
                    <a:pt x="1766603" y="462064"/>
                  </a:lnTo>
                  <a:lnTo>
                    <a:pt x="1795096" y="485444"/>
                  </a:lnTo>
                  <a:lnTo>
                    <a:pt x="1823590" y="485444"/>
                  </a:lnTo>
                  <a:lnTo>
                    <a:pt x="1852083" y="485444"/>
                  </a:lnTo>
                  <a:lnTo>
                    <a:pt x="1880577" y="485444"/>
                  </a:lnTo>
                  <a:lnTo>
                    <a:pt x="1909071" y="485444"/>
                  </a:lnTo>
                  <a:lnTo>
                    <a:pt x="1937564" y="485444"/>
                  </a:lnTo>
                  <a:lnTo>
                    <a:pt x="1966058" y="485444"/>
                  </a:lnTo>
                  <a:lnTo>
                    <a:pt x="1994551" y="485444"/>
                  </a:lnTo>
                  <a:lnTo>
                    <a:pt x="2023045" y="485444"/>
                  </a:lnTo>
                  <a:lnTo>
                    <a:pt x="2051538" y="485444"/>
                  </a:lnTo>
                  <a:lnTo>
                    <a:pt x="2080032" y="485444"/>
                  </a:lnTo>
                  <a:lnTo>
                    <a:pt x="2108526" y="485444"/>
                  </a:lnTo>
                  <a:lnTo>
                    <a:pt x="2137019" y="485444"/>
                  </a:lnTo>
                  <a:lnTo>
                    <a:pt x="2165513" y="485444"/>
                  </a:lnTo>
                  <a:lnTo>
                    <a:pt x="2194006" y="485444"/>
                  </a:lnTo>
                  <a:lnTo>
                    <a:pt x="2222500" y="485444"/>
                  </a:lnTo>
                  <a:lnTo>
                    <a:pt x="2250994" y="485444"/>
                  </a:lnTo>
                  <a:lnTo>
                    <a:pt x="2279487" y="485444"/>
                  </a:lnTo>
                  <a:lnTo>
                    <a:pt x="2307981" y="485444"/>
                  </a:lnTo>
                  <a:lnTo>
                    <a:pt x="2336474" y="485444"/>
                  </a:lnTo>
                  <a:lnTo>
                    <a:pt x="2364968" y="485444"/>
                  </a:lnTo>
                  <a:lnTo>
                    <a:pt x="2393462" y="485444"/>
                  </a:lnTo>
                  <a:lnTo>
                    <a:pt x="2421955" y="485444"/>
                  </a:lnTo>
                  <a:lnTo>
                    <a:pt x="2450449" y="485444"/>
                  </a:lnTo>
                  <a:lnTo>
                    <a:pt x="2478942" y="485444"/>
                  </a:lnTo>
                  <a:lnTo>
                    <a:pt x="2507436" y="463890"/>
                  </a:lnTo>
                  <a:lnTo>
                    <a:pt x="2535929" y="214890"/>
                  </a:lnTo>
                  <a:lnTo>
                    <a:pt x="2564423" y="0"/>
                  </a:lnTo>
                  <a:lnTo>
                    <a:pt x="2592917" y="75934"/>
                  </a:lnTo>
                  <a:lnTo>
                    <a:pt x="2621410" y="485444"/>
                  </a:lnTo>
                  <a:lnTo>
                    <a:pt x="2649904" y="485444"/>
                  </a:lnTo>
                  <a:lnTo>
                    <a:pt x="2678397" y="485444"/>
                  </a:lnTo>
                  <a:lnTo>
                    <a:pt x="2706891" y="485444"/>
                  </a:lnTo>
                  <a:lnTo>
                    <a:pt x="2735385" y="485444"/>
                  </a:lnTo>
                  <a:lnTo>
                    <a:pt x="2763878" y="485444"/>
                  </a:lnTo>
                  <a:lnTo>
                    <a:pt x="2792372" y="485444"/>
                  </a:lnTo>
                  <a:lnTo>
                    <a:pt x="2820865" y="419668"/>
                  </a:lnTo>
                  <a:lnTo>
                    <a:pt x="2849359" y="485444"/>
                  </a:lnTo>
                  <a:lnTo>
                    <a:pt x="2877853" y="463273"/>
                  </a:lnTo>
                  <a:lnTo>
                    <a:pt x="2906346" y="485444"/>
                  </a:lnTo>
                  <a:lnTo>
                    <a:pt x="2934840" y="485444"/>
                  </a:lnTo>
                  <a:lnTo>
                    <a:pt x="2963333" y="485444"/>
                  </a:lnTo>
                  <a:lnTo>
                    <a:pt x="2991827" y="485444"/>
                  </a:lnTo>
                  <a:lnTo>
                    <a:pt x="3020321" y="473977"/>
                  </a:lnTo>
                  <a:lnTo>
                    <a:pt x="3048814" y="451140"/>
                  </a:lnTo>
                  <a:lnTo>
                    <a:pt x="3077308" y="485444"/>
                  </a:lnTo>
                  <a:lnTo>
                    <a:pt x="3105801" y="485444"/>
                  </a:lnTo>
                  <a:lnTo>
                    <a:pt x="3134295" y="485444"/>
                  </a:lnTo>
                  <a:lnTo>
                    <a:pt x="3162788" y="485444"/>
                  </a:lnTo>
                  <a:lnTo>
                    <a:pt x="3191282" y="485444"/>
                  </a:lnTo>
                  <a:lnTo>
                    <a:pt x="3219776" y="485444"/>
                  </a:lnTo>
                  <a:lnTo>
                    <a:pt x="3248269" y="485444"/>
                  </a:lnTo>
                  <a:lnTo>
                    <a:pt x="3276763" y="485444"/>
                  </a:lnTo>
                  <a:lnTo>
                    <a:pt x="3305256" y="485444"/>
                  </a:lnTo>
                  <a:lnTo>
                    <a:pt x="3333750" y="485444"/>
                  </a:lnTo>
                </a:path>
              </a:pathLst>
            </a:custGeom>
            <a:noFill/>
            <a:ln w="17145">
              <a:solidFill>
                <a:srgbClr val="7B8790"/>
              </a:solidFill>
              <a:prstDash val="solid"/>
            </a:ln>
          </p:spPr>
        </p:sp>
        <p:sp>
          <p:nvSpPr>
            <p:cNvPr id="14" name="ellipse_013">
              <a:extLst>
                <a:ext uri="{FF2B5EF4-FFF2-40B4-BE49-F238E27FC236}">
                  <ns2:creationId id="{44809BC2-998A-4C42-8F71-71B6937C228C}"/>
                </a:ext>
              </a:extLst>
            </p:cNvPr>
            <p:cNvSpPr>
              <a:spLocks noGrp="1"/>
            </p:cNvSpPr>
            <p:nvPr/>
          </p:nvSpPr>
          <p:spPr>
            <a:xfrm>
              <a:off x="1986817" y="3223982"/>
              <a:ext cx="95250" cy="95250"/>
            </a:xfrm>
            <a:prstGeom prst="ellipse">
              <a:avLst/>
            </a:prstGeom>
            <a:solidFill>
              <a:srgbClr val="D55E00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5" name="line_014">
              <a:extLst>
                <a:ext uri="{FF2B5EF4-FFF2-40B4-BE49-F238E27FC236}">
                  <ns2:creationId id="{F11EA63E-3294-4757-B5D7-26E32C2C6F48}"/>
                </a:ext>
              </a:extLst>
            </p:cNvPr>
            <p:cNvSpPr>
              <a:spLocks noGrp="1"/>
            </p:cNvSpPr>
            <p:nvPr/>
          </p:nvSpPr>
          <p:spPr>
            <a:xfrm>
              <a:off x="2034442" y="1047750"/>
              <a:ext cx="95" cy="3095625"/>
            </a:xfrm>
            <a:custGeom>
              <a:pathLst>
                <a:path w="95" h="3095625">
                  <a:moveTo>
                    <a:pt x="0" y="0"/>
                  </a:moveTo>
                  <a:lnTo>
                    <a:pt x="0" y="3095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dash"/>
            </a:ln>
          </p:spPr>
        </p:sp>
        <p:sp>
          <p:nvSpPr>
            <p:cNvPr id="16" name="text_015">
              <a:extLst>
                <a:ext uri="{FF2B5EF4-FFF2-40B4-BE49-F238E27FC236}">
                  <ns2:creationId id="{DE0893ED-5796-46C8-9000-EA8DA18DEF02}"/>
                </a:ext>
              </a:extLst>
            </p:cNvPr>
            <p:cNvSpPr>
              <a:spLocks noGrp="1"/>
            </p:cNvSpPr>
            <p:nvPr/>
          </p:nvSpPr>
          <p:spPr>
            <a:xfrm>
              <a:off x="2110642" y="3004907"/>
              <a:ext cx="6667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42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f48</a:t>
              </a:r>
            </a:p>
          </p:txBody>
        </p:sp>
        <p:sp>
          <p:nvSpPr>
            <p:cNvPr id="17" name="text_016">
              <a:extLst>
                <a:ext uri="{FF2B5EF4-FFF2-40B4-BE49-F238E27FC236}">
                  <ns2:creationId id="{4BE1A622-96B8-4046-B26C-91C3D915A7BA}"/>
                </a:ext>
              </a:extLst>
            </p:cNvPr>
            <p:cNvSpPr>
              <a:spLocks noGrp="1"/>
            </p:cNvSpPr>
            <p:nvPr/>
          </p:nvSpPr>
          <p:spPr>
            <a:xfrm>
              <a:off x="504825" y="4210050"/>
              <a:ext cx="5238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8" name="text_017">
              <a:extLst>
                <a:ext uri="{FF2B5EF4-FFF2-40B4-BE49-F238E27FC236}">
                  <ns2:creationId id="{0B0DA61C-619F-45AC-BDEE-671775524530}"/>
                </a:ext>
              </a:extLst>
            </p:cNvPr>
            <p:cNvSpPr>
              <a:spLocks noGrp="1"/>
            </p:cNvSpPr>
            <p:nvPr/>
          </p:nvSpPr>
          <p:spPr>
            <a:xfrm>
              <a:off x="1872517" y="4210050"/>
              <a:ext cx="5238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48</a:t>
              </a:r>
            </a:p>
          </p:txBody>
        </p:sp>
        <p:sp>
          <p:nvSpPr>
            <p:cNvPr id="19" name="text_018">
              <a:extLst>
                <a:ext uri="{FF2B5EF4-FFF2-40B4-BE49-F238E27FC236}">
                  <ns2:creationId id="{09A7354C-E9B2-4C27-A9C5-CEDED3ABB86A}"/>
                </a:ext>
              </a:extLst>
            </p:cNvPr>
            <p:cNvSpPr>
              <a:spLocks noGrp="1"/>
            </p:cNvSpPr>
            <p:nvPr/>
          </p:nvSpPr>
          <p:spPr>
            <a:xfrm>
              <a:off x="3838575" y="4210050"/>
              <a:ext cx="5238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117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A340B22F-E108-45B6-9C9F-12117056D22F}"/>
                </a:ext>
              </a:extLst>
            </p:cNvPr>
            <p:cNvSpPr>
              <a:spLocks noGrp="1"/>
            </p:cNvSpPr>
            <p:nvPr/>
          </p:nvSpPr>
          <p:spPr>
            <a:xfrm>
              <a:off x="228600" y="4724400"/>
              <a:ext cx="39814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500" b="0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orange: τ* = packing + H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3C363882-B792-405C-8EE8-CF13AD207462}"/>
                </a:ext>
              </a:extLst>
            </p:cNvPr>
            <p:cNvSpPr>
              <a:spLocks noGrp="1"/>
            </p:cNvSpPr>
            <p:nvPr/>
          </p:nvSpPr>
          <p:spPr>
            <a:xfrm>
              <a:off x="228600" y="5086350"/>
              <a:ext cx="39814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5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gray: free packing cost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3B03E118-14E8-41F2-9CD4-474A124472EC}"/>
                </a:ext>
              </a:extLst>
            </p:cNvPr>
            <p:cNvSpPr>
              <a:spLocks noGrp="1"/>
            </p:cNvSpPr>
            <p:nvPr/>
          </p:nvSpPr>
          <p:spPr>
            <a:xfrm>
              <a:off x="228600" y="5514975"/>
              <a:ext cx="4095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f48: H = 8.45% L; packing = 0</a:t>
              </a:r>
            </a:p>
          </p:txBody>
        </p:sp>
        <p:sp>
          <p:nvSpPr>
            <p:cNvPr id="23" name="text_022">
              <a:extLst>
                <a:ext uri="{FF2B5EF4-FFF2-40B4-BE49-F238E27FC236}">
                  <ns2:creationId id="{147B475C-60F6-47AC-B16B-176420E037B0}"/>
                </a:ext>
              </a:extLst>
            </p:cNvPr>
            <p:cNvSpPr>
              <a:spLocks noGrp="1"/>
            </p:cNvSpPr>
            <p:nvPr/>
          </p:nvSpPr>
          <p:spPr>
            <a:xfrm>
              <a:off x="4533900" y="85725"/>
              <a:ext cx="4333875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(b) Position–scalar exchange</a:t>
              </a:r>
            </a:p>
          </p:txBody>
        </p:sp>
        <p:sp>
          <p:nvSpPr>
            <p:cNvPr id="24" name="text_023">
              <a:extLst>
                <a:ext uri="{FF2B5EF4-FFF2-40B4-BE49-F238E27FC236}">
                  <ns2:creationId id="{DA80E56C-8826-4432-8359-E0D495CAA58B}"/>
                </a:ext>
              </a:extLst>
            </p:cNvPr>
            <p:cNvSpPr>
              <a:spLocks noGrp="1"/>
            </p:cNvSpPr>
            <p:nvPr/>
          </p:nvSpPr>
          <p:spPr>
            <a:xfrm>
              <a:off x="4533900" y="504825"/>
              <a:ext cx="4095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Storms: all 118 frames</a:t>
              </a:r>
            </a:p>
          </p:txBody>
        </p:sp>
        <p:sp>
          <p:nvSpPr>
            <p:cNvPr id="25" name="line_024">
              <a:extLst>
                <a:ext uri="{FF2B5EF4-FFF2-40B4-BE49-F238E27FC236}">
                  <ns2:creationId id="{05B8C426-FC36-4A16-A5B8-2CB74B541143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4143375"/>
              <a:ext cx="3257550" cy="95"/>
            </a:xfrm>
            <a:custGeom>
              <a:pathLst>
                <a:path w="3257550" h="9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26" name="text_025">
              <a:extLst>
                <a:ext uri="{FF2B5EF4-FFF2-40B4-BE49-F238E27FC236}">
                  <ns2:creationId id="{7CEDF1EF-9D63-46CD-AFA8-C80048C07B26}"/>
                </a:ext>
              </a:extLst>
            </p:cNvPr>
            <p:cNvSpPr>
              <a:spLocks noGrp="1"/>
            </p:cNvSpPr>
            <p:nvPr/>
          </p:nvSpPr>
          <p:spPr>
            <a:xfrm>
              <a:off x="4676775" y="4029075"/>
              <a:ext cx="2857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7" name="line_026">
              <a:extLst>
                <a:ext uri="{FF2B5EF4-FFF2-40B4-BE49-F238E27FC236}">
                  <ns2:creationId id="{37D8F71E-2A13-4AC3-99C7-A725DBC89239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3470413"/>
              <a:ext cx="3257550" cy="95"/>
            </a:xfrm>
            <a:custGeom>
              <a:pathLst>
                <a:path w="3257550" h="9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28" name="text_027">
              <a:extLst>
                <a:ext uri="{FF2B5EF4-FFF2-40B4-BE49-F238E27FC236}">
                  <ns2:creationId id="{8FBD33AA-9163-4439-9849-F477420A12B0}"/>
                </a:ext>
              </a:extLst>
            </p:cNvPr>
            <p:cNvSpPr>
              <a:spLocks noGrp="1"/>
            </p:cNvSpPr>
            <p:nvPr/>
          </p:nvSpPr>
          <p:spPr>
            <a:xfrm>
              <a:off x="4676775" y="3356113"/>
              <a:ext cx="2857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9" name="line_028">
              <a:extLst>
                <a:ext uri="{FF2B5EF4-FFF2-40B4-BE49-F238E27FC236}">
                  <ns2:creationId id="{C29C4C9C-28E3-49E0-91E5-8ADC0915BF29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2797451"/>
              <a:ext cx="3257550" cy="95"/>
            </a:xfrm>
            <a:custGeom>
              <a:pathLst>
                <a:path w="3257550" h="9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30" name="text_029">
              <a:extLst>
                <a:ext uri="{FF2B5EF4-FFF2-40B4-BE49-F238E27FC236}">
                  <ns2:creationId id="{50983ABA-FECE-433B-BFEE-5C41FCEE5E0B}"/>
                </a:ext>
              </a:extLst>
            </p:cNvPr>
            <p:cNvSpPr>
              <a:spLocks noGrp="1"/>
            </p:cNvSpPr>
            <p:nvPr/>
          </p:nvSpPr>
          <p:spPr>
            <a:xfrm>
              <a:off x="4676775" y="2683151"/>
              <a:ext cx="2857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1" name="line_030">
              <a:extLst>
                <a:ext uri="{FF2B5EF4-FFF2-40B4-BE49-F238E27FC236}">
                  <ns2:creationId id="{C0AF2A5D-8B9F-4933-969C-BE45735098EB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2124489"/>
              <a:ext cx="3257550" cy="95"/>
            </a:xfrm>
            <a:custGeom>
              <a:pathLst>
                <a:path w="3257550" h="9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32" name="text_031">
              <a:extLst>
                <a:ext uri="{FF2B5EF4-FFF2-40B4-BE49-F238E27FC236}">
                  <ns2:creationId id="{DBB24133-27D3-4991-8D03-F5E5D3F2DD8F}"/>
                </a:ext>
              </a:extLst>
            </p:cNvPr>
            <p:cNvSpPr>
              <a:spLocks noGrp="1"/>
            </p:cNvSpPr>
            <p:nvPr/>
          </p:nvSpPr>
          <p:spPr>
            <a:xfrm>
              <a:off x="4676775" y="2010189"/>
              <a:ext cx="2857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line_032">
              <a:extLst>
                <a:ext uri="{FF2B5EF4-FFF2-40B4-BE49-F238E27FC236}">
                  <ns2:creationId id="{17060056-5FAF-4E7B-89F9-80AD00C8A694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1451527"/>
              <a:ext cx="3257550" cy="95"/>
            </a:xfrm>
            <a:custGeom>
              <a:pathLst>
                <a:path w="3257550" h="9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34" name="text_033">
              <a:extLst>
                <a:ext uri="{FF2B5EF4-FFF2-40B4-BE49-F238E27FC236}">
                  <ns2:creationId id="{34B7A136-E921-49D7-822F-17E739BBC715}"/>
                </a:ext>
              </a:extLst>
            </p:cNvPr>
            <p:cNvSpPr>
              <a:spLocks noGrp="1"/>
            </p:cNvSpPr>
            <p:nvPr/>
          </p:nvSpPr>
          <p:spPr>
            <a:xfrm>
              <a:off x="4676775" y="1337227"/>
              <a:ext cx="2857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5" name="text_034">
              <a:extLst>
                <a:ext uri="{FF2B5EF4-FFF2-40B4-BE49-F238E27FC236}">
                  <ns2:creationId id="{D24EBA2E-2F2C-4CD8-9D92-D2078FBEE8AE}"/>
                </a:ext>
              </a:extLst>
            </p:cNvPr>
            <p:cNvSpPr>
              <a:spLocks noGrp="1"/>
            </p:cNvSpPr>
            <p:nvPr/>
          </p:nvSpPr>
          <p:spPr>
            <a:xfrm>
              <a:off x="4819650" y="4210050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6" name="text_035">
              <a:extLst>
                <a:ext uri="{FF2B5EF4-FFF2-40B4-BE49-F238E27FC236}">
                  <ns2:creationId id="{87EEFD10-27A7-4D89-9EF1-C149BFA28E47}"/>
                </a:ext>
              </a:extLst>
            </p:cNvPr>
            <p:cNvSpPr>
              <a:spLocks noGrp="1"/>
            </p:cNvSpPr>
            <p:nvPr/>
          </p:nvSpPr>
          <p:spPr>
            <a:xfrm>
              <a:off x="5634038" y="4210050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37" name="text_036">
              <a:extLst>
                <a:ext uri="{FF2B5EF4-FFF2-40B4-BE49-F238E27FC236}">
                  <ns2:creationId id="{30615891-9F3D-4703-9C89-C1F8941E96C9}"/>
                </a:ext>
              </a:extLst>
            </p:cNvPr>
            <p:cNvSpPr>
              <a:spLocks noGrp="1"/>
            </p:cNvSpPr>
            <p:nvPr/>
          </p:nvSpPr>
          <p:spPr>
            <a:xfrm>
              <a:off x="6448425" y="4210050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38" name="text_037">
              <a:extLst>
                <a:ext uri="{FF2B5EF4-FFF2-40B4-BE49-F238E27FC236}">
                  <ns2:creationId id="{871F41BA-523B-4A88-8DA0-BEBD05DB1999}"/>
                </a:ext>
              </a:extLst>
            </p:cNvPr>
            <p:cNvSpPr>
              <a:spLocks noGrp="1"/>
            </p:cNvSpPr>
            <p:nvPr/>
          </p:nvSpPr>
          <p:spPr>
            <a:xfrm>
              <a:off x="7262813" y="4210050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75</a:t>
              </a:r>
            </a:p>
          </p:txBody>
        </p:sp>
        <p:sp>
          <p:nvSpPr>
            <p:cNvPr id="39" name="text_038">
              <a:extLst>
                <a:ext uri="{FF2B5EF4-FFF2-40B4-BE49-F238E27FC236}">
                  <ns2:creationId id="{98526F7A-F378-43C1-B11B-FD301B8434FD}"/>
                </a:ext>
              </a:extLst>
            </p:cNvPr>
            <p:cNvSpPr>
              <a:spLocks noGrp="1"/>
            </p:cNvSpPr>
            <p:nvPr/>
          </p:nvSpPr>
          <p:spPr>
            <a:xfrm>
              <a:off x="8077200" y="4210050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40" name="text_039">
              <a:extLst>
                <a:ext uri="{FF2B5EF4-FFF2-40B4-BE49-F238E27FC236}">
                  <ns2:creationId id="{4F05FFCE-9C68-4FEE-997C-D49E306C9E05}"/>
                </a:ext>
              </a:extLst>
            </p:cNvPr>
            <p:cNvSpPr>
              <a:spLocks noGrp="1"/>
            </p:cNvSpPr>
            <p:nvPr/>
          </p:nvSpPr>
          <p:spPr>
            <a:xfrm>
              <a:off x="4533900" y="771525"/>
              <a:ext cx="39624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mean position cost (% L)</a:t>
              </a:r>
            </a:p>
          </p:txBody>
        </p:sp>
        <p:sp>
          <p:nvSpPr>
            <p:cNvPr id="41" name="text_040">
              <a:extLst>
                <a:ext uri="{FF2B5EF4-FFF2-40B4-BE49-F238E27FC236}">
                  <ns2:creationId id="{BF41EF05-F1B0-4402-B718-407B0979A05F}"/>
                </a:ext>
              </a:extLst>
            </p:cNvPr>
            <p:cNvSpPr>
              <a:spLocks noGrp="1"/>
            </p:cNvSpPr>
            <p:nvPr/>
          </p:nvSpPr>
          <p:spPr>
            <a:xfrm>
              <a:off x="4772025" y="4543425"/>
              <a:ext cx="39433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Common scalar budget D (% range)</a:t>
              </a:r>
            </a:p>
          </p:txBody>
        </p:sp>
        <p:sp>
          <p:nvSpPr>
            <p:cNvPr id="42" name="Mean_F_under_common_budget">
              <a:extLst>
                <a:ext uri="{FF2B5EF4-FFF2-40B4-BE49-F238E27FC236}">
                  <ns2:creationId id="{B34F2FBD-CC49-45B1-AE15-212C13D83ED4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1232360"/>
              <a:ext cx="3257550" cy="2802984"/>
            </a:xfrm>
            <a:custGeom>
              <a:pathLst>
                <a:path w="3257550" h="2802984">
                  <a:moveTo>
                    <a:pt x="0" y="0"/>
                  </a:moveTo>
                  <a:lnTo>
                    <a:pt x="73" y="13290"/>
                  </a:lnTo>
                  <a:lnTo>
                    <a:pt x="87" y="13290"/>
                  </a:lnTo>
                  <a:lnTo>
                    <a:pt x="89" y="13290"/>
                  </a:lnTo>
                  <a:lnTo>
                    <a:pt x="305" y="32469"/>
                  </a:lnTo>
                  <a:lnTo>
                    <a:pt x="431" y="32469"/>
                  </a:lnTo>
                  <a:lnTo>
                    <a:pt x="457" y="32469"/>
                  </a:lnTo>
                  <a:lnTo>
                    <a:pt x="633" y="51826"/>
                  </a:lnTo>
                  <a:lnTo>
                    <a:pt x="1029" y="51826"/>
                  </a:lnTo>
                  <a:lnTo>
                    <a:pt x="1090" y="72527"/>
                  </a:lnTo>
                  <a:lnTo>
                    <a:pt x="1315" y="72527"/>
                  </a:lnTo>
                  <a:lnTo>
                    <a:pt x="1425" y="72527"/>
                  </a:lnTo>
                  <a:lnTo>
                    <a:pt x="1456" y="72527"/>
                  </a:lnTo>
                  <a:lnTo>
                    <a:pt x="1537" y="72527"/>
                  </a:lnTo>
                  <a:lnTo>
                    <a:pt x="2341" y="72527"/>
                  </a:lnTo>
                  <a:lnTo>
                    <a:pt x="2615" y="115483"/>
                  </a:lnTo>
                  <a:lnTo>
                    <a:pt x="2789" y="115483"/>
                  </a:lnTo>
                  <a:lnTo>
                    <a:pt x="2991" y="115483"/>
                  </a:lnTo>
                  <a:lnTo>
                    <a:pt x="3400" y="117027"/>
                  </a:lnTo>
                  <a:lnTo>
                    <a:pt x="3404" y="117027"/>
                  </a:lnTo>
                  <a:lnTo>
                    <a:pt x="3880" y="117027"/>
                  </a:lnTo>
                  <a:lnTo>
                    <a:pt x="4552" y="120530"/>
                  </a:lnTo>
                  <a:lnTo>
                    <a:pt x="6431" y="120530"/>
                  </a:lnTo>
                  <a:lnTo>
                    <a:pt x="6729" y="187717"/>
                  </a:lnTo>
                  <a:lnTo>
                    <a:pt x="7130" y="187717"/>
                  </a:lnTo>
                  <a:lnTo>
                    <a:pt x="7490" y="280840"/>
                  </a:lnTo>
                  <a:lnTo>
                    <a:pt x="7936" y="280840"/>
                  </a:lnTo>
                  <a:lnTo>
                    <a:pt x="8004" y="280840"/>
                  </a:lnTo>
                  <a:lnTo>
                    <a:pt x="9213" y="303038"/>
                  </a:lnTo>
                  <a:lnTo>
                    <a:pt x="10058" y="303038"/>
                  </a:lnTo>
                  <a:lnTo>
                    <a:pt x="10176" y="303038"/>
                  </a:lnTo>
                  <a:lnTo>
                    <a:pt x="10191" y="303038"/>
                  </a:lnTo>
                  <a:lnTo>
                    <a:pt x="12585" y="303038"/>
                  </a:lnTo>
                  <a:lnTo>
                    <a:pt x="12973" y="303038"/>
                  </a:lnTo>
                  <a:lnTo>
                    <a:pt x="14425" y="303038"/>
                  </a:lnTo>
                  <a:lnTo>
                    <a:pt x="16004" y="303038"/>
                  </a:lnTo>
                  <a:lnTo>
                    <a:pt x="16288" y="303038"/>
                  </a:lnTo>
                  <a:lnTo>
                    <a:pt x="20957" y="303038"/>
                  </a:lnTo>
                  <a:lnTo>
                    <a:pt x="21273" y="303038"/>
                  </a:lnTo>
                  <a:lnTo>
                    <a:pt x="23354" y="303038"/>
                  </a:lnTo>
                  <a:lnTo>
                    <a:pt x="23818" y="303038"/>
                  </a:lnTo>
                  <a:lnTo>
                    <a:pt x="24973" y="303038"/>
                  </a:lnTo>
                  <a:lnTo>
                    <a:pt x="25055" y="303038"/>
                  </a:lnTo>
                  <a:lnTo>
                    <a:pt x="27668" y="317161"/>
                  </a:lnTo>
                  <a:lnTo>
                    <a:pt x="27976" y="331210"/>
                  </a:lnTo>
                  <a:lnTo>
                    <a:pt x="28557" y="331210"/>
                  </a:lnTo>
                  <a:lnTo>
                    <a:pt x="29436" y="331210"/>
                  </a:lnTo>
                  <a:lnTo>
                    <a:pt x="32448" y="331210"/>
                  </a:lnTo>
                  <a:lnTo>
                    <a:pt x="32575" y="331210"/>
                  </a:lnTo>
                  <a:lnTo>
                    <a:pt x="37572" y="386385"/>
                  </a:lnTo>
                  <a:lnTo>
                    <a:pt x="39548" y="424321"/>
                  </a:lnTo>
                  <a:lnTo>
                    <a:pt x="40443" y="424321"/>
                  </a:lnTo>
                  <a:lnTo>
                    <a:pt x="40650" y="424321"/>
                  </a:lnTo>
                  <a:lnTo>
                    <a:pt x="40706" y="424321"/>
                  </a:lnTo>
                  <a:lnTo>
                    <a:pt x="42458" y="424321"/>
                  </a:lnTo>
                  <a:lnTo>
                    <a:pt x="42618" y="530075"/>
                  </a:lnTo>
                  <a:lnTo>
                    <a:pt x="44184" y="530075"/>
                  </a:lnTo>
                  <a:lnTo>
                    <a:pt x="45618" y="544710"/>
                  </a:lnTo>
                  <a:lnTo>
                    <a:pt x="48568" y="544710"/>
                  </a:lnTo>
                  <a:lnTo>
                    <a:pt x="48775" y="556501"/>
                  </a:lnTo>
                  <a:lnTo>
                    <a:pt x="53359" y="556501"/>
                  </a:lnTo>
                  <a:lnTo>
                    <a:pt x="54270" y="556501"/>
                  </a:lnTo>
                  <a:lnTo>
                    <a:pt x="58312" y="556501"/>
                  </a:lnTo>
                  <a:lnTo>
                    <a:pt x="63395" y="556501"/>
                  </a:lnTo>
                  <a:lnTo>
                    <a:pt x="63558" y="556501"/>
                  </a:lnTo>
                  <a:lnTo>
                    <a:pt x="65151" y="556501"/>
                  </a:lnTo>
                  <a:lnTo>
                    <a:pt x="71132" y="556501"/>
                  </a:lnTo>
                  <a:lnTo>
                    <a:pt x="71716" y="556501"/>
                  </a:lnTo>
                  <a:lnTo>
                    <a:pt x="75440" y="556501"/>
                  </a:lnTo>
                  <a:lnTo>
                    <a:pt x="81287" y="556501"/>
                  </a:lnTo>
                  <a:lnTo>
                    <a:pt x="86896" y="644590"/>
                  </a:lnTo>
                  <a:lnTo>
                    <a:pt x="87330" y="644590"/>
                  </a:lnTo>
                  <a:lnTo>
                    <a:pt x="89630" y="644590"/>
                  </a:lnTo>
                  <a:lnTo>
                    <a:pt x="94981" y="644590"/>
                  </a:lnTo>
                  <a:lnTo>
                    <a:pt x="95100" y="644590"/>
                  </a:lnTo>
                  <a:lnTo>
                    <a:pt x="95846" y="703816"/>
                  </a:lnTo>
                  <a:lnTo>
                    <a:pt x="96760" y="703816"/>
                  </a:lnTo>
                  <a:lnTo>
                    <a:pt x="97749" y="703816"/>
                  </a:lnTo>
                  <a:lnTo>
                    <a:pt x="103344" y="703816"/>
                  </a:lnTo>
                  <a:lnTo>
                    <a:pt x="105415" y="703816"/>
                  </a:lnTo>
                  <a:lnTo>
                    <a:pt x="107115" y="703816"/>
                  </a:lnTo>
                  <a:lnTo>
                    <a:pt x="107917" y="703816"/>
                  </a:lnTo>
                  <a:lnTo>
                    <a:pt x="110216" y="703816"/>
                  </a:lnTo>
                  <a:lnTo>
                    <a:pt x="111988" y="703816"/>
                  </a:lnTo>
                  <a:lnTo>
                    <a:pt x="112352" y="703816"/>
                  </a:lnTo>
                  <a:lnTo>
                    <a:pt x="112641" y="703816"/>
                  </a:lnTo>
                  <a:lnTo>
                    <a:pt x="114987" y="703816"/>
                  </a:lnTo>
                  <a:lnTo>
                    <a:pt x="121833" y="703816"/>
                  </a:lnTo>
                  <a:lnTo>
                    <a:pt x="126464" y="703816"/>
                  </a:lnTo>
                  <a:lnTo>
                    <a:pt x="126634" y="703816"/>
                  </a:lnTo>
                  <a:lnTo>
                    <a:pt x="135930" y="703816"/>
                  </a:lnTo>
                  <a:lnTo>
                    <a:pt x="137647" y="791992"/>
                  </a:lnTo>
                  <a:lnTo>
                    <a:pt x="137927" y="791992"/>
                  </a:lnTo>
                  <a:lnTo>
                    <a:pt x="139403" y="832822"/>
                  </a:lnTo>
                  <a:lnTo>
                    <a:pt x="141687" y="832822"/>
                  </a:lnTo>
                  <a:lnTo>
                    <a:pt x="143113" y="900566"/>
                  </a:lnTo>
                  <a:lnTo>
                    <a:pt x="144013" y="900566"/>
                  </a:lnTo>
                  <a:lnTo>
                    <a:pt x="144397" y="901984"/>
                  </a:lnTo>
                  <a:lnTo>
                    <a:pt x="145721" y="901984"/>
                  </a:lnTo>
                  <a:lnTo>
                    <a:pt x="146799" y="960616"/>
                  </a:lnTo>
                  <a:lnTo>
                    <a:pt x="147993" y="960616"/>
                  </a:lnTo>
                  <a:lnTo>
                    <a:pt x="149266" y="960616"/>
                  </a:lnTo>
                  <a:lnTo>
                    <a:pt x="152257" y="1078362"/>
                  </a:lnTo>
                  <a:lnTo>
                    <a:pt x="153970" y="1078362"/>
                  </a:lnTo>
                  <a:lnTo>
                    <a:pt x="154167" y="1078362"/>
                  </a:lnTo>
                  <a:lnTo>
                    <a:pt x="155292" y="1078362"/>
                  </a:lnTo>
                  <a:lnTo>
                    <a:pt x="157291" y="1078362"/>
                  </a:lnTo>
                  <a:lnTo>
                    <a:pt x="158602" y="1078362"/>
                  </a:lnTo>
                  <a:lnTo>
                    <a:pt x="161107" y="1078362"/>
                  </a:lnTo>
                  <a:lnTo>
                    <a:pt x="162306" y="1088866"/>
                  </a:lnTo>
                  <a:lnTo>
                    <a:pt x="162878" y="1088866"/>
                  </a:lnTo>
                  <a:lnTo>
                    <a:pt x="164628" y="1088866"/>
                  </a:lnTo>
                  <a:lnTo>
                    <a:pt x="165856" y="1123435"/>
                  </a:lnTo>
                  <a:lnTo>
                    <a:pt x="166291" y="1124864"/>
                  </a:lnTo>
                  <a:lnTo>
                    <a:pt x="166812" y="1139072"/>
                  </a:lnTo>
                  <a:lnTo>
                    <a:pt x="170833" y="1139072"/>
                  </a:lnTo>
                  <a:lnTo>
                    <a:pt x="174890" y="1139072"/>
                  </a:lnTo>
                  <a:lnTo>
                    <a:pt x="183121" y="1263350"/>
                  </a:lnTo>
                  <a:lnTo>
                    <a:pt x="186630" y="1263350"/>
                  </a:lnTo>
                  <a:lnTo>
                    <a:pt x="189513" y="1263350"/>
                  </a:lnTo>
                  <a:lnTo>
                    <a:pt x="192441" y="1263350"/>
                  </a:lnTo>
                  <a:lnTo>
                    <a:pt x="194251" y="1263350"/>
                  </a:lnTo>
                  <a:lnTo>
                    <a:pt x="199946" y="1263350"/>
                  </a:lnTo>
                  <a:lnTo>
                    <a:pt x="200285" y="1263350"/>
                  </a:lnTo>
                  <a:lnTo>
                    <a:pt x="203919" y="1273372"/>
                  </a:lnTo>
                  <a:lnTo>
                    <a:pt x="204595" y="1391070"/>
                  </a:lnTo>
                  <a:lnTo>
                    <a:pt x="209865" y="1407989"/>
                  </a:lnTo>
                  <a:lnTo>
                    <a:pt x="212265" y="1407989"/>
                  </a:lnTo>
                  <a:lnTo>
                    <a:pt x="217360" y="1477503"/>
                  </a:lnTo>
                  <a:lnTo>
                    <a:pt x="219508" y="1477503"/>
                  </a:lnTo>
                  <a:lnTo>
                    <a:pt x="219816" y="1477503"/>
                  </a:lnTo>
                  <a:lnTo>
                    <a:pt x="225666" y="1557777"/>
                  </a:lnTo>
                  <a:lnTo>
                    <a:pt x="229443" y="1557777"/>
                  </a:lnTo>
                  <a:lnTo>
                    <a:pt x="240858" y="1557777"/>
                  </a:lnTo>
                  <a:lnTo>
                    <a:pt x="247440" y="1557777"/>
                  </a:lnTo>
                  <a:lnTo>
                    <a:pt x="254756" y="1557777"/>
                  </a:lnTo>
                  <a:lnTo>
                    <a:pt x="260613" y="1557777"/>
                  </a:lnTo>
                  <a:lnTo>
                    <a:pt x="262328" y="1557777"/>
                  </a:lnTo>
                  <a:lnTo>
                    <a:pt x="267811" y="1557777"/>
                  </a:lnTo>
                  <a:lnTo>
                    <a:pt x="269180" y="1557777"/>
                  </a:lnTo>
                  <a:lnTo>
                    <a:pt x="275813" y="1569098"/>
                  </a:lnTo>
                  <a:lnTo>
                    <a:pt x="277364" y="1639624"/>
                  </a:lnTo>
                  <a:lnTo>
                    <a:pt x="292835" y="1639624"/>
                  </a:lnTo>
                  <a:lnTo>
                    <a:pt x="303844" y="1639624"/>
                  </a:lnTo>
                  <a:lnTo>
                    <a:pt x="310532" y="1639624"/>
                  </a:lnTo>
                  <a:lnTo>
                    <a:pt x="321493" y="1639624"/>
                  </a:lnTo>
                  <a:lnTo>
                    <a:pt x="325193" y="1639624"/>
                  </a:lnTo>
                  <a:lnTo>
                    <a:pt x="325755" y="1639624"/>
                  </a:lnTo>
                  <a:lnTo>
                    <a:pt x="332598" y="1639624"/>
                  </a:lnTo>
                  <a:lnTo>
                    <a:pt x="337615" y="1639624"/>
                  </a:lnTo>
                  <a:lnTo>
                    <a:pt x="338591" y="1639624"/>
                  </a:lnTo>
                  <a:lnTo>
                    <a:pt x="346310" y="1639624"/>
                  </a:lnTo>
                  <a:lnTo>
                    <a:pt x="361488" y="1722096"/>
                  </a:lnTo>
                  <a:lnTo>
                    <a:pt x="363547" y="1722096"/>
                  </a:lnTo>
                  <a:lnTo>
                    <a:pt x="372143" y="1722096"/>
                  </a:lnTo>
                  <a:lnTo>
                    <a:pt x="379845" y="1781788"/>
                  </a:lnTo>
                  <a:lnTo>
                    <a:pt x="391531" y="1781788"/>
                  </a:lnTo>
                  <a:lnTo>
                    <a:pt x="398790" y="1781788"/>
                  </a:lnTo>
                  <a:lnTo>
                    <a:pt x="400222" y="1781788"/>
                  </a:lnTo>
                  <a:lnTo>
                    <a:pt x="414527" y="1820992"/>
                  </a:lnTo>
                  <a:lnTo>
                    <a:pt x="414535" y="1820992"/>
                  </a:lnTo>
                  <a:lnTo>
                    <a:pt x="419507" y="1820992"/>
                  </a:lnTo>
                  <a:lnTo>
                    <a:pt x="430219" y="1869173"/>
                  </a:lnTo>
                  <a:lnTo>
                    <a:pt x="434222" y="1869173"/>
                  </a:lnTo>
                  <a:lnTo>
                    <a:pt x="435324" y="1877568"/>
                  </a:lnTo>
                  <a:lnTo>
                    <a:pt x="441749" y="1877568"/>
                  </a:lnTo>
                  <a:lnTo>
                    <a:pt x="443682" y="1914750"/>
                  </a:lnTo>
                  <a:lnTo>
                    <a:pt x="455638" y="1914750"/>
                  </a:lnTo>
                  <a:lnTo>
                    <a:pt x="461064" y="1914750"/>
                  </a:lnTo>
                  <a:lnTo>
                    <a:pt x="463019" y="1974425"/>
                  </a:lnTo>
                  <a:lnTo>
                    <a:pt x="472722" y="1974425"/>
                  </a:lnTo>
                  <a:lnTo>
                    <a:pt x="474231" y="1978806"/>
                  </a:lnTo>
                  <a:lnTo>
                    <a:pt x="479664" y="1978806"/>
                  </a:lnTo>
                  <a:lnTo>
                    <a:pt x="488632" y="1978806"/>
                  </a:lnTo>
                  <a:lnTo>
                    <a:pt x="502669" y="1978806"/>
                  </a:lnTo>
                  <a:lnTo>
                    <a:pt x="508883" y="1978806"/>
                  </a:lnTo>
                  <a:lnTo>
                    <a:pt x="518429" y="1978806"/>
                  </a:lnTo>
                  <a:lnTo>
                    <a:pt x="520651" y="1978806"/>
                  </a:lnTo>
                  <a:lnTo>
                    <a:pt x="527766" y="1981100"/>
                  </a:lnTo>
                  <a:lnTo>
                    <a:pt x="530729" y="1981100"/>
                  </a:lnTo>
                  <a:lnTo>
                    <a:pt x="536235" y="1981100"/>
                  </a:lnTo>
                  <a:lnTo>
                    <a:pt x="557643" y="1981100"/>
                  </a:lnTo>
                  <a:lnTo>
                    <a:pt x="561156" y="1981100"/>
                  </a:lnTo>
                  <a:lnTo>
                    <a:pt x="565917" y="1981100"/>
                  </a:lnTo>
                  <a:lnTo>
                    <a:pt x="567245" y="1981100"/>
                  </a:lnTo>
                  <a:lnTo>
                    <a:pt x="569247" y="1981100"/>
                  </a:lnTo>
                  <a:lnTo>
                    <a:pt x="575599" y="1981100"/>
                  </a:lnTo>
                  <a:lnTo>
                    <a:pt x="578423" y="1981100"/>
                  </a:lnTo>
                  <a:lnTo>
                    <a:pt x="579601" y="1981100"/>
                  </a:lnTo>
                  <a:lnTo>
                    <a:pt x="580952" y="1987040"/>
                  </a:lnTo>
                  <a:lnTo>
                    <a:pt x="580972" y="2073863"/>
                  </a:lnTo>
                  <a:lnTo>
                    <a:pt x="589341" y="2073863"/>
                  </a:lnTo>
                  <a:lnTo>
                    <a:pt x="593955" y="2073863"/>
                  </a:lnTo>
                  <a:lnTo>
                    <a:pt x="607969" y="2073863"/>
                  </a:lnTo>
                  <a:lnTo>
                    <a:pt x="618594" y="2128849"/>
                  </a:lnTo>
                  <a:lnTo>
                    <a:pt x="648466" y="2128849"/>
                  </a:lnTo>
                  <a:lnTo>
                    <a:pt x="651510" y="2128849"/>
                  </a:lnTo>
                  <a:lnTo>
                    <a:pt x="725125" y="2161393"/>
                  </a:lnTo>
                  <a:lnTo>
                    <a:pt x="729704" y="2161393"/>
                  </a:lnTo>
                  <a:lnTo>
                    <a:pt x="752212" y="2161393"/>
                  </a:lnTo>
                  <a:lnTo>
                    <a:pt x="760887" y="2164605"/>
                  </a:lnTo>
                  <a:lnTo>
                    <a:pt x="788800" y="2164605"/>
                  </a:lnTo>
                  <a:lnTo>
                    <a:pt x="849255" y="2166209"/>
                  </a:lnTo>
                  <a:lnTo>
                    <a:pt x="867287" y="2166209"/>
                  </a:lnTo>
                  <a:lnTo>
                    <a:pt x="893406" y="2187397"/>
                  </a:lnTo>
                  <a:lnTo>
                    <a:pt x="902865" y="2287947"/>
                  </a:lnTo>
                  <a:lnTo>
                    <a:pt x="934964" y="2383549"/>
                  </a:lnTo>
                  <a:lnTo>
                    <a:pt x="939343" y="2398540"/>
                  </a:lnTo>
                  <a:lnTo>
                    <a:pt x="975223" y="2398540"/>
                  </a:lnTo>
                  <a:lnTo>
                    <a:pt x="977265" y="2398540"/>
                  </a:lnTo>
                  <a:lnTo>
                    <a:pt x="980495" y="2453725"/>
                  </a:lnTo>
                  <a:lnTo>
                    <a:pt x="1018657" y="2502589"/>
                  </a:lnTo>
                  <a:lnTo>
                    <a:pt x="1047489" y="2529741"/>
                  </a:lnTo>
                  <a:lnTo>
                    <a:pt x="1050602" y="2529741"/>
                  </a:lnTo>
                  <a:lnTo>
                    <a:pt x="1087557" y="2529741"/>
                  </a:lnTo>
                  <a:lnTo>
                    <a:pt x="1090844" y="2588566"/>
                  </a:lnTo>
                  <a:lnTo>
                    <a:pt x="1181731" y="2625036"/>
                  </a:lnTo>
                  <a:lnTo>
                    <a:pt x="1234275" y="2642801"/>
                  </a:lnTo>
                  <a:lnTo>
                    <a:pt x="1258663" y="2643733"/>
                  </a:lnTo>
                  <a:lnTo>
                    <a:pt x="1283756" y="2682940"/>
                  </a:lnTo>
                  <a:lnTo>
                    <a:pt x="1285260" y="2705022"/>
                  </a:lnTo>
                  <a:lnTo>
                    <a:pt x="1292393" y="2727642"/>
                  </a:lnTo>
                  <a:lnTo>
                    <a:pt x="1315686" y="2777845"/>
                  </a:lnTo>
                  <a:lnTo>
                    <a:pt x="1628775" y="2777845"/>
                  </a:lnTo>
                  <a:lnTo>
                    <a:pt x="1910851" y="2802984"/>
                  </a:lnTo>
                  <a:lnTo>
                    <a:pt x="2443163" y="2802984"/>
                  </a:lnTo>
                  <a:lnTo>
                    <a:pt x="3257550" y="2802984"/>
                  </a:lnTo>
                </a:path>
              </a:pathLst>
            </a:custGeom>
            <a:noFill/>
            <a:ln w="20955">
              <a:solidFill>
                <a:srgbClr val="0072B2"/>
              </a:solidFill>
              <a:prstDash val="solid"/>
            </a:ln>
          </p:spPr>
        </p:sp>
        <p:sp>
          <p:nvSpPr>
            <p:cNvPr id="43" name="Mean_Phi_under_common_budget">
              <a:extLst>
                <a:ext uri="{FF2B5EF4-FFF2-40B4-BE49-F238E27FC236}">
                  <ns2:creationId id="{677A867E-8406-492A-AF59-200E29372E20}"/>
                </a:ext>
              </a:extLst>
            </p:cNvPr>
            <p:cNvSpPr>
              <a:spLocks noGrp="1"/>
            </p:cNvSpPr>
            <p:nvPr/>
          </p:nvSpPr>
          <p:spPr>
            <a:xfrm>
              <a:off x="5010150" y="1250811"/>
              <a:ext cx="3257550" cy="2790913"/>
            </a:xfrm>
            <a:custGeom>
              <a:pathLst>
                <a:path w="3257550" h="2790913">
                  <a:moveTo>
                    <a:pt x="0" y="0"/>
                  </a:moveTo>
                  <a:lnTo>
                    <a:pt x="73" y="13208"/>
                  </a:lnTo>
                  <a:lnTo>
                    <a:pt x="87" y="13208"/>
                  </a:lnTo>
                  <a:lnTo>
                    <a:pt x="89" y="13208"/>
                  </a:lnTo>
                  <a:lnTo>
                    <a:pt x="305" y="32092"/>
                  </a:lnTo>
                  <a:lnTo>
                    <a:pt x="431" y="32092"/>
                  </a:lnTo>
                  <a:lnTo>
                    <a:pt x="457" y="32092"/>
                  </a:lnTo>
                  <a:lnTo>
                    <a:pt x="633" y="51155"/>
                  </a:lnTo>
                  <a:lnTo>
                    <a:pt x="1029" y="51155"/>
                  </a:lnTo>
                  <a:lnTo>
                    <a:pt x="1090" y="71673"/>
                  </a:lnTo>
                  <a:lnTo>
                    <a:pt x="1315" y="71673"/>
                  </a:lnTo>
                  <a:lnTo>
                    <a:pt x="1425" y="71673"/>
                  </a:lnTo>
                  <a:lnTo>
                    <a:pt x="1456" y="71673"/>
                  </a:lnTo>
                  <a:lnTo>
                    <a:pt x="1537" y="71673"/>
                  </a:lnTo>
                  <a:lnTo>
                    <a:pt x="2341" y="71673"/>
                  </a:lnTo>
                  <a:lnTo>
                    <a:pt x="2615" y="114788"/>
                  </a:lnTo>
                  <a:lnTo>
                    <a:pt x="2789" y="114788"/>
                  </a:lnTo>
                  <a:lnTo>
                    <a:pt x="2991" y="114788"/>
                  </a:lnTo>
                  <a:lnTo>
                    <a:pt x="3400" y="115914"/>
                  </a:lnTo>
                  <a:lnTo>
                    <a:pt x="3404" y="115914"/>
                  </a:lnTo>
                  <a:lnTo>
                    <a:pt x="3880" y="115914"/>
                  </a:lnTo>
                  <a:lnTo>
                    <a:pt x="4552" y="119404"/>
                  </a:lnTo>
                  <a:lnTo>
                    <a:pt x="6431" y="119404"/>
                  </a:lnTo>
                  <a:lnTo>
                    <a:pt x="6729" y="186344"/>
                  </a:lnTo>
                  <a:lnTo>
                    <a:pt x="7130" y="186344"/>
                  </a:lnTo>
                  <a:lnTo>
                    <a:pt x="7490" y="279342"/>
                  </a:lnTo>
                  <a:lnTo>
                    <a:pt x="7936" y="279342"/>
                  </a:lnTo>
                  <a:lnTo>
                    <a:pt x="8004" y="279342"/>
                  </a:lnTo>
                  <a:lnTo>
                    <a:pt x="9213" y="301275"/>
                  </a:lnTo>
                  <a:lnTo>
                    <a:pt x="10058" y="301275"/>
                  </a:lnTo>
                  <a:lnTo>
                    <a:pt x="10176" y="301275"/>
                  </a:lnTo>
                  <a:lnTo>
                    <a:pt x="10191" y="301275"/>
                  </a:lnTo>
                  <a:lnTo>
                    <a:pt x="12585" y="301275"/>
                  </a:lnTo>
                  <a:lnTo>
                    <a:pt x="12973" y="301275"/>
                  </a:lnTo>
                  <a:lnTo>
                    <a:pt x="14425" y="301275"/>
                  </a:lnTo>
                  <a:lnTo>
                    <a:pt x="16004" y="301275"/>
                  </a:lnTo>
                  <a:lnTo>
                    <a:pt x="16288" y="301275"/>
                  </a:lnTo>
                  <a:lnTo>
                    <a:pt x="20957" y="356412"/>
                  </a:lnTo>
                  <a:lnTo>
                    <a:pt x="21273" y="356412"/>
                  </a:lnTo>
                  <a:lnTo>
                    <a:pt x="23354" y="356412"/>
                  </a:lnTo>
                  <a:lnTo>
                    <a:pt x="23818" y="356412"/>
                  </a:lnTo>
                  <a:lnTo>
                    <a:pt x="24973" y="356412"/>
                  </a:lnTo>
                  <a:lnTo>
                    <a:pt x="25055" y="356412"/>
                  </a:lnTo>
                  <a:lnTo>
                    <a:pt x="27668" y="370248"/>
                  </a:lnTo>
                  <a:lnTo>
                    <a:pt x="27976" y="384511"/>
                  </a:lnTo>
                  <a:lnTo>
                    <a:pt x="28557" y="384511"/>
                  </a:lnTo>
                  <a:lnTo>
                    <a:pt x="29436" y="384511"/>
                  </a:lnTo>
                  <a:lnTo>
                    <a:pt x="32448" y="384511"/>
                  </a:lnTo>
                  <a:lnTo>
                    <a:pt x="32575" y="384511"/>
                  </a:lnTo>
                  <a:lnTo>
                    <a:pt x="37572" y="384511"/>
                  </a:lnTo>
                  <a:lnTo>
                    <a:pt x="39548" y="422163"/>
                  </a:lnTo>
                  <a:lnTo>
                    <a:pt x="40443" y="422163"/>
                  </a:lnTo>
                  <a:lnTo>
                    <a:pt x="40650" y="422163"/>
                  </a:lnTo>
                  <a:lnTo>
                    <a:pt x="40706" y="422163"/>
                  </a:lnTo>
                  <a:lnTo>
                    <a:pt x="42458" y="433497"/>
                  </a:lnTo>
                  <a:lnTo>
                    <a:pt x="42618" y="538766"/>
                  </a:lnTo>
                  <a:lnTo>
                    <a:pt x="44184" y="538766"/>
                  </a:lnTo>
                  <a:lnTo>
                    <a:pt x="45618" y="553545"/>
                  </a:lnTo>
                  <a:lnTo>
                    <a:pt x="48568" y="612651"/>
                  </a:lnTo>
                  <a:lnTo>
                    <a:pt x="48775" y="612651"/>
                  </a:lnTo>
                  <a:lnTo>
                    <a:pt x="53359" y="612651"/>
                  </a:lnTo>
                  <a:lnTo>
                    <a:pt x="54270" y="612651"/>
                  </a:lnTo>
                  <a:lnTo>
                    <a:pt x="58312" y="612651"/>
                  </a:lnTo>
                  <a:lnTo>
                    <a:pt x="63395" y="612651"/>
                  </a:lnTo>
                  <a:lnTo>
                    <a:pt x="63558" y="612651"/>
                  </a:lnTo>
                  <a:lnTo>
                    <a:pt x="65151" y="612651"/>
                  </a:lnTo>
                  <a:lnTo>
                    <a:pt x="71132" y="612651"/>
                  </a:lnTo>
                  <a:lnTo>
                    <a:pt x="71716" y="612651"/>
                  </a:lnTo>
                  <a:lnTo>
                    <a:pt x="75440" y="612651"/>
                  </a:lnTo>
                  <a:lnTo>
                    <a:pt x="81287" y="612651"/>
                  </a:lnTo>
                  <a:lnTo>
                    <a:pt x="86896" y="700217"/>
                  </a:lnTo>
                  <a:lnTo>
                    <a:pt x="87330" y="749109"/>
                  </a:lnTo>
                  <a:lnTo>
                    <a:pt x="89630" y="749109"/>
                  </a:lnTo>
                  <a:lnTo>
                    <a:pt x="94981" y="749109"/>
                  </a:lnTo>
                  <a:lnTo>
                    <a:pt x="95100" y="749109"/>
                  </a:lnTo>
                  <a:lnTo>
                    <a:pt x="95846" y="749109"/>
                  </a:lnTo>
                  <a:lnTo>
                    <a:pt x="96760" y="750535"/>
                  </a:lnTo>
                  <a:lnTo>
                    <a:pt x="97749" y="867903"/>
                  </a:lnTo>
                  <a:lnTo>
                    <a:pt x="103344" y="867903"/>
                  </a:lnTo>
                  <a:lnTo>
                    <a:pt x="105415" y="878260"/>
                  </a:lnTo>
                  <a:lnTo>
                    <a:pt x="107115" y="878260"/>
                  </a:lnTo>
                  <a:lnTo>
                    <a:pt x="107917" y="878260"/>
                  </a:lnTo>
                  <a:lnTo>
                    <a:pt x="110216" y="948001"/>
                  </a:lnTo>
                  <a:lnTo>
                    <a:pt x="111988" y="1072269"/>
                  </a:lnTo>
                  <a:lnTo>
                    <a:pt x="112352" y="1072269"/>
                  </a:lnTo>
                  <a:lnTo>
                    <a:pt x="112641" y="1072269"/>
                  </a:lnTo>
                  <a:lnTo>
                    <a:pt x="114987" y="1072269"/>
                  </a:lnTo>
                  <a:lnTo>
                    <a:pt x="121833" y="1130748"/>
                  </a:lnTo>
                  <a:lnTo>
                    <a:pt x="126464" y="1130748"/>
                  </a:lnTo>
                  <a:lnTo>
                    <a:pt x="126634" y="1130748"/>
                  </a:lnTo>
                  <a:lnTo>
                    <a:pt x="135930" y="1130748"/>
                  </a:lnTo>
                  <a:lnTo>
                    <a:pt x="137647" y="1218635"/>
                  </a:lnTo>
                  <a:lnTo>
                    <a:pt x="137927" y="1229676"/>
                  </a:lnTo>
                  <a:lnTo>
                    <a:pt x="139403" y="1270538"/>
                  </a:lnTo>
                  <a:lnTo>
                    <a:pt x="141687" y="1270538"/>
                  </a:lnTo>
                  <a:lnTo>
                    <a:pt x="143113" y="1338511"/>
                  </a:lnTo>
                  <a:lnTo>
                    <a:pt x="144013" y="1338511"/>
                  </a:lnTo>
                  <a:lnTo>
                    <a:pt x="144397" y="1409948"/>
                  </a:lnTo>
                  <a:lnTo>
                    <a:pt x="145721" y="1409948"/>
                  </a:lnTo>
                  <a:lnTo>
                    <a:pt x="146799" y="1409948"/>
                  </a:lnTo>
                  <a:lnTo>
                    <a:pt x="147993" y="1409948"/>
                  </a:lnTo>
                  <a:lnTo>
                    <a:pt x="149266" y="1527649"/>
                  </a:lnTo>
                  <a:lnTo>
                    <a:pt x="152257" y="1527649"/>
                  </a:lnTo>
                  <a:lnTo>
                    <a:pt x="153970" y="1531911"/>
                  </a:lnTo>
                  <a:lnTo>
                    <a:pt x="154167" y="1569245"/>
                  </a:lnTo>
                  <a:lnTo>
                    <a:pt x="155292" y="1569245"/>
                  </a:lnTo>
                  <a:lnTo>
                    <a:pt x="157291" y="1569245"/>
                  </a:lnTo>
                  <a:lnTo>
                    <a:pt x="158602" y="1569245"/>
                  </a:lnTo>
                  <a:lnTo>
                    <a:pt x="161107" y="1569245"/>
                  </a:lnTo>
                  <a:lnTo>
                    <a:pt x="162306" y="1579839"/>
                  </a:lnTo>
                  <a:lnTo>
                    <a:pt x="162878" y="1579839"/>
                  </a:lnTo>
                  <a:lnTo>
                    <a:pt x="164628" y="1579839"/>
                  </a:lnTo>
                  <a:lnTo>
                    <a:pt x="165856" y="1579839"/>
                  </a:lnTo>
                  <a:lnTo>
                    <a:pt x="166291" y="1579839"/>
                  </a:lnTo>
                  <a:lnTo>
                    <a:pt x="166812" y="1579839"/>
                  </a:lnTo>
                  <a:lnTo>
                    <a:pt x="170833" y="1579839"/>
                  </a:lnTo>
                  <a:lnTo>
                    <a:pt x="174890" y="1579839"/>
                  </a:lnTo>
                  <a:lnTo>
                    <a:pt x="183121" y="1579839"/>
                  </a:lnTo>
                  <a:lnTo>
                    <a:pt x="186630" y="1579839"/>
                  </a:lnTo>
                  <a:lnTo>
                    <a:pt x="189513" y="1579839"/>
                  </a:lnTo>
                  <a:lnTo>
                    <a:pt x="192441" y="1584704"/>
                  </a:lnTo>
                  <a:lnTo>
                    <a:pt x="194251" y="1643961"/>
                  </a:lnTo>
                  <a:lnTo>
                    <a:pt x="199946" y="1643961"/>
                  </a:lnTo>
                  <a:lnTo>
                    <a:pt x="200285" y="1643961"/>
                  </a:lnTo>
                  <a:lnTo>
                    <a:pt x="203919" y="1643961"/>
                  </a:lnTo>
                  <a:lnTo>
                    <a:pt x="204595" y="1643961"/>
                  </a:lnTo>
                  <a:lnTo>
                    <a:pt x="209865" y="1660431"/>
                  </a:lnTo>
                  <a:lnTo>
                    <a:pt x="212265" y="1660431"/>
                  </a:lnTo>
                  <a:lnTo>
                    <a:pt x="217360" y="1660431"/>
                  </a:lnTo>
                  <a:lnTo>
                    <a:pt x="219508" y="1668519"/>
                  </a:lnTo>
                  <a:lnTo>
                    <a:pt x="219816" y="1670618"/>
                  </a:lnTo>
                  <a:lnTo>
                    <a:pt x="225666" y="1750970"/>
                  </a:lnTo>
                  <a:lnTo>
                    <a:pt x="229443" y="1750970"/>
                  </a:lnTo>
                  <a:lnTo>
                    <a:pt x="240858" y="1750970"/>
                  </a:lnTo>
                  <a:lnTo>
                    <a:pt x="247440" y="1750970"/>
                  </a:lnTo>
                  <a:lnTo>
                    <a:pt x="254756" y="1750970"/>
                  </a:lnTo>
                  <a:lnTo>
                    <a:pt x="260613" y="1750970"/>
                  </a:lnTo>
                  <a:lnTo>
                    <a:pt x="262328" y="1798737"/>
                  </a:lnTo>
                  <a:lnTo>
                    <a:pt x="267811" y="1837620"/>
                  </a:lnTo>
                  <a:lnTo>
                    <a:pt x="269180" y="1837620"/>
                  </a:lnTo>
                  <a:lnTo>
                    <a:pt x="275813" y="1837620"/>
                  </a:lnTo>
                  <a:lnTo>
                    <a:pt x="277364" y="1837620"/>
                  </a:lnTo>
                  <a:lnTo>
                    <a:pt x="292835" y="1869879"/>
                  </a:lnTo>
                  <a:lnTo>
                    <a:pt x="303844" y="1869879"/>
                  </a:lnTo>
                  <a:lnTo>
                    <a:pt x="310532" y="1869879"/>
                  </a:lnTo>
                  <a:lnTo>
                    <a:pt x="321493" y="1869879"/>
                  </a:lnTo>
                  <a:lnTo>
                    <a:pt x="325193" y="1869879"/>
                  </a:lnTo>
                  <a:lnTo>
                    <a:pt x="325755" y="1869879"/>
                  </a:lnTo>
                  <a:lnTo>
                    <a:pt x="332598" y="1869879"/>
                  </a:lnTo>
                  <a:lnTo>
                    <a:pt x="337615" y="1869879"/>
                  </a:lnTo>
                  <a:lnTo>
                    <a:pt x="338591" y="1869879"/>
                  </a:lnTo>
                  <a:lnTo>
                    <a:pt x="346310" y="1962289"/>
                  </a:lnTo>
                  <a:lnTo>
                    <a:pt x="361488" y="2044652"/>
                  </a:lnTo>
                  <a:lnTo>
                    <a:pt x="363547" y="2044652"/>
                  </a:lnTo>
                  <a:lnTo>
                    <a:pt x="372143" y="2044652"/>
                  </a:lnTo>
                  <a:lnTo>
                    <a:pt x="379845" y="2044652"/>
                  </a:lnTo>
                  <a:lnTo>
                    <a:pt x="391531" y="2044652"/>
                  </a:lnTo>
                  <a:lnTo>
                    <a:pt x="398790" y="2044652"/>
                  </a:lnTo>
                  <a:lnTo>
                    <a:pt x="400222" y="2099190"/>
                  </a:lnTo>
                  <a:lnTo>
                    <a:pt x="414527" y="2099190"/>
                  </a:lnTo>
                  <a:lnTo>
                    <a:pt x="414535" y="2099190"/>
                  </a:lnTo>
                  <a:lnTo>
                    <a:pt x="419507" y="2099190"/>
                  </a:lnTo>
                  <a:lnTo>
                    <a:pt x="430219" y="2099190"/>
                  </a:lnTo>
                  <a:lnTo>
                    <a:pt x="434222" y="2099190"/>
                  </a:lnTo>
                  <a:lnTo>
                    <a:pt x="435324" y="2099190"/>
                  </a:lnTo>
                  <a:lnTo>
                    <a:pt x="441749" y="2154194"/>
                  </a:lnTo>
                  <a:lnTo>
                    <a:pt x="443682" y="2154194"/>
                  </a:lnTo>
                  <a:lnTo>
                    <a:pt x="455638" y="2154194"/>
                  </a:lnTo>
                  <a:lnTo>
                    <a:pt x="461064" y="2154194"/>
                  </a:lnTo>
                  <a:lnTo>
                    <a:pt x="463019" y="2213613"/>
                  </a:lnTo>
                  <a:lnTo>
                    <a:pt x="472722" y="2234448"/>
                  </a:lnTo>
                  <a:lnTo>
                    <a:pt x="474231" y="2234448"/>
                  </a:lnTo>
                  <a:lnTo>
                    <a:pt x="479664" y="2334529"/>
                  </a:lnTo>
                  <a:lnTo>
                    <a:pt x="488632" y="2334529"/>
                  </a:lnTo>
                  <a:lnTo>
                    <a:pt x="502669" y="2334529"/>
                  </a:lnTo>
                  <a:lnTo>
                    <a:pt x="508883" y="2382873"/>
                  </a:lnTo>
                  <a:lnTo>
                    <a:pt x="518429" y="2404493"/>
                  </a:lnTo>
                  <a:lnTo>
                    <a:pt x="520651" y="2427553"/>
                  </a:lnTo>
                  <a:lnTo>
                    <a:pt x="527766" y="2427553"/>
                  </a:lnTo>
                  <a:lnTo>
                    <a:pt x="530729" y="2427553"/>
                  </a:lnTo>
                  <a:lnTo>
                    <a:pt x="536235" y="2427553"/>
                  </a:lnTo>
                  <a:lnTo>
                    <a:pt x="557643" y="2427553"/>
                  </a:lnTo>
                  <a:lnTo>
                    <a:pt x="561156" y="2427553"/>
                  </a:lnTo>
                  <a:lnTo>
                    <a:pt x="565917" y="2427553"/>
                  </a:lnTo>
                  <a:lnTo>
                    <a:pt x="567245" y="2427553"/>
                  </a:lnTo>
                  <a:lnTo>
                    <a:pt x="569247" y="2427553"/>
                  </a:lnTo>
                  <a:lnTo>
                    <a:pt x="575599" y="2504125"/>
                  </a:lnTo>
                  <a:lnTo>
                    <a:pt x="578423" y="2504125"/>
                  </a:lnTo>
                  <a:lnTo>
                    <a:pt x="579601" y="2504125"/>
                  </a:lnTo>
                  <a:lnTo>
                    <a:pt x="580952" y="2504125"/>
                  </a:lnTo>
                  <a:lnTo>
                    <a:pt x="580972" y="2504125"/>
                  </a:lnTo>
                  <a:lnTo>
                    <a:pt x="589341" y="2531002"/>
                  </a:lnTo>
                  <a:lnTo>
                    <a:pt x="593955" y="2569932"/>
                  </a:lnTo>
                  <a:lnTo>
                    <a:pt x="607969" y="2621020"/>
                  </a:lnTo>
                  <a:lnTo>
                    <a:pt x="618594" y="2621020"/>
                  </a:lnTo>
                  <a:lnTo>
                    <a:pt x="648466" y="2716203"/>
                  </a:lnTo>
                  <a:lnTo>
                    <a:pt x="651510" y="2716203"/>
                  </a:lnTo>
                  <a:lnTo>
                    <a:pt x="725125" y="2716203"/>
                  </a:lnTo>
                  <a:lnTo>
                    <a:pt x="729704" y="2716203"/>
                  </a:lnTo>
                  <a:lnTo>
                    <a:pt x="752212" y="2766133"/>
                  </a:lnTo>
                  <a:lnTo>
                    <a:pt x="760887" y="2766133"/>
                  </a:lnTo>
                  <a:lnTo>
                    <a:pt x="788800" y="2766133"/>
                  </a:lnTo>
                  <a:lnTo>
                    <a:pt x="849255" y="2766133"/>
                  </a:lnTo>
                  <a:lnTo>
                    <a:pt x="867287" y="2766133"/>
                  </a:lnTo>
                  <a:lnTo>
                    <a:pt x="893406" y="2766133"/>
                  </a:lnTo>
                  <a:lnTo>
                    <a:pt x="902865" y="2766133"/>
                  </a:lnTo>
                  <a:lnTo>
                    <a:pt x="934964" y="2766133"/>
                  </a:lnTo>
                  <a:lnTo>
                    <a:pt x="939343" y="2766133"/>
                  </a:lnTo>
                  <a:lnTo>
                    <a:pt x="975223" y="2766133"/>
                  </a:lnTo>
                  <a:lnTo>
                    <a:pt x="977265" y="2766133"/>
                  </a:lnTo>
                  <a:lnTo>
                    <a:pt x="980495" y="2766133"/>
                  </a:lnTo>
                  <a:lnTo>
                    <a:pt x="1018657" y="2766133"/>
                  </a:lnTo>
                  <a:lnTo>
                    <a:pt x="1047489" y="2766133"/>
                  </a:lnTo>
                  <a:lnTo>
                    <a:pt x="1050602" y="2790913"/>
                  </a:lnTo>
                  <a:lnTo>
                    <a:pt x="1087557" y="2790913"/>
                  </a:lnTo>
                  <a:lnTo>
                    <a:pt x="1090844" y="2790913"/>
                  </a:lnTo>
                  <a:lnTo>
                    <a:pt x="1181731" y="2790913"/>
                  </a:lnTo>
                  <a:lnTo>
                    <a:pt x="1234275" y="2790913"/>
                  </a:lnTo>
                  <a:lnTo>
                    <a:pt x="1258663" y="2790913"/>
                  </a:lnTo>
                  <a:lnTo>
                    <a:pt x="1283756" y="2790913"/>
                  </a:lnTo>
                  <a:lnTo>
                    <a:pt x="1285260" y="2790913"/>
                  </a:lnTo>
                  <a:lnTo>
                    <a:pt x="1292393" y="2790913"/>
                  </a:lnTo>
                  <a:lnTo>
                    <a:pt x="1315686" y="2790913"/>
                  </a:lnTo>
                  <a:lnTo>
                    <a:pt x="1628775" y="2790913"/>
                  </a:lnTo>
                  <a:lnTo>
                    <a:pt x="1910851" y="2790913"/>
                  </a:lnTo>
                  <a:lnTo>
                    <a:pt x="2443163" y="2790913"/>
                  </a:lnTo>
                  <a:lnTo>
                    <a:pt x="3257550" y="2790913"/>
                  </a:lnTo>
                </a:path>
              </a:pathLst>
            </a:custGeom>
            <a:noFill/>
            <a:ln w="20955">
              <a:solidFill>
                <a:srgbClr val="7B8790"/>
              </a:solidFill>
              <a:prstDash val="dash"/>
            </a:ln>
          </p:spPr>
        </p:sp>
        <p:sp>
          <p:nvSpPr>
            <p:cNvPr id="44" name="ellipse_043">
              <a:extLst>
                <a:ext uri="{FF2B5EF4-FFF2-40B4-BE49-F238E27FC236}">
                  <ns2:creationId id="{28E53818-F29B-4BBE-A45B-CB3550DA3321}"/>
                </a:ext>
              </a:extLst>
            </p:cNvPr>
            <p:cNvSpPr>
              <a:spLocks noGrp="1"/>
            </p:cNvSpPr>
            <p:nvPr/>
          </p:nvSpPr>
          <p:spPr>
            <a:xfrm>
              <a:off x="4962525" y="1177236"/>
              <a:ext cx="95250" cy="95250"/>
            </a:xfrm>
            <a:prstGeom prst="ellipse">
              <a:avLst/>
            </a:prstGeom>
            <a:solidFill>
              <a:srgbClr val="009E73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45" name="text_044">
              <a:extLst>
                <a:ext uri="{FF2B5EF4-FFF2-40B4-BE49-F238E27FC236}">
                  <ns2:creationId id="{B1065287-13B0-4D10-878F-E4C4F2A273F2}"/>
                </a:ext>
              </a:extLst>
            </p:cNvPr>
            <p:cNvSpPr>
              <a:spLocks noGrp="1"/>
            </p:cNvSpPr>
            <p:nvPr/>
          </p:nvSpPr>
          <p:spPr>
            <a:xfrm>
              <a:off x="5076825" y="1024836"/>
              <a:ext cx="7143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46" name="ellipse_045">
              <a:extLst>
                <a:ext uri="{FF2B5EF4-FFF2-40B4-BE49-F238E27FC236}">
                  <ns2:creationId id="{42D20C44-1C8C-40C8-A486-8B7296FD67FF}"/>
                </a:ext>
              </a:extLst>
            </p:cNvPr>
            <p:cNvSpPr>
              <a:spLocks noGrp="1"/>
            </p:cNvSpPr>
            <p:nvPr/>
          </p:nvSpPr>
          <p:spPr>
            <a:xfrm>
              <a:off x="5000097" y="1564075"/>
              <a:ext cx="95250" cy="95250"/>
            </a:xfrm>
            <a:prstGeom prst="ellipse">
              <a:avLst/>
            </a:prstGeom>
            <a:solidFill>
              <a:srgbClr val="009E73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47" name="text_046">
              <a:extLst>
                <a:ext uri="{FF2B5EF4-FFF2-40B4-BE49-F238E27FC236}">
                  <ns2:creationId id="{722113F9-1D02-45EA-BD63-9A1E1FC224AB}"/>
                </a:ext>
              </a:extLst>
            </p:cNvPr>
            <p:cNvSpPr>
              <a:spLocks noGrp="1"/>
            </p:cNvSpPr>
            <p:nvPr/>
          </p:nvSpPr>
          <p:spPr>
            <a:xfrm>
              <a:off x="5114397" y="1668850"/>
              <a:ext cx="7143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R2</a:t>
              </a:r>
            </a:p>
          </p:txBody>
        </p:sp>
        <p:sp>
          <p:nvSpPr>
            <p:cNvPr id="48" name="ellipse_047">
              <a:extLst>
                <a:ext uri="{FF2B5EF4-FFF2-40B4-BE49-F238E27FC236}">
                  <ns2:creationId id="{7E4F1A9D-6F9A-4779-8601-93F1D8EA07BE}"/>
                </a:ext>
              </a:extLst>
            </p:cNvPr>
            <p:cNvSpPr>
              <a:spLocks noGrp="1"/>
            </p:cNvSpPr>
            <p:nvPr/>
          </p:nvSpPr>
          <p:spPr>
            <a:xfrm>
              <a:off x="5811780" y="3029727"/>
              <a:ext cx="95250" cy="95250"/>
            </a:xfrm>
            <a:prstGeom prst="ellipse">
              <a:avLst/>
            </a:prstGeom>
            <a:solidFill>
              <a:srgbClr val="009E73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49" name="text_048">
              <a:extLst>
                <a:ext uri="{FF2B5EF4-FFF2-40B4-BE49-F238E27FC236}">
                  <ns2:creationId id="{D46E142D-AAF4-4A9B-B162-134C44FFE7F4}"/>
                </a:ext>
              </a:extLst>
            </p:cNvPr>
            <p:cNvSpPr>
              <a:spLocks noGrp="1"/>
            </p:cNvSpPr>
            <p:nvPr/>
          </p:nvSpPr>
          <p:spPr>
            <a:xfrm>
              <a:off x="5926080" y="2877327"/>
              <a:ext cx="7143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R20</a:t>
              </a:r>
            </a:p>
          </p:txBody>
        </p:sp>
        <p:sp>
          <p:nvSpPr>
            <p:cNvPr id="50" name="text_049">
              <a:extLst>
                <a:ext uri="{FF2B5EF4-FFF2-40B4-BE49-F238E27FC236}">
                  <ns2:creationId id="{7E0CEB6C-A2AA-4FE0-8E97-72577EC28ACF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4991100"/>
              <a:ext cx="423862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blue: exact mean attainable F</a:t>
              </a:r>
            </a:p>
          </p:txBody>
        </p:sp>
        <p:sp>
          <p:nvSpPr>
            <p:cNvPr id="51" name="text_050">
              <a:extLst>
                <a:ext uri="{FF2B5EF4-FFF2-40B4-BE49-F238E27FC236}">
                  <ns2:creationId id="{0E4A2A69-838C-43D4-92BF-C9BAB68CBA6F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5324475"/>
              <a:ext cx="4286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dashed: necessary lower bound Φ</a:t>
              </a:r>
            </a:p>
          </p:txBody>
        </p:sp>
        <p:sp>
          <p:nvSpPr>
            <p:cNvPr id="52" name="text_051">
              <a:extLst>
                <a:ext uri="{FF2B5EF4-FFF2-40B4-BE49-F238E27FC236}">
                  <ns2:creationId id="{637B9D45-22FE-4D65-85AD-25E81363C3C9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5657850"/>
              <a:ext cx="42862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green: selected-order optima</a:t>
              </a:r>
            </a:p>
          </p:txBody>
        </p:sp>
        <p:sp>
          <p:nvSpPr>
            <p:cNvPr id="53" name="text_052">
              <a:extLst>
                <a:ext uri="{FF2B5EF4-FFF2-40B4-BE49-F238E27FC236}">
                  <ns2:creationId id="{DFDBD252-F4DD-4F39-AD1D-D70166AEDA41}"/>
                </a:ext>
              </a:extLst>
            </p:cNvPr>
            <p:cNvSpPr>
              <a:spLocks noGrp="1"/>
            </p:cNvSpPr>
            <p:nvPr/>
          </p:nvSpPr>
          <p:spPr>
            <a:xfrm>
              <a:off x="9029700" y="85725"/>
              <a:ext cx="3714750" cy="304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8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(c) Same order, better filling</a:t>
              </a:r>
            </a:p>
          </p:txBody>
        </p:sp>
        <p:sp>
          <p:nvSpPr>
            <p:cNvPr id="54" name="text_053">
              <a:extLst>
                <a:ext uri="{FF2B5EF4-FFF2-40B4-BE49-F238E27FC236}">
                  <ns2:creationId id="{BEF8BCAE-8EDB-47AA-9E70-1CBB2680C44C}"/>
                </a:ext>
              </a:extLst>
            </p:cNvPr>
            <p:cNvSpPr>
              <a:spLocks noGrp="1"/>
            </p:cNvSpPr>
            <p:nvPr/>
          </p:nvSpPr>
          <p:spPr>
            <a:xfrm>
              <a:off x="9029700" y="504825"/>
              <a:ext cx="366712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Frame-mean scalar cost (% range)</a:t>
              </a:r>
            </a:p>
          </p:txBody>
        </p:sp>
        <p:sp>
          <p:nvSpPr>
            <p:cNvPr id="55" name="line_054">
              <a:extLst>
                <a:ext uri="{FF2B5EF4-FFF2-40B4-BE49-F238E27FC236}">
                  <ns2:creationId id="{51B8149C-D92C-4102-A303-FEE9EE19D6B5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4143375"/>
              <a:ext cx="2381250" cy="95"/>
            </a:xfrm>
            <a:custGeom>
              <a:pathLst>
                <a:path w="2381250" h="9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56" name="text_055">
              <a:extLst>
                <a:ext uri="{FF2B5EF4-FFF2-40B4-BE49-F238E27FC236}">
                  <ns2:creationId id="{CBB5C7D4-157D-467B-9E32-C2783EA07727}"/>
                </a:ext>
              </a:extLst>
            </p:cNvPr>
            <p:cNvSpPr>
              <a:spLocks noGrp="1"/>
            </p:cNvSpPr>
            <p:nvPr/>
          </p:nvSpPr>
          <p:spPr>
            <a:xfrm>
              <a:off x="9467850" y="4029075"/>
              <a:ext cx="2095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7" name="line_056">
              <a:extLst>
                <a:ext uri="{FF2B5EF4-FFF2-40B4-BE49-F238E27FC236}">
                  <ns2:creationId id="{BEF7067E-9B96-4D99-9509-F1502C9BEF36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3111500"/>
              <a:ext cx="2381250" cy="95"/>
            </a:xfrm>
            <a:custGeom>
              <a:pathLst>
                <a:path w="2381250" h="9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58" name="text_057">
              <a:extLst>
                <a:ext uri="{FF2B5EF4-FFF2-40B4-BE49-F238E27FC236}">
                  <ns2:creationId id="{98FD3E1A-2B28-49FB-BC05-CE8DDF040547}"/>
                </a:ext>
              </a:extLst>
            </p:cNvPr>
            <p:cNvSpPr>
              <a:spLocks noGrp="1"/>
            </p:cNvSpPr>
            <p:nvPr/>
          </p:nvSpPr>
          <p:spPr>
            <a:xfrm>
              <a:off x="9467850" y="2997200"/>
              <a:ext cx="2095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9" name="line_058">
              <a:extLst>
                <a:ext uri="{FF2B5EF4-FFF2-40B4-BE49-F238E27FC236}">
                  <ns2:creationId id="{7FCD085B-F946-42F8-A3DE-5F3F60E9DECF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079625"/>
              <a:ext cx="2381250" cy="95"/>
            </a:xfrm>
            <a:custGeom>
              <a:pathLst>
                <a:path w="2381250" h="9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60" name="text_059">
              <a:extLst>
                <a:ext uri="{FF2B5EF4-FFF2-40B4-BE49-F238E27FC236}">
                  <ns2:creationId id="{B3A25DD7-7693-4DCB-A70A-C904858810F7}"/>
                </a:ext>
              </a:extLst>
            </p:cNvPr>
            <p:cNvSpPr>
              <a:spLocks noGrp="1"/>
            </p:cNvSpPr>
            <p:nvPr/>
          </p:nvSpPr>
          <p:spPr>
            <a:xfrm>
              <a:off x="9467850" y="1965325"/>
              <a:ext cx="2095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61" name="line_060">
              <a:extLst>
                <a:ext uri="{FF2B5EF4-FFF2-40B4-BE49-F238E27FC236}">
                  <ns2:creationId id="{DD759906-201C-4756-8B7F-00D695532ED8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1047750"/>
              <a:ext cx="2381250" cy="95"/>
            </a:xfrm>
            <a:custGeom>
              <a:pathLst>
                <a:path w="2381250" h="9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rgbClr val="DFE4E8"/>
              </a:solidFill>
              <a:prstDash val="solid"/>
            </a:ln>
          </p:spPr>
        </p:sp>
        <p:sp>
          <p:nvSpPr>
            <p:cNvPr id="62" name="text_061">
              <a:extLst>
                <a:ext uri="{FF2B5EF4-FFF2-40B4-BE49-F238E27FC236}">
                  <ns2:creationId id="{30829A6D-5295-4454-AE77-CE491FC07D5C}"/>
                </a:ext>
              </a:extLst>
            </p:cNvPr>
            <p:cNvSpPr>
              <a:spLocks noGrp="1"/>
            </p:cNvSpPr>
            <p:nvPr/>
          </p:nvSpPr>
          <p:spPr>
            <a:xfrm>
              <a:off x="9467850" y="933450"/>
              <a:ext cx="2095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63" name="rect_062">
              <a:extLst>
                <a:ext uri="{FF2B5EF4-FFF2-40B4-BE49-F238E27FC236}">
                  <ns2:creationId id="{BEADE326-5912-4C00-B6DD-8B2962D5A9EB}"/>
                </a:ext>
              </a:extLst>
            </p:cNvPr>
            <p:cNvSpPr>
              <a:spLocks noGrp="1"/>
            </p:cNvSpPr>
            <p:nvPr/>
          </p:nvSpPr>
          <p:spPr>
            <a:xfrm>
              <a:off x="9848850" y="3074796"/>
              <a:ext cx="247650" cy="1068579"/>
            </a:xfrm>
            <a:prstGeom prst="rect">
              <a:avLst/>
            </a:prstGeom>
            <a:solidFill>
              <a:srgbClr val="7B8790"/>
            </a:solidFill>
            <a:ln w="0">
              <a:solidFill>
                <a:srgbClr val="7B8790"/>
              </a:solidFill>
              <a:prstDash val="solid"/>
            </a:ln>
          </p:spPr>
        </p:sp>
        <p:sp>
          <p:nvSpPr>
            <p:cNvPr id="64" name="text_063">
              <a:extLst>
                <a:ext uri="{FF2B5EF4-FFF2-40B4-BE49-F238E27FC236}">
                  <ns2:creationId id="{AF6BA093-18AB-4099-9D59-BD89B99DADAE}"/>
                </a:ext>
              </a:extLst>
            </p:cNvPr>
            <p:cNvSpPr>
              <a:spLocks noGrp="1"/>
            </p:cNvSpPr>
            <p:nvPr/>
          </p:nvSpPr>
          <p:spPr>
            <a:xfrm>
              <a:off x="9810750" y="2827146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2.07</a:t>
              </a:r>
            </a:p>
          </p:txBody>
        </p:sp>
        <p:sp>
          <p:nvSpPr>
            <p:cNvPr id="65" name="rect_064">
              <a:extLst>
                <a:ext uri="{FF2B5EF4-FFF2-40B4-BE49-F238E27FC236}">
                  <ns2:creationId id="{23A4A0F5-26CE-4A65-8075-5945A84CDFD7}"/>
                </a:ext>
              </a:extLst>
            </p:cNvPr>
            <p:cNvSpPr>
              <a:spLocks noGrp="1"/>
            </p:cNvSpPr>
            <p:nvPr/>
          </p:nvSpPr>
          <p:spPr>
            <a:xfrm>
              <a:off x="10125075" y="3385988"/>
              <a:ext cx="247650" cy="757387"/>
            </a:xfrm>
            <a:prstGeom prst="rect">
              <a:avLst/>
            </a:prstGeom>
            <a:solidFill>
              <a:srgbClr val="009E73"/>
            </a:solidFill>
            <a:ln w="0">
              <a:solidFill>
                <a:srgbClr val="009E73"/>
              </a:solidFill>
              <a:prstDash val="solid"/>
            </a:ln>
          </p:spPr>
        </p:sp>
        <p:sp>
          <p:nvSpPr>
            <p:cNvPr id="66" name="text_065">
              <a:extLst>
                <a:ext uri="{FF2B5EF4-FFF2-40B4-BE49-F238E27FC236}">
                  <ns2:creationId id="{63667558-19D8-4A13-9DCD-F3F0F1771CA7}"/>
                </a:ext>
              </a:extLst>
            </p:cNvPr>
            <p:cNvSpPr>
              <a:spLocks noGrp="1"/>
            </p:cNvSpPr>
            <p:nvPr/>
          </p:nvSpPr>
          <p:spPr>
            <a:xfrm>
              <a:off x="10086975" y="3138338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1.47</a:t>
              </a:r>
            </a:p>
          </p:txBody>
        </p:sp>
        <p:sp>
          <p:nvSpPr>
            <p:cNvPr id="67" name="text_066">
              <a:extLst>
                <a:ext uri="{FF2B5EF4-FFF2-40B4-BE49-F238E27FC236}">
                  <ns2:creationId id="{9ECF5556-C93D-4651-B125-FF404A4E4281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4219575"/>
              <a:ext cx="8572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Storms</a:t>
              </a:r>
            </a:p>
          </p:txBody>
        </p:sp>
        <p:sp>
          <p:nvSpPr>
            <p:cNvPr id="68" name="rect_067">
              <a:extLst>
                <a:ext uri="{FF2B5EF4-FFF2-40B4-BE49-F238E27FC236}">
                  <ns2:creationId id="{77480F1A-42C6-44EF-A806-826F368477F8}"/>
                </a:ext>
              </a:extLst>
            </p:cNvPr>
            <p:cNvSpPr>
              <a:spLocks noGrp="1"/>
            </p:cNvSpPr>
            <p:nvPr/>
          </p:nvSpPr>
          <p:spPr>
            <a:xfrm>
              <a:off x="10620375" y="1729333"/>
              <a:ext cx="247650" cy="2414042"/>
            </a:xfrm>
            <a:prstGeom prst="rect">
              <a:avLst/>
            </a:prstGeom>
            <a:solidFill>
              <a:srgbClr val="7B8790"/>
            </a:solidFill>
            <a:ln w="0">
              <a:solidFill>
                <a:srgbClr val="7B8790"/>
              </a:solidFill>
              <a:prstDash val="solid"/>
            </a:ln>
          </p:spPr>
        </p:sp>
        <p:sp>
          <p:nvSpPr>
            <p:cNvPr id="69" name="text_068">
              <a:extLst>
                <a:ext uri="{FF2B5EF4-FFF2-40B4-BE49-F238E27FC236}">
                  <ns2:creationId id="{59B84873-58E7-4988-B3FE-DE3A6FDB55D7}"/>
                </a:ext>
              </a:extLst>
            </p:cNvPr>
            <p:cNvSpPr>
              <a:spLocks noGrp="1"/>
            </p:cNvSpPr>
            <p:nvPr/>
          </p:nvSpPr>
          <p:spPr>
            <a:xfrm>
              <a:off x="10582275" y="1481683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4.68</a:t>
              </a:r>
            </a:p>
          </p:txBody>
        </p:sp>
        <p:sp>
          <p:nvSpPr>
            <p:cNvPr id="70" name="rect_069">
              <a:extLst>
                <a:ext uri="{FF2B5EF4-FFF2-40B4-BE49-F238E27FC236}">
                  <ns2:creationId id="{96FA8776-6F3F-47B9-BE24-329CE4631779}"/>
                </a:ext>
              </a:extLst>
            </p:cNvPr>
            <p:cNvSpPr>
              <a:spLocks noGrp="1"/>
            </p:cNvSpPr>
            <p:nvPr/>
          </p:nvSpPr>
          <p:spPr>
            <a:xfrm>
              <a:off x="10896600" y="2102809"/>
              <a:ext cx="247650" cy="2040566"/>
            </a:xfrm>
            <a:prstGeom prst="rect">
              <a:avLst/>
            </a:prstGeom>
            <a:solidFill>
              <a:srgbClr val="009E73"/>
            </a:solidFill>
            <a:ln w="0">
              <a:solidFill>
                <a:srgbClr val="009E73"/>
              </a:solidFill>
              <a:prstDash val="solid"/>
            </a:ln>
          </p:spPr>
        </p:sp>
        <p:sp>
          <p:nvSpPr>
            <p:cNvPr id="71" name="text_070">
              <a:extLst>
                <a:ext uri="{FF2B5EF4-FFF2-40B4-BE49-F238E27FC236}">
                  <ns2:creationId id="{3756C4B4-3435-4B5C-80D7-A2986C1646A5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0" y="1855159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3.96</a:t>
              </a:r>
            </a:p>
          </p:txBody>
        </p:sp>
        <p:sp>
          <p:nvSpPr>
            <p:cNvPr id="72" name="text_071">
              <a:extLst>
                <a:ext uri="{FF2B5EF4-FFF2-40B4-BE49-F238E27FC236}">
                  <ns2:creationId id="{09A6E114-3942-4201-A03F-21D5AFB3608F}"/>
                </a:ext>
              </a:extLst>
            </p:cNvPr>
            <p:cNvSpPr>
              <a:spLocks noGrp="1"/>
            </p:cNvSpPr>
            <p:nvPr/>
          </p:nvSpPr>
          <p:spPr>
            <a:xfrm>
              <a:off x="10506075" y="4219575"/>
              <a:ext cx="8572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Wildfires</a:t>
              </a:r>
            </a:p>
          </p:txBody>
        </p:sp>
        <p:sp>
          <p:nvSpPr>
            <p:cNvPr id="73" name="rect_072">
              <a:extLst>
                <a:ext uri="{FF2B5EF4-FFF2-40B4-BE49-F238E27FC236}">
                  <ns2:creationId id="{390FBA34-7A06-43C4-84C2-C522496C1C69}"/>
                </a:ext>
              </a:extLst>
            </p:cNvPr>
            <p:cNvSpPr>
              <a:spLocks noGrp="1"/>
            </p:cNvSpPr>
            <p:nvPr/>
          </p:nvSpPr>
          <p:spPr>
            <a:xfrm>
              <a:off x="11391900" y="1327445"/>
              <a:ext cx="247650" cy="2815930"/>
            </a:xfrm>
            <a:prstGeom prst="rect">
              <a:avLst/>
            </a:prstGeom>
            <a:solidFill>
              <a:srgbClr val="7B8790"/>
            </a:solidFill>
            <a:ln w="0">
              <a:solidFill>
                <a:srgbClr val="7B8790"/>
              </a:solidFill>
              <a:prstDash val="solid"/>
            </a:ln>
          </p:spPr>
        </p:sp>
        <p:sp>
          <p:nvSpPr>
            <p:cNvPr id="74" name="text_073">
              <a:extLst>
                <a:ext uri="{FF2B5EF4-FFF2-40B4-BE49-F238E27FC236}">
                  <ns2:creationId id="{36015E3C-A15A-48B3-85B3-48204EABBF7E}"/>
                </a:ext>
              </a:extLst>
            </p:cNvPr>
            <p:cNvSpPr>
              <a:spLocks noGrp="1"/>
            </p:cNvSpPr>
            <p:nvPr/>
          </p:nvSpPr>
          <p:spPr>
            <a:xfrm>
              <a:off x="11353800" y="1079795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5.46</a:t>
              </a:r>
            </a:p>
          </p:txBody>
        </p:sp>
        <p:sp>
          <p:nvSpPr>
            <p:cNvPr id="75" name="rect_074">
              <a:extLst>
                <a:ext uri="{FF2B5EF4-FFF2-40B4-BE49-F238E27FC236}">
                  <ns2:creationId id="{194D5F58-B139-4B70-B2A6-44FF8F7CCE22}"/>
                </a:ext>
              </a:extLst>
            </p:cNvPr>
            <p:cNvSpPr>
              <a:spLocks noGrp="1"/>
            </p:cNvSpPr>
            <p:nvPr/>
          </p:nvSpPr>
          <p:spPr>
            <a:xfrm>
              <a:off x="11668125" y="2735410"/>
              <a:ext cx="247650" cy="1407965"/>
            </a:xfrm>
            <a:prstGeom prst="rect">
              <a:avLst/>
            </a:prstGeom>
            <a:solidFill>
              <a:srgbClr val="009E73"/>
            </a:solidFill>
            <a:ln w="0">
              <a:solidFill>
                <a:srgbClr val="009E73"/>
              </a:solidFill>
              <a:prstDash val="solid"/>
            </a:ln>
          </p:spPr>
        </p:sp>
        <p:sp>
          <p:nvSpPr>
            <p:cNvPr id="76" name="text_075">
              <a:extLst>
                <a:ext uri="{FF2B5EF4-FFF2-40B4-BE49-F238E27FC236}">
                  <ns2:creationId id="{F66E8332-053F-4FF3-B1A5-7FC9FB7780BC}"/>
                </a:ext>
              </a:extLst>
            </p:cNvPr>
            <p:cNvSpPr>
              <a:spLocks noGrp="1"/>
            </p:cNvSpPr>
            <p:nvPr/>
          </p:nvSpPr>
          <p:spPr>
            <a:xfrm>
              <a:off x="11630025" y="2487760"/>
              <a:ext cx="4286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2.73</a:t>
              </a:r>
            </a:p>
          </p:txBody>
        </p:sp>
        <p:sp>
          <p:nvSpPr>
            <p:cNvPr id="77" name="text_076">
              <a:extLst>
                <a:ext uri="{FF2B5EF4-FFF2-40B4-BE49-F238E27FC236}">
                  <ns2:creationId id="{F2C77203-CC06-455F-A0BB-F8C18287852B}"/>
                </a:ext>
              </a:extLst>
            </p:cNvPr>
            <p:cNvSpPr>
              <a:spLocks noGrp="1"/>
            </p:cNvSpPr>
            <p:nvPr/>
          </p:nvSpPr>
          <p:spPr>
            <a:xfrm>
              <a:off x="11277600" y="4219575"/>
              <a:ext cx="8572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Ring</a:t>
              </a:r>
            </a:p>
          </p:txBody>
        </p:sp>
        <p:sp>
          <p:nvSpPr>
            <p:cNvPr id="78" name="text_077">
              <a:extLst>
                <a:ext uri="{FF2B5EF4-FFF2-40B4-BE49-F238E27FC236}">
                  <ns2:creationId id="{CF68C90D-CE05-4B86-9C81-53B7D1B32E26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4991100"/>
              <a:ext cx="3619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gray: original-LCA filling</a:t>
              </a:r>
            </a:p>
          </p:txBody>
        </p:sp>
        <p:sp>
          <p:nvSpPr>
            <p:cNvPr id="79" name="text_078">
              <a:extLst>
                <a:ext uri="{FF2B5EF4-FFF2-40B4-BE49-F238E27FC236}">
                  <ns2:creationId id="{0B603E11-AFD2-4EC8-83A2-FCD55108D7A8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324475"/>
              <a:ext cx="3619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green: minimax barriers</a:t>
              </a:r>
            </a:p>
          </p:txBody>
        </p:sp>
        <p:sp>
          <p:nvSpPr>
            <p:cNvPr id="80" name="text_079">
              <a:extLst>
                <a:ext uri="{FF2B5EF4-FFF2-40B4-BE49-F238E27FC236}">
                  <ns2:creationId id="{6AA8EDA2-60AB-4825-ACB3-C1985D899814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657850"/>
              <a:ext cx="3714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No change of selected leaf order</a:t>
              </a:r>
            </a:p>
          </p:txBody>
        </p:sp>
      </p:grpSp>
    </p:spTree>
    <p:extLst>
      <p:ext uri="{BB962C8B-B14F-4D97-AF65-F5344CB8AC3E}">
        <ns3:creationId val="34730396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92" name="Manuscript Figure 8: Supplement_Storms_Detail"/>
          <p:cNvGrpSpPr/>
          <p:nvPr/>
        </p:nvGrpSpPr>
        <p:grpSpPr>
          <a:xfrm>
            <a:off x="0" y="504335"/>
            <a:ext cx="12801600" cy="5791200"/>
            <a:chOff x="0" y="0"/>
            <a:chExt cx="12801600" cy="5791200"/>
          </a:xfrm>
        </p:grpSpPr>
        <p:sp>
          <p:nvSpPr>
            <p:cNvPr id="2" name="text_001">
              <a:extLst>
                <a:ext uri="{FF2B5EF4-FFF2-40B4-BE49-F238E27FC236}">
                  <ns2:creationId id="{13E6C005-82FA-47D5-AD32-11A727301AC2}"/>
                </a:ext>
              </a:extLst>
            </p:cNvPr>
            <p:cNvSpPr>
              <a:spLocks noGrp="1"/>
            </p:cNvSpPr>
            <p:nvPr/>
          </p:nvSpPr>
          <p:spPr>
            <a:xfrm>
              <a:off x="1438275" y="85725"/>
              <a:ext cx="61912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(a) Full sequence (118 frames); vertical guide: f48</a:t>
              </a:r>
            </a:p>
          </p:txBody>
        </p:sp>
        <p:sp>
          <p:nvSpPr>
            <p:cNvPr id="3" name="text_002">
              <a:extLst>
                <a:ext uri="{FF2B5EF4-FFF2-40B4-BE49-F238E27FC236}">
                  <ns2:creationId id="{70762B1D-96E4-4C03-92CC-530E99C76865}"/>
                </a:ext>
              </a:extLst>
            </p:cNvPr>
            <p:cNvSpPr>
              <a:spLocks noGrp="1"/>
            </p:cNvSpPr>
            <p:nvPr/>
          </p:nvSpPr>
          <p:spPr>
            <a:xfrm>
              <a:off x="8372475" y="85725"/>
              <a:ext cx="4381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(b) Local window: exact anchors</a:t>
              </a:r>
            </a:p>
          </p:txBody>
        </p:sp>
        <p:sp>
          <p:nvSpPr>
            <p:cNvPr id="4" name="text_003">
              <a:extLst>
                <a:ext uri="{FF2B5EF4-FFF2-40B4-BE49-F238E27FC236}">
                  <ns2:creationId id="{FB798AAA-139B-482A-9EA5-AA9BE2870DB3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504825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TMTM</a:t>
              </a:r>
            </a:p>
          </p:txBody>
        </p:sp>
        <p:sp>
          <p:nvSpPr>
            <p:cNvPr id="5" name="text_004">
              <a:extLst>
                <a:ext uri="{FF2B5EF4-FFF2-40B4-BE49-F238E27FC236}">
                  <ns2:creationId id="{1A8831AF-8276-49D1-B463-5C2988D6D377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800100"/>
              <a:ext cx="10763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native rank</a:t>
              </a:r>
            </a:p>
          </p:txBody>
        </p:sp>
        <p:pic>
          <p:nvPicPr>
            <p:cNvPr id="6" name="">
              <a:extLst>
                <a:ext uri="{FF2B5EF4-FFF2-40B4-BE49-F238E27FC236}">
                  <ns2:creationId id="{FC81BB83-672D-4D96-9C39-982D0F5773FF}"/>
                </a:ext>
              </a:extLst>
            </p:cNvPr>
            <p:cNvPicPr>
              <a:picLocks noChangeAspect="1"/>
            </p:cNvPicPr>
            <p:nvPr/>
          </p:nvPicPr>
          <p:blipFill>
            <a:blip r:embed="R1a5ec81f6c504985"/>
            <a:stretch/>
          </p:blipFill>
          <p:spPr>
            <a:xfrm>
              <a:off x="1457325" y="457200"/>
              <a:ext cx="5886450" cy="666750"/>
            </a:xfrm>
            <a:prstGeom prst="rect">
              <a:avLst/>
            </a:prstGeom>
          </p:spPr>
        </p:pic>
        <p:sp>
          <p:nvSpPr>
            <p:cNvPr id="7" name="line_006">
              <a:extLst>
                <a:ext uri="{FF2B5EF4-FFF2-40B4-BE49-F238E27FC236}">
                  <ns2:creationId id="{68112268-6F22-4A9D-96EA-ACB5783BAC77}"/>
                </a:ext>
              </a:extLst>
            </p:cNvPr>
            <p:cNvSpPr>
              <a:spLocks noGrp="1"/>
            </p:cNvSpPr>
            <p:nvPr/>
          </p:nvSpPr>
          <p:spPr>
            <a:xfrm>
              <a:off x="3876756" y="45720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8" name="rect_007">
              <a:extLst>
                <a:ext uri="{FF2B5EF4-FFF2-40B4-BE49-F238E27FC236}">
                  <ns2:creationId id="{38F5F7CE-B2A2-4598-9E45-77F558625E6B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457200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9" name="text_008">
              <a:extLst>
                <a:ext uri="{FF2B5EF4-FFF2-40B4-BE49-F238E27FC236}">
                  <ns2:creationId id="{1F61148C-E704-4B14-A79D-0FE585D25BB2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0287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" name="text_009">
              <a:extLst>
                <a:ext uri="{FF2B5EF4-FFF2-40B4-BE49-F238E27FC236}">
                  <ns2:creationId id="{98121604-1815-46EE-881A-392D3748F477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619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6D159DB8-5359-40F4-802D-DF69F183939F}"/>
                </a:ext>
              </a:extLst>
            </p:cNvPr>
            <p:cNvSpPr>
              <a:spLocks noGrp="1"/>
            </p:cNvSpPr>
            <p:nvPr/>
          </p:nvSpPr>
          <p:spPr>
            <a:xfrm>
              <a:off x="1291768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" name="text_011">
              <a:extLst>
                <a:ext uri="{FF2B5EF4-FFF2-40B4-BE49-F238E27FC236}">
                  <ns2:creationId id="{37611A96-5397-42C0-8590-D85750AAB688}"/>
                </a:ext>
              </a:extLst>
            </p:cNvPr>
            <p:cNvSpPr>
              <a:spLocks noGrp="1"/>
            </p:cNvSpPr>
            <p:nvPr/>
          </p:nvSpPr>
          <p:spPr>
            <a:xfrm>
              <a:off x="7128332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117</a:t>
              </a:r>
            </a:p>
          </p:txBody>
        </p:sp>
        <p:sp>
          <p:nvSpPr>
            <p:cNvPr id="13" name="era5_TMTM_60_exact_anchor">
              <a:extLst>
                <a:ext uri="{FF2B5EF4-FFF2-40B4-BE49-F238E27FC236}">
                  <ns2:creationId id="{E4765FFE-2FDA-4A0B-85B3-536BA7CF18A2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764143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4" name="era5_TMTM_38_exact_anchor">
              <a:extLst>
                <a:ext uri="{FF2B5EF4-FFF2-40B4-BE49-F238E27FC236}">
                  <ns2:creationId id="{2A0604B7-29F2-4465-97EF-55E2714F0B54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72052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5" name="era5_TMTM_56_exact_anchor">
              <a:extLst>
                <a:ext uri="{FF2B5EF4-FFF2-40B4-BE49-F238E27FC236}">
                  <ns2:creationId id="{CF8224EF-1D45-4BD6-B117-C3BFAF6FC401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882213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16" name="">
              <a:extLst>
                <a:ext uri="{FF2B5EF4-FFF2-40B4-BE49-F238E27FC236}">
                  <ns2:creationId id="{0A01FD89-BD33-498B-82B0-2038CD84B761}"/>
                </a:ext>
              </a:extLst>
            </p:cNvPr>
            <p:cNvPicPr>
              <a:picLocks noChangeAspect="1"/>
            </p:cNvPicPr>
            <p:nvPr/>
          </p:nvPicPr>
          <p:blipFill>
            <a:blip r:embed="Rc0892686815f42d4"/>
            <a:stretch/>
          </p:blipFill>
          <p:spPr>
            <a:xfrm>
              <a:off x="8439150" y="457200"/>
              <a:ext cx="3771900" cy="666750"/>
            </a:xfrm>
            <a:prstGeom prst="rect">
              <a:avLst/>
            </a:prstGeom>
          </p:spPr>
        </p:pic>
        <p:sp>
          <p:nvSpPr>
            <p:cNvPr id="17" name="line_016">
              <a:extLst>
                <a:ext uri="{FF2B5EF4-FFF2-40B4-BE49-F238E27FC236}">
                  <ns2:creationId id="{9EE0E876-8657-406C-92DB-C64756ABFC53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45720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8" name="rect_017">
              <a:extLst>
                <a:ext uri="{FF2B5EF4-FFF2-40B4-BE49-F238E27FC236}">
                  <ns2:creationId id="{14EAEC9D-138B-48AE-9DC2-96C23CFB2604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457200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9" name="text_018">
              <a:extLst>
                <a:ext uri="{FF2B5EF4-FFF2-40B4-BE49-F238E27FC236}">
                  <ns2:creationId id="{CDB221D4-4900-469D-B35D-327161BE0C61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0287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0.26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6AF4D378-872E-43C3-A649-E21B85926A46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619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0.74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4E524183-BAC0-48B8-99FE-2198E1170F4B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43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E82EFC27-229B-4985-9694-30242CC489A8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23" name="path_022">
              <a:extLst>
                <a:ext uri="{FF2B5EF4-FFF2-40B4-BE49-F238E27FC236}">
                  <ns2:creationId id="{E82B7851-C19E-425E-878F-A863672DDD0B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794321"/>
              <a:ext cx="1714500" cy="80102"/>
            </a:xfrm>
            <a:custGeom>
              <a:pathLst>
                <a:path w="1714500" h="80102">
                  <a:moveTo>
                    <a:pt x="0" y="15559"/>
                  </a:moveTo>
                  <a:lnTo>
                    <a:pt x="342900" y="28237"/>
                  </a:lnTo>
                  <a:lnTo>
                    <a:pt x="685800" y="0"/>
                  </a:lnTo>
                  <a:lnTo>
                    <a:pt x="1028700" y="64543"/>
                  </a:lnTo>
                  <a:lnTo>
                    <a:pt x="1371600" y="67424"/>
                  </a:lnTo>
                  <a:lnTo>
                    <a:pt x="1714500" y="80102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24" name="era5_TMTM_track_60_trace">
              <a:extLst>
                <a:ext uri="{FF2B5EF4-FFF2-40B4-BE49-F238E27FC236}">
                  <ns2:creationId id="{5B2FFC91-A903-4D33-BE75-F48F45612D4E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794321"/>
              <a:ext cx="1714500" cy="80102"/>
            </a:xfrm>
            <a:custGeom>
              <a:pathLst>
                <a:path w="1714500" h="80102">
                  <a:moveTo>
                    <a:pt x="0" y="15559"/>
                  </a:moveTo>
                  <a:lnTo>
                    <a:pt x="342900" y="28237"/>
                  </a:lnTo>
                  <a:lnTo>
                    <a:pt x="685800" y="0"/>
                  </a:lnTo>
                  <a:lnTo>
                    <a:pt x="1028700" y="64543"/>
                  </a:lnTo>
                  <a:lnTo>
                    <a:pt x="1371600" y="67424"/>
                  </a:lnTo>
                  <a:lnTo>
                    <a:pt x="1714500" y="80102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25" name="era5_TMTM_60_exact_anchor">
              <a:extLst>
                <a:ext uri="{FF2B5EF4-FFF2-40B4-BE49-F238E27FC236}">
                  <ns2:creationId id="{B5254989-64B8-458E-BD1A-3780401872C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77178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26" name="line_025">
              <a:extLst>
                <a:ext uri="{FF2B5EF4-FFF2-40B4-BE49-F238E27FC236}">
                  <ns2:creationId id="{384AB596-A084-4B40-822A-1609B103B07B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600075"/>
              <a:ext cx="1943100" cy="209805"/>
            </a:xfrm>
            <a:custGeom>
              <a:pathLst>
                <a:path w="1943100" h="209805">
                  <a:moveTo>
                    <a:pt x="0" y="209805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27" name="text_026">
              <a:extLst>
                <a:ext uri="{FF2B5EF4-FFF2-40B4-BE49-F238E27FC236}">
                  <ns2:creationId id="{0E1896B9-E5E5-43B5-964B-BB82CE5AE57C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5048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28" name="path_027">
              <a:extLst>
                <a:ext uri="{FF2B5EF4-FFF2-40B4-BE49-F238E27FC236}">
                  <ns2:creationId id="{3FECAB3C-F0EB-4168-8D22-8A25555050A5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668117"/>
              <a:ext cx="3429000" cy="164815"/>
            </a:xfrm>
            <a:custGeom>
              <a:pathLst>
                <a:path w="3429000" h="164815">
                  <a:moveTo>
                    <a:pt x="0" y="164815"/>
                  </a:moveTo>
                  <a:lnTo>
                    <a:pt x="342900" y="150408"/>
                  </a:lnTo>
                  <a:lnTo>
                    <a:pt x="685800" y="123323"/>
                  </a:lnTo>
                  <a:lnTo>
                    <a:pt x="1028700" y="108916"/>
                  </a:lnTo>
                  <a:lnTo>
                    <a:pt x="1371600" y="85865"/>
                  </a:lnTo>
                  <a:lnTo>
                    <a:pt x="1714500" y="51288"/>
                  </a:lnTo>
                  <a:lnTo>
                    <a:pt x="2057400" y="36882"/>
                  </a:lnTo>
                  <a:lnTo>
                    <a:pt x="2400300" y="9797"/>
                  </a:lnTo>
                  <a:lnTo>
                    <a:pt x="2743200" y="0"/>
                  </a:lnTo>
                  <a:lnTo>
                    <a:pt x="3086100" y="29966"/>
                  </a:lnTo>
                  <a:lnTo>
                    <a:pt x="3429000" y="61085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29" name="era5_TMTM_track_38_trace">
              <a:extLst>
                <a:ext uri="{FF2B5EF4-FFF2-40B4-BE49-F238E27FC236}">
                  <ns2:creationId id="{82CD4045-4767-4D66-95C0-4ADFCF54C958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668117"/>
              <a:ext cx="3429000" cy="164815"/>
            </a:xfrm>
            <a:custGeom>
              <a:pathLst>
                <a:path w="3429000" h="164815">
                  <a:moveTo>
                    <a:pt x="0" y="164815"/>
                  </a:moveTo>
                  <a:lnTo>
                    <a:pt x="342900" y="150408"/>
                  </a:lnTo>
                  <a:lnTo>
                    <a:pt x="685800" y="123323"/>
                  </a:lnTo>
                  <a:lnTo>
                    <a:pt x="1028700" y="108916"/>
                  </a:lnTo>
                  <a:lnTo>
                    <a:pt x="1371600" y="85865"/>
                  </a:lnTo>
                  <a:lnTo>
                    <a:pt x="1714500" y="51288"/>
                  </a:lnTo>
                  <a:lnTo>
                    <a:pt x="2057400" y="36882"/>
                  </a:lnTo>
                  <a:lnTo>
                    <a:pt x="2400300" y="9797"/>
                  </a:lnTo>
                  <a:lnTo>
                    <a:pt x="2743200" y="0"/>
                  </a:lnTo>
                  <a:lnTo>
                    <a:pt x="3086100" y="29966"/>
                  </a:lnTo>
                  <a:lnTo>
                    <a:pt x="3429000" y="61085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30" name="era5_TMTM_38_exact_anchor">
              <a:extLst>
                <a:ext uri="{FF2B5EF4-FFF2-40B4-BE49-F238E27FC236}">
                  <ns2:creationId id="{B1BDA46F-089F-4EE8-8CA1-2FF17326B36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68130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31" name="line_030">
              <a:extLst>
                <a:ext uri="{FF2B5EF4-FFF2-40B4-BE49-F238E27FC236}">
                  <ns2:creationId id="{98AC4FAC-046A-4564-8914-C96E6B50E256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719405"/>
              <a:ext cx="1943100" cy="39420"/>
            </a:xfrm>
            <a:custGeom>
              <a:pathLst>
                <a:path w="1943100" h="39420">
                  <a:moveTo>
                    <a:pt x="0" y="0"/>
                  </a:moveTo>
                  <a:lnTo>
                    <a:pt x="1943100" y="39420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32" name="text_031">
              <a:extLst>
                <a:ext uri="{FF2B5EF4-FFF2-40B4-BE49-F238E27FC236}">
                  <ns2:creationId id="{A0C4BD34-56FF-45C9-BF93-752CAF9E97DE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6635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33" name="path_032">
              <a:extLst>
                <a:ext uri="{FF2B5EF4-FFF2-40B4-BE49-F238E27FC236}">
                  <ns2:creationId id="{6AEF2159-BC7E-4268-A0FD-BEEF4BF9877E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526929"/>
              <a:ext cx="685800" cy="527868"/>
            </a:xfrm>
            <a:custGeom>
              <a:pathLst>
                <a:path w="685800" h="527868">
                  <a:moveTo>
                    <a:pt x="0" y="506546"/>
                  </a:moveTo>
                  <a:lnTo>
                    <a:pt x="342900" y="527868"/>
                  </a:ln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4" name="era5_TMTM_track_56_trace">
              <a:extLst>
                <a:ext uri="{FF2B5EF4-FFF2-40B4-BE49-F238E27FC236}">
                  <ns2:creationId id="{D7AFCCD5-BDF1-4A13-B32B-4D1BBD40C422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526929"/>
              <a:ext cx="685800" cy="527868"/>
            </a:xfrm>
            <a:custGeom>
              <a:pathLst>
                <a:path w="685800" h="527868">
                  <a:moveTo>
                    <a:pt x="0" y="506546"/>
                  </a:moveTo>
                  <a:lnTo>
                    <a:pt x="342900" y="527868"/>
                  </a:lnTo>
                  <a:lnTo>
                    <a:pt x="685800" y="0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35" name="era5_TMTM_56_exact_anchor">
              <a:extLst>
                <a:ext uri="{FF2B5EF4-FFF2-40B4-BE49-F238E27FC236}">
                  <ns2:creationId id="{A549FBD3-D612-40E1-8B28-97F68721670C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01669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36" name="line_035">
              <a:extLst>
                <a:ext uri="{FF2B5EF4-FFF2-40B4-BE49-F238E27FC236}">
                  <ns2:creationId id="{F043A2A4-4E38-45F5-AE61-6AFEDDC30A9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917575"/>
              <a:ext cx="1943100" cy="137222"/>
            </a:xfrm>
            <a:custGeom>
              <a:pathLst>
                <a:path w="1943100" h="137222">
                  <a:moveTo>
                    <a:pt x="0" y="137222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37" name="text_036">
              <a:extLst>
                <a:ext uri="{FF2B5EF4-FFF2-40B4-BE49-F238E27FC236}">
                  <ns2:creationId id="{B144697D-4A7B-46C3-8D14-FE4646D3CD28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8223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8" name="rect_037">
              <a:extLst>
                <a:ext uri="{FF2B5EF4-FFF2-40B4-BE49-F238E27FC236}">
                  <ns2:creationId id="{3ACFD53A-DEE1-4686-A69E-9A5EBC2F60FD}"/>
                </a:ext>
              </a:extLst>
            </p:cNvPr>
            <p:cNvSpPr>
              <a:spLocks noGrp="1"/>
            </p:cNvSpPr>
            <p:nvPr/>
          </p:nvSpPr>
          <p:spPr>
            <a:xfrm>
              <a:off x="3602387" y="457200"/>
              <a:ext cx="548737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39" name="text_038">
              <a:extLst>
                <a:ext uri="{FF2B5EF4-FFF2-40B4-BE49-F238E27FC236}">
                  <ns2:creationId id="{5BCED866-9CC4-466C-8C17-D1F6FC37BCD9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1390650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ST-MTM</a:t>
              </a:r>
            </a:p>
          </p:txBody>
        </p:sp>
        <p:sp>
          <p:nvSpPr>
            <p:cNvPr id="40" name="text_039">
              <a:extLst>
                <a:ext uri="{FF2B5EF4-FFF2-40B4-BE49-F238E27FC236}">
                  <ns2:creationId id="{EF7DE28B-35A3-4641-9DB3-2BA39D540D75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1685925"/>
              <a:ext cx="10763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native rank</a:t>
              </a:r>
            </a:p>
          </p:txBody>
        </p:sp>
        <p:pic>
          <p:nvPicPr>
            <p:cNvPr id="41" name="">
              <a:extLst>
                <a:ext uri="{FF2B5EF4-FFF2-40B4-BE49-F238E27FC236}">
                  <ns2:creationId id="{34C4B29C-5EBA-4620-9D13-A9F9416EDBAE}"/>
                </a:ext>
              </a:extLst>
            </p:cNvPr>
            <p:cNvPicPr>
              <a:picLocks noChangeAspect="1"/>
            </p:cNvPicPr>
            <p:nvPr/>
          </p:nvPicPr>
          <p:blipFill>
            <a:blip r:embed="R7dcf195f01954252"/>
            <a:stretch/>
          </p:blipFill>
          <p:spPr>
            <a:xfrm>
              <a:off x="1457325" y="1343025"/>
              <a:ext cx="5886450" cy="666750"/>
            </a:xfrm>
            <a:prstGeom prst="rect">
              <a:avLst/>
            </a:prstGeom>
          </p:spPr>
        </p:pic>
        <p:sp>
          <p:nvSpPr>
            <p:cNvPr id="42" name="line_041">
              <a:extLst>
                <a:ext uri="{FF2B5EF4-FFF2-40B4-BE49-F238E27FC236}">
                  <ns2:creationId id="{EFF522AC-423D-4BD4-925B-C43FF1BD116C}"/>
                </a:ext>
              </a:extLst>
            </p:cNvPr>
            <p:cNvSpPr>
              <a:spLocks noGrp="1"/>
            </p:cNvSpPr>
            <p:nvPr/>
          </p:nvSpPr>
          <p:spPr>
            <a:xfrm>
              <a:off x="3876756" y="134302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43" name="rect_042">
              <a:extLst>
                <a:ext uri="{FF2B5EF4-FFF2-40B4-BE49-F238E27FC236}">
                  <ns2:creationId id="{E9CDF87F-007F-4CF4-88D9-4CA75E078459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1343025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44" name="text_043">
              <a:extLst>
                <a:ext uri="{FF2B5EF4-FFF2-40B4-BE49-F238E27FC236}">
                  <ns2:creationId id="{42CDA123-D030-4602-B431-A859095D93A6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9145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5" name="text_044">
              <a:extLst>
                <a:ext uri="{FF2B5EF4-FFF2-40B4-BE49-F238E27FC236}">
                  <ns2:creationId id="{79332D5D-1F7C-4AA5-8138-F7242068FB5F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2477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6" name="text_045">
              <a:extLst>
                <a:ext uri="{FF2B5EF4-FFF2-40B4-BE49-F238E27FC236}">
                  <ns2:creationId id="{1E1C99C9-8C0D-4AE8-9492-FE67AE43D06B}"/>
                </a:ext>
              </a:extLst>
            </p:cNvPr>
            <p:cNvSpPr>
              <a:spLocks noGrp="1"/>
            </p:cNvSpPr>
            <p:nvPr/>
          </p:nvSpPr>
          <p:spPr>
            <a:xfrm>
              <a:off x="1291768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D3E2F8E6-9216-43FD-9C08-AA7DE9487FB6}"/>
                </a:ext>
              </a:extLst>
            </p:cNvPr>
            <p:cNvSpPr>
              <a:spLocks noGrp="1"/>
            </p:cNvSpPr>
            <p:nvPr/>
          </p:nvSpPr>
          <p:spPr>
            <a:xfrm>
              <a:off x="7128332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117</a:t>
              </a:r>
            </a:p>
          </p:txBody>
        </p:sp>
        <p:sp>
          <p:nvSpPr>
            <p:cNvPr id="48" name="era5_ST-MTM_60_exact_anchor">
              <a:extLst>
                <a:ext uri="{FF2B5EF4-FFF2-40B4-BE49-F238E27FC236}">
                  <ns2:creationId id="{4B8FBED8-F082-4F4B-AF74-48AC60723767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158383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49" name="era5_ST-MTM_38_exact_anchor">
              <a:extLst>
                <a:ext uri="{FF2B5EF4-FFF2-40B4-BE49-F238E27FC236}">
                  <ns2:creationId id="{1C2DC80E-EA13-4091-956A-5B67D2E63791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1467746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50" name="era5_ST-MTM_56_exact_anchor">
              <a:extLst>
                <a:ext uri="{FF2B5EF4-FFF2-40B4-BE49-F238E27FC236}">
                  <ns2:creationId id="{0951BDB7-F329-4EE1-94AB-FB0BF4680A29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142997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51" name="">
              <a:extLst>
                <a:ext uri="{FF2B5EF4-FFF2-40B4-BE49-F238E27FC236}">
                  <ns2:creationId id="{A2E8E3D5-24F6-4FDB-A442-0B93B645EFFF}"/>
                </a:ext>
              </a:extLst>
            </p:cNvPr>
            <p:cNvPicPr>
              <a:picLocks noChangeAspect="1"/>
            </p:cNvPicPr>
            <p:nvPr/>
          </p:nvPicPr>
          <p:blipFill>
            <a:blip r:embed="R1692aaa8ff1648e0"/>
            <a:stretch/>
          </p:blipFill>
          <p:spPr>
            <a:xfrm>
              <a:off x="8439150" y="1343025"/>
              <a:ext cx="3771900" cy="666750"/>
            </a:xfrm>
            <a:prstGeom prst="rect">
              <a:avLst/>
            </a:prstGeom>
          </p:spPr>
        </p:pic>
        <p:sp>
          <p:nvSpPr>
            <p:cNvPr id="52" name="line_051">
              <a:extLst>
                <a:ext uri="{FF2B5EF4-FFF2-40B4-BE49-F238E27FC236}">
                  <ns2:creationId id="{189BB3E7-6508-4D75-8B4F-234361C4D67B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34302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53" name="rect_052">
              <a:extLst>
                <a:ext uri="{FF2B5EF4-FFF2-40B4-BE49-F238E27FC236}">
                  <ns2:creationId id="{4ED73B9D-22F1-4A82-84B4-D538976370BF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1343025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54" name="text_053">
              <a:extLst>
                <a:ext uri="{FF2B5EF4-FFF2-40B4-BE49-F238E27FC236}">
                  <ns2:creationId id="{FE679EEB-6B86-44D7-A6B1-2A45C8CAA561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9145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0.46</a:t>
              </a:r>
            </a:p>
          </p:txBody>
        </p:sp>
        <p:sp>
          <p:nvSpPr>
            <p:cNvPr id="55" name="text_054">
              <a:extLst>
                <a:ext uri="{FF2B5EF4-FFF2-40B4-BE49-F238E27FC236}">
                  <ns2:creationId id="{FFAFC84F-FF52-49CB-821C-AD32283A9560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2477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0.87</a:t>
              </a:r>
            </a:p>
          </p:txBody>
        </p:sp>
        <p:sp>
          <p:nvSpPr>
            <p:cNvPr id="56" name="text_055">
              <a:extLst>
                <a:ext uri="{FF2B5EF4-FFF2-40B4-BE49-F238E27FC236}">
                  <ns2:creationId id="{D00AB701-0643-494C-A02B-27D534B62589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43</a:t>
              </a:r>
            </a:p>
          </p:txBody>
        </p:sp>
        <p:sp>
          <p:nvSpPr>
            <p:cNvPr id="57" name="text_056">
              <a:extLst>
                <a:ext uri="{FF2B5EF4-FFF2-40B4-BE49-F238E27FC236}">
                  <ns2:creationId id="{DFF20AFE-2771-46DE-B4DC-D0D97C4C73A8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58" name="path_057">
              <a:extLst>
                <a:ext uri="{FF2B5EF4-FFF2-40B4-BE49-F238E27FC236}">
                  <ns2:creationId id="{DDDF15BA-9F06-48B8-ACF9-DF1CE15598A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810494"/>
              <a:ext cx="1714500" cy="119021"/>
            </a:xfrm>
            <a:custGeom>
              <a:pathLst>
                <a:path w="1714500" h="119021">
                  <a:moveTo>
                    <a:pt x="0" y="0"/>
                  </a:moveTo>
                  <a:lnTo>
                    <a:pt x="342900" y="32104"/>
                  </a:lnTo>
                  <a:lnTo>
                    <a:pt x="685800" y="74388"/>
                  </a:lnTo>
                  <a:lnTo>
                    <a:pt x="1028700" y="97487"/>
                  </a:lnTo>
                  <a:lnTo>
                    <a:pt x="1371600" y="116280"/>
                  </a:lnTo>
                  <a:lnTo>
                    <a:pt x="1714500" y="119021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59" name="era5_ST-MTM_track_60_trace">
              <a:extLst>
                <a:ext uri="{FF2B5EF4-FFF2-40B4-BE49-F238E27FC236}">
                  <ns2:creationId id="{8821B92B-5CB1-46F4-B3CF-B094D17E9351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810494"/>
              <a:ext cx="1714500" cy="119021"/>
            </a:xfrm>
            <a:custGeom>
              <a:pathLst>
                <a:path w="1714500" h="119021">
                  <a:moveTo>
                    <a:pt x="0" y="0"/>
                  </a:moveTo>
                  <a:lnTo>
                    <a:pt x="342900" y="32104"/>
                  </a:lnTo>
                  <a:lnTo>
                    <a:pt x="685800" y="74388"/>
                  </a:lnTo>
                  <a:lnTo>
                    <a:pt x="1028700" y="97487"/>
                  </a:lnTo>
                  <a:lnTo>
                    <a:pt x="1371600" y="116280"/>
                  </a:lnTo>
                  <a:lnTo>
                    <a:pt x="1714500" y="119021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60" name="era5_ST-MTM_60_exact_anchor">
              <a:extLst>
                <a:ext uri="{FF2B5EF4-FFF2-40B4-BE49-F238E27FC236}">
                  <ns2:creationId id="{DE26DBC5-B45C-4061-B8E8-5EE2125D5E7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772394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61" name="line_060">
              <a:extLst>
                <a:ext uri="{FF2B5EF4-FFF2-40B4-BE49-F238E27FC236}">
                  <ns2:creationId id="{A207F691-46A0-415D-A6EA-6D76A4282B09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485900"/>
              <a:ext cx="1943100" cy="324594"/>
            </a:xfrm>
            <a:custGeom>
              <a:pathLst>
                <a:path w="1943100" h="324594">
                  <a:moveTo>
                    <a:pt x="0" y="324594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62" name="text_061">
              <a:extLst>
                <a:ext uri="{FF2B5EF4-FFF2-40B4-BE49-F238E27FC236}">
                  <ns2:creationId id="{043101EB-EF6D-4AD8-AD9A-67136A05FE7E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39065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path_062">
              <a:extLst>
                <a:ext uri="{FF2B5EF4-FFF2-40B4-BE49-F238E27FC236}">
                  <ns2:creationId id="{C0DABB15-FC87-4670-AFC5-2958803BDABE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484753"/>
              <a:ext cx="3429000" cy="55987"/>
            </a:xfrm>
            <a:custGeom>
              <a:pathLst>
                <a:path w="3429000" h="55987">
                  <a:moveTo>
                    <a:pt x="0" y="49331"/>
                  </a:moveTo>
                  <a:lnTo>
                    <a:pt x="342900" y="48156"/>
                  </a:lnTo>
                  <a:lnTo>
                    <a:pt x="685800" y="18401"/>
                  </a:lnTo>
                  <a:lnTo>
                    <a:pt x="1028700" y="27798"/>
                  </a:lnTo>
                  <a:lnTo>
                    <a:pt x="1371600" y="55987"/>
                  </a:lnTo>
                  <a:lnTo>
                    <a:pt x="1714500" y="46590"/>
                  </a:lnTo>
                  <a:lnTo>
                    <a:pt x="2057400" y="51680"/>
                  </a:lnTo>
                  <a:lnTo>
                    <a:pt x="2400300" y="5873"/>
                  </a:lnTo>
                  <a:lnTo>
                    <a:pt x="2743200" y="0"/>
                  </a:lnTo>
                  <a:lnTo>
                    <a:pt x="3086100" y="2741"/>
                  </a:lnTo>
                  <a:lnTo>
                    <a:pt x="3429000" y="44633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64" name="era5_ST-MTM_track_38_trace">
              <a:extLst>
                <a:ext uri="{FF2B5EF4-FFF2-40B4-BE49-F238E27FC236}">
                  <ns2:creationId id="{A57722F9-6100-4932-A0FC-235939E782E3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484753"/>
              <a:ext cx="3429000" cy="55987"/>
            </a:xfrm>
            <a:custGeom>
              <a:pathLst>
                <a:path w="3429000" h="55987">
                  <a:moveTo>
                    <a:pt x="0" y="49331"/>
                  </a:moveTo>
                  <a:lnTo>
                    <a:pt x="342900" y="48156"/>
                  </a:lnTo>
                  <a:lnTo>
                    <a:pt x="685800" y="18401"/>
                  </a:lnTo>
                  <a:lnTo>
                    <a:pt x="1028700" y="27798"/>
                  </a:lnTo>
                  <a:lnTo>
                    <a:pt x="1371600" y="55987"/>
                  </a:lnTo>
                  <a:lnTo>
                    <a:pt x="1714500" y="46590"/>
                  </a:lnTo>
                  <a:lnTo>
                    <a:pt x="2057400" y="51680"/>
                  </a:lnTo>
                  <a:lnTo>
                    <a:pt x="2400300" y="5873"/>
                  </a:lnTo>
                  <a:lnTo>
                    <a:pt x="2743200" y="0"/>
                  </a:lnTo>
                  <a:lnTo>
                    <a:pt x="3086100" y="2741"/>
                  </a:lnTo>
                  <a:lnTo>
                    <a:pt x="3429000" y="44633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65" name="era5_ST-MTM_38_exact_anchor">
              <a:extLst>
                <a:ext uri="{FF2B5EF4-FFF2-40B4-BE49-F238E27FC236}">
                  <ns2:creationId id="{FA8D08DD-FB85-4286-808E-5C476B6CF552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493244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66" name="line_065">
              <a:extLst>
                <a:ext uri="{FF2B5EF4-FFF2-40B4-BE49-F238E27FC236}">
                  <ns2:creationId id="{843B7A76-27E8-4EBA-A801-85EB79AF0624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531344"/>
              <a:ext cx="1943100" cy="113306"/>
            </a:xfrm>
            <a:custGeom>
              <a:pathLst>
                <a:path w="1943100" h="113306">
                  <a:moveTo>
                    <a:pt x="0" y="0"/>
                  </a:moveTo>
                  <a:lnTo>
                    <a:pt x="1943100" y="113306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67" name="text_066">
              <a:extLst>
                <a:ext uri="{FF2B5EF4-FFF2-40B4-BE49-F238E27FC236}">
                  <ns2:creationId id="{AE4E4216-EFE1-4D72-ABD5-9016D1FC6AB9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54940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68" name="path_067">
              <a:extLst>
                <a:ext uri="{FF2B5EF4-FFF2-40B4-BE49-F238E27FC236}">
                  <ns2:creationId id="{97ADE4EF-A0E7-4352-B46F-7FBE32E05F9C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1423286"/>
              <a:ext cx="685800" cy="17227"/>
            </a:xfrm>
            <a:custGeom>
              <a:pathLst>
                <a:path w="685800" h="17227">
                  <a:moveTo>
                    <a:pt x="0" y="7830"/>
                  </a:moveTo>
                  <a:lnTo>
                    <a:pt x="342900" y="17227"/>
                  </a:ln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69" name="era5_ST-MTM_track_56_trace">
              <a:extLst>
                <a:ext uri="{FF2B5EF4-FFF2-40B4-BE49-F238E27FC236}">
                  <ns2:creationId id="{293501FB-2B8D-49DD-B0F9-85F6732B083D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1423286"/>
              <a:ext cx="685800" cy="17227"/>
            </a:xfrm>
            <a:custGeom>
              <a:pathLst>
                <a:path w="685800" h="17227">
                  <a:moveTo>
                    <a:pt x="0" y="7830"/>
                  </a:moveTo>
                  <a:lnTo>
                    <a:pt x="342900" y="17227"/>
                  </a:lnTo>
                  <a:lnTo>
                    <a:pt x="685800" y="0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70" name="era5_ST-MTM_56_exact_anchor">
              <a:extLst>
                <a:ext uri="{FF2B5EF4-FFF2-40B4-BE49-F238E27FC236}">
                  <ns2:creationId id="{716641F0-D9DB-4859-BE07-91F914E9833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40241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71" name="line_070">
              <a:extLst>
                <a:ext uri="{FF2B5EF4-FFF2-40B4-BE49-F238E27FC236}">
                  <ns2:creationId id="{B55A8412-415C-4E0B-9E18-24568CF0F9A7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440512"/>
              <a:ext cx="1943100" cy="362888"/>
            </a:xfrm>
            <a:custGeom>
              <a:pathLst>
                <a:path w="1943100" h="362888">
                  <a:moveTo>
                    <a:pt x="0" y="0"/>
                  </a:moveTo>
                  <a:lnTo>
                    <a:pt x="1943100" y="362888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72" name="text_071">
              <a:extLst>
                <a:ext uri="{FF2B5EF4-FFF2-40B4-BE49-F238E27FC236}">
                  <ns2:creationId id="{610193EE-BBD5-4280-9ECF-1017E7B6B0CE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70815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73" name="rect_072">
              <a:extLst>
                <a:ext uri="{FF2B5EF4-FFF2-40B4-BE49-F238E27FC236}">
                  <ns2:creationId id="{25E29908-96F3-408B-B935-686DA3B37603}"/>
                </a:ext>
              </a:extLst>
            </p:cNvPr>
            <p:cNvSpPr>
              <a:spLocks noGrp="1"/>
            </p:cNvSpPr>
            <p:nvPr/>
          </p:nvSpPr>
          <p:spPr>
            <a:xfrm>
              <a:off x="3602387" y="1343025"/>
              <a:ext cx="548737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74" name="text_073">
              <a:extLst>
                <a:ext uri="{FF2B5EF4-FFF2-40B4-BE49-F238E27FC236}">
                  <ns2:creationId id="{BDFE122A-3351-4DF4-AE22-03763344DE97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2276475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RG-P</a:t>
              </a:r>
            </a:p>
          </p:txBody>
        </p:sp>
        <p:sp>
          <p:nvSpPr>
            <p:cNvPr id="75" name="text_074">
              <a:extLst>
                <a:ext uri="{FF2B5EF4-FFF2-40B4-BE49-F238E27FC236}">
                  <ns2:creationId id="{48CA2E0D-76DE-4CB7-BE01-398442D4E59D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2571750"/>
              <a:ext cx="10763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fixed q axis</a:t>
              </a:r>
            </a:p>
          </p:txBody>
        </p:sp>
        <p:pic>
          <p:nvPicPr>
            <p:cNvPr id="76" name="">
              <a:extLst>
                <a:ext uri="{FF2B5EF4-FFF2-40B4-BE49-F238E27FC236}">
                  <ns2:creationId id="{9270269D-325C-466C-9C7E-56E5FF8D77E8}"/>
                </a:ext>
              </a:extLst>
            </p:cNvPr>
            <p:cNvPicPr>
              <a:picLocks noChangeAspect="1"/>
            </p:cNvPicPr>
            <p:nvPr/>
          </p:nvPicPr>
          <p:blipFill>
            <a:blip r:embed="Rff6bc661ca274681"/>
            <a:stretch/>
          </p:blipFill>
          <p:spPr>
            <a:xfrm>
              <a:off x="1457325" y="2228850"/>
              <a:ext cx="5886450" cy="666750"/>
            </a:xfrm>
            <a:prstGeom prst="rect">
              <a:avLst/>
            </a:prstGeom>
          </p:spPr>
        </p:pic>
        <p:sp>
          <p:nvSpPr>
            <p:cNvPr id="77" name="line_076">
              <a:extLst>
                <a:ext uri="{FF2B5EF4-FFF2-40B4-BE49-F238E27FC236}">
                  <ns2:creationId id="{6452A1EE-5BA0-45E1-83FC-7498D65A96FC}"/>
                </a:ext>
              </a:extLst>
            </p:cNvPr>
            <p:cNvSpPr>
              <a:spLocks noGrp="1"/>
            </p:cNvSpPr>
            <p:nvPr/>
          </p:nvSpPr>
          <p:spPr>
            <a:xfrm>
              <a:off x="3876756" y="222885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78" name="rect_077">
              <a:extLst>
                <a:ext uri="{FF2B5EF4-FFF2-40B4-BE49-F238E27FC236}">
                  <ns2:creationId id="{A1B9750A-F6D1-4157-A9ED-AB6E3F590753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2228850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79" name="text_078">
              <a:extLst>
                <a:ext uri="{FF2B5EF4-FFF2-40B4-BE49-F238E27FC236}">
                  <ns2:creationId id="{20AD6959-D5B4-4F27-91F8-FCD6B2AEC8EC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8003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0" name="text_079">
              <a:extLst>
                <a:ext uri="{FF2B5EF4-FFF2-40B4-BE49-F238E27FC236}">
                  <ns2:creationId id="{2E3B16E9-7670-41D4-8285-B15CF07915CC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1336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1" name="text_080">
              <a:extLst>
                <a:ext uri="{FF2B5EF4-FFF2-40B4-BE49-F238E27FC236}">
                  <ns2:creationId id="{B466F1B0-AFB9-42CF-8A32-20E9D478D297}"/>
                </a:ext>
              </a:extLst>
            </p:cNvPr>
            <p:cNvSpPr>
              <a:spLocks noGrp="1"/>
            </p:cNvSpPr>
            <p:nvPr/>
          </p:nvSpPr>
          <p:spPr>
            <a:xfrm>
              <a:off x="1291768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2" name="text_081">
              <a:extLst>
                <a:ext uri="{FF2B5EF4-FFF2-40B4-BE49-F238E27FC236}">
                  <ns2:creationId id="{21F93945-A59A-41D6-883C-AE9C1ADCA819}"/>
                </a:ext>
              </a:extLst>
            </p:cNvPr>
            <p:cNvSpPr>
              <a:spLocks noGrp="1"/>
            </p:cNvSpPr>
            <p:nvPr/>
          </p:nvSpPr>
          <p:spPr>
            <a:xfrm>
              <a:off x="7128332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117</a:t>
              </a:r>
            </a:p>
          </p:txBody>
        </p:sp>
        <p:sp>
          <p:nvSpPr>
            <p:cNvPr id="83" name="era5_P_60_exact_anchor">
              <a:extLst>
                <a:ext uri="{FF2B5EF4-FFF2-40B4-BE49-F238E27FC236}">
                  <ns2:creationId id="{D1AB62E2-99A4-4226-86CA-CD572E3B1E97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272417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84" name="era5_P_38_exact_anchor">
              <a:extLst>
                <a:ext uri="{FF2B5EF4-FFF2-40B4-BE49-F238E27FC236}">
                  <ns2:creationId id="{D97BDF16-F50B-4061-9307-E52041CC17DD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240524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85" name="era5_P_56_exact_anchor">
              <a:extLst>
                <a:ext uri="{FF2B5EF4-FFF2-40B4-BE49-F238E27FC236}">
                  <ns2:creationId id="{FB126A33-C657-4D1B-AB28-8350A7C86FF2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2396319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86" name="">
              <a:extLst>
                <a:ext uri="{FF2B5EF4-FFF2-40B4-BE49-F238E27FC236}">
                  <ns2:creationId id="{C628F631-C56D-44E5-960D-812C2734D929}"/>
                </a:ext>
              </a:extLst>
            </p:cNvPr>
            <p:cNvPicPr>
              <a:picLocks noChangeAspect="1"/>
            </p:cNvPicPr>
            <p:nvPr/>
          </p:nvPicPr>
          <p:blipFill>
            <a:blip r:embed="R750d0710c8eb4c18"/>
            <a:stretch/>
          </p:blipFill>
          <p:spPr>
            <a:xfrm>
              <a:off x="8439150" y="2228850"/>
              <a:ext cx="3771900" cy="666750"/>
            </a:xfrm>
            <a:prstGeom prst="rect">
              <a:avLst/>
            </a:prstGeom>
          </p:spPr>
        </p:pic>
        <p:sp>
          <p:nvSpPr>
            <p:cNvPr id="87" name="line_086">
              <a:extLst>
                <a:ext uri="{FF2B5EF4-FFF2-40B4-BE49-F238E27FC236}">
                  <ns2:creationId id="{5A2B9DB6-2DAC-4397-BAC4-E0756C38079C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22885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88" name="rect_087">
              <a:extLst>
                <a:ext uri="{FF2B5EF4-FFF2-40B4-BE49-F238E27FC236}">
                  <ns2:creationId id="{0F82161E-7BEB-45D6-8402-F5F85816A386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2228850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89" name="text_088">
              <a:extLst>
                <a:ext uri="{FF2B5EF4-FFF2-40B4-BE49-F238E27FC236}">
                  <ns2:creationId id="{A5DDDDE0-C698-4FF6-BEB6-6DE33FB7DD45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8003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0.13</a:t>
              </a:r>
            </a:p>
          </p:txBody>
        </p:sp>
        <p:sp>
          <p:nvSpPr>
            <p:cNvPr id="90" name="text_089">
              <a:extLst>
                <a:ext uri="{FF2B5EF4-FFF2-40B4-BE49-F238E27FC236}">
                  <ns2:creationId id="{A537A8A0-58DB-46A9-91D5-73608BD2D105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1336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0.97</a:t>
              </a:r>
            </a:p>
          </p:txBody>
        </p:sp>
        <p:sp>
          <p:nvSpPr>
            <p:cNvPr id="91" name="text_090">
              <a:extLst>
                <a:ext uri="{FF2B5EF4-FFF2-40B4-BE49-F238E27FC236}">
                  <ns2:creationId id="{8ABBD73C-32B7-4F16-B8CE-E7E48FFFA3DA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43</a:t>
              </a:r>
            </a:p>
          </p:txBody>
        </p:sp>
        <p:sp>
          <p:nvSpPr>
            <p:cNvPr id="92" name="text_091">
              <a:extLst>
                <a:ext uri="{FF2B5EF4-FFF2-40B4-BE49-F238E27FC236}">
                  <ns2:creationId id="{55D51828-B747-441D-8D4C-F296B25D7917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93" name="path_092">
              <a:extLst>
                <a:ext uri="{FF2B5EF4-FFF2-40B4-BE49-F238E27FC236}">
                  <ns2:creationId id="{0F08D06F-2A59-4781-A2C3-5A6366389058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827321"/>
              <a:ext cx="1714500" cy="28579"/>
            </a:xfrm>
            <a:custGeom>
              <a:pathLst>
                <a:path w="1714500" h="28579">
                  <a:moveTo>
                    <a:pt x="0" y="12936"/>
                  </a:moveTo>
                  <a:lnTo>
                    <a:pt x="342900" y="28579"/>
                  </a:lnTo>
                  <a:lnTo>
                    <a:pt x="685800" y="0"/>
                  </a:lnTo>
                  <a:lnTo>
                    <a:pt x="1028700" y="303"/>
                  </a:lnTo>
                  <a:lnTo>
                    <a:pt x="1371600" y="303"/>
                  </a:lnTo>
                  <a:lnTo>
                    <a:pt x="1714500" y="83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94" name="era5_P_track_60_trace">
              <a:extLst>
                <a:ext uri="{FF2B5EF4-FFF2-40B4-BE49-F238E27FC236}">
                  <ns2:creationId id="{128D0559-E3E5-4F5F-AEB6-CADBDF134979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827321"/>
              <a:ext cx="1714500" cy="28579"/>
            </a:xfrm>
            <a:custGeom>
              <a:pathLst>
                <a:path w="1714500" h="28579">
                  <a:moveTo>
                    <a:pt x="0" y="12936"/>
                  </a:moveTo>
                  <a:lnTo>
                    <a:pt x="342900" y="28579"/>
                  </a:lnTo>
                  <a:lnTo>
                    <a:pt x="685800" y="0"/>
                  </a:lnTo>
                  <a:lnTo>
                    <a:pt x="1028700" y="303"/>
                  </a:lnTo>
                  <a:lnTo>
                    <a:pt x="1371600" y="303"/>
                  </a:lnTo>
                  <a:lnTo>
                    <a:pt x="1714500" y="830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95" name="era5_P_true_reference_60">
              <a:extLst>
                <a:ext uri="{FF2B5EF4-FFF2-40B4-BE49-F238E27FC236}">
                  <ns2:creationId id="{0B6113A4-3089-457D-8E78-68E3123CAF8C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817411"/>
              <a:ext cx="1714500" cy="32730"/>
            </a:xfrm>
            <a:custGeom>
              <a:pathLst>
                <a:path w="1714500" h="32730">
                  <a:moveTo>
                    <a:pt x="0" y="16213"/>
                  </a:moveTo>
                  <a:lnTo>
                    <a:pt x="342900" y="32730"/>
                  </a:lnTo>
                  <a:lnTo>
                    <a:pt x="685800" y="16516"/>
                  </a:lnTo>
                  <a:lnTo>
                    <a:pt x="1028700" y="16819"/>
                  </a:lnTo>
                  <a:lnTo>
                    <a:pt x="1371600" y="16819"/>
                  </a:ln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0072B2"/>
              </a:solidFill>
              <a:prstDash val="dash"/>
            </a:ln>
          </p:spPr>
        </p:sp>
        <p:sp>
          <p:nvSpPr>
            <p:cNvPr id="96" name="era5_P_60_exact_anchor">
              <a:extLst>
                <a:ext uri="{FF2B5EF4-FFF2-40B4-BE49-F238E27FC236}">
                  <ns2:creationId id="{A4537DA6-8686-49B9-8602-063C34A52A7F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80215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97" name="line_096">
              <a:extLst>
                <a:ext uri="{FF2B5EF4-FFF2-40B4-BE49-F238E27FC236}">
                  <ns2:creationId id="{693E1D1F-3580-4081-A185-9DC9DD502402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371725"/>
              <a:ext cx="1943100" cy="468532"/>
            </a:xfrm>
            <a:custGeom>
              <a:pathLst>
                <a:path w="1943100" h="468532">
                  <a:moveTo>
                    <a:pt x="0" y="468532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98" name="text_097">
              <a:extLst>
                <a:ext uri="{FF2B5EF4-FFF2-40B4-BE49-F238E27FC236}">
                  <ns2:creationId id="{CFB90296-BB67-4E5E-B574-247EC7DE0FA5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2764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99" name="path_098">
              <a:extLst>
                <a:ext uri="{FF2B5EF4-FFF2-40B4-BE49-F238E27FC236}">
                  <ns2:creationId id="{799C5049-CF7E-4EDE-80C3-233D08563C02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275186"/>
              <a:ext cx="3429000" cy="470159"/>
            </a:xfrm>
            <a:custGeom>
              <a:pathLst>
                <a:path w="3429000" h="470159">
                  <a:moveTo>
                    <a:pt x="0" y="470159"/>
                  </a:moveTo>
                  <a:lnTo>
                    <a:pt x="342900" y="405306"/>
                  </a:lnTo>
                  <a:lnTo>
                    <a:pt x="685800" y="327515"/>
                  </a:lnTo>
                  <a:lnTo>
                    <a:pt x="1028700" y="324542"/>
                  </a:lnTo>
                  <a:lnTo>
                    <a:pt x="1371600" y="284901"/>
                  </a:lnTo>
                  <a:lnTo>
                    <a:pt x="1714500" y="185854"/>
                  </a:lnTo>
                  <a:lnTo>
                    <a:pt x="2057400" y="150225"/>
                  </a:lnTo>
                  <a:lnTo>
                    <a:pt x="2400300" y="32124"/>
                  </a:lnTo>
                  <a:lnTo>
                    <a:pt x="2743200" y="0"/>
                  </a:lnTo>
                  <a:lnTo>
                    <a:pt x="3086100" y="3303"/>
                  </a:lnTo>
                  <a:lnTo>
                    <a:pt x="3429000" y="20347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00" name="era5_P_track_38_trace">
              <a:extLst>
                <a:ext uri="{FF2B5EF4-FFF2-40B4-BE49-F238E27FC236}">
                  <ns2:creationId id="{74F9755F-553F-4685-9F92-9A67060585DB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275186"/>
              <a:ext cx="3429000" cy="470159"/>
            </a:xfrm>
            <a:custGeom>
              <a:pathLst>
                <a:path w="3429000" h="470159">
                  <a:moveTo>
                    <a:pt x="0" y="470159"/>
                  </a:moveTo>
                  <a:lnTo>
                    <a:pt x="342900" y="405306"/>
                  </a:lnTo>
                  <a:lnTo>
                    <a:pt x="685800" y="327515"/>
                  </a:lnTo>
                  <a:lnTo>
                    <a:pt x="1028700" y="324542"/>
                  </a:lnTo>
                  <a:lnTo>
                    <a:pt x="1371600" y="284901"/>
                  </a:lnTo>
                  <a:lnTo>
                    <a:pt x="1714500" y="185854"/>
                  </a:lnTo>
                  <a:lnTo>
                    <a:pt x="2057400" y="150225"/>
                  </a:lnTo>
                  <a:lnTo>
                    <a:pt x="2400300" y="32124"/>
                  </a:lnTo>
                  <a:lnTo>
                    <a:pt x="2743200" y="0"/>
                  </a:lnTo>
                  <a:lnTo>
                    <a:pt x="3086100" y="3303"/>
                  </a:lnTo>
                  <a:lnTo>
                    <a:pt x="3429000" y="20347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01" name="era5_P_true_reference_38">
              <a:extLst>
                <a:ext uri="{FF2B5EF4-FFF2-40B4-BE49-F238E27FC236}">
                  <ns2:creationId id="{D1063734-2DE1-4EA2-A1A4-3985C8B6B744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268579"/>
              <a:ext cx="3429000" cy="483372"/>
            </a:xfrm>
            <a:custGeom>
              <a:pathLst>
                <a:path w="3429000" h="483372">
                  <a:moveTo>
                    <a:pt x="0" y="483372"/>
                  </a:moveTo>
                  <a:lnTo>
                    <a:pt x="342900" y="418519"/>
                  </a:lnTo>
                  <a:lnTo>
                    <a:pt x="685800" y="370182"/>
                  </a:lnTo>
                  <a:lnTo>
                    <a:pt x="1028700" y="337755"/>
                  </a:lnTo>
                  <a:lnTo>
                    <a:pt x="1371600" y="273204"/>
                  </a:lnTo>
                  <a:lnTo>
                    <a:pt x="1714500" y="128798"/>
                  </a:lnTo>
                  <a:lnTo>
                    <a:pt x="2057400" y="80461"/>
                  </a:lnTo>
                  <a:lnTo>
                    <a:pt x="2400300" y="32124"/>
                  </a:lnTo>
                  <a:lnTo>
                    <a:pt x="2743200" y="0"/>
                  </a:lnTo>
                  <a:lnTo>
                    <a:pt x="3086100" y="16516"/>
                  </a:lnTo>
                  <a:lnTo>
                    <a:pt x="3429000" y="16213"/>
                  </a:lnTo>
                </a:path>
              </a:pathLst>
            </a:custGeom>
            <a:noFill/>
            <a:ln w="9525">
              <a:solidFill>
                <a:srgbClr val="D55E00"/>
              </a:solidFill>
              <a:prstDash val="dash"/>
            </a:ln>
          </p:spPr>
        </p:sp>
        <p:sp>
          <p:nvSpPr>
            <p:cNvPr id="102" name="era5_P_38_exact_anchor">
              <a:extLst>
                <a:ext uri="{FF2B5EF4-FFF2-40B4-BE49-F238E27FC236}">
                  <ns2:creationId id="{DEA70B06-4E56-4D6B-83F9-2B28B10CC4BA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42294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03" name="line_102">
              <a:extLst>
                <a:ext uri="{FF2B5EF4-FFF2-40B4-BE49-F238E27FC236}">
                  <ns2:creationId id="{9CD37D40-5F54-4E12-ACFD-7EEC5C740571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461040"/>
              <a:ext cx="1943100" cy="69435"/>
            </a:xfrm>
            <a:custGeom>
              <a:pathLst>
                <a:path w="1943100" h="69435">
                  <a:moveTo>
                    <a:pt x="0" y="0"/>
                  </a:moveTo>
                  <a:lnTo>
                    <a:pt x="1943100" y="69435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104" name="text_103">
              <a:extLst>
                <a:ext uri="{FF2B5EF4-FFF2-40B4-BE49-F238E27FC236}">
                  <ns2:creationId id="{F16E87A1-B8AF-4FA6-8A6B-EB0BEF9C3E15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4352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5" name="path_104">
              <a:extLst>
                <a:ext uri="{FF2B5EF4-FFF2-40B4-BE49-F238E27FC236}">
                  <ns2:creationId id="{713D3CBB-5B8B-45D4-B231-4CB634F8105B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2414927"/>
              <a:ext cx="685800" cy="120224"/>
            </a:xfrm>
            <a:custGeom>
              <a:pathLst>
                <a:path w="685800" h="120224">
                  <a:moveTo>
                    <a:pt x="0" y="120224"/>
                  </a:moveTo>
                  <a:lnTo>
                    <a:pt x="342900" y="35505"/>
                  </a:ln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06" name="era5_P_track_56_trace">
              <a:extLst>
                <a:ext uri="{FF2B5EF4-FFF2-40B4-BE49-F238E27FC236}">
                  <ns2:creationId id="{02F6DFC5-347C-40A7-90BD-830081A46696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2414927"/>
              <a:ext cx="685800" cy="120224"/>
            </a:xfrm>
            <a:custGeom>
              <a:pathLst>
                <a:path w="685800" h="120224">
                  <a:moveTo>
                    <a:pt x="0" y="120224"/>
                  </a:moveTo>
                  <a:lnTo>
                    <a:pt x="342900" y="35505"/>
                  </a:lnTo>
                  <a:lnTo>
                    <a:pt x="685800" y="0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07" name="era5_P_true_reference_56">
              <a:extLst>
                <a:ext uri="{FF2B5EF4-FFF2-40B4-BE49-F238E27FC236}">
                  <ns2:creationId id="{A084C094-2AEE-42BF-A0FF-CF3E86E76830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2504510"/>
              <a:ext cx="685800" cy="48943"/>
            </a:xfrm>
            <a:custGeom>
              <a:pathLst>
                <a:path w="685800" h="48943">
                  <a:moveTo>
                    <a:pt x="0" y="48943"/>
                  </a:moveTo>
                  <a:lnTo>
                    <a:pt x="342900" y="16213"/>
                  </a:lnTo>
                  <a:lnTo>
                    <a:pt x="685800" y="0"/>
                  </a:lnTo>
                </a:path>
              </a:pathLst>
            </a:custGeom>
            <a:noFill/>
            <a:ln w="9525">
              <a:solidFill>
                <a:srgbClr val="009E73"/>
              </a:solidFill>
              <a:prstDash val="dash"/>
            </a:ln>
          </p:spPr>
        </p:sp>
        <p:sp>
          <p:nvSpPr>
            <p:cNvPr id="108" name="era5_P_56_exact_anchor">
              <a:extLst>
                <a:ext uri="{FF2B5EF4-FFF2-40B4-BE49-F238E27FC236}">
                  <ns2:creationId id="{308825ED-60B4-49BD-A758-662EBBB8E745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41233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09" name="line_108">
              <a:extLst>
                <a:ext uri="{FF2B5EF4-FFF2-40B4-BE49-F238E27FC236}">
                  <ns2:creationId id="{593A8136-BE9A-4A47-8C47-3B6DCB764F58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450432"/>
              <a:ext cx="1943100" cy="238793"/>
            </a:xfrm>
            <a:custGeom>
              <a:pathLst>
                <a:path w="1943100" h="238793">
                  <a:moveTo>
                    <a:pt x="0" y="0"/>
                  </a:moveTo>
                  <a:lnTo>
                    <a:pt x="1943100" y="238793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110" name="text_109">
              <a:extLst>
                <a:ext uri="{FF2B5EF4-FFF2-40B4-BE49-F238E27FC236}">
                  <ns2:creationId id="{6521B183-CCAB-4967-824D-E181D27D9333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5939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11" name="rect_110">
              <a:extLst>
                <a:ext uri="{FF2B5EF4-FFF2-40B4-BE49-F238E27FC236}">
                  <ns2:creationId id="{9B7948A2-6305-4CDC-A1EA-1742EF489DBC}"/>
                </a:ext>
              </a:extLst>
            </p:cNvPr>
            <p:cNvSpPr>
              <a:spLocks noGrp="1"/>
            </p:cNvSpPr>
            <p:nvPr/>
          </p:nvSpPr>
          <p:spPr>
            <a:xfrm>
              <a:off x="3602387" y="2228850"/>
              <a:ext cx="548737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112" name="text_111">
              <a:extLst>
                <a:ext uri="{FF2B5EF4-FFF2-40B4-BE49-F238E27FC236}">
                  <ns2:creationId id="{D7FA4779-B118-4AE7-B756-6B8746E379AB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3162300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RG-R20</a:t>
              </a:r>
            </a:p>
          </p:txBody>
        </p:sp>
        <p:sp>
          <p:nvSpPr>
            <p:cNvPr id="113" name="text_112">
              <a:extLst>
                <a:ext uri="{FF2B5EF4-FFF2-40B4-BE49-F238E27FC236}">
                  <ns2:creationId id="{3D40856B-BD2F-4716-AA50-E20A4DB37E5A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3457575"/>
              <a:ext cx="10763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fixed q axis</a:t>
              </a:r>
            </a:p>
          </p:txBody>
        </p:sp>
        <p:pic>
          <p:nvPicPr>
            <p:cNvPr id="114" name="">
              <a:extLst>
                <a:ext uri="{FF2B5EF4-FFF2-40B4-BE49-F238E27FC236}">
                  <ns2:creationId id="{06AAA571-3B20-4F45-8A8F-8E766A21169E}"/>
                </a:ext>
              </a:extLst>
            </p:cNvPr>
            <p:cNvPicPr>
              <a:picLocks noChangeAspect="1"/>
            </p:cNvPicPr>
            <p:nvPr/>
          </p:nvPicPr>
          <p:blipFill>
            <a:blip r:embed="Rd7d93235cf594b21"/>
            <a:stretch/>
          </p:blipFill>
          <p:spPr>
            <a:xfrm>
              <a:off x="1457325" y="3114675"/>
              <a:ext cx="5886450" cy="666750"/>
            </a:xfrm>
            <a:prstGeom prst="rect">
              <a:avLst/>
            </a:prstGeom>
          </p:spPr>
        </p:pic>
        <p:sp>
          <p:nvSpPr>
            <p:cNvPr id="115" name="line_114">
              <a:extLst>
                <a:ext uri="{FF2B5EF4-FFF2-40B4-BE49-F238E27FC236}">
                  <ns2:creationId id="{A8612EC1-3359-48A1-B482-65CAC24FB604}"/>
                </a:ext>
              </a:extLst>
            </p:cNvPr>
            <p:cNvSpPr>
              <a:spLocks noGrp="1"/>
            </p:cNvSpPr>
            <p:nvPr/>
          </p:nvSpPr>
          <p:spPr>
            <a:xfrm>
              <a:off x="3876756" y="311467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16" name="rect_115">
              <a:extLst>
                <a:ext uri="{FF2B5EF4-FFF2-40B4-BE49-F238E27FC236}">
                  <ns2:creationId id="{B950CA28-5D23-4247-82ED-96C9CCDDD0D9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3114675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17" name="text_116">
              <a:extLst>
                <a:ext uri="{FF2B5EF4-FFF2-40B4-BE49-F238E27FC236}">
                  <ns2:creationId id="{273EB809-79F8-4333-BC9F-203B6401F8B3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6861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8" name="text_117">
              <a:extLst>
                <a:ext uri="{FF2B5EF4-FFF2-40B4-BE49-F238E27FC236}">
                  <ns2:creationId id="{278E86A8-6FBA-44BF-B740-FD0ADE95B46A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0194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9" name="text_118">
              <a:extLst>
                <a:ext uri="{FF2B5EF4-FFF2-40B4-BE49-F238E27FC236}">
                  <ns2:creationId id="{102AFF4B-5CEE-4ACA-9B5E-BE39F375F291}"/>
                </a:ext>
              </a:extLst>
            </p:cNvPr>
            <p:cNvSpPr>
              <a:spLocks noGrp="1"/>
            </p:cNvSpPr>
            <p:nvPr/>
          </p:nvSpPr>
          <p:spPr>
            <a:xfrm>
              <a:off x="1291768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0" name="text_119">
              <a:extLst>
                <a:ext uri="{FF2B5EF4-FFF2-40B4-BE49-F238E27FC236}">
                  <ns2:creationId id="{2C70B72F-FF6D-4A6B-89E1-8F5685C22802}"/>
                </a:ext>
              </a:extLst>
            </p:cNvPr>
            <p:cNvSpPr>
              <a:spLocks noGrp="1"/>
            </p:cNvSpPr>
            <p:nvPr/>
          </p:nvSpPr>
          <p:spPr>
            <a:xfrm>
              <a:off x="7128332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117</a:t>
              </a:r>
            </a:p>
          </p:txBody>
        </p:sp>
        <p:sp>
          <p:nvSpPr>
            <p:cNvPr id="121" name="era5_R_60_exact_anchor">
              <a:extLst>
                <a:ext uri="{FF2B5EF4-FFF2-40B4-BE49-F238E27FC236}">
                  <ns2:creationId id="{2AE92580-9542-42DF-A637-415A9F4DF27F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360997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22" name="era5_R_38_exact_anchor">
              <a:extLst>
                <a:ext uri="{FF2B5EF4-FFF2-40B4-BE49-F238E27FC236}">
                  <ns2:creationId id="{6D5DACCF-FB67-4614-831B-091B9EA065B0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323492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23" name="era5_R_56_exact_anchor">
              <a:extLst>
                <a:ext uri="{FF2B5EF4-FFF2-40B4-BE49-F238E27FC236}">
                  <ns2:creationId id="{F9796F55-6389-4537-822B-BE70CFF1D7C2}"/>
                </a:ext>
              </a:extLst>
            </p:cNvPr>
            <p:cNvSpPr>
              <a:spLocks noGrp="1"/>
            </p:cNvSpPr>
            <p:nvPr/>
          </p:nvSpPr>
          <p:spPr>
            <a:xfrm>
              <a:off x="3838656" y="333828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124" name="">
              <a:extLst>
                <a:ext uri="{FF2B5EF4-FFF2-40B4-BE49-F238E27FC236}">
                  <ns2:creationId id="{E8177D09-A241-434E-95D1-454E17EA069B}"/>
                </a:ext>
              </a:extLst>
            </p:cNvPr>
            <p:cNvPicPr>
              <a:picLocks noChangeAspect="1"/>
            </p:cNvPicPr>
            <p:nvPr/>
          </p:nvPicPr>
          <p:blipFill>
            <a:blip r:embed="R3afe9d4a00714f9e"/>
            <a:stretch/>
          </p:blipFill>
          <p:spPr>
            <a:xfrm>
              <a:off x="8439150" y="3114675"/>
              <a:ext cx="3771900" cy="666750"/>
            </a:xfrm>
            <a:prstGeom prst="rect">
              <a:avLst/>
            </a:prstGeom>
          </p:spPr>
        </p:pic>
        <p:sp>
          <p:nvSpPr>
            <p:cNvPr id="125" name="line_124">
              <a:extLst>
                <a:ext uri="{FF2B5EF4-FFF2-40B4-BE49-F238E27FC236}">
                  <ns2:creationId id="{94DBDAB4-9E5F-40E2-9803-EE76AAF95EBB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11467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26" name="rect_125">
              <a:extLst>
                <a:ext uri="{FF2B5EF4-FFF2-40B4-BE49-F238E27FC236}">
                  <ns2:creationId id="{8D285F1C-AE98-4F01-9AB7-6AF1E92E1D13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3114675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27" name="text_126">
              <a:extLst>
                <a:ext uri="{FF2B5EF4-FFF2-40B4-BE49-F238E27FC236}">
                  <ns2:creationId id="{7C77614E-2C38-4C72-B1AE-3A9FD7F505AA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6861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0.13</a:t>
              </a:r>
            </a:p>
          </p:txBody>
        </p:sp>
        <p:sp>
          <p:nvSpPr>
            <p:cNvPr id="128" name="text_127">
              <a:extLst>
                <a:ext uri="{FF2B5EF4-FFF2-40B4-BE49-F238E27FC236}">
                  <ns2:creationId id="{98B0DF18-EF45-48DE-A995-9F7317B3F87A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0194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0.97</a:t>
              </a:r>
            </a:p>
          </p:txBody>
        </p:sp>
        <p:sp>
          <p:nvSpPr>
            <p:cNvPr id="129" name="text_128">
              <a:extLst>
                <a:ext uri="{FF2B5EF4-FFF2-40B4-BE49-F238E27FC236}">
                  <ns2:creationId id="{243C4C43-33A6-405A-86F9-CBBFBD3315EB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43</a:t>
              </a:r>
            </a:p>
          </p:txBody>
        </p:sp>
        <p:sp>
          <p:nvSpPr>
            <p:cNvPr id="130" name="text_129">
              <a:extLst>
                <a:ext uri="{FF2B5EF4-FFF2-40B4-BE49-F238E27FC236}">
                  <ns2:creationId id="{D4AE0D22-0EE1-4CBF-B69A-B7DD53539EA6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53</a:t>
              </a:r>
            </a:p>
          </p:txBody>
        </p:sp>
        <p:sp>
          <p:nvSpPr>
            <p:cNvPr id="131" name="path_130">
              <a:extLst>
                <a:ext uri="{FF2B5EF4-FFF2-40B4-BE49-F238E27FC236}">
                  <ns2:creationId id="{E98F9CA8-7625-40EE-AB10-DC25641EA20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712278"/>
              <a:ext cx="1714500" cy="29384"/>
            </a:xfrm>
            <a:custGeom>
              <a:pathLst>
                <a:path w="1714500" h="29384">
                  <a:moveTo>
                    <a:pt x="0" y="12891"/>
                  </a:moveTo>
                  <a:lnTo>
                    <a:pt x="342900" y="29384"/>
                  </a:lnTo>
                  <a:lnTo>
                    <a:pt x="685800" y="0"/>
                  </a:lnTo>
                  <a:lnTo>
                    <a:pt x="1028700" y="302"/>
                  </a:lnTo>
                  <a:lnTo>
                    <a:pt x="1371600" y="302"/>
                  </a:lnTo>
                  <a:lnTo>
                    <a:pt x="1714500" y="829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32" name="era5_R_track_60_trace">
              <a:extLst>
                <a:ext uri="{FF2B5EF4-FFF2-40B4-BE49-F238E27FC236}">
                  <ns2:creationId id="{ED22C1F1-90D1-4213-B938-9B2F0DAB0E5F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712278"/>
              <a:ext cx="1714500" cy="29384"/>
            </a:xfrm>
            <a:custGeom>
              <a:pathLst>
                <a:path w="1714500" h="29384">
                  <a:moveTo>
                    <a:pt x="0" y="12891"/>
                  </a:moveTo>
                  <a:lnTo>
                    <a:pt x="342900" y="29384"/>
                  </a:lnTo>
                  <a:lnTo>
                    <a:pt x="685800" y="0"/>
                  </a:lnTo>
                  <a:lnTo>
                    <a:pt x="1028700" y="302"/>
                  </a:lnTo>
                  <a:lnTo>
                    <a:pt x="1371600" y="302"/>
                  </a:lnTo>
                  <a:lnTo>
                    <a:pt x="1714500" y="829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33" name="era5_R_true_reference_60">
              <a:extLst>
                <a:ext uri="{FF2B5EF4-FFF2-40B4-BE49-F238E27FC236}">
                  <ns2:creationId id="{CC735B66-B9F0-47F4-B602-3508ACBF9CD9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702383"/>
              <a:ext cx="1714500" cy="32682"/>
            </a:xfrm>
            <a:custGeom>
              <a:pathLst>
                <a:path w="1714500" h="32682">
                  <a:moveTo>
                    <a:pt x="0" y="16190"/>
                  </a:moveTo>
                  <a:lnTo>
                    <a:pt x="342900" y="32682"/>
                  </a:lnTo>
                  <a:lnTo>
                    <a:pt x="685800" y="16492"/>
                  </a:lnTo>
                  <a:lnTo>
                    <a:pt x="1028700" y="16795"/>
                  </a:lnTo>
                  <a:lnTo>
                    <a:pt x="1371600" y="16795"/>
                  </a:ln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0072B2"/>
              </a:solidFill>
              <a:prstDash val="dash"/>
            </a:ln>
          </p:spPr>
        </p:sp>
        <p:sp>
          <p:nvSpPr>
            <p:cNvPr id="134" name="era5_R_60_exact_anchor">
              <a:extLst>
                <a:ext uri="{FF2B5EF4-FFF2-40B4-BE49-F238E27FC236}">
                  <ns2:creationId id="{83F70843-47AE-4989-8B1F-DFB7F2084D6F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68707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35" name="line_134">
              <a:extLst>
                <a:ext uri="{FF2B5EF4-FFF2-40B4-BE49-F238E27FC236}">
                  <ns2:creationId id="{195186CB-272A-4798-9ACA-9FF274CDFE2A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257550"/>
              <a:ext cx="1943100" cy="467620"/>
            </a:xfrm>
            <a:custGeom>
              <a:pathLst>
                <a:path w="1943100" h="467620">
                  <a:moveTo>
                    <a:pt x="0" y="467620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136" name="text_135">
              <a:extLst>
                <a:ext uri="{FF2B5EF4-FFF2-40B4-BE49-F238E27FC236}">
                  <ns2:creationId id="{AC8C6F5F-25D1-4998-82FB-92DA03D34137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316230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37" name="path_136">
              <a:extLst>
                <a:ext uri="{FF2B5EF4-FFF2-40B4-BE49-F238E27FC236}">
                  <ns2:creationId id="{7874CC42-AF0C-423C-AD80-CD6A6684D15C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160944"/>
              <a:ext cx="3429000" cy="469478"/>
            </a:xfrm>
            <a:custGeom>
              <a:pathLst>
                <a:path w="3429000" h="469478">
                  <a:moveTo>
                    <a:pt x="0" y="469478"/>
                  </a:moveTo>
                  <a:lnTo>
                    <a:pt x="342900" y="404718"/>
                  </a:lnTo>
                  <a:lnTo>
                    <a:pt x="685800" y="327040"/>
                  </a:lnTo>
                  <a:lnTo>
                    <a:pt x="1028700" y="324071"/>
                  </a:lnTo>
                  <a:lnTo>
                    <a:pt x="1371600" y="284488"/>
                  </a:lnTo>
                  <a:lnTo>
                    <a:pt x="1714500" y="118924"/>
                  </a:lnTo>
                  <a:lnTo>
                    <a:pt x="2057400" y="67151"/>
                  </a:lnTo>
                  <a:lnTo>
                    <a:pt x="2400300" y="27015"/>
                  </a:lnTo>
                  <a:lnTo>
                    <a:pt x="2743200" y="0"/>
                  </a:lnTo>
                  <a:lnTo>
                    <a:pt x="3086100" y="3298"/>
                  </a:lnTo>
                  <a:lnTo>
                    <a:pt x="3429000" y="20317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38" name="era5_R_track_38_trace">
              <a:extLst>
                <a:ext uri="{FF2B5EF4-FFF2-40B4-BE49-F238E27FC236}">
                  <ns2:creationId id="{04224464-9944-4C1C-A17E-7AC45DC7F82C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160944"/>
              <a:ext cx="3429000" cy="469478"/>
            </a:xfrm>
            <a:custGeom>
              <a:pathLst>
                <a:path w="3429000" h="469478">
                  <a:moveTo>
                    <a:pt x="0" y="469478"/>
                  </a:moveTo>
                  <a:lnTo>
                    <a:pt x="342900" y="404718"/>
                  </a:lnTo>
                  <a:lnTo>
                    <a:pt x="685800" y="327040"/>
                  </a:lnTo>
                  <a:lnTo>
                    <a:pt x="1028700" y="324071"/>
                  </a:lnTo>
                  <a:lnTo>
                    <a:pt x="1371600" y="284488"/>
                  </a:lnTo>
                  <a:lnTo>
                    <a:pt x="1714500" y="118924"/>
                  </a:lnTo>
                  <a:lnTo>
                    <a:pt x="2057400" y="67151"/>
                  </a:lnTo>
                  <a:lnTo>
                    <a:pt x="2400300" y="27015"/>
                  </a:lnTo>
                  <a:lnTo>
                    <a:pt x="2743200" y="0"/>
                  </a:lnTo>
                  <a:lnTo>
                    <a:pt x="3086100" y="3298"/>
                  </a:lnTo>
                  <a:lnTo>
                    <a:pt x="3429000" y="20317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39" name="era5_R_true_reference_38">
              <a:extLst>
                <a:ext uri="{FF2B5EF4-FFF2-40B4-BE49-F238E27FC236}">
                  <ns2:creationId id="{AF745E5A-7BC9-4A67-9A1D-2D1ACA4455B2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154347"/>
              <a:ext cx="3429000" cy="482672"/>
            </a:xfrm>
            <a:custGeom>
              <a:pathLst>
                <a:path w="3429000" h="482672">
                  <a:moveTo>
                    <a:pt x="0" y="482672"/>
                  </a:moveTo>
                  <a:lnTo>
                    <a:pt x="342900" y="417912"/>
                  </a:lnTo>
                  <a:lnTo>
                    <a:pt x="685800" y="369645"/>
                  </a:lnTo>
                  <a:lnTo>
                    <a:pt x="1028700" y="337265"/>
                  </a:lnTo>
                  <a:lnTo>
                    <a:pt x="1371600" y="272808"/>
                  </a:lnTo>
                  <a:lnTo>
                    <a:pt x="1714500" y="128612"/>
                  </a:lnTo>
                  <a:lnTo>
                    <a:pt x="2057400" y="80344"/>
                  </a:lnTo>
                  <a:lnTo>
                    <a:pt x="2400300" y="32077"/>
                  </a:lnTo>
                  <a:lnTo>
                    <a:pt x="2743200" y="0"/>
                  </a:lnTo>
                  <a:lnTo>
                    <a:pt x="3086100" y="16492"/>
                  </a:lnTo>
                  <a:lnTo>
                    <a:pt x="3429000" y="16190"/>
                  </a:lnTo>
                </a:path>
              </a:pathLst>
            </a:custGeom>
            <a:noFill/>
            <a:ln w="9525">
              <a:solidFill>
                <a:srgbClr val="D55E00"/>
              </a:solidFill>
              <a:prstDash val="dash"/>
            </a:ln>
          </p:spPr>
        </p:sp>
        <p:sp>
          <p:nvSpPr>
            <p:cNvPr id="140" name="era5_R_38_exact_anchor">
              <a:extLst>
                <a:ext uri="{FF2B5EF4-FFF2-40B4-BE49-F238E27FC236}">
                  <ns2:creationId id="{D5778588-F312-4836-BA53-955D0DEC97FA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241768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41" name="line_140">
              <a:extLst>
                <a:ext uri="{FF2B5EF4-FFF2-40B4-BE49-F238E27FC236}">
                  <ns2:creationId id="{7F9F4E3C-81DF-44DF-858F-B05F79E44385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279868"/>
              <a:ext cx="1943100" cy="136432"/>
            </a:xfrm>
            <a:custGeom>
              <a:pathLst>
                <a:path w="1943100" h="136432">
                  <a:moveTo>
                    <a:pt x="0" y="0"/>
                  </a:moveTo>
                  <a:lnTo>
                    <a:pt x="1943100" y="136432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142" name="text_141">
              <a:extLst>
                <a:ext uri="{FF2B5EF4-FFF2-40B4-BE49-F238E27FC236}">
                  <ns2:creationId id="{2393AD78-6E16-4158-9E52-71852BA9B6CB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332105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43" name="path_142">
              <a:extLst>
                <a:ext uri="{FF2B5EF4-FFF2-40B4-BE49-F238E27FC236}">
                  <ns2:creationId id="{4D167911-2957-41E3-8F88-F1D48129BB31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3394961"/>
              <a:ext cx="685800" cy="25571"/>
            </a:xfrm>
            <a:custGeom>
              <a:pathLst>
                <a:path w="685800" h="25571">
                  <a:moveTo>
                    <a:pt x="0" y="25571"/>
                  </a:moveTo>
                  <a:lnTo>
                    <a:pt x="342900" y="7631"/>
                  </a:ln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44" name="era5_R_track_56_trace">
              <a:extLst>
                <a:ext uri="{FF2B5EF4-FFF2-40B4-BE49-F238E27FC236}">
                  <ns2:creationId id="{869EC017-B75F-4134-A189-F6393C3EB74F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3394961"/>
              <a:ext cx="685800" cy="25571"/>
            </a:xfrm>
            <a:custGeom>
              <a:pathLst>
                <a:path w="685800" h="25571">
                  <a:moveTo>
                    <a:pt x="0" y="25571"/>
                  </a:moveTo>
                  <a:lnTo>
                    <a:pt x="342900" y="7631"/>
                  </a:lnTo>
                  <a:lnTo>
                    <a:pt x="685800" y="0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45" name="era5_R_true_reference_56">
              <a:extLst>
                <a:ext uri="{FF2B5EF4-FFF2-40B4-BE49-F238E27FC236}">
                  <ns2:creationId id="{34515A8E-D5E5-47D0-95A8-96E8047141C5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3389936"/>
              <a:ext cx="685800" cy="48872"/>
            </a:xfrm>
            <a:custGeom>
              <a:pathLst>
                <a:path w="685800" h="48872">
                  <a:moveTo>
                    <a:pt x="0" y="48872"/>
                  </a:moveTo>
                  <a:lnTo>
                    <a:pt x="342900" y="16190"/>
                  </a:lnTo>
                  <a:lnTo>
                    <a:pt x="685800" y="0"/>
                  </a:lnTo>
                </a:path>
              </a:pathLst>
            </a:custGeom>
            <a:noFill/>
            <a:ln w="9525">
              <a:solidFill>
                <a:srgbClr val="009E73"/>
              </a:solidFill>
              <a:prstDash val="dash"/>
            </a:ln>
          </p:spPr>
        </p:sp>
        <p:sp>
          <p:nvSpPr>
            <p:cNvPr id="146" name="era5_R_56_exact_anchor">
              <a:extLst>
                <a:ext uri="{FF2B5EF4-FFF2-40B4-BE49-F238E27FC236}">
                  <ns2:creationId id="{E91E0149-CF36-4B3E-9F3C-A05548613B8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36449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47" name="line_146">
              <a:extLst>
                <a:ext uri="{FF2B5EF4-FFF2-40B4-BE49-F238E27FC236}">
                  <ns2:creationId id="{D8B004D7-C472-42CF-ABF7-FD1688423D6A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402592"/>
              <a:ext cx="1943100" cy="172458"/>
            </a:xfrm>
            <a:custGeom>
              <a:pathLst>
                <a:path w="1943100" h="172458">
                  <a:moveTo>
                    <a:pt x="0" y="0"/>
                  </a:moveTo>
                  <a:lnTo>
                    <a:pt x="1943100" y="172458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148" name="text_147">
              <a:extLst>
                <a:ext uri="{FF2B5EF4-FFF2-40B4-BE49-F238E27FC236}">
                  <ns2:creationId id="{ECE85A47-AADE-42E6-BF78-C62E964708BC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347980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49" name="rect_148">
              <a:extLst>
                <a:ext uri="{FF2B5EF4-FFF2-40B4-BE49-F238E27FC236}">
                  <ns2:creationId id="{E5ACE26D-CAA9-4E26-A0C5-756070AE2453}"/>
                </a:ext>
              </a:extLst>
            </p:cNvPr>
            <p:cNvSpPr>
              <a:spLocks noGrp="1"/>
            </p:cNvSpPr>
            <p:nvPr/>
          </p:nvSpPr>
          <p:spPr>
            <a:xfrm>
              <a:off x="3602387" y="3114675"/>
              <a:ext cx="548737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pic>
          <p:nvPicPr>
            <p:cNvPr id="150" name="">
              <a:extLst>
                <a:ext uri="{FF2B5EF4-FFF2-40B4-BE49-F238E27FC236}">
                  <ns2:creationId id="{8743572B-9BF7-4A4E-9709-91F42E9C9358}"/>
                </a:ext>
              </a:extLst>
            </p:cNvPr>
            <p:cNvPicPr>
              <a:picLocks noChangeAspect="1"/>
            </p:cNvPicPr>
            <p:nvPr/>
          </p:nvPicPr>
          <p:blipFill>
            <a:blip r:embed="R416e45bcf1ef4eb7"/>
            <a:stretch/>
          </p:blipFill>
          <p:spPr>
            <a:xfrm>
              <a:off x="742950" y="4371975"/>
              <a:ext cx="1162050" cy="1123950"/>
            </a:xfrm>
            <a:prstGeom prst="rect">
              <a:avLst/>
            </a:prstGeom>
          </p:spPr>
        </p:pic>
        <p:sp>
          <p:nvSpPr>
            <p:cNvPr id="151" name="line_150">
              <a:extLst>
                <a:ext uri="{FF2B5EF4-FFF2-40B4-BE49-F238E27FC236}">
                  <ns2:creationId id="{AE5CD854-9614-42F4-96B9-AE5B5A6D05AB}"/>
                </a:ext>
              </a:extLst>
            </p:cNvPr>
            <p:cNvSpPr>
              <a:spLocks noGrp="1"/>
            </p:cNvSpPr>
            <p:nvPr/>
          </p:nvSpPr>
          <p:spPr>
            <a:xfrm>
              <a:off x="928283" y="5316093"/>
              <a:ext cx="224748" cy="4348"/>
            </a:xfrm>
            <a:custGeom>
              <a:pathLst>
                <a:path w="224748" h="4348">
                  <a:moveTo>
                    <a:pt x="0" y="0"/>
                  </a:moveTo>
                  <a:lnTo>
                    <a:pt x="224748" y="4348"/>
                  </a:lnTo>
                </a:path>
              </a:pathLst>
            </a:custGeom>
            <a:noFill/>
            <a:ln w="17145">
              <a:solidFill>
                <a:srgbClr val="263238"/>
              </a:solidFill>
              <a:prstDash val="solid"/>
            </a:ln>
          </p:spPr>
        </p:sp>
        <p:sp>
          <p:nvSpPr>
            <p:cNvPr id="152" name="line_151">
              <a:extLst>
                <a:ext uri="{FF2B5EF4-FFF2-40B4-BE49-F238E27FC236}">
                  <ns2:creationId id="{2683ECBC-921B-4B5C-ACD5-C55E95E53744}"/>
                </a:ext>
              </a:extLst>
            </p:cNvPr>
            <p:cNvSpPr>
              <a:spLocks noGrp="1"/>
            </p:cNvSpPr>
            <p:nvPr/>
          </p:nvSpPr>
          <p:spPr>
            <a:xfrm>
              <a:off x="1096444" y="5290766"/>
              <a:ext cx="56587" cy="29675"/>
            </a:xfrm>
            <a:custGeom>
              <a:pathLst>
                <a:path w="56587" h="29675">
                  <a:moveTo>
                    <a:pt x="0" y="0"/>
                  </a:moveTo>
                  <a:lnTo>
                    <a:pt x="56587" y="29675"/>
                  </a:lnTo>
                </a:path>
              </a:pathLst>
            </a:custGeom>
            <a:noFill/>
            <a:ln w="14288">
              <a:solidFill>
                <a:srgbClr val="263238"/>
              </a:solidFill>
              <a:prstDash val="solid"/>
            </a:ln>
          </p:spPr>
        </p:sp>
        <p:sp>
          <p:nvSpPr>
            <p:cNvPr id="153" name="line_152">
              <a:extLst>
                <a:ext uri="{FF2B5EF4-FFF2-40B4-BE49-F238E27FC236}">
                  <ns2:creationId id="{3F96F523-81A2-4AB8-9814-08EC9DCC8160}"/>
                </a:ext>
              </a:extLst>
            </p:cNvPr>
            <p:cNvSpPr>
              <a:spLocks noGrp="1"/>
            </p:cNvSpPr>
            <p:nvPr/>
          </p:nvSpPr>
          <p:spPr>
            <a:xfrm>
              <a:off x="1095339" y="5320441"/>
              <a:ext cx="57692" cy="27464"/>
            </a:xfrm>
            <a:custGeom>
              <a:pathLst>
                <a:path w="57692" h="27464">
                  <a:moveTo>
                    <a:pt x="0" y="27464"/>
                  </a:moveTo>
                  <a:lnTo>
                    <a:pt x="57692" y="0"/>
                  </a:lnTo>
                </a:path>
              </a:pathLst>
            </a:custGeom>
            <a:noFill/>
            <a:ln w="14288">
              <a:solidFill>
                <a:srgbClr val="263238"/>
              </a:solidFill>
              <a:prstDash val="solid"/>
            </a:ln>
          </p:spPr>
        </p:sp>
        <p:sp>
          <p:nvSpPr>
            <p:cNvPr id="154" name="text_153">
              <a:extLst>
                <a:ext uri="{FF2B5EF4-FFF2-40B4-BE49-F238E27FC236}">
                  <ns2:creationId id="{7DC482D3-A491-43F3-A4A8-0BB21F101BB6}"/>
                </a:ext>
              </a:extLst>
            </p:cNvPr>
            <p:cNvSpPr>
              <a:spLocks noGrp="1"/>
            </p:cNvSpPr>
            <p:nvPr/>
          </p:nvSpPr>
          <p:spPr>
            <a:xfrm>
              <a:off x="1181606" y="5196616"/>
              <a:ext cx="2286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155" name="era5_space_38_t47">
              <a:extLst>
                <a:ext uri="{FF2B5EF4-FFF2-40B4-BE49-F238E27FC236}">
                  <ns2:creationId id="{708F8638-7F1F-40E4-BCFB-CF7E0818DBC9}"/>
                </a:ext>
              </a:extLst>
            </p:cNvPr>
            <p:cNvSpPr>
              <a:spLocks noGrp="1"/>
            </p:cNvSpPr>
            <p:nvPr/>
          </p:nvSpPr>
          <p:spPr>
            <a:xfrm>
              <a:off x="1378022" y="4571864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56" name="text_155">
              <a:extLst>
                <a:ext uri="{FF2B5EF4-FFF2-40B4-BE49-F238E27FC236}">
                  <ns2:creationId id="{DEC3CCBB-9FE7-4A2B-8FC9-9089578B766B}"/>
                </a:ext>
              </a:extLst>
            </p:cNvPr>
            <p:cNvSpPr>
              <a:spLocks noGrp="1"/>
            </p:cNvSpPr>
            <p:nvPr/>
          </p:nvSpPr>
          <p:spPr>
            <a:xfrm>
              <a:off x="1504704" y="4393746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57" name="era5_space_56_t47">
              <a:extLst>
                <a:ext uri="{FF2B5EF4-FFF2-40B4-BE49-F238E27FC236}">
                  <ns2:creationId id="{59EF1F25-A9A3-4CA8-801F-A5A937005874}"/>
                </a:ext>
              </a:extLst>
            </p:cNvPr>
            <p:cNvSpPr>
              <a:spLocks noGrp="1"/>
            </p:cNvSpPr>
            <p:nvPr/>
          </p:nvSpPr>
          <p:spPr>
            <a:xfrm>
              <a:off x="1354271" y="4915930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58" name="text_157">
              <a:extLst>
                <a:ext uri="{FF2B5EF4-FFF2-40B4-BE49-F238E27FC236}">
                  <ns2:creationId id="{6003D836-DE5D-4CBE-B966-C341287FD43A}"/>
                </a:ext>
              </a:extLst>
            </p:cNvPr>
            <p:cNvSpPr>
              <a:spLocks noGrp="1"/>
            </p:cNvSpPr>
            <p:nvPr/>
          </p:nvSpPr>
          <p:spPr>
            <a:xfrm>
              <a:off x="1480953" y="4737813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59" name="text_158">
              <a:extLst>
                <a:ext uri="{FF2B5EF4-FFF2-40B4-BE49-F238E27FC236}">
                  <ns2:creationId id="{F2B78CFA-1BD0-4EA9-A7C9-BB5C1E1F6554}"/>
                </a:ext>
              </a:extLst>
            </p:cNvPr>
            <p:cNvSpPr>
              <a:spLocks noGrp="1"/>
            </p:cNvSpPr>
            <p:nvPr/>
          </p:nvSpPr>
          <p:spPr>
            <a:xfrm>
              <a:off x="142875" y="4133850"/>
              <a:ext cx="23622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(c) f47  1999-12-10 12:00</a:t>
              </a:r>
            </a:p>
          </p:txBody>
        </p:sp>
        <p:pic>
          <p:nvPicPr>
            <p:cNvPr id="160" name="">
              <a:extLst>
                <a:ext uri="{FF2B5EF4-FFF2-40B4-BE49-F238E27FC236}">
                  <ns2:creationId id="{6E50BD43-ABF4-4C1E-B516-CCDA2ABBC45C}"/>
                </a:ext>
              </a:extLst>
            </p:cNvPr>
            <p:cNvPicPr>
              <a:picLocks noChangeAspect="1"/>
            </p:cNvPicPr>
            <p:nvPr/>
          </p:nvPicPr>
          <p:blipFill>
            <a:blip r:embed="Rbf6cc8f870e148e5"/>
            <a:stretch/>
          </p:blipFill>
          <p:spPr>
            <a:xfrm>
              <a:off x="3267075" y="4371975"/>
              <a:ext cx="1162050" cy="1123950"/>
            </a:xfrm>
            <a:prstGeom prst="rect">
              <a:avLst/>
            </a:prstGeom>
          </p:spPr>
        </p:pic>
        <p:sp>
          <p:nvSpPr>
            <p:cNvPr id="161" name="line_160">
              <a:extLst>
                <a:ext uri="{FF2B5EF4-FFF2-40B4-BE49-F238E27FC236}">
                  <ns2:creationId id="{EDDA4719-6822-4787-BEF5-E8D149033248}"/>
                </a:ext>
              </a:extLst>
            </p:cNvPr>
            <p:cNvSpPr>
              <a:spLocks noGrp="1"/>
            </p:cNvSpPr>
            <p:nvPr/>
          </p:nvSpPr>
          <p:spPr>
            <a:xfrm>
              <a:off x="3452408" y="5316093"/>
              <a:ext cx="224748" cy="4348"/>
            </a:xfrm>
            <a:custGeom>
              <a:pathLst>
                <a:path w="224748" h="4348">
                  <a:moveTo>
                    <a:pt x="0" y="0"/>
                  </a:moveTo>
                  <a:lnTo>
                    <a:pt x="224748" y="4348"/>
                  </a:lnTo>
                </a:path>
              </a:pathLst>
            </a:custGeom>
            <a:noFill/>
            <a:ln w="17145">
              <a:solidFill>
                <a:srgbClr val="263238"/>
              </a:solidFill>
              <a:prstDash val="solid"/>
            </a:ln>
          </p:spPr>
        </p:sp>
        <p:sp>
          <p:nvSpPr>
            <p:cNvPr id="162" name="line_161">
              <a:extLst>
                <a:ext uri="{FF2B5EF4-FFF2-40B4-BE49-F238E27FC236}">
                  <ns2:creationId id="{94E7CFFD-80EA-4DD4-8844-E7F364EE0CEF}"/>
                </a:ext>
              </a:extLst>
            </p:cNvPr>
            <p:cNvSpPr>
              <a:spLocks noGrp="1"/>
            </p:cNvSpPr>
            <p:nvPr/>
          </p:nvSpPr>
          <p:spPr>
            <a:xfrm>
              <a:off x="3620569" y="5290766"/>
              <a:ext cx="56587" cy="29675"/>
            </a:xfrm>
            <a:custGeom>
              <a:pathLst>
                <a:path w="56587" h="29675">
                  <a:moveTo>
                    <a:pt x="0" y="0"/>
                  </a:moveTo>
                  <a:lnTo>
                    <a:pt x="56587" y="29675"/>
                  </a:lnTo>
                </a:path>
              </a:pathLst>
            </a:custGeom>
            <a:noFill/>
            <a:ln w="14288">
              <a:solidFill>
                <a:srgbClr val="263238"/>
              </a:solidFill>
              <a:prstDash val="solid"/>
            </a:ln>
          </p:spPr>
        </p:sp>
        <p:sp>
          <p:nvSpPr>
            <p:cNvPr id="163" name="line_162">
              <a:extLst>
                <a:ext uri="{FF2B5EF4-FFF2-40B4-BE49-F238E27FC236}">
                  <ns2:creationId id="{AE1BE1C7-63C8-4484-8B1A-DD6DAA06718E}"/>
                </a:ext>
              </a:extLst>
            </p:cNvPr>
            <p:cNvSpPr>
              <a:spLocks noGrp="1"/>
            </p:cNvSpPr>
            <p:nvPr/>
          </p:nvSpPr>
          <p:spPr>
            <a:xfrm>
              <a:off x="3619464" y="5320441"/>
              <a:ext cx="57692" cy="27464"/>
            </a:xfrm>
            <a:custGeom>
              <a:pathLst>
                <a:path w="57692" h="27464">
                  <a:moveTo>
                    <a:pt x="0" y="27464"/>
                  </a:moveTo>
                  <a:lnTo>
                    <a:pt x="57692" y="0"/>
                  </a:lnTo>
                </a:path>
              </a:pathLst>
            </a:custGeom>
            <a:noFill/>
            <a:ln w="14288">
              <a:solidFill>
                <a:srgbClr val="263238"/>
              </a:solidFill>
              <a:prstDash val="solid"/>
            </a:ln>
          </p:spPr>
        </p:sp>
        <p:sp>
          <p:nvSpPr>
            <p:cNvPr id="164" name="text_163">
              <a:extLst>
                <a:ext uri="{FF2B5EF4-FFF2-40B4-BE49-F238E27FC236}">
                  <ns2:creationId id="{DF4C2D26-74AB-4AD5-946D-FC4B74D7AA66}"/>
                </a:ext>
              </a:extLst>
            </p:cNvPr>
            <p:cNvSpPr>
              <a:spLocks noGrp="1"/>
            </p:cNvSpPr>
            <p:nvPr/>
          </p:nvSpPr>
          <p:spPr>
            <a:xfrm>
              <a:off x="3705731" y="5196616"/>
              <a:ext cx="2286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165" name="era5_space_60_t48">
              <a:extLst>
                <a:ext uri="{FF2B5EF4-FFF2-40B4-BE49-F238E27FC236}">
                  <ns2:creationId id="{B8DECE26-5914-45F3-A985-0A4C64F16AA3}"/>
                </a:ext>
              </a:extLst>
            </p:cNvPr>
            <p:cNvSpPr>
              <a:spLocks noGrp="1"/>
            </p:cNvSpPr>
            <p:nvPr/>
          </p:nvSpPr>
          <p:spPr>
            <a:xfrm>
              <a:off x="3474628" y="4571864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66" name="text_165">
              <a:extLst>
                <a:ext uri="{FF2B5EF4-FFF2-40B4-BE49-F238E27FC236}">
                  <ns2:creationId id="{549F7BA5-B5C4-4659-9A75-713945390C7D}"/>
                </a:ext>
              </a:extLst>
            </p:cNvPr>
            <p:cNvSpPr>
              <a:spLocks noGrp="1"/>
            </p:cNvSpPr>
            <p:nvPr/>
          </p:nvSpPr>
          <p:spPr>
            <a:xfrm>
              <a:off x="3601311" y="4393746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67" name="era5_space_38_t48">
              <a:extLst>
                <a:ext uri="{FF2B5EF4-FFF2-40B4-BE49-F238E27FC236}">
                  <ns2:creationId id="{25AB9AC4-8B6B-46BA-A62E-4273E98F9D3C}"/>
                </a:ext>
              </a:extLst>
            </p:cNvPr>
            <p:cNvSpPr>
              <a:spLocks noGrp="1"/>
            </p:cNvSpPr>
            <p:nvPr/>
          </p:nvSpPr>
          <p:spPr>
            <a:xfrm>
              <a:off x="4115906" y="4457175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68" name="text_167">
              <a:extLst>
                <a:ext uri="{FF2B5EF4-FFF2-40B4-BE49-F238E27FC236}">
                  <ns2:creationId id="{9983E539-BA39-4451-A0D8-715806FDE492}"/>
                </a:ext>
              </a:extLst>
            </p:cNvPr>
            <p:cNvSpPr>
              <a:spLocks noGrp="1"/>
            </p:cNvSpPr>
            <p:nvPr/>
          </p:nvSpPr>
          <p:spPr>
            <a:xfrm>
              <a:off x="4242588" y="4555283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69" name="era5_space_56_t48">
              <a:extLst>
                <a:ext uri="{FF2B5EF4-FFF2-40B4-BE49-F238E27FC236}">
                  <ns2:creationId id="{644FC2E9-33C1-4474-8FB4-D08449B86AB6}"/>
                </a:ext>
              </a:extLst>
            </p:cNvPr>
            <p:cNvSpPr>
              <a:spLocks noGrp="1"/>
            </p:cNvSpPr>
            <p:nvPr/>
          </p:nvSpPr>
          <p:spPr>
            <a:xfrm>
              <a:off x="3925898" y="4938868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70" name="text_169">
              <a:extLst>
                <a:ext uri="{FF2B5EF4-FFF2-40B4-BE49-F238E27FC236}">
                  <ns2:creationId id="{B90E73D2-223A-4623-8024-9F48BEBF56CA}"/>
                </a:ext>
              </a:extLst>
            </p:cNvPr>
            <p:cNvSpPr>
              <a:spLocks noGrp="1"/>
            </p:cNvSpPr>
            <p:nvPr/>
          </p:nvSpPr>
          <p:spPr>
            <a:xfrm>
              <a:off x="4052580" y="4760751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71" name="text_170">
              <a:extLst>
                <a:ext uri="{FF2B5EF4-FFF2-40B4-BE49-F238E27FC236}">
                  <ns2:creationId id="{A73A3F82-4948-464C-B7A8-732D9A3B8ED4}"/>
                </a:ext>
              </a:extLst>
            </p:cNvPr>
            <p:cNvSpPr>
              <a:spLocks noGrp="1"/>
            </p:cNvSpPr>
            <p:nvPr/>
          </p:nvSpPr>
          <p:spPr>
            <a:xfrm>
              <a:off x="2667000" y="4133850"/>
              <a:ext cx="23622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f48  1999-12-11 00:00</a:t>
              </a:r>
            </a:p>
          </p:txBody>
        </p:sp>
        <p:pic>
          <p:nvPicPr>
            <p:cNvPr id="172" name="">
              <a:extLst>
                <a:ext uri="{FF2B5EF4-FFF2-40B4-BE49-F238E27FC236}">
                  <ns2:creationId id="{9D141954-3A66-4F5A-B834-3A30B2068746}"/>
                </a:ext>
              </a:extLst>
            </p:cNvPr>
            <p:cNvPicPr>
              <a:picLocks noChangeAspect="1"/>
            </p:cNvPicPr>
            <p:nvPr/>
          </p:nvPicPr>
          <p:blipFill>
            <a:blip r:embed="R9f0414ac609c492a"/>
            <a:stretch/>
          </p:blipFill>
          <p:spPr>
            <a:xfrm>
              <a:off x="5791200" y="4371975"/>
              <a:ext cx="1162050" cy="1123950"/>
            </a:xfrm>
            <a:prstGeom prst="rect">
              <a:avLst/>
            </a:prstGeom>
          </p:spPr>
        </p:pic>
        <p:sp>
          <p:nvSpPr>
            <p:cNvPr id="173" name="line_172">
              <a:extLst>
                <a:ext uri="{FF2B5EF4-FFF2-40B4-BE49-F238E27FC236}">
                  <ns2:creationId id="{51122440-A893-4450-9B75-1A1A5C879549}"/>
                </a:ext>
              </a:extLst>
            </p:cNvPr>
            <p:cNvSpPr>
              <a:spLocks noGrp="1"/>
            </p:cNvSpPr>
            <p:nvPr/>
          </p:nvSpPr>
          <p:spPr>
            <a:xfrm>
              <a:off x="5976533" y="5316093"/>
              <a:ext cx="224748" cy="4348"/>
            </a:xfrm>
            <a:custGeom>
              <a:pathLst>
                <a:path w="224748" h="4348">
                  <a:moveTo>
                    <a:pt x="0" y="0"/>
                  </a:moveTo>
                  <a:lnTo>
                    <a:pt x="224748" y="4348"/>
                  </a:lnTo>
                </a:path>
              </a:pathLst>
            </a:custGeom>
            <a:noFill/>
            <a:ln w="17145">
              <a:solidFill>
                <a:srgbClr val="263238"/>
              </a:solidFill>
              <a:prstDash val="solid"/>
            </a:ln>
          </p:spPr>
        </p:sp>
        <p:sp>
          <p:nvSpPr>
            <p:cNvPr id="174" name="line_173">
              <a:extLst>
                <a:ext uri="{FF2B5EF4-FFF2-40B4-BE49-F238E27FC236}">
                  <ns2:creationId id="{079FD0F9-510C-4E22-81B8-B3D5BD9816BD}"/>
                </a:ext>
              </a:extLst>
            </p:cNvPr>
            <p:cNvSpPr>
              <a:spLocks noGrp="1"/>
            </p:cNvSpPr>
            <p:nvPr/>
          </p:nvSpPr>
          <p:spPr>
            <a:xfrm>
              <a:off x="6144694" y="5290766"/>
              <a:ext cx="56587" cy="29675"/>
            </a:xfrm>
            <a:custGeom>
              <a:pathLst>
                <a:path w="56587" h="29675">
                  <a:moveTo>
                    <a:pt x="0" y="0"/>
                  </a:moveTo>
                  <a:lnTo>
                    <a:pt x="56587" y="29675"/>
                  </a:lnTo>
                </a:path>
              </a:pathLst>
            </a:custGeom>
            <a:noFill/>
            <a:ln w="14288">
              <a:solidFill>
                <a:srgbClr val="263238"/>
              </a:solidFill>
              <a:prstDash val="solid"/>
            </a:ln>
          </p:spPr>
        </p:sp>
        <p:sp>
          <p:nvSpPr>
            <p:cNvPr id="175" name="line_174">
              <a:extLst>
                <a:ext uri="{FF2B5EF4-FFF2-40B4-BE49-F238E27FC236}">
                  <ns2:creationId id="{1C6C7800-E9E9-4146-95D2-527796070731}"/>
                </a:ext>
              </a:extLst>
            </p:cNvPr>
            <p:cNvSpPr>
              <a:spLocks noGrp="1"/>
            </p:cNvSpPr>
            <p:nvPr/>
          </p:nvSpPr>
          <p:spPr>
            <a:xfrm>
              <a:off x="6143589" y="5320441"/>
              <a:ext cx="57692" cy="27464"/>
            </a:xfrm>
            <a:custGeom>
              <a:pathLst>
                <a:path w="57692" h="27464">
                  <a:moveTo>
                    <a:pt x="0" y="27464"/>
                  </a:moveTo>
                  <a:lnTo>
                    <a:pt x="57692" y="0"/>
                  </a:lnTo>
                </a:path>
              </a:pathLst>
            </a:custGeom>
            <a:noFill/>
            <a:ln w="14288">
              <a:solidFill>
                <a:srgbClr val="263238"/>
              </a:solidFill>
              <a:prstDash val="solid"/>
            </a:ln>
          </p:spPr>
        </p:sp>
        <p:sp>
          <p:nvSpPr>
            <p:cNvPr id="176" name="text_175">
              <a:extLst>
                <a:ext uri="{FF2B5EF4-FFF2-40B4-BE49-F238E27FC236}">
                  <ns2:creationId id="{DFED43ED-6A83-47DF-B2B5-D5120CDEE21D}"/>
                </a:ext>
              </a:extLst>
            </p:cNvPr>
            <p:cNvSpPr>
              <a:spLocks noGrp="1"/>
            </p:cNvSpPr>
            <p:nvPr/>
          </p:nvSpPr>
          <p:spPr>
            <a:xfrm>
              <a:off x="6229856" y="5196616"/>
              <a:ext cx="2286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177" name="era5_space_60_t49">
              <a:extLst>
                <a:ext uri="{FF2B5EF4-FFF2-40B4-BE49-F238E27FC236}">
                  <ns2:creationId id="{244ACFC4-C8D0-42CE-B802-9E5C6380CCD7}"/>
                </a:ext>
              </a:extLst>
            </p:cNvPr>
            <p:cNvSpPr>
              <a:spLocks noGrp="1"/>
            </p:cNvSpPr>
            <p:nvPr/>
          </p:nvSpPr>
          <p:spPr>
            <a:xfrm>
              <a:off x="5975002" y="4548926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78" name="text_177">
              <a:extLst>
                <a:ext uri="{FF2B5EF4-FFF2-40B4-BE49-F238E27FC236}">
                  <ns2:creationId id="{BB319078-14E8-4E36-95E6-1A12716B80AE}"/>
                </a:ext>
              </a:extLst>
            </p:cNvPr>
            <p:cNvSpPr>
              <a:spLocks noGrp="1"/>
            </p:cNvSpPr>
            <p:nvPr/>
          </p:nvSpPr>
          <p:spPr>
            <a:xfrm>
              <a:off x="6101685" y="4370809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79" name="era5_space_38_t49">
              <a:extLst>
                <a:ext uri="{FF2B5EF4-FFF2-40B4-BE49-F238E27FC236}">
                  <ns2:creationId id="{35EC4A5C-7D62-4DF4-A0A7-8E8E0FC22570}"/>
                </a:ext>
              </a:extLst>
            </p:cNvPr>
            <p:cNvSpPr>
              <a:spLocks noGrp="1"/>
            </p:cNvSpPr>
            <p:nvPr/>
          </p:nvSpPr>
          <p:spPr>
            <a:xfrm>
              <a:off x="6711284" y="4434237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80" name="text_179">
              <a:extLst>
                <a:ext uri="{FF2B5EF4-FFF2-40B4-BE49-F238E27FC236}">
                  <ns2:creationId id="{893A3ACE-A183-4F5C-95F3-50FF054E1E5C}"/>
                </a:ext>
              </a:extLst>
            </p:cNvPr>
            <p:cNvSpPr>
              <a:spLocks noGrp="1"/>
            </p:cNvSpPr>
            <p:nvPr/>
          </p:nvSpPr>
          <p:spPr>
            <a:xfrm>
              <a:off x="6552216" y="4532345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81" name="era5_space_56_t49">
              <a:extLst>
                <a:ext uri="{FF2B5EF4-FFF2-40B4-BE49-F238E27FC236}">
                  <ns2:creationId id="{2F0A0CF8-1B36-4CD1-A810-FAB885A59DA8}"/>
                </a:ext>
              </a:extLst>
            </p:cNvPr>
            <p:cNvSpPr>
              <a:spLocks noGrp="1"/>
            </p:cNvSpPr>
            <p:nvPr/>
          </p:nvSpPr>
          <p:spPr>
            <a:xfrm>
              <a:off x="6473774" y="4938868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82" name="text_181">
              <a:extLst>
                <a:ext uri="{FF2B5EF4-FFF2-40B4-BE49-F238E27FC236}">
                  <ns2:creationId id="{75F442F7-E23E-4577-AF8B-FDE60937F2FD}"/>
                </a:ext>
              </a:extLst>
            </p:cNvPr>
            <p:cNvSpPr>
              <a:spLocks noGrp="1"/>
            </p:cNvSpPr>
            <p:nvPr/>
          </p:nvSpPr>
          <p:spPr>
            <a:xfrm>
              <a:off x="6600456" y="4760751"/>
              <a:ext cx="2667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83" name="text_182">
              <a:extLst>
                <a:ext uri="{FF2B5EF4-FFF2-40B4-BE49-F238E27FC236}">
                  <ns2:creationId id="{49D99021-3375-47B9-ADD2-00AA410CAD4F}"/>
                </a:ext>
              </a:extLst>
            </p:cNvPr>
            <p:cNvSpPr>
              <a:spLocks noGrp="1"/>
            </p:cNvSpPr>
            <p:nvPr/>
          </p:nvSpPr>
          <p:spPr>
            <a:xfrm>
              <a:off x="5191125" y="4133850"/>
              <a:ext cx="23622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f49  1999-12-11 12:00</a:t>
              </a:r>
            </a:p>
          </p:txBody>
        </p:sp>
        <p:sp>
          <p:nvSpPr>
            <p:cNvPr id="184" name="text_183">
              <a:extLst>
                <a:ext uri="{FF2B5EF4-FFF2-40B4-BE49-F238E27FC236}">
                  <ns2:creationId id="{517F9640-2CED-4ACF-AF51-6657331A3A9C}"/>
                </a:ext>
              </a:extLst>
            </p:cNvPr>
            <p:cNvSpPr>
              <a:spLocks noGrp="1"/>
            </p:cNvSpPr>
            <p:nvPr/>
          </p:nvSpPr>
          <p:spPr>
            <a:xfrm>
              <a:off x="7896225" y="4019550"/>
              <a:ext cx="46672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A/B/C IDs: 60, 38, 56</a:t>
              </a:r>
            </a:p>
          </p:txBody>
        </p:sp>
        <p:sp>
          <p:nvSpPr>
            <p:cNvPr id="185" name="text_184">
              <a:extLst>
                <a:ext uri="{FF2B5EF4-FFF2-40B4-BE49-F238E27FC236}">
                  <ns2:creationId id="{EFC7FECA-78D0-4E12-B7C8-1A7933C6531F}"/>
                </a:ext>
              </a:extLst>
            </p:cNvPr>
            <p:cNvSpPr>
              <a:spLocks noGrp="1"/>
            </p:cNvSpPr>
            <p:nvPr/>
          </p:nvSpPr>
          <p:spPr>
            <a:xfrm>
              <a:off x="7896225" y="4362450"/>
              <a:ext cx="46672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425" b="1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f48: max displacement (% L)</a:t>
              </a:r>
            </a:p>
          </p:txBody>
        </p:sp>
        <p:sp>
          <p:nvSpPr>
            <p:cNvPr id="186" name="text_185">
              <a:extLst>
                <a:ext uri="{FF2B5EF4-FFF2-40B4-BE49-F238E27FC236}">
                  <ns2:creationId id="{B3BE07BE-9359-449D-BD1A-3CBDF7E5BF44}"/>
                </a:ext>
              </a:extLst>
            </p:cNvPr>
            <p:cNvSpPr>
              <a:spLocks noGrp="1"/>
            </p:cNvSpPr>
            <p:nvPr/>
          </p:nvSpPr>
          <p:spPr>
            <a:xfrm>
              <a:off x="7896225" y="4638675"/>
              <a:ext cx="46672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P 8.87 → R 0.83</a:t>
              </a:r>
            </a:p>
          </p:txBody>
        </p:sp>
        <p:sp>
          <p:nvSpPr>
            <p:cNvPr id="187" name="text_186">
              <a:extLst>
                <a:ext uri="{FF2B5EF4-FFF2-40B4-BE49-F238E27FC236}">
                  <ns2:creationId id="{4726A142-DB09-4529-88C7-71C8BD5BA3A6}"/>
                </a:ext>
              </a:extLst>
            </p:cNvPr>
            <p:cNvSpPr>
              <a:spLocks noGrp="1"/>
            </p:cNvSpPr>
            <p:nvPr/>
          </p:nvSpPr>
          <p:spPr>
            <a:xfrm>
              <a:off x="7896225" y="4953000"/>
              <a:ext cx="46672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  <a:r>
                <a:rPr sz="1425" b="0">
                  <a:solidFill>
                    <a:srgbClr val="263238"/>
                  </a:solidFill>
                  <a:latin typeface="Arial"/>
                  <a:ea typeface="Arial"/>
                  <a:cs typeface="Arial"/>
                </a:rPr>
                <a:t>Hierarchy 8.45% L; NMLE 13.21%</a:t>
              </a:r>
            </a:p>
          </p:txBody>
        </p:sp>
        <p:pic>
          <p:nvPicPr>
            <p:cNvPr id="188" name="">
              <a:extLst>
                <a:ext uri="{FF2B5EF4-FFF2-40B4-BE49-F238E27FC236}">
                  <ns2:creationId id="{09FC6A21-7107-40D5-B579-BC4A015C77B8}"/>
                </a:ext>
              </a:extLst>
            </p:cNvPr>
            <p:cNvPicPr>
              <a:picLocks noChangeAspect="1"/>
            </p:cNvPicPr>
            <p:nvPr/>
          </p:nvPicPr>
          <p:blipFill>
            <a:blip r:embed="R4be7fd9517114d3c"/>
            <a:stretch/>
          </p:blipFill>
          <p:spPr>
            <a:xfrm>
              <a:off x="7896225" y="5457825"/>
              <a:ext cx="3905250" cy="95250"/>
            </a:xfrm>
            <a:prstGeom prst="rect">
              <a:avLst/>
            </a:prstGeom>
          </p:spPr>
        </p:pic>
        <p:sp>
          <p:nvSpPr>
            <p:cNvPr id="189" name="text_188">
              <a:extLst>
                <a:ext uri="{FF2B5EF4-FFF2-40B4-BE49-F238E27FC236}">
                  <ns2:creationId id="{B3318EE9-ACB0-4F8B-B720-C0B072438D02}"/>
                </a:ext>
              </a:extLst>
            </p:cNvPr>
            <p:cNvSpPr>
              <a:spLocks noGrp="1"/>
            </p:cNvSpPr>
            <p:nvPr/>
          </p:nvSpPr>
          <p:spPr>
            <a:xfrm>
              <a:off x="7896225" y="5572125"/>
              <a:ext cx="8096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952.06</a:t>
              </a:r>
            </a:p>
          </p:txBody>
        </p:sp>
        <p:sp>
          <p:nvSpPr>
            <p:cNvPr id="190" name="text_189">
              <a:extLst>
                <a:ext uri="{FF2B5EF4-FFF2-40B4-BE49-F238E27FC236}">
                  <ns2:creationId id="{8BFA9EE2-65A9-4ADA-8A72-35F6D24F63EA}"/>
                </a:ext>
              </a:extLst>
            </p:cNvPr>
            <p:cNvSpPr>
              <a:spLocks noGrp="1"/>
            </p:cNvSpPr>
            <p:nvPr/>
          </p:nvSpPr>
          <p:spPr>
            <a:xfrm>
              <a:off x="11039475" y="5572125"/>
              <a:ext cx="762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1046.84</a:t>
              </a:r>
            </a:p>
          </p:txBody>
        </p:sp>
        <p:sp>
          <p:nvSpPr>
            <p:cNvPr id="191" name="text_190">
              <a:extLst>
                <a:ext uri="{FF2B5EF4-FFF2-40B4-BE49-F238E27FC236}">
                  <ns2:creationId id="{0DF3F145-B946-417F-B1B7-53D31BDB2BBA}"/>
                </a:ext>
              </a:extLst>
            </p:cNvPr>
            <p:cNvSpPr>
              <a:spLocks noGrp="1"/>
            </p:cNvSpPr>
            <p:nvPr/>
          </p:nvSpPr>
          <p:spPr>
            <a:xfrm>
              <a:off x="7896225" y="5219700"/>
              <a:ext cx="39052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7B8790"/>
                  </a:solidFill>
                  <a:latin typeface="Arial"/>
                  <a:ea typeface="Arial"/>
                  <a:cs typeface="Arial"/>
                </a:rPr>
                <a:t>pressure (hPa)</a:t>
              </a:r>
            </a:p>
          </p:txBody>
        </p:sp>
      </p:grpSp>
    </p:spTree>
    <p:extLst>
      <p:ext uri="{BB962C8B-B14F-4D97-AF65-F5344CB8AC3E}">
        <ns4:creationId val="967297993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285" name="Manuscript Figure 9: Supplement_ReferenceControl_Full"/>
          <p:cNvGrpSpPr/>
          <p:nvPr/>
        </p:nvGrpSpPr>
        <p:grpSpPr>
          <a:xfrm>
            <a:off x="0" y="237635"/>
            <a:ext cx="12801600" cy="6324600"/>
            <a:chOff x="0" y="0"/>
            <a:chExt cx="12801600" cy="6324600"/>
          </a:xfrm>
        </p:grpSpPr>
        <p:sp>
          <p:nvSpPr>
            <p:cNvPr id="284" name="(a) Source fields and x projections">
              <a:extLst>
                <a:ext uri="{FF2B5EF4-FFF2-40B4-BE49-F238E27FC236}">
                  <ns2:creationId id="{9AC52198-D291-4059-B67D-5029ECEE6834}"/>
                </a:ext>
              </a:extLst>
            </p:cNvPr>
            <p:cNvSpPr>
              <a:spLocks noGrp="1"/>
            </p:cNvSpPr>
            <p:nvPr/>
          </p:nvSpPr>
          <p:spPr>
            <a:xfrm>
              <a:off x="171450" y="57150"/>
              <a:ext cx="6953250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Source fields and x projections</a:t>
              </a:r>
            </a:p>
          </p:txBody>
        </p:sp>
        <p:pic>
          <p:nvPicPr>
            <p:cNvPr id="3" name="">
              <a:extLst>
                <a:ext uri="{FF2B5EF4-FFF2-40B4-BE49-F238E27FC236}">
                  <ns2:creationId id="{1CACF375-5E53-4937-A482-5D4E059B10C8}"/>
                </a:ext>
              </a:extLst>
            </p:cNvPr>
            <p:cNvPicPr>
              <a:picLocks noChangeAspect="1"/>
            </p:cNvPicPr>
            <p:nvPr/>
          </p:nvPicPr>
          <p:blipFill>
            <a:blip r:embed="Re31f6a086a63419a"/>
            <a:stretch/>
          </p:blipFill>
          <p:spPr>
            <a:xfrm>
              <a:off x="10306050" y="104775"/>
              <a:ext cx="1676400" cy="85725"/>
            </a:xfrm>
            <a:prstGeom prst="rect">
              <a:avLst/>
            </a:prstGeom>
          </p:spPr>
        </p:pic>
        <p:sp>
          <p:nvSpPr>
            <p:cNvPr id="4" name="0">
              <a:extLst>
                <a:ext uri="{FF2B5EF4-FFF2-40B4-BE49-F238E27FC236}">
                  <ns2:creationId id="{37232620-2D26-4CF1-B115-A72B7ED359A7}"/>
                </a:ext>
              </a:extLst>
            </p:cNvPr>
            <p:cNvSpPr>
              <a:spLocks noGrp="1"/>
            </p:cNvSpPr>
            <p:nvPr/>
          </p:nvSpPr>
          <p:spPr>
            <a:xfrm>
              <a:off x="10229850" y="209550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1.05">
              <a:extLst>
                <a:ext uri="{FF2B5EF4-FFF2-40B4-BE49-F238E27FC236}">
                  <ns2:creationId id="{C381897A-D392-492D-96A1-061EE9F4306A}"/>
                </a:ext>
              </a:extLst>
            </p:cNvPr>
            <p:cNvSpPr>
              <a:spLocks noGrp="1"/>
            </p:cNvSpPr>
            <p:nvPr/>
          </p:nvSpPr>
          <p:spPr>
            <a:xfrm>
              <a:off x="11734800" y="209550"/>
              <a:ext cx="4953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1.05</a:t>
              </a:r>
            </a:p>
          </p:txBody>
        </p:sp>
        <p:sp>
          <p:nvSpPr>
            <p:cNvPr id="6" name="t = 0">
              <a:extLst>
                <a:ext uri="{FF2B5EF4-FFF2-40B4-BE49-F238E27FC236}">
                  <ns2:creationId id="{B272ADEF-3A22-4131-990E-B8B4A5F40872}"/>
                </a:ext>
              </a:extLst>
            </p:cNvPr>
            <p:cNvSpPr>
              <a:spLocks noGrp="1"/>
            </p:cNvSpPr>
            <p:nvPr/>
          </p:nvSpPr>
          <p:spPr>
            <a:xfrm>
              <a:off x="857250" y="409575"/>
              <a:ext cx="16764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 = 0</a:t>
              </a:r>
            </a:p>
          </p:txBody>
        </p:sp>
        <p:pic>
          <p:nvPicPr>
            <p:cNvPr id="7" name="">
              <a:extLst>
                <a:ext uri="{FF2B5EF4-FFF2-40B4-BE49-F238E27FC236}">
                  <ns2:creationId id="{F0BE38F2-CE72-4BD6-8A6F-78207AD12BC5}"/>
                </a:ext>
              </a:extLst>
            </p:cNvPr>
            <p:cNvPicPr>
              <a:picLocks noChangeAspect="1"/>
            </p:cNvPicPr>
            <p:nvPr/>
          </p:nvPicPr>
          <p:blipFill>
            <a:blip r:embed="R977e667ad3da4b58"/>
            <a:stretch/>
          </p:blipFill>
          <p:spPr>
            <a:xfrm>
              <a:off x="857250" y="685800"/>
              <a:ext cx="1676400" cy="1676400"/>
            </a:xfrm>
            <a:prstGeom prst="rect">
              <a:avLst/>
            </a:prstGeom>
          </p:spPr>
        </p:pic>
        <p:sp>
          <p:nvSpPr>
            <p:cNvPr id="8" name="Scientific domain frame">
              <a:extLst>
                <a:ext uri="{FF2B5EF4-FFF2-40B4-BE49-F238E27FC236}">
                  <ns2:creationId id="{B2FBD9B0-0256-4204-95BD-932DC2AED109}"/>
                </a:ext>
              </a:extLst>
            </p:cNvPr>
            <p:cNvSpPr>
              <a:spLocks noGrp="1"/>
            </p:cNvSpPr>
            <p:nvPr/>
          </p:nvSpPr>
          <p:spPr>
            <a:xfrm>
              <a:off x="857250" y="685800"/>
              <a:ext cx="1676400" cy="167640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9" name="Scientific path">
              <a:extLst>
                <a:ext uri="{FF2B5EF4-FFF2-40B4-BE49-F238E27FC236}">
                  <ns2:creationId id="{91B99CBA-11B6-443A-BFA5-D75F72AC66D9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" y="819150"/>
              <a:ext cx="504825" cy="95"/>
            </a:xfrm>
            <a:custGeom>
              <a:pathLst>
                <a:path w="504825" h="9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3335">
              <a:solidFill>
                <a:srgbClr val="E4EEF0"/>
              </a:solidFill>
              <a:prstDash val="solid"/>
            </a:ln>
          </p:spPr>
        </p:sp>
        <p:sp>
          <p:nvSpPr>
            <p:cNvPr id="10" name="Scientific path">
              <a:extLst>
                <a:ext uri="{FF2B5EF4-FFF2-40B4-BE49-F238E27FC236}">
                  <ns2:creationId id="{F2AB7E58-516A-4859-AB07-B81DE2E83B9C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790575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3335">
              <a:solidFill>
                <a:srgbClr val="E4EEF0"/>
              </a:solidFill>
              <a:prstDash val="solid"/>
            </a:ln>
          </p:spPr>
        </p:sp>
        <p:sp>
          <p:nvSpPr>
            <p:cNvPr id="11" name="Scientific path">
              <a:extLst>
                <a:ext uri="{FF2B5EF4-FFF2-40B4-BE49-F238E27FC236}">
                  <ns2:creationId id="{EC9010CE-8EB9-420C-9E53-69C85BDEB0C5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819150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3335">
              <a:solidFill>
                <a:srgbClr val="E4EEF0"/>
              </a:solidFill>
              <a:prstDash val="solid"/>
            </a:ln>
          </p:spPr>
        </p:sp>
        <p:sp>
          <p:nvSpPr>
            <p:cNvPr id="12" name="d = x">
              <a:extLst>
                <a:ext uri="{FF2B5EF4-FFF2-40B4-BE49-F238E27FC236}">
                  <ns2:creationId id="{4926A974-7418-4641-A6B3-0B6903C3D8C4}"/>
                </a:ext>
              </a:extLst>
            </p:cNvPr>
            <p:cNvSpPr>
              <a:spLocks noGrp="1"/>
            </p:cNvSpPr>
            <p:nvPr/>
          </p:nvSpPr>
          <p:spPr>
            <a:xfrm>
              <a:off x="1047750" y="885825"/>
              <a:ext cx="71437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 = x</a:t>
              </a:r>
            </a:p>
          </p:txBody>
        </p:sp>
        <p:sp>
          <p:nvSpPr>
            <p:cNvPr id="17" name="Source identity A t0">
              <a:extLst>
                <a:ext uri="{FF2B5EF4-FFF2-40B4-BE49-F238E27FC236}">
                  <ns2:creationId id="{24A3DFD5-BE58-42D2-8756-E9245BDBD0C8}"/>
                </a:ext>
              </a:extLst>
            </p:cNvPr>
            <p:cNvSpPr>
              <a:spLocks noGrp="1"/>
            </p:cNvSpPr>
            <p:nvPr/>
          </p:nvSpPr>
          <p:spPr>
            <a:xfrm>
              <a:off x="1222375" y="1863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22" name="Source identity B t0">
              <a:extLst>
                <a:ext uri="{FF2B5EF4-FFF2-40B4-BE49-F238E27FC236}">
                  <ns2:creationId id="{25147C35-C4A8-4651-8EC8-134436715E3C}"/>
                </a:ext>
              </a:extLst>
            </p:cNvPr>
            <p:cNvSpPr>
              <a:spLocks noGrp="1"/>
            </p:cNvSpPr>
            <p:nvPr/>
          </p:nvSpPr>
          <p:spPr>
            <a:xfrm>
              <a:off x="1501775" y="10255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27" name="Source identity C t0">
              <a:extLst>
                <a:ext uri="{FF2B5EF4-FFF2-40B4-BE49-F238E27FC236}">
                  <ns2:creationId id="{2427D21B-DF0D-412A-B9C1-96B142C022FF}"/>
                </a:ext>
              </a:extLst>
            </p:cNvPr>
            <p:cNvSpPr>
              <a:spLocks noGrp="1"/>
            </p:cNvSpPr>
            <p:nvPr/>
          </p:nvSpPr>
          <p:spPr>
            <a:xfrm>
              <a:off x="2339975" y="7461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28" name="Scientific path">
              <a:extLst>
                <a:ext uri="{FF2B5EF4-FFF2-40B4-BE49-F238E27FC236}">
                  <ns2:creationId id="{42EBCE20-49FB-4D59-935E-F0FEBD7E3B4D}"/>
                </a:ext>
              </a:extLst>
            </p:cNvPr>
            <p:cNvSpPr>
              <a:spLocks noGrp="1"/>
            </p:cNvSpPr>
            <p:nvPr/>
          </p:nvSpPr>
          <p:spPr>
            <a:xfrm>
              <a:off x="857250" y="2790825"/>
              <a:ext cx="1676400" cy="95"/>
            </a:xfrm>
            <a:custGeom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29" name="Scientific path">
              <a:extLst>
                <a:ext uri="{FF2B5EF4-FFF2-40B4-BE49-F238E27FC236}">
                  <ns2:creationId id="{A4654520-0A8C-44D5-9451-5C829AEB89BE}"/>
                </a:ext>
              </a:extLst>
            </p:cNvPr>
            <p:cNvSpPr>
              <a:spLocks noGrp="1"/>
            </p:cNvSpPr>
            <p:nvPr/>
          </p:nvSpPr>
          <p:spPr>
            <a:xfrm>
              <a:off x="2476500" y="2762250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30" name="Scientific path">
              <a:extLst>
                <a:ext uri="{FF2B5EF4-FFF2-40B4-BE49-F238E27FC236}">
                  <ns2:creationId id="{E0951C91-497E-4EF5-939D-ADB40A343659}"/>
                </a:ext>
              </a:extLst>
            </p:cNvPr>
            <p:cNvSpPr>
              <a:spLocks noGrp="1"/>
            </p:cNvSpPr>
            <p:nvPr/>
          </p:nvSpPr>
          <p:spPr>
            <a:xfrm>
              <a:off x="2476500" y="2790825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31" name="A exact x projection t0">
              <a:extLst>
                <a:ext uri="{FF2B5EF4-FFF2-40B4-BE49-F238E27FC236}">
                  <ns2:creationId id="{32FF9D78-1E5B-4BE6-9A61-F8E5C35DA9FA}"/>
                </a:ext>
              </a:extLst>
            </p:cNvPr>
            <p:cNvSpPr>
              <a:spLocks noGrp="1"/>
            </p:cNvSpPr>
            <p:nvPr/>
          </p:nvSpPr>
          <p:spPr>
            <a:xfrm>
              <a:off x="1094740" y="2748915"/>
              <a:ext cx="83820" cy="83820"/>
            </a:xfrm>
            <a:prstGeom prst="ellipse">
              <a:avLst/>
            </a:prstGeom>
            <a:solidFill>
              <a:srgbClr val="0072B2"/>
            </a:solidFill>
            <a:ln w="15240">
              <a:solidFill>
                <a:srgbClr val="0072B2"/>
              </a:solidFill>
            </a:ln>
          </p:spPr>
        </p:sp>
        <p:sp>
          <p:nvSpPr>
            <p:cNvPr id="32" name="A">
              <a:extLst>
                <a:ext uri="{FF2B5EF4-FFF2-40B4-BE49-F238E27FC236}">
                  <ns2:creationId id="{8C9CD00B-6737-4588-BFF8-6B308D9AF964}"/>
                </a:ext>
              </a:extLst>
            </p:cNvPr>
            <p:cNvSpPr>
              <a:spLocks noGrp="1"/>
            </p:cNvSpPr>
            <p:nvPr/>
          </p:nvSpPr>
          <p:spPr>
            <a:xfrm>
              <a:off x="10128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3" name="20">
              <a:extLst>
                <a:ext uri="{FF2B5EF4-FFF2-40B4-BE49-F238E27FC236}">
                  <ns2:creationId id="{2BA2AE67-01A6-4477-90CF-38DEE5C4C2EE}"/>
                </a:ext>
              </a:extLst>
            </p:cNvPr>
            <p:cNvSpPr>
              <a:spLocks noGrp="1"/>
            </p:cNvSpPr>
            <p:nvPr/>
          </p:nvSpPr>
          <p:spPr>
            <a:xfrm>
              <a:off x="8890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34" name="B exact x projection t0">
              <a:extLst>
                <a:ext uri="{FF2B5EF4-FFF2-40B4-BE49-F238E27FC236}">
                  <ns2:creationId id="{C46FD7FA-BD16-4843-BBEE-E4943D04800A}"/>
                </a:ext>
              </a:extLst>
            </p:cNvPr>
            <p:cNvSpPr>
              <a:spLocks noGrp="1"/>
            </p:cNvSpPr>
            <p:nvPr/>
          </p:nvSpPr>
          <p:spPr>
            <a:xfrm>
              <a:off x="1374140" y="2748915"/>
              <a:ext cx="83820" cy="83820"/>
            </a:xfrm>
            <a:prstGeom prst="ellipse">
              <a:avLst/>
            </a:prstGeom>
            <a:solidFill>
              <a:srgbClr val="D55E00"/>
            </a:solidFill>
            <a:ln w="15240">
              <a:solidFill>
                <a:srgbClr val="D55E00"/>
              </a:solidFill>
            </a:ln>
          </p:spPr>
        </p:sp>
        <p:sp>
          <p:nvSpPr>
            <p:cNvPr id="35" name="B">
              <a:extLst>
                <a:ext uri="{FF2B5EF4-FFF2-40B4-BE49-F238E27FC236}">
                  <ns2:creationId id="{894763F6-4F17-417B-8CF8-6E8E3B8E7CB4}"/>
                </a:ext>
              </a:extLst>
            </p:cNvPr>
            <p:cNvSpPr>
              <a:spLocks noGrp="1"/>
            </p:cNvSpPr>
            <p:nvPr/>
          </p:nvSpPr>
          <p:spPr>
            <a:xfrm>
              <a:off x="12922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36" name="40">
              <a:extLst>
                <a:ext uri="{FF2B5EF4-FFF2-40B4-BE49-F238E27FC236}">
                  <ns2:creationId id="{AF1345C5-4C3C-4E17-831C-90F9BC417845}"/>
                </a:ext>
              </a:extLst>
            </p:cNvPr>
            <p:cNvSpPr>
              <a:spLocks noGrp="1"/>
            </p:cNvSpPr>
            <p:nvPr/>
          </p:nvSpPr>
          <p:spPr>
            <a:xfrm>
              <a:off x="11684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37" name="C exact x projection t0">
              <a:extLst>
                <a:ext uri="{FF2B5EF4-FFF2-40B4-BE49-F238E27FC236}">
                  <ns2:creationId id="{9E5499DB-9901-48E0-9822-C0CE6509404D}"/>
                </a:ext>
              </a:extLst>
            </p:cNvPr>
            <p:cNvSpPr>
              <a:spLocks noGrp="1"/>
            </p:cNvSpPr>
            <p:nvPr/>
          </p:nvSpPr>
          <p:spPr>
            <a:xfrm>
              <a:off x="2212340" y="2748915"/>
              <a:ext cx="83820" cy="83820"/>
            </a:xfrm>
            <a:prstGeom prst="ellipse">
              <a:avLst/>
            </a:prstGeom>
            <a:solidFill>
              <a:srgbClr val="009E73"/>
            </a:solidFill>
            <a:ln w="15240">
              <a:solidFill>
                <a:srgbClr val="009E73"/>
              </a:solidFill>
            </a:ln>
          </p:spPr>
        </p:sp>
        <p:sp>
          <p:nvSpPr>
            <p:cNvPr id="38" name="C">
              <a:extLst>
                <a:ext uri="{FF2B5EF4-FFF2-40B4-BE49-F238E27FC236}">
                  <ns2:creationId id="{2A196E36-63C9-473D-B8DF-883C783AF468}"/>
                </a:ext>
              </a:extLst>
            </p:cNvPr>
            <p:cNvSpPr>
              <a:spLocks noGrp="1"/>
            </p:cNvSpPr>
            <p:nvPr/>
          </p:nvSpPr>
          <p:spPr>
            <a:xfrm>
              <a:off x="21304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100">
              <a:extLst>
                <a:ext uri="{FF2B5EF4-FFF2-40B4-BE49-F238E27FC236}">
                  <ns2:creationId id="{6DB82269-83D5-4A5F-B102-ABE554612989}"/>
                </a:ext>
              </a:extLst>
            </p:cNvPr>
            <p:cNvSpPr>
              <a:spLocks noGrp="1"/>
            </p:cNvSpPr>
            <p:nvPr/>
          </p:nvSpPr>
          <p:spPr>
            <a:xfrm>
              <a:off x="20066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40" name="t = 12">
              <a:extLst>
                <a:ext uri="{FF2B5EF4-FFF2-40B4-BE49-F238E27FC236}">
                  <ns2:creationId id="{3150B4BE-62C8-4D2B-8F23-3EFE0655CF40}"/>
                </a:ext>
              </a:extLst>
            </p:cNvPr>
            <p:cNvSpPr>
              <a:spLocks noGrp="1"/>
            </p:cNvSpPr>
            <p:nvPr/>
          </p:nvSpPr>
          <p:spPr>
            <a:xfrm>
              <a:off x="2800350" y="409575"/>
              <a:ext cx="16764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 = 12</a:t>
              </a:r>
            </a:p>
          </p:txBody>
        </p:sp>
        <p:pic>
          <p:nvPicPr>
            <p:cNvPr id="41" name="">
              <a:extLst>
                <a:ext uri="{FF2B5EF4-FFF2-40B4-BE49-F238E27FC236}">
                  <ns2:creationId id="{78A31139-EAEE-43F9-8B0F-6EF49B77C598}"/>
                </a:ext>
              </a:extLst>
            </p:cNvPr>
            <p:cNvPicPr>
              <a:picLocks noChangeAspect="1"/>
            </p:cNvPicPr>
            <p:nvPr/>
          </p:nvPicPr>
          <p:blipFill>
            <a:blip r:embed="R979cb5438a71439c"/>
            <a:stretch/>
          </p:blipFill>
          <p:spPr>
            <a:xfrm>
              <a:off x="2800350" y="685800"/>
              <a:ext cx="1676400" cy="1676400"/>
            </a:xfrm>
            <a:prstGeom prst="rect">
              <a:avLst/>
            </a:prstGeom>
          </p:spPr>
        </p:pic>
        <p:sp>
          <p:nvSpPr>
            <p:cNvPr id="42" name="Scientific domain frame">
              <a:extLst>
                <a:ext uri="{FF2B5EF4-FFF2-40B4-BE49-F238E27FC236}">
                  <ns2:creationId id="{6822FAAE-F1FC-4ECF-B95C-C3DBC4784333}"/>
                </a:ext>
              </a:extLst>
            </p:cNvPr>
            <p:cNvSpPr>
              <a:spLocks noGrp="1"/>
            </p:cNvSpPr>
            <p:nvPr/>
          </p:nvSpPr>
          <p:spPr>
            <a:xfrm>
              <a:off x="2800350" y="685800"/>
              <a:ext cx="1676400" cy="167640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47" name="Source identity A t12">
              <a:extLst>
                <a:ext uri="{FF2B5EF4-FFF2-40B4-BE49-F238E27FC236}">
                  <ns2:creationId id="{1BF398B3-2F05-4F1E-B0FC-76816A6BEA14}"/>
                </a:ext>
              </a:extLst>
            </p:cNvPr>
            <p:cNvSpPr>
              <a:spLocks noGrp="1"/>
            </p:cNvSpPr>
            <p:nvPr/>
          </p:nvSpPr>
          <p:spPr>
            <a:xfrm>
              <a:off x="3165475" y="1863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2" name="Source identity B t12">
              <a:extLst>
                <a:ext uri="{FF2B5EF4-FFF2-40B4-BE49-F238E27FC236}">
                  <ns2:creationId id="{D72BCB1D-F5A0-4190-9822-8553F846CE59}"/>
                </a:ext>
              </a:extLst>
            </p:cNvPr>
            <p:cNvSpPr>
              <a:spLocks noGrp="1"/>
            </p:cNvSpPr>
            <p:nvPr/>
          </p:nvSpPr>
          <p:spPr>
            <a:xfrm>
              <a:off x="3549650" y="1130300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57" name="Source identity C t12">
              <a:extLst>
                <a:ext uri="{FF2B5EF4-FFF2-40B4-BE49-F238E27FC236}">
                  <ns2:creationId id="{994720F7-F6DB-4CD1-9459-19C5AE26C236}"/>
                </a:ext>
              </a:extLst>
            </p:cNvPr>
            <p:cNvSpPr>
              <a:spLocks noGrp="1"/>
            </p:cNvSpPr>
            <p:nvPr/>
          </p:nvSpPr>
          <p:spPr>
            <a:xfrm>
              <a:off x="4283075" y="7461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8" name="Scientific path">
              <a:extLst>
                <a:ext uri="{FF2B5EF4-FFF2-40B4-BE49-F238E27FC236}">
                  <ns2:creationId id="{418F954B-CE6E-451F-A6E6-933986C2D123}"/>
                </a:ext>
              </a:extLst>
            </p:cNvPr>
            <p:cNvSpPr>
              <a:spLocks noGrp="1"/>
            </p:cNvSpPr>
            <p:nvPr/>
          </p:nvSpPr>
          <p:spPr>
            <a:xfrm>
              <a:off x="2800350" y="2790825"/>
              <a:ext cx="1676400" cy="95"/>
            </a:xfrm>
            <a:custGeom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59" name="Scientific path">
              <a:extLst>
                <a:ext uri="{FF2B5EF4-FFF2-40B4-BE49-F238E27FC236}">
                  <ns2:creationId id="{424AA644-BB98-4743-97A8-EC2C85AE7215}"/>
                </a:ext>
              </a:extLst>
            </p:cNvPr>
            <p:cNvSpPr>
              <a:spLocks noGrp="1"/>
            </p:cNvSpPr>
            <p:nvPr/>
          </p:nvSpPr>
          <p:spPr>
            <a:xfrm>
              <a:off x="4419600" y="2762250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60" name="Scientific path">
              <a:extLst>
                <a:ext uri="{FF2B5EF4-FFF2-40B4-BE49-F238E27FC236}">
                  <ns2:creationId id="{88962D4D-FBB2-4F69-B68F-41C2C6DC1620}"/>
                </a:ext>
              </a:extLst>
            </p:cNvPr>
            <p:cNvSpPr>
              <a:spLocks noGrp="1"/>
            </p:cNvSpPr>
            <p:nvPr/>
          </p:nvSpPr>
          <p:spPr>
            <a:xfrm>
              <a:off x="4419600" y="2790825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61" name="A exact x projection t12">
              <a:extLst>
                <a:ext uri="{FF2B5EF4-FFF2-40B4-BE49-F238E27FC236}">
                  <ns2:creationId id="{613B732B-61A7-41AA-A03B-8EF0C8A355BA}"/>
                </a:ext>
              </a:extLst>
            </p:cNvPr>
            <p:cNvSpPr>
              <a:spLocks noGrp="1"/>
            </p:cNvSpPr>
            <p:nvPr/>
          </p:nvSpPr>
          <p:spPr>
            <a:xfrm>
              <a:off x="3037840" y="2748915"/>
              <a:ext cx="83820" cy="83820"/>
            </a:xfrm>
            <a:prstGeom prst="ellipse">
              <a:avLst/>
            </a:prstGeom>
            <a:solidFill>
              <a:srgbClr val="0072B2"/>
            </a:solidFill>
            <a:ln w="15240">
              <a:solidFill>
                <a:srgbClr val="0072B2"/>
              </a:solidFill>
            </a:ln>
          </p:spPr>
        </p:sp>
        <p:sp>
          <p:nvSpPr>
            <p:cNvPr id="62" name="A">
              <a:extLst>
                <a:ext uri="{FF2B5EF4-FFF2-40B4-BE49-F238E27FC236}">
                  <ns2:creationId id="{F89E8D4B-9448-4617-A548-FCA67AA18841}"/>
                </a:ext>
              </a:extLst>
            </p:cNvPr>
            <p:cNvSpPr>
              <a:spLocks noGrp="1"/>
            </p:cNvSpPr>
            <p:nvPr/>
          </p:nvSpPr>
          <p:spPr>
            <a:xfrm>
              <a:off x="29559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20">
              <a:extLst>
                <a:ext uri="{FF2B5EF4-FFF2-40B4-BE49-F238E27FC236}">
                  <ns2:creationId id="{FF60313E-862A-46CE-B47D-48188FB8F623}"/>
                </a:ext>
              </a:extLst>
            </p:cNvPr>
            <p:cNvSpPr>
              <a:spLocks noGrp="1"/>
            </p:cNvSpPr>
            <p:nvPr/>
          </p:nvSpPr>
          <p:spPr>
            <a:xfrm>
              <a:off x="28321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64" name="B exact x projection t12">
              <a:extLst>
                <a:ext uri="{FF2B5EF4-FFF2-40B4-BE49-F238E27FC236}">
                  <ns2:creationId id="{06192CE8-A965-4F96-8033-B08288A2F10C}"/>
                </a:ext>
              </a:extLst>
            </p:cNvPr>
            <p:cNvSpPr>
              <a:spLocks noGrp="1"/>
            </p:cNvSpPr>
            <p:nvPr/>
          </p:nvSpPr>
          <p:spPr>
            <a:xfrm>
              <a:off x="3422015" y="2748915"/>
              <a:ext cx="83820" cy="83820"/>
            </a:xfrm>
            <a:prstGeom prst="ellipse">
              <a:avLst/>
            </a:prstGeom>
            <a:solidFill>
              <a:srgbClr val="D55E00"/>
            </a:solidFill>
            <a:ln w="15240">
              <a:solidFill>
                <a:srgbClr val="D55E00"/>
              </a:solidFill>
            </a:ln>
          </p:spPr>
        </p:sp>
        <p:sp>
          <p:nvSpPr>
            <p:cNvPr id="65" name="B">
              <a:extLst>
                <a:ext uri="{FF2B5EF4-FFF2-40B4-BE49-F238E27FC236}">
                  <ns2:creationId id="{DCF664C9-80CC-4620-A38A-934D6E7F0846}"/>
                </a:ext>
              </a:extLst>
            </p:cNvPr>
            <p:cNvSpPr>
              <a:spLocks noGrp="1"/>
            </p:cNvSpPr>
            <p:nvPr/>
          </p:nvSpPr>
          <p:spPr>
            <a:xfrm>
              <a:off x="3340100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66" name="47.5">
              <a:extLst>
                <a:ext uri="{FF2B5EF4-FFF2-40B4-BE49-F238E27FC236}">
                  <ns2:creationId id="{B34A5F81-79C6-4A85-9014-2E6847A1EC06}"/>
                </a:ext>
              </a:extLst>
            </p:cNvPr>
            <p:cNvSpPr>
              <a:spLocks noGrp="1"/>
            </p:cNvSpPr>
            <p:nvPr/>
          </p:nvSpPr>
          <p:spPr>
            <a:xfrm>
              <a:off x="3216275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47.5</a:t>
              </a:r>
            </a:p>
          </p:txBody>
        </p:sp>
        <p:sp>
          <p:nvSpPr>
            <p:cNvPr id="67" name="C exact x projection t12">
              <a:extLst>
                <a:ext uri="{FF2B5EF4-FFF2-40B4-BE49-F238E27FC236}">
                  <ns2:creationId id="{39012931-7309-4550-A75B-D52D89383DCC}"/>
                </a:ext>
              </a:extLst>
            </p:cNvPr>
            <p:cNvSpPr>
              <a:spLocks noGrp="1"/>
            </p:cNvSpPr>
            <p:nvPr/>
          </p:nvSpPr>
          <p:spPr>
            <a:xfrm>
              <a:off x="4155440" y="2748915"/>
              <a:ext cx="83820" cy="83820"/>
            </a:xfrm>
            <a:prstGeom prst="ellipse">
              <a:avLst/>
            </a:prstGeom>
            <a:solidFill>
              <a:srgbClr val="009E73"/>
            </a:solidFill>
            <a:ln w="15240">
              <a:solidFill>
                <a:srgbClr val="009E73"/>
              </a:solidFill>
            </a:ln>
          </p:spPr>
        </p:sp>
        <p:sp>
          <p:nvSpPr>
            <p:cNvPr id="68" name="C">
              <a:extLst>
                <a:ext uri="{FF2B5EF4-FFF2-40B4-BE49-F238E27FC236}">
                  <ns2:creationId id="{24DD0AC7-558A-4D3B-80F0-840EF63D4AAA}"/>
                </a:ext>
              </a:extLst>
            </p:cNvPr>
            <p:cNvSpPr>
              <a:spLocks noGrp="1"/>
            </p:cNvSpPr>
            <p:nvPr/>
          </p:nvSpPr>
          <p:spPr>
            <a:xfrm>
              <a:off x="40735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69" name="100">
              <a:extLst>
                <a:ext uri="{FF2B5EF4-FFF2-40B4-BE49-F238E27FC236}">
                  <ns2:creationId id="{AED5B126-A6E6-40E3-A6E8-1922100E9C1E}"/>
                </a:ext>
              </a:extLst>
            </p:cNvPr>
            <p:cNvSpPr>
              <a:spLocks noGrp="1"/>
            </p:cNvSpPr>
            <p:nvPr/>
          </p:nvSpPr>
          <p:spPr>
            <a:xfrm>
              <a:off x="39497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70" name="t = 25">
              <a:extLst>
                <a:ext uri="{FF2B5EF4-FFF2-40B4-BE49-F238E27FC236}">
                  <ns2:creationId id="{6DEA06C3-F2FD-4D5C-A3E1-891E3B0AADB5}"/>
                </a:ext>
              </a:extLst>
            </p:cNvPr>
            <p:cNvSpPr>
              <a:spLocks noGrp="1"/>
            </p:cNvSpPr>
            <p:nvPr/>
          </p:nvSpPr>
          <p:spPr>
            <a:xfrm>
              <a:off x="4743450" y="409575"/>
              <a:ext cx="16764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 = 25</a:t>
              </a:r>
            </a:p>
          </p:txBody>
        </p:sp>
        <p:pic>
          <p:nvPicPr>
            <p:cNvPr id="71" name="">
              <a:extLst>
                <a:ext uri="{FF2B5EF4-FFF2-40B4-BE49-F238E27FC236}">
                  <ns2:creationId id="{2FDA1361-5800-452E-A1D3-35184E921BC8}"/>
                </a:ext>
              </a:extLst>
            </p:cNvPr>
            <p:cNvPicPr>
              <a:picLocks noChangeAspect="1"/>
            </p:cNvPicPr>
            <p:nvPr/>
          </p:nvPicPr>
          <p:blipFill>
            <a:blip r:embed="Rfe2055f96b5f404f"/>
            <a:stretch/>
          </p:blipFill>
          <p:spPr>
            <a:xfrm>
              <a:off x="4743450" y="685800"/>
              <a:ext cx="1676400" cy="1676400"/>
            </a:xfrm>
            <a:prstGeom prst="rect">
              <a:avLst/>
            </a:prstGeom>
          </p:spPr>
        </p:pic>
        <p:sp>
          <p:nvSpPr>
            <p:cNvPr id="72" name="Scientific domain frame">
              <a:extLst>
                <a:ext uri="{FF2B5EF4-FFF2-40B4-BE49-F238E27FC236}">
                  <ns2:creationId id="{26515932-25CF-4D00-8E69-9F245B353773}"/>
                </a:ext>
              </a:extLst>
            </p:cNvPr>
            <p:cNvSpPr>
              <a:spLocks noGrp="1"/>
            </p:cNvSpPr>
            <p:nvPr/>
          </p:nvSpPr>
          <p:spPr>
            <a:xfrm>
              <a:off x="4743450" y="685800"/>
              <a:ext cx="1676400" cy="167640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77" name="Source identity A t25">
              <a:extLst>
                <a:ext uri="{FF2B5EF4-FFF2-40B4-BE49-F238E27FC236}">
                  <ns2:creationId id="{CF8E7695-301B-4FC1-8888-89A05138F6B1}"/>
                </a:ext>
              </a:extLst>
            </p:cNvPr>
            <p:cNvSpPr>
              <a:spLocks noGrp="1"/>
            </p:cNvSpPr>
            <p:nvPr/>
          </p:nvSpPr>
          <p:spPr>
            <a:xfrm>
              <a:off x="5108575" y="1863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82" name="Source identity B t25">
              <a:extLst>
                <a:ext uri="{FF2B5EF4-FFF2-40B4-BE49-F238E27FC236}">
                  <ns2:creationId id="{F913784C-500C-4BCA-B768-0F37BDED8AA1}"/>
                </a:ext>
              </a:extLst>
            </p:cNvPr>
            <p:cNvSpPr>
              <a:spLocks noGrp="1"/>
            </p:cNvSpPr>
            <p:nvPr/>
          </p:nvSpPr>
          <p:spPr>
            <a:xfrm>
              <a:off x="5611495" y="124904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87" name="Source identity C t25">
              <a:extLst>
                <a:ext uri="{FF2B5EF4-FFF2-40B4-BE49-F238E27FC236}">
                  <ns2:creationId id="{92B81EC0-193A-44F3-8AB9-565C0C3EF885}"/>
                </a:ext>
              </a:extLst>
            </p:cNvPr>
            <p:cNvSpPr>
              <a:spLocks noGrp="1"/>
            </p:cNvSpPr>
            <p:nvPr/>
          </p:nvSpPr>
          <p:spPr>
            <a:xfrm>
              <a:off x="6226175" y="7461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88" name="Scientific path">
              <a:extLst>
                <a:ext uri="{FF2B5EF4-FFF2-40B4-BE49-F238E27FC236}">
                  <ns2:creationId id="{3FF5A61C-1A2C-406F-BEEB-29FBE3949953}"/>
                </a:ext>
              </a:extLst>
            </p:cNvPr>
            <p:cNvSpPr>
              <a:spLocks noGrp="1"/>
            </p:cNvSpPr>
            <p:nvPr/>
          </p:nvSpPr>
          <p:spPr>
            <a:xfrm>
              <a:off x="4743450" y="2790825"/>
              <a:ext cx="1676400" cy="95"/>
            </a:xfrm>
            <a:custGeom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89" name="Scientific path">
              <a:extLst>
                <a:ext uri="{FF2B5EF4-FFF2-40B4-BE49-F238E27FC236}">
                  <ns2:creationId id="{8B7CEAAB-2DA5-429E-B281-EFDE15E66D0D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2762250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90" name="Scientific path">
              <a:extLst>
                <a:ext uri="{FF2B5EF4-FFF2-40B4-BE49-F238E27FC236}">
                  <ns2:creationId id="{1A39648A-250F-4D62-91D7-467D03C2E283}"/>
                </a:ext>
              </a:extLst>
            </p:cNvPr>
            <p:cNvSpPr>
              <a:spLocks noGrp="1"/>
            </p:cNvSpPr>
            <p:nvPr/>
          </p:nvSpPr>
          <p:spPr>
            <a:xfrm>
              <a:off x="6362700" y="2790825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91" name="A exact x projection t25">
              <a:extLst>
                <a:ext uri="{FF2B5EF4-FFF2-40B4-BE49-F238E27FC236}">
                  <ns2:creationId id="{A16063BD-8778-47A5-B37F-5F6CB7565D35}"/>
                </a:ext>
              </a:extLst>
            </p:cNvPr>
            <p:cNvSpPr>
              <a:spLocks noGrp="1"/>
            </p:cNvSpPr>
            <p:nvPr/>
          </p:nvSpPr>
          <p:spPr>
            <a:xfrm>
              <a:off x="4980940" y="2748915"/>
              <a:ext cx="83820" cy="83820"/>
            </a:xfrm>
            <a:prstGeom prst="ellipse">
              <a:avLst/>
            </a:prstGeom>
            <a:solidFill>
              <a:srgbClr val="0072B2"/>
            </a:solidFill>
            <a:ln w="15240">
              <a:solidFill>
                <a:srgbClr val="0072B2"/>
              </a:solidFill>
            </a:ln>
          </p:spPr>
        </p:sp>
        <p:sp>
          <p:nvSpPr>
            <p:cNvPr id="92" name="A">
              <a:extLst>
                <a:ext uri="{FF2B5EF4-FFF2-40B4-BE49-F238E27FC236}">
                  <ns2:creationId id="{45A2907E-47F5-48BF-BAFF-8458A7641BBA}"/>
                </a:ext>
              </a:extLst>
            </p:cNvPr>
            <p:cNvSpPr>
              <a:spLocks noGrp="1"/>
            </p:cNvSpPr>
            <p:nvPr/>
          </p:nvSpPr>
          <p:spPr>
            <a:xfrm>
              <a:off x="48990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93" name="20">
              <a:extLst>
                <a:ext uri="{FF2B5EF4-FFF2-40B4-BE49-F238E27FC236}">
                  <ns2:creationId id="{2FC8065D-E7AB-45CA-823C-09C52862AD7F}"/>
                </a:ext>
              </a:extLst>
            </p:cNvPr>
            <p:cNvSpPr>
              <a:spLocks noGrp="1"/>
            </p:cNvSpPr>
            <p:nvPr/>
          </p:nvSpPr>
          <p:spPr>
            <a:xfrm>
              <a:off x="47752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94" name="B exact x projection t25">
              <a:extLst>
                <a:ext uri="{FF2B5EF4-FFF2-40B4-BE49-F238E27FC236}">
                  <ns2:creationId id="{829AC507-59A4-4D6E-9641-6C3D0C3C7A15}"/>
                </a:ext>
              </a:extLst>
            </p:cNvPr>
            <p:cNvSpPr>
              <a:spLocks noGrp="1"/>
            </p:cNvSpPr>
            <p:nvPr/>
          </p:nvSpPr>
          <p:spPr>
            <a:xfrm>
              <a:off x="5483860" y="2748915"/>
              <a:ext cx="83820" cy="83820"/>
            </a:xfrm>
            <a:prstGeom prst="ellipse">
              <a:avLst/>
            </a:prstGeom>
            <a:solidFill>
              <a:srgbClr val="D55E00"/>
            </a:solidFill>
            <a:ln w="15240">
              <a:solidFill>
                <a:srgbClr val="D55E00"/>
              </a:solidFill>
            </a:ln>
          </p:spPr>
        </p:sp>
        <p:sp>
          <p:nvSpPr>
            <p:cNvPr id="95" name="B">
              <a:extLst>
                <a:ext uri="{FF2B5EF4-FFF2-40B4-BE49-F238E27FC236}">
                  <ns2:creationId id="{B5C437CD-7D0D-4EF6-AABD-EF77553EFF13}"/>
                </a:ext>
              </a:extLst>
            </p:cNvPr>
            <p:cNvSpPr>
              <a:spLocks noGrp="1"/>
            </p:cNvSpPr>
            <p:nvPr/>
          </p:nvSpPr>
          <p:spPr>
            <a:xfrm>
              <a:off x="540194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96" name="56">
              <a:extLst>
                <a:ext uri="{FF2B5EF4-FFF2-40B4-BE49-F238E27FC236}">
                  <ns2:creationId id="{C8DFA174-3150-4AA9-8453-8F136F7EED73}"/>
                </a:ext>
              </a:extLst>
            </p:cNvPr>
            <p:cNvSpPr>
              <a:spLocks noGrp="1"/>
            </p:cNvSpPr>
            <p:nvPr/>
          </p:nvSpPr>
          <p:spPr>
            <a:xfrm>
              <a:off x="527812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56</a:t>
              </a:r>
            </a:p>
          </p:txBody>
        </p:sp>
        <p:sp>
          <p:nvSpPr>
            <p:cNvPr id="97" name="C exact x projection t25">
              <a:extLst>
                <a:ext uri="{FF2B5EF4-FFF2-40B4-BE49-F238E27FC236}">
                  <ns2:creationId id="{5AF0C3E7-8F5B-45A5-B5E8-8F492EE97A58}"/>
                </a:ext>
              </a:extLst>
            </p:cNvPr>
            <p:cNvSpPr>
              <a:spLocks noGrp="1"/>
            </p:cNvSpPr>
            <p:nvPr/>
          </p:nvSpPr>
          <p:spPr>
            <a:xfrm>
              <a:off x="6098540" y="2748915"/>
              <a:ext cx="83820" cy="83820"/>
            </a:xfrm>
            <a:prstGeom prst="ellipse">
              <a:avLst/>
            </a:prstGeom>
            <a:solidFill>
              <a:srgbClr val="009E73"/>
            </a:solidFill>
            <a:ln w="15240">
              <a:solidFill>
                <a:srgbClr val="009E73"/>
              </a:solidFill>
            </a:ln>
          </p:spPr>
        </p:sp>
        <p:sp>
          <p:nvSpPr>
            <p:cNvPr id="98" name="C">
              <a:extLst>
                <a:ext uri="{FF2B5EF4-FFF2-40B4-BE49-F238E27FC236}">
                  <ns2:creationId id="{BC34C997-8BF3-43A0-A7BE-477EE7C839D9}"/>
                </a:ext>
              </a:extLst>
            </p:cNvPr>
            <p:cNvSpPr>
              <a:spLocks noGrp="1"/>
            </p:cNvSpPr>
            <p:nvPr/>
          </p:nvSpPr>
          <p:spPr>
            <a:xfrm>
              <a:off x="60166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99" name="100">
              <a:extLst>
                <a:ext uri="{FF2B5EF4-FFF2-40B4-BE49-F238E27FC236}">
                  <ns2:creationId id="{CECCF95D-77AB-4EA2-8D74-9483B15B271D}"/>
                </a:ext>
              </a:extLst>
            </p:cNvPr>
            <p:cNvSpPr>
              <a:spLocks noGrp="1"/>
            </p:cNvSpPr>
            <p:nvPr/>
          </p:nvSpPr>
          <p:spPr>
            <a:xfrm>
              <a:off x="58928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00" name="t = 38">
              <a:extLst>
                <a:ext uri="{FF2B5EF4-FFF2-40B4-BE49-F238E27FC236}">
                  <ns2:creationId id="{A85D6DC9-B8CC-447A-AFD3-16F9E74071A6}"/>
                </a:ext>
              </a:extLst>
            </p:cNvPr>
            <p:cNvSpPr>
              <a:spLocks noGrp="1"/>
            </p:cNvSpPr>
            <p:nvPr/>
          </p:nvSpPr>
          <p:spPr>
            <a:xfrm>
              <a:off x="6686550" y="409575"/>
              <a:ext cx="16764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 = 38</a:t>
              </a:r>
            </a:p>
          </p:txBody>
        </p:sp>
        <p:pic>
          <p:nvPicPr>
            <p:cNvPr id="101" name="">
              <a:extLst>
                <a:ext uri="{FF2B5EF4-FFF2-40B4-BE49-F238E27FC236}">
                  <ns2:creationId id="{701D40CD-687E-45D8-A0C0-600F4604A453}"/>
                </a:ext>
              </a:extLst>
            </p:cNvPr>
            <p:cNvPicPr>
              <a:picLocks noChangeAspect="1"/>
            </p:cNvPicPr>
            <p:nvPr/>
          </p:nvPicPr>
          <p:blipFill>
            <a:blip r:embed="R17e4c43aed1a4f27"/>
            <a:stretch/>
          </p:blipFill>
          <p:spPr>
            <a:xfrm>
              <a:off x="6686550" y="685800"/>
              <a:ext cx="1676400" cy="1676400"/>
            </a:xfrm>
            <a:prstGeom prst="rect">
              <a:avLst/>
            </a:prstGeom>
          </p:spPr>
        </p:pic>
        <p:sp>
          <p:nvSpPr>
            <p:cNvPr id="102" name="Scientific domain frame">
              <a:extLst>
                <a:ext uri="{FF2B5EF4-FFF2-40B4-BE49-F238E27FC236}">
                  <ns2:creationId id="{21BEDD1E-1264-4B94-93D3-992A0CE8E6A3}"/>
                </a:ext>
              </a:extLst>
            </p:cNvPr>
            <p:cNvSpPr>
              <a:spLocks noGrp="1"/>
            </p:cNvSpPr>
            <p:nvPr/>
          </p:nvSpPr>
          <p:spPr>
            <a:xfrm>
              <a:off x="6686550" y="685800"/>
              <a:ext cx="1676400" cy="167640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107" name="Source identity A t38">
              <a:extLst>
                <a:ext uri="{FF2B5EF4-FFF2-40B4-BE49-F238E27FC236}">
                  <ns2:creationId id="{077877CB-5B24-42AD-A021-32D61FAB85A7}"/>
                </a:ext>
              </a:extLst>
            </p:cNvPr>
            <p:cNvSpPr>
              <a:spLocks noGrp="1"/>
            </p:cNvSpPr>
            <p:nvPr/>
          </p:nvSpPr>
          <p:spPr>
            <a:xfrm>
              <a:off x="7051675" y="1863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12" name="Source identity B t38">
              <a:extLst>
                <a:ext uri="{FF2B5EF4-FFF2-40B4-BE49-F238E27FC236}">
                  <ns2:creationId id="{E71754BB-5D0B-41DF-A810-4D68FA2E825C}"/>
                </a:ext>
              </a:extLst>
            </p:cNvPr>
            <p:cNvSpPr>
              <a:spLocks noGrp="1"/>
            </p:cNvSpPr>
            <p:nvPr/>
          </p:nvSpPr>
          <p:spPr>
            <a:xfrm>
              <a:off x="7666355" y="136080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17" name="Source identity C t38">
              <a:extLst>
                <a:ext uri="{FF2B5EF4-FFF2-40B4-BE49-F238E27FC236}">
                  <ns2:creationId id="{41424000-614E-4A30-A0EB-64A7EADE6034}"/>
                </a:ext>
              </a:extLst>
            </p:cNvPr>
            <p:cNvSpPr>
              <a:spLocks noGrp="1"/>
            </p:cNvSpPr>
            <p:nvPr/>
          </p:nvSpPr>
          <p:spPr>
            <a:xfrm>
              <a:off x="8169275" y="7461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18" name="Scientific path">
              <a:extLst>
                <a:ext uri="{FF2B5EF4-FFF2-40B4-BE49-F238E27FC236}">
                  <ns2:creationId id="{EE61233D-A1BC-4284-A9EC-D69AF1D2583F}"/>
                </a:ext>
              </a:extLst>
            </p:cNvPr>
            <p:cNvSpPr>
              <a:spLocks noGrp="1"/>
            </p:cNvSpPr>
            <p:nvPr/>
          </p:nvSpPr>
          <p:spPr>
            <a:xfrm>
              <a:off x="6686550" y="2790825"/>
              <a:ext cx="1676400" cy="95"/>
            </a:xfrm>
            <a:custGeom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19" name="Scientific path">
              <a:extLst>
                <a:ext uri="{FF2B5EF4-FFF2-40B4-BE49-F238E27FC236}">
                  <ns2:creationId id="{E2BCF2A9-D98C-4D42-9FF7-61C04E56EE0E}"/>
                </a:ext>
              </a:extLst>
            </p:cNvPr>
            <p:cNvSpPr>
              <a:spLocks noGrp="1"/>
            </p:cNvSpPr>
            <p:nvPr/>
          </p:nvSpPr>
          <p:spPr>
            <a:xfrm>
              <a:off x="8305800" y="2762250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20" name="Scientific path">
              <a:extLst>
                <a:ext uri="{FF2B5EF4-FFF2-40B4-BE49-F238E27FC236}">
                  <ns2:creationId id="{380BDFBC-B1CD-4935-BD8C-899502EA3998}"/>
                </a:ext>
              </a:extLst>
            </p:cNvPr>
            <p:cNvSpPr>
              <a:spLocks noGrp="1"/>
            </p:cNvSpPr>
            <p:nvPr/>
          </p:nvSpPr>
          <p:spPr>
            <a:xfrm>
              <a:off x="8305800" y="2790825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21" name="A exact x projection t38">
              <a:extLst>
                <a:ext uri="{FF2B5EF4-FFF2-40B4-BE49-F238E27FC236}">
                  <ns2:creationId id="{6706D342-C494-4C5A-A954-99FBC418CF20}"/>
                </a:ext>
              </a:extLst>
            </p:cNvPr>
            <p:cNvSpPr>
              <a:spLocks noGrp="1"/>
            </p:cNvSpPr>
            <p:nvPr/>
          </p:nvSpPr>
          <p:spPr>
            <a:xfrm>
              <a:off x="6924040" y="2748915"/>
              <a:ext cx="83820" cy="83820"/>
            </a:xfrm>
            <a:prstGeom prst="ellipse">
              <a:avLst/>
            </a:prstGeom>
            <a:solidFill>
              <a:srgbClr val="0072B2"/>
            </a:solidFill>
            <a:ln w="15240">
              <a:solidFill>
                <a:srgbClr val="0072B2"/>
              </a:solidFill>
            </a:ln>
          </p:spPr>
        </p:sp>
        <p:sp>
          <p:nvSpPr>
            <p:cNvPr id="122" name="A">
              <a:extLst>
                <a:ext uri="{FF2B5EF4-FFF2-40B4-BE49-F238E27FC236}">
                  <ns2:creationId id="{607F2AD6-911C-4E43-B102-72C7F858892F}"/>
                </a:ext>
              </a:extLst>
            </p:cNvPr>
            <p:cNvSpPr>
              <a:spLocks noGrp="1"/>
            </p:cNvSpPr>
            <p:nvPr/>
          </p:nvSpPr>
          <p:spPr>
            <a:xfrm>
              <a:off x="68421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23" name="20">
              <a:extLst>
                <a:ext uri="{FF2B5EF4-FFF2-40B4-BE49-F238E27FC236}">
                  <ns2:creationId id="{3BA3406F-5EB3-45EE-AA46-293A1706C88B}"/>
                </a:ext>
              </a:extLst>
            </p:cNvPr>
            <p:cNvSpPr>
              <a:spLocks noGrp="1"/>
            </p:cNvSpPr>
            <p:nvPr/>
          </p:nvSpPr>
          <p:spPr>
            <a:xfrm>
              <a:off x="67183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124" name="B exact x projection t38">
              <a:extLst>
                <a:ext uri="{FF2B5EF4-FFF2-40B4-BE49-F238E27FC236}">
                  <ns2:creationId id="{F7FFA518-F49D-413C-A60D-1DCFFD5BD4A6}"/>
                </a:ext>
              </a:extLst>
            </p:cNvPr>
            <p:cNvSpPr>
              <a:spLocks noGrp="1"/>
            </p:cNvSpPr>
            <p:nvPr/>
          </p:nvSpPr>
          <p:spPr>
            <a:xfrm>
              <a:off x="7538720" y="2748915"/>
              <a:ext cx="83820" cy="83820"/>
            </a:xfrm>
            <a:prstGeom prst="ellipse">
              <a:avLst/>
            </a:prstGeom>
            <a:solidFill>
              <a:srgbClr val="D55E00"/>
            </a:solidFill>
            <a:ln w="15240">
              <a:solidFill>
                <a:srgbClr val="D55E00"/>
              </a:solidFill>
            </a:ln>
          </p:spPr>
        </p:sp>
        <p:sp>
          <p:nvSpPr>
            <p:cNvPr id="125" name="B">
              <a:extLst>
                <a:ext uri="{FF2B5EF4-FFF2-40B4-BE49-F238E27FC236}">
                  <ns2:creationId id="{6AED0E90-8394-4D15-83D5-2FC5C4C51C83}"/>
                </a:ext>
              </a:extLst>
            </p:cNvPr>
            <p:cNvSpPr>
              <a:spLocks noGrp="1"/>
            </p:cNvSpPr>
            <p:nvPr/>
          </p:nvSpPr>
          <p:spPr>
            <a:xfrm>
              <a:off x="745680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26" name="64">
              <a:extLst>
                <a:ext uri="{FF2B5EF4-FFF2-40B4-BE49-F238E27FC236}">
                  <ns2:creationId id="{81B0A127-641E-4294-8080-1E68ADB57147}"/>
                </a:ext>
              </a:extLst>
            </p:cNvPr>
            <p:cNvSpPr>
              <a:spLocks noGrp="1"/>
            </p:cNvSpPr>
            <p:nvPr/>
          </p:nvSpPr>
          <p:spPr>
            <a:xfrm>
              <a:off x="733298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64</a:t>
              </a:r>
            </a:p>
          </p:txBody>
        </p:sp>
        <p:sp>
          <p:nvSpPr>
            <p:cNvPr id="127" name="C exact x projection t38">
              <a:extLst>
                <a:ext uri="{FF2B5EF4-FFF2-40B4-BE49-F238E27FC236}">
                  <ns2:creationId id="{2FE5908C-F02F-4802-98CE-00EA967A7109}"/>
                </a:ext>
              </a:extLst>
            </p:cNvPr>
            <p:cNvSpPr>
              <a:spLocks noGrp="1"/>
            </p:cNvSpPr>
            <p:nvPr/>
          </p:nvSpPr>
          <p:spPr>
            <a:xfrm>
              <a:off x="8041640" y="2748915"/>
              <a:ext cx="83820" cy="83820"/>
            </a:xfrm>
            <a:prstGeom prst="ellipse">
              <a:avLst/>
            </a:prstGeom>
            <a:solidFill>
              <a:srgbClr val="009E73"/>
            </a:solidFill>
            <a:ln w="15240">
              <a:solidFill>
                <a:srgbClr val="009E73"/>
              </a:solidFill>
            </a:ln>
          </p:spPr>
        </p:sp>
        <p:sp>
          <p:nvSpPr>
            <p:cNvPr id="128" name="C">
              <a:extLst>
                <a:ext uri="{FF2B5EF4-FFF2-40B4-BE49-F238E27FC236}">
                  <ns2:creationId id="{88990D7B-B3CA-4F79-9187-1E74123EE6BD}"/>
                </a:ext>
              </a:extLst>
            </p:cNvPr>
            <p:cNvSpPr>
              <a:spLocks noGrp="1"/>
            </p:cNvSpPr>
            <p:nvPr/>
          </p:nvSpPr>
          <p:spPr>
            <a:xfrm>
              <a:off x="79597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29" name="100">
              <a:extLst>
                <a:ext uri="{FF2B5EF4-FFF2-40B4-BE49-F238E27FC236}">
                  <ns2:creationId id="{238E57A9-0E8B-4A22-8253-45D8EBB22B70}"/>
                </a:ext>
              </a:extLst>
            </p:cNvPr>
            <p:cNvSpPr>
              <a:spLocks noGrp="1"/>
            </p:cNvSpPr>
            <p:nvPr/>
          </p:nvSpPr>
          <p:spPr>
            <a:xfrm>
              <a:off x="78359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30" name="t = 51">
              <a:extLst>
                <a:ext uri="{FF2B5EF4-FFF2-40B4-BE49-F238E27FC236}">
                  <ns2:creationId id="{6A80D7F1-59AC-4FFA-BA3E-26AA611A4207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409575"/>
              <a:ext cx="16764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 = 51</a:t>
              </a:r>
            </a:p>
          </p:txBody>
        </p:sp>
        <p:pic>
          <p:nvPicPr>
            <p:cNvPr id="131" name="">
              <a:extLst>
                <a:ext uri="{FF2B5EF4-FFF2-40B4-BE49-F238E27FC236}">
                  <ns2:creationId id="{909F927A-30DA-4BA6-8058-A515639F003E}"/>
                </a:ext>
              </a:extLst>
            </p:cNvPr>
            <p:cNvPicPr>
              <a:picLocks noChangeAspect="1"/>
            </p:cNvPicPr>
            <p:nvPr/>
          </p:nvPicPr>
          <p:blipFill>
            <a:blip r:embed="R3f4e7da8ce224d97"/>
            <a:stretch/>
          </p:blipFill>
          <p:spPr>
            <a:xfrm>
              <a:off x="8629650" y="685800"/>
              <a:ext cx="1676400" cy="1676400"/>
            </a:xfrm>
            <a:prstGeom prst="rect">
              <a:avLst/>
            </a:prstGeom>
          </p:spPr>
        </p:pic>
        <p:sp>
          <p:nvSpPr>
            <p:cNvPr id="132" name="Scientific domain frame">
              <a:extLst>
                <a:ext uri="{FF2B5EF4-FFF2-40B4-BE49-F238E27FC236}">
                  <ns2:creationId id="{1D55A4A8-26E5-4C57-8298-BC6FAC5D8E31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685800"/>
              <a:ext cx="1676400" cy="167640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137" name="Source identity A t51">
              <a:extLst>
                <a:ext uri="{FF2B5EF4-FFF2-40B4-BE49-F238E27FC236}">
                  <ns2:creationId id="{AB6463BB-3F27-400F-A159-371CBE6E1F9A}"/>
                </a:ext>
              </a:extLst>
            </p:cNvPr>
            <p:cNvSpPr>
              <a:spLocks noGrp="1"/>
            </p:cNvSpPr>
            <p:nvPr/>
          </p:nvSpPr>
          <p:spPr>
            <a:xfrm>
              <a:off x="8994775" y="1863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42" name="Source identity B t51">
              <a:extLst>
                <a:ext uri="{FF2B5EF4-FFF2-40B4-BE49-F238E27FC236}">
                  <ns2:creationId id="{EC481926-D946-4B4D-BB3D-612F64A1EF53}"/>
                </a:ext>
              </a:extLst>
            </p:cNvPr>
            <p:cNvSpPr>
              <a:spLocks noGrp="1"/>
            </p:cNvSpPr>
            <p:nvPr/>
          </p:nvSpPr>
          <p:spPr>
            <a:xfrm>
              <a:off x="9728200" y="1479550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47" name="Source identity C t51">
              <a:extLst>
                <a:ext uri="{FF2B5EF4-FFF2-40B4-BE49-F238E27FC236}">
                  <ns2:creationId id="{6587AE40-1399-4978-B4FC-0C945F40BEAB}"/>
                </a:ext>
              </a:extLst>
            </p:cNvPr>
            <p:cNvSpPr>
              <a:spLocks noGrp="1"/>
            </p:cNvSpPr>
            <p:nvPr/>
          </p:nvSpPr>
          <p:spPr>
            <a:xfrm>
              <a:off x="10112375" y="7461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48" name="Scientific path">
              <a:extLst>
                <a:ext uri="{FF2B5EF4-FFF2-40B4-BE49-F238E27FC236}">
                  <ns2:creationId id="{4572EDD6-3C1C-4EFA-80C7-D896ACB8752A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2790825"/>
              <a:ext cx="1676400" cy="95"/>
            </a:xfrm>
            <a:custGeom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49" name="Scientific path">
              <a:extLst>
                <a:ext uri="{FF2B5EF4-FFF2-40B4-BE49-F238E27FC236}">
                  <ns2:creationId id="{43DE4B32-2E7B-4E40-B520-6EA3068A80E4}"/>
                </a:ext>
              </a:extLst>
            </p:cNvPr>
            <p:cNvSpPr>
              <a:spLocks noGrp="1"/>
            </p:cNvSpPr>
            <p:nvPr/>
          </p:nvSpPr>
          <p:spPr>
            <a:xfrm>
              <a:off x="10248900" y="2762250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50" name="Scientific path">
              <a:extLst>
                <a:ext uri="{FF2B5EF4-FFF2-40B4-BE49-F238E27FC236}">
                  <ns2:creationId id="{6D72C126-F046-4750-87F9-7906504A58F9}"/>
                </a:ext>
              </a:extLst>
            </p:cNvPr>
            <p:cNvSpPr>
              <a:spLocks noGrp="1"/>
            </p:cNvSpPr>
            <p:nvPr/>
          </p:nvSpPr>
          <p:spPr>
            <a:xfrm>
              <a:off x="10248900" y="2790825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51" name="A exact x projection t51">
              <a:extLst>
                <a:ext uri="{FF2B5EF4-FFF2-40B4-BE49-F238E27FC236}">
                  <ns2:creationId id="{CA6AF1BB-32D4-4388-9ECF-DE0394371E78}"/>
                </a:ext>
              </a:extLst>
            </p:cNvPr>
            <p:cNvSpPr>
              <a:spLocks noGrp="1"/>
            </p:cNvSpPr>
            <p:nvPr/>
          </p:nvSpPr>
          <p:spPr>
            <a:xfrm>
              <a:off x="8867140" y="2748915"/>
              <a:ext cx="83820" cy="83820"/>
            </a:xfrm>
            <a:prstGeom prst="ellipse">
              <a:avLst/>
            </a:prstGeom>
            <a:solidFill>
              <a:srgbClr val="0072B2"/>
            </a:solidFill>
            <a:ln w="15240">
              <a:solidFill>
                <a:srgbClr val="0072B2"/>
              </a:solidFill>
            </a:ln>
          </p:spPr>
        </p:sp>
        <p:sp>
          <p:nvSpPr>
            <p:cNvPr id="152" name="A">
              <a:extLst>
                <a:ext uri="{FF2B5EF4-FFF2-40B4-BE49-F238E27FC236}">
                  <ns2:creationId id="{D76C2719-ED13-4187-B9B2-DA1C7889CDBC}"/>
                </a:ext>
              </a:extLst>
            </p:cNvPr>
            <p:cNvSpPr>
              <a:spLocks noGrp="1"/>
            </p:cNvSpPr>
            <p:nvPr/>
          </p:nvSpPr>
          <p:spPr>
            <a:xfrm>
              <a:off x="87852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53" name="20">
              <a:extLst>
                <a:ext uri="{FF2B5EF4-FFF2-40B4-BE49-F238E27FC236}">
                  <ns2:creationId id="{D13A958D-9D8B-48EB-9A01-6BB313009580}"/>
                </a:ext>
              </a:extLst>
            </p:cNvPr>
            <p:cNvSpPr>
              <a:spLocks noGrp="1"/>
            </p:cNvSpPr>
            <p:nvPr/>
          </p:nvSpPr>
          <p:spPr>
            <a:xfrm>
              <a:off x="86614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154" name="B exact x projection t51">
              <a:extLst>
                <a:ext uri="{FF2B5EF4-FFF2-40B4-BE49-F238E27FC236}">
                  <ns2:creationId id="{B562E75C-9228-4E4D-8CB6-D7CBC1EFFA13}"/>
                </a:ext>
              </a:extLst>
            </p:cNvPr>
            <p:cNvSpPr>
              <a:spLocks noGrp="1"/>
            </p:cNvSpPr>
            <p:nvPr/>
          </p:nvSpPr>
          <p:spPr>
            <a:xfrm>
              <a:off x="9600565" y="2748915"/>
              <a:ext cx="83820" cy="83820"/>
            </a:xfrm>
            <a:prstGeom prst="ellipse">
              <a:avLst/>
            </a:prstGeom>
            <a:solidFill>
              <a:srgbClr val="D55E00"/>
            </a:solidFill>
            <a:ln w="15240">
              <a:solidFill>
                <a:srgbClr val="D55E00"/>
              </a:solidFill>
            </a:ln>
          </p:spPr>
        </p:sp>
        <p:sp>
          <p:nvSpPr>
            <p:cNvPr id="155" name="B">
              <a:extLst>
                <a:ext uri="{FF2B5EF4-FFF2-40B4-BE49-F238E27FC236}">
                  <ns2:creationId id="{756FCE26-3070-4BE1-8C2A-04A9BE496161}"/>
                </a:ext>
              </a:extLst>
            </p:cNvPr>
            <p:cNvSpPr>
              <a:spLocks noGrp="1"/>
            </p:cNvSpPr>
            <p:nvPr/>
          </p:nvSpPr>
          <p:spPr>
            <a:xfrm>
              <a:off x="9518650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56" name="72.5">
              <a:extLst>
                <a:ext uri="{FF2B5EF4-FFF2-40B4-BE49-F238E27FC236}">
                  <ns2:creationId id="{CD08590C-6760-4E48-BF4D-59B1504FFB06}"/>
                </a:ext>
              </a:extLst>
            </p:cNvPr>
            <p:cNvSpPr>
              <a:spLocks noGrp="1"/>
            </p:cNvSpPr>
            <p:nvPr/>
          </p:nvSpPr>
          <p:spPr>
            <a:xfrm>
              <a:off x="9394825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72.5</a:t>
              </a:r>
            </a:p>
          </p:txBody>
        </p:sp>
        <p:sp>
          <p:nvSpPr>
            <p:cNvPr id="157" name="C exact x projection t51">
              <a:extLst>
                <a:ext uri="{FF2B5EF4-FFF2-40B4-BE49-F238E27FC236}">
                  <ns2:creationId id="{903BE3CE-A972-4DA9-ADD4-A4197CA0A2F8}"/>
                </a:ext>
              </a:extLst>
            </p:cNvPr>
            <p:cNvSpPr>
              <a:spLocks noGrp="1"/>
            </p:cNvSpPr>
            <p:nvPr/>
          </p:nvSpPr>
          <p:spPr>
            <a:xfrm>
              <a:off x="9984740" y="2748915"/>
              <a:ext cx="83820" cy="83820"/>
            </a:xfrm>
            <a:prstGeom prst="ellipse">
              <a:avLst/>
            </a:prstGeom>
            <a:solidFill>
              <a:srgbClr val="009E73"/>
            </a:solidFill>
            <a:ln w="15240">
              <a:solidFill>
                <a:srgbClr val="009E73"/>
              </a:solidFill>
            </a:ln>
          </p:spPr>
        </p:sp>
        <p:sp>
          <p:nvSpPr>
            <p:cNvPr id="158" name="C">
              <a:extLst>
                <a:ext uri="{FF2B5EF4-FFF2-40B4-BE49-F238E27FC236}">
                  <ns2:creationId id="{CBF1CA61-2F5D-44FA-99E0-B1323FB09659}"/>
                </a:ext>
              </a:extLst>
            </p:cNvPr>
            <p:cNvSpPr>
              <a:spLocks noGrp="1"/>
            </p:cNvSpPr>
            <p:nvPr/>
          </p:nvSpPr>
          <p:spPr>
            <a:xfrm>
              <a:off x="99028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59" name="100">
              <a:extLst>
                <a:ext uri="{FF2B5EF4-FFF2-40B4-BE49-F238E27FC236}">
                  <ns2:creationId id="{75A3E8BF-4144-4F16-924F-C39B96344727}"/>
                </a:ext>
              </a:extLst>
            </p:cNvPr>
            <p:cNvSpPr>
              <a:spLocks noGrp="1"/>
            </p:cNvSpPr>
            <p:nvPr/>
          </p:nvSpPr>
          <p:spPr>
            <a:xfrm>
              <a:off x="97790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60" name="t = 63">
              <a:extLst>
                <a:ext uri="{FF2B5EF4-FFF2-40B4-BE49-F238E27FC236}">
                  <ns2:creationId id="{F3E38087-65C7-454B-9CC6-16CE968A0C26}"/>
                </a:ext>
              </a:extLst>
            </p:cNvPr>
            <p:cNvSpPr>
              <a:spLocks noGrp="1"/>
            </p:cNvSpPr>
            <p:nvPr/>
          </p:nvSpPr>
          <p:spPr>
            <a:xfrm>
              <a:off x="10572750" y="409575"/>
              <a:ext cx="16764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 = 63</a:t>
              </a:r>
            </a:p>
          </p:txBody>
        </p:sp>
        <p:pic>
          <p:nvPicPr>
            <p:cNvPr id="161" name="">
              <a:extLst>
                <a:ext uri="{FF2B5EF4-FFF2-40B4-BE49-F238E27FC236}">
                  <ns2:creationId id="{E90A951C-2546-441C-9E76-C79B6DDF83BE}"/>
                </a:ext>
              </a:extLst>
            </p:cNvPr>
            <p:cNvPicPr>
              <a:picLocks noChangeAspect="1"/>
            </p:cNvPicPr>
            <p:nvPr/>
          </p:nvPicPr>
          <p:blipFill>
            <a:blip r:embed="R68720792861248a3"/>
            <a:stretch/>
          </p:blipFill>
          <p:spPr>
            <a:xfrm>
              <a:off x="10572750" y="685800"/>
              <a:ext cx="1676400" cy="1676400"/>
            </a:xfrm>
            <a:prstGeom prst="rect">
              <a:avLst/>
            </a:prstGeom>
          </p:spPr>
        </p:pic>
        <p:sp>
          <p:nvSpPr>
            <p:cNvPr id="162" name="Scientific domain frame">
              <a:extLst>
                <a:ext uri="{FF2B5EF4-FFF2-40B4-BE49-F238E27FC236}">
                  <ns2:creationId id="{04A94EBD-083E-455E-A94D-829F2A938B75}"/>
                </a:ext>
              </a:extLst>
            </p:cNvPr>
            <p:cNvSpPr>
              <a:spLocks noGrp="1"/>
            </p:cNvSpPr>
            <p:nvPr/>
          </p:nvSpPr>
          <p:spPr>
            <a:xfrm>
              <a:off x="10572750" y="685800"/>
              <a:ext cx="1676400" cy="167640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167" name="Source identity A t63">
              <a:extLst>
                <a:ext uri="{FF2B5EF4-FFF2-40B4-BE49-F238E27FC236}">
                  <ns2:creationId id="{B6634178-D42B-43CD-BD98-A690558355BF}"/>
                </a:ext>
              </a:extLst>
            </p:cNvPr>
            <p:cNvSpPr>
              <a:spLocks noGrp="1"/>
            </p:cNvSpPr>
            <p:nvPr/>
          </p:nvSpPr>
          <p:spPr>
            <a:xfrm>
              <a:off x="10937875" y="1863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72" name="Source identity B t63">
              <a:extLst>
                <a:ext uri="{FF2B5EF4-FFF2-40B4-BE49-F238E27FC236}">
                  <ns2:creationId id="{DDD8742A-D892-4AAB-95D6-35F389BA1C85}"/>
                </a:ext>
              </a:extLst>
            </p:cNvPr>
            <p:cNvSpPr>
              <a:spLocks noGrp="1"/>
            </p:cNvSpPr>
            <p:nvPr/>
          </p:nvSpPr>
          <p:spPr>
            <a:xfrm>
              <a:off x="11776075" y="15843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77" name="Source identity C t63">
              <a:extLst>
                <a:ext uri="{FF2B5EF4-FFF2-40B4-BE49-F238E27FC236}">
                  <ns2:creationId id="{95385464-C0D1-4181-9F79-160ACC616D81}"/>
                </a:ext>
              </a:extLst>
            </p:cNvPr>
            <p:cNvSpPr>
              <a:spLocks noGrp="1"/>
            </p:cNvSpPr>
            <p:nvPr/>
          </p:nvSpPr>
          <p:spPr>
            <a:xfrm>
              <a:off x="12055475" y="7461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78" name="Scientific path">
              <a:extLst>
                <a:ext uri="{FF2B5EF4-FFF2-40B4-BE49-F238E27FC236}">
                  <ns2:creationId id="{B1370A7C-C14F-4ECB-BEAC-7C2C45FBD6F2}"/>
                </a:ext>
              </a:extLst>
            </p:cNvPr>
            <p:cNvSpPr>
              <a:spLocks noGrp="1"/>
            </p:cNvSpPr>
            <p:nvPr/>
          </p:nvSpPr>
          <p:spPr>
            <a:xfrm>
              <a:off x="10572750" y="2790825"/>
              <a:ext cx="1676400" cy="95"/>
            </a:xfrm>
            <a:custGeom>
              <a:pathLst>
                <a:path w="1676400" h="9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79" name="Scientific path">
              <a:extLst>
                <a:ext uri="{FF2B5EF4-FFF2-40B4-BE49-F238E27FC236}">
                  <ns2:creationId id="{B9E8707F-F7EB-4471-BD5A-0990E66B4ABD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2762250"/>
              <a:ext cx="57150" cy="28575"/>
            </a:xfrm>
            <a:custGeom>
              <a:pathLst>
                <a:path w="57150" h="28575">
                  <a:moveTo>
                    <a:pt x="0" y="0"/>
                  </a:moveTo>
                  <a:lnTo>
                    <a:pt x="57150" y="28575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80" name="Scientific path">
              <a:extLst>
                <a:ext uri="{FF2B5EF4-FFF2-40B4-BE49-F238E27FC236}">
                  <ns2:creationId id="{B1E68AEF-062B-4859-A37A-F2560420F200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2790825"/>
              <a:ext cx="57150" cy="28575"/>
            </a:xfrm>
            <a:custGeom>
              <a:pathLst>
                <a:path w="57150" h="28575">
                  <a:moveTo>
                    <a:pt x="0" y="28575"/>
                  </a:moveTo>
                  <a:lnTo>
                    <a:pt x="57150" y="0"/>
                  </a:lnTo>
                </a:path>
              </a:pathLst>
            </a:custGeom>
            <a:noFill/>
            <a:ln w="10478">
              <a:solidFill>
                <a:srgbClr val="A7B3BD"/>
              </a:solidFill>
              <a:prstDash val="solid"/>
            </a:ln>
          </p:spPr>
        </p:sp>
        <p:sp>
          <p:nvSpPr>
            <p:cNvPr id="181" name="A exact x projection t63">
              <a:extLst>
                <a:ext uri="{FF2B5EF4-FFF2-40B4-BE49-F238E27FC236}">
                  <ns2:creationId id="{245DF5DE-745E-4A45-B622-75DA4C10DBEC}"/>
                </a:ext>
              </a:extLst>
            </p:cNvPr>
            <p:cNvSpPr>
              <a:spLocks noGrp="1"/>
            </p:cNvSpPr>
            <p:nvPr/>
          </p:nvSpPr>
          <p:spPr>
            <a:xfrm>
              <a:off x="10810240" y="2748915"/>
              <a:ext cx="83820" cy="83820"/>
            </a:xfrm>
            <a:prstGeom prst="ellipse">
              <a:avLst/>
            </a:prstGeom>
            <a:solidFill>
              <a:srgbClr val="0072B2"/>
            </a:solidFill>
            <a:ln w="15240">
              <a:solidFill>
                <a:srgbClr val="0072B2"/>
              </a:solidFill>
            </a:ln>
          </p:spPr>
        </p:sp>
        <p:sp>
          <p:nvSpPr>
            <p:cNvPr id="182" name="A">
              <a:extLst>
                <a:ext uri="{FF2B5EF4-FFF2-40B4-BE49-F238E27FC236}">
                  <ns2:creationId id="{8B35246D-A265-4848-A45F-6512F77B7B01}"/>
                </a:ext>
              </a:extLst>
            </p:cNvPr>
            <p:cNvSpPr>
              <a:spLocks noGrp="1"/>
            </p:cNvSpPr>
            <p:nvPr/>
          </p:nvSpPr>
          <p:spPr>
            <a:xfrm>
              <a:off x="107283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83" name="20">
              <a:extLst>
                <a:ext uri="{FF2B5EF4-FFF2-40B4-BE49-F238E27FC236}">
                  <ns2:creationId id="{E2A32542-5083-4BE3-90F8-D80D2419931E}"/>
                </a:ext>
              </a:extLst>
            </p:cNvPr>
            <p:cNvSpPr>
              <a:spLocks noGrp="1"/>
            </p:cNvSpPr>
            <p:nvPr/>
          </p:nvSpPr>
          <p:spPr>
            <a:xfrm>
              <a:off x="106045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184" name="B exact x projection t63">
              <a:extLst>
                <a:ext uri="{FF2B5EF4-FFF2-40B4-BE49-F238E27FC236}">
                  <ns2:creationId id="{FA004B35-632A-4910-B22C-9EB9BC30FFC7}"/>
                </a:ext>
              </a:extLst>
            </p:cNvPr>
            <p:cNvSpPr>
              <a:spLocks noGrp="1"/>
            </p:cNvSpPr>
            <p:nvPr/>
          </p:nvSpPr>
          <p:spPr>
            <a:xfrm>
              <a:off x="11648440" y="2748915"/>
              <a:ext cx="83820" cy="83820"/>
            </a:xfrm>
            <a:prstGeom prst="ellipse">
              <a:avLst/>
            </a:prstGeom>
            <a:solidFill>
              <a:srgbClr val="D55E00"/>
            </a:solidFill>
            <a:ln w="15240">
              <a:solidFill>
                <a:srgbClr val="D55E00"/>
              </a:solidFill>
            </a:ln>
          </p:spPr>
        </p:sp>
        <p:sp>
          <p:nvSpPr>
            <p:cNvPr id="185" name="B">
              <a:extLst>
                <a:ext uri="{FF2B5EF4-FFF2-40B4-BE49-F238E27FC236}">
                  <ns2:creationId id="{EE34D481-8340-4A44-BB96-AC2C80F44B0E}"/>
                </a:ext>
              </a:extLst>
            </p:cNvPr>
            <p:cNvSpPr>
              <a:spLocks noGrp="1"/>
            </p:cNvSpPr>
            <p:nvPr/>
          </p:nvSpPr>
          <p:spPr>
            <a:xfrm>
              <a:off x="115665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86" name="80">
              <a:extLst>
                <a:ext uri="{FF2B5EF4-FFF2-40B4-BE49-F238E27FC236}">
                  <ns2:creationId id="{ECA5A7E0-CF51-4D84-A180-F72AFC8B8A8C}"/>
                </a:ext>
              </a:extLst>
            </p:cNvPr>
            <p:cNvSpPr>
              <a:spLocks noGrp="1"/>
            </p:cNvSpPr>
            <p:nvPr/>
          </p:nvSpPr>
          <p:spPr>
            <a:xfrm>
              <a:off x="114427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187" name="C exact x projection t63">
              <a:extLst>
                <a:ext uri="{FF2B5EF4-FFF2-40B4-BE49-F238E27FC236}">
                  <ns2:creationId id="{37469751-29D0-4490-8FC6-0272F9921DF8}"/>
                </a:ext>
              </a:extLst>
            </p:cNvPr>
            <p:cNvSpPr>
              <a:spLocks noGrp="1"/>
            </p:cNvSpPr>
            <p:nvPr/>
          </p:nvSpPr>
          <p:spPr>
            <a:xfrm>
              <a:off x="11927840" y="2748915"/>
              <a:ext cx="83820" cy="83820"/>
            </a:xfrm>
            <a:prstGeom prst="ellipse">
              <a:avLst/>
            </a:prstGeom>
            <a:solidFill>
              <a:srgbClr val="009E73"/>
            </a:solidFill>
            <a:ln w="15240">
              <a:solidFill>
                <a:srgbClr val="009E73"/>
              </a:solidFill>
            </a:ln>
          </p:spPr>
        </p:sp>
        <p:sp>
          <p:nvSpPr>
            <p:cNvPr id="188" name="C">
              <a:extLst>
                <a:ext uri="{FF2B5EF4-FFF2-40B4-BE49-F238E27FC236}">
                  <ns2:creationId id="{F52189FD-9B0C-4847-8ECA-59E820D465D8}"/>
                </a:ext>
              </a:extLst>
            </p:cNvPr>
            <p:cNvSpPr>
              <a:spLocks noGrp="1"/>
            </p:cNvSpPr>
            <p:nvPr/>
          </p:nvSpPr>
          <p:spPr>
            <a:xfrm>
              <a:off x="11845925" y="250507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89" name="100">
              <a:extLst>
                <a:ext uri="{FF2B5EF4-FFF2-40B4-BE49-F238E27FC236}">
                  <ns2:creationId id="{872569B2-2E18-42A0-A6EA-6E0DE9FAD79F}"/>
                </a:ext>
              </a:extLst>
            </p:cNvPr>
            <p:cNvSpPr>
              <a:spLocks noGrp="1"/>
            </p:cNvSpPr>
            <p:nvPr/>
          </p:nvSpPr>
          <p:spPr>
            <a:xfrm>
              <a:off x="11722100" y="2895600"/>
              <a:ext cx="4953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90" name="(b) TMTM">
              <a:extLst>
                <a:ext uri="{FF2B5EF4-FFF2-40B4-BE49-F238E27FC236}">
                  <ns2:creationId id="{13AFB3CB-195B-4BA5-888B-0CA5094FF310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3409950"/>
              <a:ext cx="31432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TMTM</a:t>
              </a:r>
            </a:p>
          </p:txBody>
        </p:sp>
        <p:pic>
          <p:nvPicPr>
            <p:cNvPr id="192" name="">
              <a:extLst>
                <a:ext uri="{FF2B5EF4-FFF2-40B4-BE49-F238E27FC236}">
                  <ns2:creationId id="{CC7D342D-5640-4C32-848A-E2D5B193299E}"/>
                </a:ext>
              </a:extLst>
            </p:cNvPr>
            <p:cNvPicPr>
              <a:picLocks noChangeAspect="1"/>
            </p:cNvPicPr>
            <p:nvPr/>
          </p:nvPicPr>
          <p:blipFill>
            <a:blip r:embed="R6b4d06adc5364dcc"/>
            <a:stretch/>
          </p:blipFill>
          <p:spPr>
            <a:xfrm>
              <a:off x="704850" y="3962400"/>
              <a:ext cx="3143250" cy="1619250"/>
            </a:xfrm>
            <a:prstGeom prst="rect">
              <a:avLst/>
            </a:prstGeom>
          </p:spPr>
        </p:pic>
        <p:sp>
          <p:nvSpPr>
            <p:cNvPr id="193" name="Snapshot time guide 12">
              <a:extLst>
                <a:ext uri="{FF2B5EF4-FFF2-40B4-BE49-F238E27FC236}">
                  <ns2:creationId id="{9B94CD29-275D-4D5E-918B-F8DB718F5AD4}"/>
                </a:ext>
              </a:extLst>
            </p:cNvPr>
            <p:cNvSpPr>
              <a:spLocks noGrp="1"/>
            </p:cNvSpPr>
            <p:nvPr/>
          </p:nvSpPr>
          <p:spPr>
            <a:xfrm>
              <a:off x="1303564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194" name="Snapshot time guide 25">
              <a:extLst>
                <a:ext uri="{FF2B5EF4-FFF2-40B4-BE49-F238E27FC236}">
                  <ns2:creationId id="{D093FFD8-9C95-45A5-A10F-DB7FDD20D703}"/>
                </a:ext>
              </a:extLst>
            </p:cNvPr>
            <p:cNvSpPr>
              <a:spLocks noGrp="1"/>
            </p:cNvSpPr>
            <p:nvPr/>
          </p:nvSpPr>
          <p:spPr>
            <a:xfrm>
              <a:off x="1952171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195" name="Snapshot time guide 38">
              <a:extLst>
                <a:ext uri="{FF2B5EF4-FFF2-40B4-BE49-F238E27FC236}">
                  <ns2:creationId id="{86F84A92-3C15-48B1-8004-E55D69AF6BAD}"/>
                </a:ext>
              </a:extLst>
            </p:cNvPr>
            <p:cNvSpPr>
              <a:spLocks noGrp="1"/>
            </p:cNvSpPr>
            <p:nvPr/>
          </p:nvSpPr>
          <p:spPr>
            <a:xfrm>
              <a:off x="2600779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196" name="Snapshot time guide 51">
              <a:extLst>
                <a:ext uri="{FF2B5EF4-FFF2-40B4-BE49-F238E27FC236}">
                  <ns2:creationId id="{0A3508C1-2781-48C5-91BB-6D4EA532877E}"/>
                </a:ext>
              </a:extLst>
            </p:cNvPr>
            <p:cNvSpPr>
              <a:spLocks noGrp="1"/>
            </p:cNvSpPr>
            <p:nvPr/>
          </p:nvSpPr>
          <p:spPr>
            <a:xfrm>
              <a:off x="3249386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197" name="A">
              <a:extLst>
                <a:ext uri="{FF2B5EF4-FFF2-40B4-BE49-F238E27FC236}">
                  <ns2:creationId id="{61290144-4D7D-4254-8250-3C0F937E31F0}"/>
                </a:ext>
              </a:extLst>
            </p:cNvPr>
            <p:cNvSpPr>
              <a:spLocks noGrp="1"/>
            </p:cNvSpPr>
            <p:nvPr/>
          </p:nvSpPr>
          <p:spPr>
            <a:xfrm>
              <a:off x="3914775" y="4959243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98" name="B">
              <a:extLst>
                <a:ext uri="{FF2B5EF4-FFF2-40B4-BE49-F238E27FC236}">
                  <ns2:creationId id="{BA29A57F-F0B8-433E-B411-887713F67192}"/>
                </a:ext>
              </a:extLst>
            </p:cNvPr>
            <p:cNvSpPr>
              <a:spLocks noGrp="1"/>
            </p:cNvSpPr>
            <p:nvPr/>
          </p:nvSpPr>
          <p:spPr>
            <a:xfrm>
              <a:off x="3914775" y="4657725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99" name="C">
              <a:extLst>
                <a:ext uri="{FF2B5EF4-FFF2-40B4-BE49-F238E27FC236}">
                  <ns2:creationId id="{5A4262DB-1EE2-4630-9E96-4468FC7EE971}"/>
                </a:ext>
              </a:extLst>
            </p:cNvPr>
            <p:cNvSpPr>
              <a:spLocks noGrp="1"/>
            </p:cNvSpPr>
            <p:nvPr/>
          </p:nvSpPr>
          <p:spPr>
            <a:xfrm>
              <a:off x="3914775" y="4355761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200" name="Scientific domain frame">
              <a:extLst>
                <a:ext uri="{FF2B5EF4-FFF2-40B4-BE49-F238E27FC236}">
                  <ns2:creationId id="{469726FD-3F64-4F8F-8852-ADC84CF1CB30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3962400"/>
              <a:ext cx="3143250" cy="161925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201" name="Scientific path">
              <a:extLst>
                <a:ext uri="{FF2B5EF4-FFF2-40B4-BE49-F238E27FC236}">
                  <ns2:creationId id="{7BF6884F-D7E1-454D-B615-401CE40E1D4D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02" name="0">
              <a:extLst>
                <a:ext uri="{FF2B5EF4-FFF2-40B4-BE49-F238E27FC236}">
                  <ns2:creationId id="{C268C6B5-5D1F-4D29-91CC-3875386457EB}"/>
                </a:ext>
              </a:extLst>
            </p:cNvPr>
            <p:cNvSpPr>
              <a:spLocks noGrp="1"/>
            </p:cNvSpPr>
            <p:nvPr/>
          </p:nvSpPr>
          <p:spPr>
            <a:xfrm>
              <a:off x="476250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03" name="Scientific path">
              <a:extLst>
                <a:ext uri="{FF2B5EF4-FFF2-40B4-BE49-F238E27FC236}">
                  <ns2:creationId id="{950D715F-4BEB-45C5-AF71-EB99FD7EBA2E}"/>
                </a:ext>
              </a:extLst>
            </p:cNvPr>
            <p:cNvSpPr>
              <a:spLocks noGrp="1"/>
            </p:cNvSpPr>
            <p:nvPr/>
          </p:nvSpPr>
          <p:spPr>
            <a:xfrm>
              <a:off x="1303564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04" name="12">
              <a:extLst>
                <a:ext uri="{FF2B5EF4-FFF2-40B4-BE49-F238E27FC236}">
                  <ns2:creationId id="{015864F2-3BF8-4A0C-A6A3-68998DA8404C}"/>
                </a:ext>
              </a:extLst>
            </p:cNvPr>
            <p:cNvSpPr>
              <a:spLocks noGrp="1"/>
            </p:cNvSpPr>
            <p:nvPr/>
          </p:nvSpPr>
          <p:spPr>
            <a:xfrm>
              <a:off x="1074964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205" name="Scientific path">
              <a:extLst>
                <a:ext uri="{FF2B5EF4-FFF2-40B4-BE49-F238E27FC236}">
                  <ns2:creationId id="{2CBB1F32-8068-4008-9F34-5C730549DD3A}"/>
                </a:ext>
              </a:extLst>
            </p:cNvPr>
            <p:cNvSpPr>
              <a:spLocks noGrp="1"/>
            </p:cNvSpPr>
            <p:nvPr/>
          </p:nvSpPr>
          <p:spPr>
            <a:xfrm>
              <a:off x="1952171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06" name="25">
              <a:extLst>
                <a:ext uri="{FF2B5EF4-FFF2-40B4-BE49-F238E27FC236}">
                  <ns2:creationId id="{15329D1D-826B-486B-BF0E-EF978BEA09E2}"/>
                </a:ext>
              </a:extLst>
            </p:cNvPr>
            <p:cNvSpPr>
              <a:spLocks noGrp="1"/>
            </p:cNvSpPr>
            <p:nvPr/>
          </p:nvSpPr>
          <p:spPr>
            <a:xfrm>
              <a:off x="1723571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207" name="Scientific path">
              <a:extLst>
                <a:ext uri="{FF2B5EF4-FFF2-40B4-BE49-F238E27FC236}">
                  <ns2:creationId id="{B34CE0FA-1A98-4A51-9CAD-C894349A07F2}"/>
                </a:ext>
              </a:extLst>
            </p:cNvPr>
            <p:cNvSpPr>
              <a:spLocks noGrp="1"/>
            </p:cNvSpPr>
            <p:nvPr/>
          </p:nvSpPr>
          <p:spPr>
            <a:xfrm>
              <a:off x="2600779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08" name="38">
              <a:extLst>
                <a:ext uri="{FF2B5EF4-FFF2-40B4-BE49-F238E27FC236}">
                  <ns2:creationId id="{5DEDF6C3-AA75-410B-A1D7-8125CC831326}"/>
                </a:ext>
              </a:extLst>
            </p:cNvPr>
            <p:cNvSpPr>
              <a:spLocks noGrp="1"/>
            </p:cNvSpPr>
            <p:nvPr/>
          </p:nvSpPr>
          <p:spPr>
            <a:xfrm>
              <a:off x="2372179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38</a:t>
              </a:r>
            </a:p>
          </p:txBody>
        </p:sp>
        <p:sp>
          <p:nvSpPr>
            <p:cNvPr id="209" name="Scientific path">
              <a:extLst>
                <a:ext uri="{FF2B5EF4-FFF2-40B4-BE49-F238E27FC236}">
                  <ns2:creationId id="{48B06EBD-9ECF-42A2-8C76-8D16527F7BA8}"/>
                </a:ext>
              </a:extLst>
            </p:cNvPr>
            <p:cNvSpPr>
              <a:spLocks noGrp="1"/>
            </p:cNvSpPr>
            <p:nvPr/>
          </p:nvSpPr>
          <p:spPr>
            <a:xfrm>
              <a:off x="3249386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10" name="51">
              <a:extLst>
                <a:ext uri="{FF2B5EF4-FFF2-40B4-BE49-F238E27FC236}">
                  <ns2:creationId id="{836E5C6C-5FF6-4926-BC38-8F351CDDD5FB}"/>
                </a:ext>
              </a:extLst>
            </p:cNvPr>
            <p:cNvSpPr>
              <a:spLocks noGrp="1"/>
            </p:cNvSpPr>
            <p:nvPr/>
          </p:nvSpPr>
          <p:spPr>
            <a:xfrm>
              <a:off x="3020786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211" name="Scientific path">
              <a:extLst>
                <a:ext uri="{FF2B5EF4-FFF2-40B4-BE49-F238E27FC236}">
                  <ns2:creationId id="{633A18F9-F932-4594-A418-12BADC043C6C}"/>
                </a:ext>
              </a:extLst>
            </p:cNvPr>
            <p:cNvSpPr>
              <a:spLocks noGrp="1"/>
            </p:cNvSpPr>
            <p:nvPr/>
          </p:nvSpPr>
          <p:spPr>
            <a:xfrm>
              <a:off x="3848100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12" name="63">
              <a:extLst>
                <a:ext uri="{FF2B5EF4-FFF2-40B4-BE49-F238E27FC236}">
                  <ns2:creationId id="{090FCA8D-70CA-4BFC-995F-429209268FE0}"/>
                </a:ext>
              </a:extLst>
            </p:cNvPr>
            <p:cNvSpPr>
              <a:spLocks noGrp="1"/>
            </p:cNvSpPr>
            <p:nvPr/>
          </p:nvSpPr>
          <p:spPr>
            <a:xfrm>
              <a:off x="3619500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63</a:t>
              </a:r>
            </a:p>
          </p:txBody>
        </p:sp>
        <p:sp>
          <p:nvSpPr>
            <p:cNvPr id="213" name="Scientific path">
              <a:extLst>
                <a:ext uri="{FF2B5EF4-FFF2-40B4-BE49-F238E27FC236}">
                  <ns2:creationId id="{64BDC6B4-9227-4B8F-8EE8-F4199383D9F4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55816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14" name="0.0">
              <a:extLst>
                <a:ext uri="{FF2B5EF4-FFF2-40B4-BE49-F238E27FC236}">
                  <ns2:creationId id="{0B69CF26-4C34-4D1F-84F5-D3F95C74E287}"/>
                </a:ext>
              </a:extLst>
            </p:cNvPr>
            <p:cNvSpPr>
              <a:spLocks noGrp="1"/>
            </p:cNvSpPr>
            <p:nvPr/>
          </p:nvSpPr>
          <p:spPr>
            <a:xfrm>
              <a:off x="161925" y="546735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</a:p>
          </p:txBody>
        </p:sp>
        <p:sp>
          <p:nvSpPr>
            <p:cNvPr id="215" name="Scientific path">
              <a:extLst>
                <a:ext uri="{FF2B5EF4-FFF2-40B4-BE49-F238E27FC236}">
                  <ns2:creationId id="{DECD1A47-228F-4A20-A699-85F83177BC8A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47720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16" name="0.5">
              <a:extLst>
                <a:ext uri="{FF2B5EF4-FFF2-40B4-BE49-F238E27FC236}">
                  <ns2:creationId id="{67B84D52-7E9F-4C38-8257-30B0A8EC896C}"/>
                </a:ext>
              </a:extLst>
            </p:cNvPr>
            <p:cNvSpPr>
              <a:spLocks noGrp="1"/>
            </p:cNvSpPr>
            <p:nvPr/>
          </p:nvSpPr>
          <p:spPr>
            <a:xfrm>
              <a:off x="161925" y="4657725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217" name="Scientific path">
              <a:extLst>
                <a:ext uri="{FF2B5EF4-FFF2-40B4-BE49-F238E27FC236}">
                  <ns2:creationId id="{0402EA67-EC8D-4FFD-B401-084396FA5138}"/>
                </a:ext>
              </a:extLst>
            </p:cNvPr>
            <p:cNvSpPr>
              <a:spLocks noGrp="1"/>
            </p:cNvSpPr>
            <p:nvPr/>
          </p:nvSpPr>
          <p:spPr>
            <a:xfrm>
              <a:off x="666750" y="39624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18" name="1.0">
              <a:extLst>
                <a:ext uri="{FF2B5EF4-FFF2-40B4-BE49-F238E27FC236}">
                  <ns2:creationId id="{A7EF2088-90C9-482C-92EC-03A72EE38B12}"/>
                </a:ext>
              </a:extLst>
            </p:cNvPr>
            <p:cNvSpPr>
              <a:spLocks noGrp="1"/>
            </p:cNvSpPr>
            <p:nvPr/>
          </p:nvSpPr>
          <p:spPr>
            <a:xfrm>
              <a:off x="161925" y="384810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1.0</a:t>
              </a:r>
            </a:p>
          </p:txBody>
        </p:sp>
        <p:sp>
          <p:nvSpPr>
            <p:cNvPr id="219" name="Time">
              <a:extLst>
                <a:ext uri="{FF2B5EF4-FFF2-40B4-BE49-F238E27FC236}">
                  <ns2:creationId id="{3513387C-1AA8-44C7-9BC5-A7FC80B8E8BE}"/>
                </a:ext>
              </a:extLst>
            </p:cNvPr>
            <p:cNvSpPr>
              <a:spLocks noGrp="1"/>
            </p:cNvSpPr>
            <p:nvPr/>
          </p:nvSpPr>
          <p:spPr>
            <a:xfrm>
              <a:off x="704850" y="5953125"/>
              <a:ext cx="314325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</a:t>
              </a:r>
            </a:p>
          </p:txBody>
        </p:sp>
        <p:sp>
          <p:nvSpPr>
            <p:cNvPr id="220" name="(c) ST-MTM">
              <a:extLst>
                <a:ext uri="{FF2B5EF4-FFF2-40B4-BE49-F238E27FC236}">
                  <ns2:creationId id="{134146D1-7D70-419A-ACA1-19D743CC14C1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3409950"/>
              <a:ext cx="31432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ST-MTM</a:t>
              </a:r>
            </a:p>
          </p:txBody>
        </p:sp>
        <p:pic>
          <p:nvPicPr>
            <p:cNvPr id="222" name="">
              <a:extLst>
                <a:ext uri="{FF2B5EF4-FFF2-40B4-BE49-F238E27FC236}">
                  <ns2:creationId id="{22FC2BC7-DC14-49C3-9617-9EF5037F4B29}"/>
                </a:ext>
              </a:extLst>
            </p:cNvPr>
            <p:cNvPicPr>
              <a:picLocks noChangeAspect="1"/>
            </p:cNvPicPr>
            <p:nvPr/>
          </p:nvPicPr>
          <p:blipFill>
            <a:blip r:embed="R0e7c4a6fcac04418"/>
            <a:stretch/>
          </p:blipFill>
          <p:spPr>
            <a:xfrm>
              <a:off x="4943475" y="3962400"/>
              <a:ext cx="3143250" cy="1619250"/>
            </a:xfrm>
            <a:prstGeom prst="rect">
              <a:avLst/>
            </a:prstGeom>
          </p:spPr>
        </p:pic>
        <p:sp>
          <p:nvSpPr>
            <p:cNvPr id="223" name="Snapshot time guide 12">
              <a:extLst>
                <a:ext uri="{FF2B5EF4-FFF2-40B4-BE49-F238E27FC236}">
                  <ns2:creationId id="{3E8A330A-CD48-420D-8345-88E02B63C42A}"/>
                </a:ext>
              </a:extLst>
            </p:cNvPr>
            <p:cNvSpPr>
              <a:spLocks noGrp="1"/>
            </p:cNvSpPr>
            <p:nvPr/>
          </p:nvSpPr>
          <p:spPr>
            <a:xfrm>
              <a:off x="5542189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24" name="Snapshot time guide 25">
              <a:extLst>
                <a:ext uri="{FF2B5EF4-FFF2-40B4-BE49-F238E27FC236}">
                  <ns2:creationId id="{01E14121-0207-41FD-81BF-295D0FFD21B6}"/>
                </a:ext>
              </a:extLst>
            </p:cNvPr>
            <p:cNvSpPr>
              <a:spLocks noGrp="1"/>
            </p:cNvSpPr>
            <p:nvPr/>
          </p:nvSpPr>
          <p:spPr>
            <a:xfrm>
              <a:off x="6190796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25" name="Snapshot time guide 38">
              <a:extLst>
                <a:ext uri="{FF2B5EF4-FFF2-40B4-BE49-F238E27FC236}">
                  <ns2:creationId id="{492C9B69-0B84-4241-AAA8-2B1BAAA005B0}"/>
                </a:ext>
              </a:extLst>
            </p:cNvPr>
            <p:cNvSpPr>
              <a:spLocks noGrp="1"/>
            </p:cNvSpPr>
            <p:nvPr/>
          </p:nvSpPr>
          <p:spPr>
            <a:xfrm>
              <a:off x="6839404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26" name="Snapshot time guide 51">
              <a:extLst>
                <a:ext uri="{FF2B5EF4-FFF2-40B4-BE49-F238E27FC236}">
                  <ns2:creationId id="{7AC11E77-33D8-4CB6-B206-DA7AA2B7EF00}"/>
                </a:ext>
              </a:extLst>
            </p:cNvPr>
            <p:cNvSpPr>
              <a:spLocks noGrp="1"/>
            </p:cNvSpPr>
            <p:nvPr/>
          </p:nvSpPr>
          <p:spPr>
            <a:xfrm>
              <a:off x="7488011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27" name="A">
              <a:extLst>
                <a:ext uri="{FF2B5EF4-FFF2-40B4-BE49-F238E27FC236}">
                  <ns2:creationId id="{92EA564E-A065-44EC-ABDC-97227908403C}"/>
                </a:ext>
              </a:extLst>
            </p:cNvPr>
            <p:cNvSpPr>
              <a:spLocks noGrp="1"/>
            </p:cNvSpPr>
            <p:nvPr/>
          </p:nvSpPr>
          <p:spPr>
            <a:xfrm>
              <a:off x="8153400" y="5087746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228" name="B">
              <a:extLst>
                <a:ext uri="{FF2B5EF4-FFF2-40B4-BE49-F238E27FC236}">
                  <ns2:creationId id="{95C9182F-C55D-4643-BD13-4BE0F4ED167B}"/>
                </a:ext>
              </a:extLst>
            </p:cNvPr>
            <p:cNvSpPr>
              <a:spLocks noGrp="1"/>
            </p:cNvSpPr>
            <p:nvPr/>
          </p:nvSpPr>
          <p:spPr>
            <a:xfrm>
              <a:off x="8153400" y="4657923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229" name="C">
              <a:extLst>
                <a:ext uri="{FF2B5EF4-FFF2-40B4-BE49-F238E27FC236}">
                  <ns2:creationId id="{5AD1B18D-AB9D-4ACB-BA1D-9650ABE640A0}"/>
                </a:ext>
              </a:extLst>
            </p:cNvPr>
            <p:cNvSpPr>
              <a:spLocks noGrp="1"/>
            </p:cNvSpPr>
            <p:nvPr/>
          </p:nvSpPr>
          <p:spPr>
            <a:xfrm>
              <a:off x="8153400" y="4227704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230" name="Scientific domain frame">
              <a:extLst>
                <a:ext uri="{FF2B5EF4-FFF2-40B4-BE49-F238E27FC236}">
                  <ns2:creationId id="{17577DC8-1D83-4CF0-8D48-100EEC821556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3962400"/>
              <a:ext cx="3143250" cy="161925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231" name="Scientific path">
              <a:extLst>
                <a:ext uri="{FF2B5EF4-FFF2-40B4-BE49-F238E27FC236}">
                  <ns2:creationId id="{7FB18DAA-87D1-4141-8677-C48AF1902168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32" name="0">
              <a:extLst>
                <a:ext uri="{FF2B5EF4-FFF2-40B4-BE49-F238E27FC236}">
                  <ns2:creationId id="{3F01A953-BFFE-44C1-8177-754B179BBABC}"/>
                </a:ext>
              </a:extLst>
            </p:cNvPr>
            <p:cNvSpPr>
              <a:spLocks noGrp="1"/>
            </p:cNvSpPr>
            <p:nvPr/>
          </p:nvSpPr>
          <p:spPr>
            <a:xfrm>
              <a:off x="4714875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33" name="Scientific path">
              <a:extLst>
                <a:ext uri="{FF2B5EF4-FFF2-40B4-BE49-F238E27FC236}">
                  <ns2:creationId id="{A0BA59A9-6565-431A-8ADB-140CF4889FB2}"/>
                </a:ext>
              </a:extLst>
            </p:cNvPr>
            <p:cNvSpPr>
              <a:spLocks noGrp="1"/>
            </p:cNvSpPr>
            <p:nvPr/>
          </p:nvSpPr>
          <p:spPr>
            <a:xfrm>
              <a:off x="5542189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34" name="12">
              <a:extLst>
                <a:ext uri="{FF2B5EF4-FFF2-40B4-BE49-F238E27FC236}">
                  <ns2:creationId id="{F47AC4B3-8AB3-413E-984D-7EEDF2C6F057}"/>
                </a:ext>
              </a:extLst>
            </p:cNvPr>
            <p:cNvSpPr>
              <a:spLocks noGrp="1"/>
            </p:cNvSpPr>
            <p:nvPr/>
          </p:nvSpPr>
          <p:spPr>
            <a:xfrm>
              <a:off x="5313589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235" name="Scientific path">
              <a:extLst>
                <a:ext uri="{FF2B5EF4-FFF2-40B4-BE49-F238E27FC236}">
                  <ns2:creationId id="{E4510C4F-9FAF-4A14-A67D-A3FF70243E26}"/>
                </a:ext>
              </a:extLst>
            </p:cNvPr>
            <p:cNvSpPr>
              <a:spLocks noGrp="1"/>
            </p:cNvSpPr>
            <p:nvPr/>
          </p:nvSpPr>
          <p:spPr>
            <a:xfrm>
              <a:off x="6190796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36" name="25">
              <a:extLst>
                <a:ext uri="{FF2B5EF4-FFF2-40B4-BE49-F238E27FC236}">
                  <ns2:creationId id="{96A2BD81-16F1-407F-B0CA-40507C6B54FC}"/>
                </a:ext>
              </a:extLst>
            </p:cNvPr>
            <p:cNvSpPr>
              <a:spLocks noGrp="1"/>
            </p:cNvSpPr>
            <p:nvPr/>
          </p:nvSpPr>
          <p:spPr>
            <a:xfrm>
              <a:off x="5962196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237" name="Scientific path">
              <a:extLst>
                <a:ext uri="{FF2B5EF4-FFF2-40B4-BE49-F238E27FC236}">
                  <ns2:creationId id="{101F4545-2B77-4934-BC40-59EF493F11CD}"/>
                </a:ext>
              </a:extLst>
            </p:cNvPr>
            <p:cNvSpPr>
              <a:spLocks noGrp="1"/>
            </p:cNvSpPr>
            <p:nvPr/>
          </p:nvSpPr>
          <p:spPr>
            <a:xfrm>
              <a:off x="6839404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38" name="38">
              <a:extLst>
                <a:ext uri="{FF2B5EF4-FFF2-40B4-BE49-F238E27FC236}">
                  <ns2:creationId id="{C33EFBA2-AE56-4E0D-AC0F-117B06DBACB5}"/>
                </a:ext>
              </a:extLst>
            </p:cNvPr>
            <p:cNvSpPr>
              <a:spLocks noGrp="1"/>
            </p:cNvSpPr>
            <p:nvPr/>
          </p:nvSpPr>
          <p:spPr>
            <a:xfrm>
              <a:off x="6610804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38</a:t>
              </a:r>
            </a:p>
          </p:txBody>
        </p:sp>
        <p:sp>
          <p:nvSpPr>
            <p:cNvPr id="239" name="Scientific path">
              <a:extLst>
                <a:ext uri="{FF2B5EF4-FFF2-40B4-BE49-F238E27FC236}">
                  <ns2:creationId id="{C390A630-49E6-45E0-9C7A-666442F2F21C}"/>
                </a:ext>
              </a:extLst>
            </p:cNvPr>
            <p:cNvSpPr>
              <a:spLocks noGrp="1"/>
            </p:cNvSpPr>
            <p:nvPr/>
          </p:nvSpPr>
          <p:spPr>
            <a:xfrm>
              <a:off x="7488011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40" name="51">
              <a:extLst>
                <a:ext uri="{FF2B5EF4-FFF2-40B4-BE49-F238E27FC236}">
                  <ns2:creationId id="{2F70FE9B-38A7-4B24-9138-FA61DC9133DA}"/>
                </a:ext>
              </a:extLst>
            </p:cNvPr>
            <p:cNvSpPr>
              <a:spLocks noGrp="1"/>
            </p:cNvSpPr>
            <p:nvPr/>
          </p:nvSpPr>
          <p:spPr>
            <a:xfrm>
              <a:off x="7259411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241" name="Scientific path">
              <a:extLst>
                <a:ext uri="{FF2B5EF4-FFF2-40B4-BE49-F238E27FC236}">
                  <ns2:creationId id="{0F605C4E-1246-4CF5-B2A0-3AF341957D91}"/>
                </a:ext>
              </a:extLst>
            </p:cNvPr>
            <p:cNvSpPr>
              <a:spLocks noGrp="1"/>
            </p:cNvSpPr>
            <p:nvPr/>
          </p:nvSpPr>
          <p:spPr>
            <a:xfrm>
              <a:off x="8086725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42" name="63">
              <a:extLst>
                <a:ext uri="{FF2B5EF4-FFF2-40B4-BE49-F238E27FC236}">
                  <ns2:creationId id="{64EAC6FA-4B4E-4787-9268-E130B44961EC}"/>
                </a:ext>
              </a:extLst>
            </p:cNvPr>
            <p:cNvSpPr>
              <a:spLocks noGrp="1"/>
            </p:cNvSpPr>
            <p:nvPr/>
          </p:nvSpPr>
          <p:spPr>
            <a:xfrm>
              <a:off x="7858125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63</a:t>
              </a:r>
            </a:p>
          </p:txBody>
        </p:sp>
        <p:sp>
          <p:nvSpPr>
            <p:cNvPr id="243" name="Scientific path">
              <a:extLst>
                <a:ext uri="{FF2B5EF4-FFF2-40B4-BE49-F238E27FC236}">
                  <ns2:creationId id="{4EF1D4F5-4BAE-4D3C-B107-2E382BDA26CA}"/>
                </a:ext>
              </a:extLst>
            </p:cNvPr>
            <p:cNvSpPr>
              <a:spLocks noGrp="1"/>
            </p:cNvSpPr>
            <p:nvPr/>
          </p:nvSpPr>
          <p:spPr>
            <a:xfrm>
              <a:off x="4905375" y="55816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44" name="0.0">
              <a:extLst>
                <a:ext uri="{FF2B5EF4-FFF2-40B4-BE49-F238E27FC236}">
                  <ns2:creationId id="{8B9EFB3D-69CE-4986-9869-272A16B1C2D6}"/>
                </a:ext>
              </a:extLst>
            </p:cNvPr>
            <p:cNvSpPr>
              <a:spLocks noGrp="1"/>
            </p:cNvSpPr>
            <p:nvPr/>
          </p:nvSpPr>
          <p:spPr>
            <a:xfrm>
              <a:off x="4400550" y="546735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</a:t>
              </a:r>
            </a:p>
          </p:txBody>
        </p:sp>
        <p:sp>
          <p:nvSpPr>
            <p:cNvPr id="245" name="Scientific path">
              <a:extLst>
                <a:ext uri="{FF2B5EF4-FFF2-40B4-BE49-F238E27FC236}">
                  <ns2:creationId id="{17323A69-9543-492D-BA9F-BD23C3881F5F}"/>
                </a:ext>
              </a:extLst>
            </p:cNvPr>
            <p:cNvSpPr>
              <a:spLocks noGrp="1"/>
            </p:cNvSpPr>
            <p:nvPr/>
          </p:nvSpPr>
          <p:spPr>
            <a:xfrm>
              <a:off x="4905375" y="47720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46" name="0.5">
              <a:extLst>
                <a:ext uri="{FF2B5EF4-FFF2-40B4-BE49-F238E27FC236}">
                  <ns2:creationId id="{EABC9453-EE56-4ED5-B1F4-B7CC193854D4}"/>
                </a:ext>
              </a:extLst>
            </p:cNvPr>
            <p:cNvSpPr>
              <a:spLocks noGrp="1"/>
            </p:cNvSpPr>
            <p:nvPr/>
          </p:nvSpPr>
          <p:spPr>
            <a:xfrm>
              <a:off x="4400550" y="4657725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247" name="Scientific path">
              <a:extLst>
                <a:ext uri="{FF2B5EF4-FFF2-40B4-BE49-F238E27FC236}">
                  <ns2:creationId id="{24CBF89D-7FB9-4CBB-926C-178CA44B7B7B}"/>
                </a:ext>
              </a:extLst>
            </p:cNvPr>
            <p:cNvSpPr>
              <a:spLocks noGrp="1"/>
            </p:cNvSpPr>
            <p:nvPr/>
          </p:nvSpPr>
          <p:spPr>
            <a:xfrm>
              <a:off x="4905375" y="39624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48" name="1.0">
              <a:extLst>
                <a:ext uri="{FF2B5EF4-FFF2-40B4-BE49-F238E27FC236}">
                  <ns2:creationId id="{3A38E3E7-63F4-4B66-9C63-3AF02E3068D3}"/>
                </a:ext>
              </a:extLst>
            </p:cNvPr>
            <p:cNvSpPr>
              <a:spLocks noGrp="1"/>
            </p:cNvSpPr>
            <p:nvPr/>
          </p:nvSpPr>
          <p:spPr>
            <a:xfrm>
              <a:off x="4400550" y="384810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1.0</a:t>
              </a:r>
            </a:p>
          </p:txBody>
        </p:sp>
        <p:sp>
          <p:nvSpPr>
            <p:cNvPr id="249" name="Time">
              <a:extLst>
                <a:ext uri="{FF2B5EF4-FFF2-40B4-BE49-F238E27FC236}">
                  <ns2:creationId id="{0A413B9C-6B27-4F94-AA87-89F557C09ADB}"/>
                </a:ext>
              </a:extLst>
            </p:cNvPr>
            <p:cNvSpPr>
              <a:spLocks noGrp="1"/>
            </p:cNvSpPr>
            <p:nvPr/>
          </p:nvSpPr>
          <p:spPr>
            <a:xfrm>
              <a:off x="4943475" y="5953125"/>
              <a:ext cx="314325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</a:t>
              </a:r>
            </a:p>
          </p:txBody>
        </p:sp>
        <p:sp>
          <p:nvSpPr>
            <p:cNvPr id="250" name="(d) RG-MTM-R">
              <a:extLst>
                <a:ext uri="{FF2B5EF4-FFF2-40B4-BE49-F238E27FC236}">
                  <ns2:creationId id="{91E91D84-9E04-4B90-ABFC-820FC41710B3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3409950"/>
              <a:ext cx="31432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7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RG-MTM-R</a:t>
              </a:r>
            </a:p>
          </p:txBody>
        </p:sp>
        <p:pic>
          <p:nvPicPr>
            <p:cNvPr id="252" name="">
              <a:extLst>
                <a:ext uri="{FF2B5EF4-FFF2-40B4-BE49-F238E27FC236}">
                  <ns2:creationId id="{EAD25CA2-16C7-49CE-9048-DCF3B8A7488C}"/>
                </a:ext>
              </a:extLst>
            </p:cNvPr>
            <p:cNvPicPr>
              <a:picLocks noChangeAspect="1"/>
            </p:cNvPicPr>
            <p:nvPr/>
          </p:nvPicPr>
          <p:blipFill>
            <a:blip r:embed="R3e427929b0b04bba"/>
            <a:stretch/>
          </p:blipFill>
          <p:spPr>
            <a:xfrm>
              <a:off x="9182100" y="3962400"/>
              <a:ext cx="3143250" cy="1619250"/>
            </a:xfrm>
            <a:prstGeom prst="rect">
              <a:avLst/>
            </a:prstGeom>
          </p:spPr>
        </p:pic>
        <p:sp>
          <p:nvSpPr>
            <p:cNvPr id="253" name="Snapshot time guide 12">
              <a:extLst>
                <a:ext uri="{FF2B5EF4-FFF2-40B4-BE49-F238E27FC236}">
                  <ns2:creationId id="{86FC2D46-DAF0-43D7-8F75-A9CC49D82C3E}"/>
                </a:ext>
              </a:extLst>
            </p:cNvPr>
            <p:cNvSpPr>
              <a:spLocks noGrp="1"/>
            </p:cNvSpPr>
            <p:nvPr/>
          </p:nvSpPr>
          <p:spPr>
            <a:xfrm>
              <a:off x="9780814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54" name="Snapshot time guide 25">
              <a:extLst>
                <a:ext uri="{FF2B5EF4-FFF2-40B4-BE49-F238E27FC236}">
                  <ns2:creationId id="{136ECBDF-92F2-410F-A65D-91E55B06E873}"/>
                </a:ext>
              </a:extLst>
            </p:cNvPr>
            <p:cNvSpPr>
              <a:spLocks noGrp="1"/>
            </p:cNvSpPr>
            <p:nvPr/>
          </p:nvSpPr>
          <p:spPr>
            <a:xfrm>
              <a:off x="10429421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55" name="Snapshot time guide 38">
              <a:extLst>
                <a:ext uri="{FF2B5EF4-FFF2-40B4-BE49-F238E27FC236}">
                  <ns2:creationId id="{CA3B1BF6-6203-4C6A-99B1-D05B6E741D92}"/>
                </a:ext>
              </a:extLst>
            </p:cNvPr>
            <p:cNvSpPr>
              <a:spLocks noGrp="1"/>
            </p:cNvSpPr>
            <p:nvPr/>
          </p:nvSpPr>
          <p:spPr>
            <a:xfrm>
              <a:off x="11078029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56" name="Snapshot time guide 51">
              <a:extLst>
                <a:ext uri="{FF2B5EF4-FFF2-40B4-BE49-F238E27FC236}">
                  <ns2:creationId id="{10992206-A84C-4808-A120-8136D4F6D766}"/>
                </a:ext>
              </a:extLst>
            </p:cNvPr>
            <p:cNvSpPr>
              <a:spLocks noGrp="1"/>
            </p:cNvSpPr>
            <p:nvPr/>
          </p:nvSpPr>
          <p:spPr>
            <a:xfrm>
              <a:off x="11726636" y="3962400"/>
              <a:ext cx="95" cy="1619250"/>
            </a:xfrm>
            <a:custGeom>
              <a:pathLst>
                <a:path w="9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91ADB2"/>
              </a:solidFill>
              <a:prstDash val="dash"/>
            </a:ln>
          </p:spPr>
        </p:sp>
        <p:sp>
          <p:nvSpPr>
            <p:cNvPr id="257" name="A fixed source-x reference">
              <a:extLst>
                <a:ext uri="{FF2B5EF4-FFF2-40B4-BE49-F238E27FC236}">
                  <ns2:creationId id="{D1D9EB65-E633-4A8F-AF18-859FA7311283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311775"/>
              <a:ext cx="3143250" cy="95"/>
            </a:xfrm>
            <a:custGeom>
              <a:pathLst>
                <a:path w="3143250" h="9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7620">
              <a:solidFill>
                <a:srgbClr val="D5E5E7"/>
              </a:solidFill>
              <a:prstDash val="dash"/>
            </a:ln>
          </p:spPr>
        </p:sp>
        <p:sp>
          <p:nvSpPr>
            <p:cNvPr id="258" name="C fixed source-x reference">
              <a:extLst>
                <a:ext uri="{FF2B5EF4-FFF2-40B4-BE49-F238E27FC236}">
                  <ns2:creationId id="{C3D485EE-80F7-4C2B-8B8D-9F72A0310BB6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4232275"/>
              <a:ext cx="3143250" cy="95"/>
            </a:xfrm>
            <a:custGeom>
              <a:pathLst>
                <a:path w="3143250" h="9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7620">
              <a:solidFill>
                <a:srgbClr val="D5E5E7"/>
              </a:solidFill>
              <a:prstDash val="dash"/>
            </a:ln>
          </p:spPr>
        </p:sp>
        <p:sp>
          <p:nvSpPr>
            <p:cNvPr id="259" name="A">
              <a:extLst>
                <a:ext uri="{FF2B5EF4-FFF2-40B4-BE49-F238E27FC236}">
                  <ns2:creationId id="{11A05C74-FF83-4DEE-A552-A2359D383B07}"/>
                </a:ext>
              </a:extLst>
            </p:cNvPr>
            <p:cNvSpPr>
              <a:spLocks noGrp="1"/>
            </p:cNvSpPr>
            <p:nvPr/>
          </p:nvSpPr>
          <p:spPr>
            <a:xfrm>
              <a:off x="12392025" y="5211117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260" name="B">
              <a:extLst>
                <a:ext uri="{FF2B5EF4-FFF2-40B4-BE49-F238E27FC236}">
                  <ns2:creationId id="{030244A0-C1A6-4B34-81D7-89235FDBBDBF}"/>
                </a:ext>
              </a:extLst>
            </p:cNvPr>
            <p:cNvSpPr>
              <a:spLocks noGrp="1"/>
            </p:cNvSpPr>
            <p:nvPr/>
          </p:nvSpPr>
          <p:spPr>
            <a:xfrm>
              <a:off x="12392025" y="4401294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261" name="C">
              <a:extLst>
                <a:ext uri="{FF2B5EF4-FFF2-40B4-BE49-F238E27FC236}">
                  <ns2:creationId id="{C58A9148-2617-4191-8E92-2C15AB99C68B}"/>
                </a:ext>
              </a:extLst>
            </p:cNvPr>
            <p:cNvSpPr>
              <a:spLocks noGrp="1"/>
            </p:cNvSpPr>
            <p:nvPr/>
          </p:nvSpPr>
          <p:spPr>
            <a:xfrm>
              <a:off x="12392025" y="4104333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262" name="Scientific domain frame">
              <a:extLst>
                <a:ext uri="{FF2B5EF4-FFF2-40B4-BE49-F238E27FC236}">
                  <ns2:creationId id="{2451ECA5-124D-49FD-B63C-35019B9CFA69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3962400"/>
              <a:ext cx="3143250" cy="1619250"/>
            </a:xfrm>
            <a:prstGeom prst="rect">
              <a:avLst/>
            </a:prstGeom>
            <a:noFill/>
            <a:ln w="7620">
              <a:solidFill>
                <a:srgbClr val="B7C1C9"/>
              </a:solidFill>
            </a:ln>
          </p:spPr>
        </p:sp>
        <p:sp>
          <p:nvSpPr>
            <p:cNvPr id="263" name="Scientific path">
              <a:extLst>
                <a:ext uri="{FF2B5EF4-FFF2-40B4-BE49-F238E27FC236}">
                  <ns2:creationId id="{259A47B4-3B74-418B-9438-10B32F4CE0B7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64" name="0">
              <a:extLst>
                <a:ext uri="{FF2B5EF4-FFF2-40B4-BE49-F238E27FC236}">
                  <ns2:creationId id="{864065BB-4382-47E8-9839-1D78B1E23CF4}"/>
                </a:ext>
              </a:extLst>
            </p:cNvPr>
            <p:cNvSpPr>
              <a:spLocks noGrp="1"/>
            </p:cNvSpPr>
            <p:nvPr/>
          </p:nvSpPr>
          <p:spPr>
            <a:xfrm>
              <a:off x="8953500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65" name="Scientific path">
              <a:extLst>
                <a:ext uri="{FF2B5EF4-FFF2-40B4-BE49-F238E27FC236}">
                  <ns2:creationId id="{4BEE843D-AD37-4361-BFE3-F2DE43B4CEF5}"/>
                </a:ext>
              </a:extLst>
            </p:cNvPr>
            <p:cNvSpPr>
              <a:spLocks noGrp="1"/>
            </p:cNvSpPr>
            <p:nvPr/>
          </p:nvSpPr>
          <p:spPr>
            <a:xfrm>
              <a:off x="9780814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66" name="12">
              <a:extLst>
                <a:ext uri="{FF2B5EF4-FFF2-40B4-BE49-F238E27FC236}">
                  <ns2:creationId id="{79A28A7E-CD80-4780-8D82-341D19A30AE6}"/>
                </a:ext>
              </a:extLst>
            </p:cNvPr>
            <p:cNvSpPr>
              <a:spLocks noGrp="1"/>
            </p:cNvSpPr>
            <p:nvPr/>
          </p:nvSpPr>
          <p:spPr>
            <a:xfrm>
              <a:off x="9552214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267" name="Scientific path">
              <a:extLst>
                <a:ext uri="{FF2B5EF4-FFF2-40B4-BE49-F238E27FC236}">
                  <ns2:creationId id="{9F7DF4BE-F4C5-4DA6-A629-477BB65ADBDE}"/>
                </a:ext>
              </a:extLst>
            </p:cNvPr>
            <p:cNvSpPr>
              <a:spLocks noGrp="1"/>
            </p:cNvSpPr>
            <p:nvPr/>
          </p:nvSpPr>
          <p:spPr>
            <a:xfrm>
              <a:off x="10429421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68" name="25">
              <a:extLst>
                <a:ext uri="{FF2B5EF4-FFF2-40B4-BE49-F238E27FC236}">
                  <ns2:creationId id="{DA51FB67-1BA8-4147-B5D9-67F8B7B395AA}"/>
                </a:ext>
              </a:extLst>
            </p:cNvPr>
            <p:cNvSpPr>
              <a:spLocks noGrp="1"/>
            </p:cNvSpPr>
            <p:nvPr/>
          </p:nvSpPr>
          <p:spPr>
            <a:xfrm>
              <a:off x="10200821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269" name="Scientific path">
              <a:extLst>
                <a:ext uri="{FF2B5EF4-FFF2-40B4-BE49-F238E27FC236}">
                  <ns2:creationId id="{741F7C04-1941-4C2A-A678-1264D457DDE1}"/>
                </a:ext>
              </a:extLst>
            </p:cNvPr>
            <p:cNvSpPr>
              <a:spLocks noGrp="1"/>
            </p:cNvSpPr>
            <p:nvPr/>
          </p:nvSpPr>
          <p:spPr>
            <a:xfrm>
              <a:off x="11078029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70" name="38">
              <a:extLst>
                <a:ext uri="{FF2B5EF4-FFF2-40B4-BE49-F238E27FC236}">
                  <ns2:creationId id="{08D413F5-5D3D-4636-A63D-6273A10DB152}"/>
                </a:ext>
              </a:extLst>
            </p:cNvPr>
            <p:cNvSpPr>
              <a:spLocks noGrp="1"/>
            </p:cNvSpPr>
            <p:nvPr/>
          </p:nvSpPr>
          <p:spPr>
            <a:xfrm>
              <a:off x="10849429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38</a:t>
              </a:r>
            </a:p>
          </p:txBody>
        </p:sp>
        <p:sp>
          <p:nvSpPr>
            <p:cNvPr id="271" name="Scientific path">
              <a:extLst>
                <a:ext uri="{FF2B5EF4-FFF2-40B4-BE49-F238E27FC236}">
                  <ns2:creationId id="{576B6BF8-81D6-4ADB-BE55-3E969E5CA5AA}"/>
                </a:ext>
              </a:extLst>
            </p:cNvPr>
            <p:cNvSpPr>
              <a:spLocks noGrp="1"/>
            </p:cNvSpPr>
            <p:nvPr/>
          </p:nvSpPr>
          <p:spPr>
            <a:xfrm>
              <a:off x="11726636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72" name="51">
              <a:extLst>
                <a:ext uri="{FF2B5EF4-FFF2-40B4-BE49-F238E27FC236}">
                  <ns2:creationId id="{918615DD-3C20-4E57-BA96-6C76040C85EF}"/>
                </a:ext>
              </a:extLst>
            </p:cNvPr>
            <p:cNvSpPr>
              <a:spLocks noGrp="1"/>
            </p:cNvSpPr>
            <p:nvPr/>
          </p:nvSpPr>
          <p:spPr>
            <a:xfrm>
              <a:off x="11498036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273" name="Scientific path">
              <a:extLst>
                <a:ext uri="{FF2B5EF4-FFF2-40B4-BE49-F238E27FC236}">
                  <ns2:creationId id="{C92CB6F8-FE1D-4FB4-B135-7D788990B286}"/>
                </a:ext>
              </a:extLst>
            </p:cNvPr>
            <p:cNvSpPr>
              <a:spLocks noGrp="1"/>
            </p:cNvSpPr>
            <p:nvPr/>
          </p:nvSpPr>
          <p:spPr>
            <a:xfrm>
              <a:off x="12325350" y="558165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74" name="63">
              <a:extLst>
                <a:ext uri="{FF2B5EF4-FFF2-40B4-BE49-F238E27FC236}">
                  <ns2:creationId id="{D8E89D86-8797-4E39-BA9B-92C7015BF512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5648325"/>
              <a:ext cx="457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63</a:t>
              </a:r>
            </a:p>
          </p:txBody>
        </p:sp>
        <p:sp>
          <p:nvSpPr>
            <p:cNvPr id="275" name="Scientific path">
              <a:extLst>
                <a:ext uri="{FF2B5EF4-FFF2-40B4-BE49-F238E27FC236}">
                  <ns2:creationId id="{A1BA4BD0-D088-44BF-8B6E-9E72A914E23B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55816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76" name="0">
              <a:extLst>
                <a:ext uri="{FF2B5EF4-FFF2-40B4-BE49-F238E27FC236}">
                  <ns2:creationId id="{1E7AB87D-A8E8-4F3C-B8DF-A0AA6BD3C3C3}"/>
                </a:ext>
              </a:extLst>
            </p:cNvPr>
            <p:cNvSpPr>
              <a:spLocks noGrp="1"/>
            </p:cNvSpPr>
            <p:nvPr/>
          </p:nvSpPr>
          <p:spPr>
            <a:xfrm>
              <a:off x="8639175" y="546735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77" name="Scientific path">
              <a:extLst>
                <a:ext uri="{FF2B5EF4-FFF2-40B4-BE49-F238E27FC236}">
                  <ns2:creationId id="{E2AACE1C-E77C-4797-B1DB-F477B1591C76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50419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78" name="40">
              <a:extLst>
                <a:ext uri="{FF2B5EF4-FFF2-40B4-BE49-F238E27FC236}">
                  <ns2:creationId id="{098C41E5-06BB-4656-8BB0-225F643ED3E0}"/>
                </a:ext>
              </a:extLst>
            </p:cNvPr>
            <p:cNvSpPr>
              <a:spLocks noGrp="1"/>
            </p:cNvSpPr>
            <p:nvPr/>
          </p:nvSpPr>
          <p:spPr>
            <a:xfrm>
              <a:off x="8639175" y="492760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</a:t>
              </a:r>
            </a:p>
          </p:txBody>
        </p:sp>
        <p:sp>
          <p:nvSpPr>
            <p:cNvPr id="279" name="Scientific path">
              <a:extLst>
                <a:ext uri="{FF2B5EF4-FFF2-40B4-BE49-F238E27FC236}">
                  <ns2:creationId id="{4F634A40-B249-49DC-87CB-5D58E714F939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45021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80" name="80">
              <a:extLst>
                <a:ext uri="{FF2B5EF4-FFF2-40B4-BE49-F238E27FC236}">
                  <ns2:creationId id="{25825A79-C98F-4BBA-8044-130C3BF4FB86}"/>
                </a:ext>
              </a:extLst>
            </p:cNvPr>
            <p:cNvSpPr>
              <a:spLocks noGrp="1"/>
            </p:cNvSpPr>
            <p:nvPr/>
          </p:nvSpPr>
          <p:spPr>
            <a:xfrm>
              <a:off x="8639175" y="438785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</a:t>
              </a:r>
            </a:p>
          </p:txBody>
        </p:sp>
        <p:sp>
          <p:nvSpPr>
            <p:cNvPr id="281" name="Scientific path">
              <a:extLst>
                <a:ext uri="{FF2B5EF4-FFF2-40B4-BE49-F238E27FC236}">
                  <ns2:creationId id="{6732F5DD-80AD-420C-BEEA-5AF2D72803CA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39624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82" name="120">
              <a:extLst>
                <a:ext uri="{FF2B5EF4-FFF2-40B4-BE49-F238E27FC236}">
                  <ns2:creationId id="{E47E39BD-E4ED-456F-BDD7-B5F483B169AE}"/>
                </a:ext>
              </a:extLst>
            </p:cNvPr>
            <p:cNvSpPr>
              <a:spLocks noGrp="1"/>
            </p:cNvSpPr>
            <p:nvPr/>
          </p:nvSpPr>
          <p:spPr>
            <a:xfrm>
              <a:off x="8639175" y="3848100"/>
              <a:ext cx="447675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120</a:t>
              </a:r>
            </a:p>
          </p:txBody>
        </p:sp>
        <p:sp>
          <p:nvSpPr>
            <p:cNvPr id="283" name="Time">
              <a:extLst>
                <a:ext uri="{FF2B5EF4-FFF2-40B4-BE49-F238E27FC236}">
                  <ns2:creationId id="{7BFDA0CB-6987-48D6-BA83-0BBD68BA7371}"/>
                </a:ext>
              </a:extLst>
            </p:cNvPr>
            <p:cNvSpPr>
              <a:spLocks noGrp="1"/>
            </p:cNvSpPr>
            <p:nvPr/>
          </p:nvSpPr>
          <p:spPr>
            <a:xfrm>
              <a:off x="9182100" y="5953125"/>
              <a:ext cx="314325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</a:t>
              </a:r>
            </a:p>
          </p:txBody>
        </p:sp>
      </p:grpSp>
    </p:spTree>
    <p:extLst>
      <p:ext uri="{BB962C8B-B14F-4D97-AF65-F5344CB8AC3E}">
        <ns4:creationId val="1837124702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0064" name="Manuscript Figure 10: Supplement_Wildfires_Comparison"/>
          <p:cNvGrpSpPr/>
          <p:nvPr/>
        </p:nvGrpSpPr>
        <p:grpSpPr>
          <a:xfrm>
            <a:off x="0" y="66185"/>
            <a:ext cx="12801600" cy="6667500"/>
            <a:chOff x="0" y="0"/>
            <a:chExt cx="12801600" cy="6667500"/>
          </a:xfrm>
        </p:grpSpPr>
        <p:sp>
          <p:nvSpPr>
            <p:cNvPr id="2" name="text_001">
              <a:extLst>
                <a:ext uri="{FF2B5EF4-FFF2-40B4-BE49-F238E27FC236}">
                  <ns2:creationId id="{585F1D43-407E-4EBF-A5F2-BBCADEFA9B9E}"/>
                </a:ext>
              </a:extLst>
            </p:cNvPr>
            <p:cNvSpPr>
              <a:spLocks noGrp="1"/>
            </p:cNvSpPr>
            <p:nvPr/>
          </p:nvSpPr>
          <p:spPr>
            <a:xfrm>
              <a:off x="1438275" y="85725"/>
              <a:ext cx="61912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Full sequence (30 frames); vertical guide: f18</a:t>
              </a:r>
            </a:p>
          </p:txBody>
        </p:sp>
        <p:sp>
          <p:nvSpPr>
            <p:cNvPr id="3" name="text_002">
              <a:extLst>
                <a:ext uri="{FF2B5EF4-FFF2-40B4-BE49-F238E27FC236}">
                  <ns2:creationId id="{31CC7CDF-1880-42AF-8D17-585E6F44C054}"/>
                </a:ext>
              </a:extLst>
            </p:cNvPr>
            <p:cNvSpPr>
              <a:spLocks noGrp="1"/>
            </p:cNvSpPr>
            <p:nvPr/>
          </p:nvSpPr>
          <p:spPr>
            <a:xfrm>
              <a:off x="8372475" y="85725"/>
              <a:ext cx="4381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Local window: exact anchors</a:t>
              </a:r>
            </a:p>
          </p:txBody>
        </p:sp>
        <p:sp>
          <p:nvSpPr>
            <p:cNvPr id="4" name="text_003">
              <a:extLst>
                <a:ext uri="{FF2B5EF4-FFF2-40B4-BE49-F238E27FC236}">
                  <ns2:creationId id="{245A7679-1AA9-498A-9C1E-201FF760B1D0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504825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TMTM</a:t>
              </a:r>
            </a:p>
          </p:txBody>
        </p:sp>
        <p:pic>
          <p:nvPicPr>
            <p:cNvPr id="6" name="">
              <a:extLst>
                <a:ext uri="{FF2B5EF4-FFF2-40B4-BE49-F238E27FC236}">
                  <ns2:creationId id="{71BCE1AB-989F-431D-9699-44DDF7C95E3B}"/>
                </a:ext>
              </a:extLst>
            </p:cNvPr>
            <p:cNvPicPr>
              <a:picLocks noChangeAspect="1"/>
            </p:cNvPicPr>
            <p:nvPr/>
          </p:nvPicPr>
          <p:blipFill>
            <a:blip r:embed="Rb6d9912e3e7c4026"/>
            <a:stretch/>
          </p:blipFill>
          <p:spPr>
            <a:xfrm>
              <a:off x="1457325" y="457200"/>
              <a:ext cx="5886450" cy="666750"/>
            </a:xfrm>
            <a:prstGeom prst="rect">
              <a:avLst/>
            </a:prstGeom>
          </p:spPr>
        </p:pic>
        <p:sp>
          <p:nvSpPr>
            <p:cNvPr id="7" name="line_006">
              <a:extLst>
                <a:ext uri="{FF2B5EF4-FFF2-40B4-BE49-F238E27FC236}">
                  <ns2:creationId id="{8A8DEFEA-5D96-4A52-8D66-581B5CF2140F}"/>
                </a:ext>
              </a:extLst>
            </p:cNvPr>
            <p:cNvSpPr>
              <a:spLocks noGrp="1"/>
            </p:cNvSpPr>
            <p:nvPr/>
          </p:nvSpPr>
          <p:spPr>
            <a:xfrm>
              <a:off x="5087303" y="45720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8" name="rect_007">
              <a:extLst>
                <a:ext uri="{FF2B5EF4-FFF2-40B4-BE49-F238E27FC236}">
                  <ns2:creationId id="{6472DB64-04E9-46BC-ABF0-2A1482B346CD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457200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9" name="text_008">
              <a:extLst>
                <a:ext uri="{FF2B5EF4-FFF2-40B4-BE49-F238E27FC236}">
                  <ns2:creationId id="{7CE233F9-E3E5-4F59-8DDF-46B3FCF310C7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0287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" name="text_009">
              <a:extLst>
                <a:ext uri="{FF2B5EF4-FFF2-40B4-BE49-F238E27FC236}">
                  <ns2:creationId id="{FAE45460-30AE-4A97-B955-D831AB17687D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619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4BBF564F-483D-4F97-9BC5-4559A8D68E2E}"/>
                </a:ext>
              </a:extLst>
            </p:cNvPr>
            <p:cNvSpPr>
              <a:spLocks noGrp="1"/>
            </p:cNvSpPr>
            <p:nvPr/>
          </p:nvSpPr>
          <p:spPr>
            <a:xfrm>
              <a:off x="1364933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" name="text_011">
              <a:extLst>
                <a:ext uri="{FF2B5EF4-FFF2-40B4-BE49-F238E27FC236}">
                  <ns2:creationId id="{04951498-03DA-4393-9F6B-702E305C3D5E}"/>
                </a:ext>
              </a:extLst>
            </p:cNvPr>
            <p:cNvSpPr>
              <a:spLocks noGrp="1"/>
            </p:cNvSpPr>
            <p:nvPr/>
          </p:nvSpPr>
          <p:spPr>
            <a:xfrm>
              <a:off x="7055167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13" name="wildfire_TMTM_3_exact_anchor">
              <a:extLst>
                <a:ext uri="{FF2B5EF4-FFF2-40B4-BE49-F238E27FC236}">
                  <ns2:creationId id="{0D26E80D-53C8-4029-A817-13A1B9F1DB00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72390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4" name="wildfire_TMTM_48_exact_anchor">
              <a:extLst>
                <a:ext uri="{FF2B5EF4-FFF2-40B4-BE49-F238E27FC236}">
                  <ns2:creationId id="{98128491-6B98-41FA-A85D-71AEBF18B638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63076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5" name="wildfire_TMTM_52_exact_anchor">
              <a:extLst>
                <a:ext uri="{FF2B5EF4-FFF2-40B4-BE49-F238E27FC236}">
                  <ns2:creationId id="{CA342CB3-46C3-4F45-8610-F4D0391E64D6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878254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16" name="">
              <a:extLst>
                <a:ext uri="{FF2B5EF4-FFF2-40B4-BE49-F238E27FC236}">
                  <ns2:creationId id="{BF18E07E-A730-4B25-BBF8-AC2529BB17EC}"/>
                </a:ext>
              </a:extLst>
            </p:cNvPr>
            <p:cNvPicPr>
              <a:picLocks noChangeAspect="1"/>
            </p:cNvPicPr>
            <p:nvPr/>
          </p:nvPicPr>
          <p:blipFill>
            <a:blip r:embed="R8b5e912cae284379"/>
            <a:stretch/>
          </p:blipFill>
          <p:spPr>
            <a:xfrm>
              <a:off x="8439150" y="457200"/>
              <a:ext cx="3771900" cy="666750"/>
            </a:xfrm>
            <a:prstGeom prst="rect">
              <a:avLst/>
            </a:prstGeom>
          </p:spPr>
        </p:pic>
        <p:sp>
          <p:nvSpPr>
            <p:cNvPr id="17" name="line_016">
              <a:extLst>
                <a:ext uri="{FF2B5EF4-FFF2-40B4-BE49-F238E27FC236}">
                  <ns2:creationId id="{D21F8C7F-BDBC-4F9E-98CE-9DC8CF9ABFF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45720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8" name="rect_017">
              <a:extLst>
                <a:ext uri="{FF2B5EF4-FFF2-40B4-BE49-F238E27FC236}">
                  <ns2:creationId id="{854FE06C-7625-44E3-867A-5F120BD92FE7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457200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9" name="text_018">
              <a:extLst>
                <a:ext uri="{FF2B5EF4-FFF2-40B4-BE49-F238E27FC236}">
                  <ns2:creationId id="{D418EBB0-F2A0-4506-A6B7-28F513DD3701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0287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0.24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65A74079-90FB-403B-8E12-6B0EBEA32A32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619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0.73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0045748E-84DF-452C-A117-F982ADE7DCDA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99D51B9D-5B40-46AE-BED2-72005DCD04C5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11525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23</a:t>
              </a:r>
            </a:p>
          </p:txBody>
        </p:sp>
        <p:sp>
          <p:nvSpPr>
            <p:cNvPr id="23" name="path_022">
              <a:extLst>
                <a:ext uri="{FF2B5EF4-FFF2-40B4-BE49-F238E27FC236}">
                  <ns2:creationId id="{B32188F1-46B2-429B-9B17-EFF051089C95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686324"/>
              <a:ext cx="3429000" cy="131255"/>
            </a:xfrm>
            <a:custGeom>
              <a:pathLst>
                <a:path w="3429000" h="131255">
                  <a:moveTo>
                    <a:pt x="0" y="109325"/>
                  </a:moveTo>
                  <a:lnTo>
                    <a:pt x="342900" y="53680"/>
                  </a:lnTo>
                  <a:lnTo>
                    <a:pt x="685800" y="18985"/>
                  </a:lnTo>
                  <a:lnTo>
                    <a:pt x="1028700" y="46807"/>
                  </a:lnTo>
                  <a:lnTo>
                    <a:pt x="1371600" y="32405"/>
                  </a:lnTo>
                  <a:lnTo>
                    <a:pt x="1714500" y="25204"/>
                  </a:lnTo>
                  <a:lnTo>
                    <a:pt x="2057400" y="9165"/>
                  </a:lnTo>
                  <a:lnTo>
                    <a:pt x="2400300" y="14729"/>
                  </a:lnTo>
                  <a:lnTo>
                    <a:pt x="2743200" y="131255"/>
                  </a:lnTo>
                  <a:lnTo>
                    <a:pt x="3086100" y="8838"/>
                  </a:ln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24" name="wildfire_TMTM_track_3_trace">
              <a:extLst>
                <a:ext uri="{FF2B5EF4-FFF2-40B4-BE49-F238E27FC236}">
                  <ns2:creationId id="{5D9E0E51-30EF-44B3-981F-7A3E5C67C1E2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686324"/>
              <a:ext cx="3429000" cy="131255"/>
            </a:xfrm>
            <a:custGeom>
              <a:pathLst>
                <a:path w="3429000" h="131255">
                  <a:moveTo>
                    <a:pt x="0" y="109325"/>
                  </a:moveTo>
                  <a:lnTo>
                    <a:pt x="342900" y="53680"/>
                  </a:lnTo>
                  <a:lnTo>
                    <a:pt x="685800" y="18985"/>
                  </a:lnTo>
                  <a:lnTo>
                    <a:pt x="1028700" y="46807"/>
                  </a:lnTo>
                  <a:lnTo>
                    <a:pt x="1371600" y="32405"/>
                  </a:lnTo>
                  <a:lnTo>
                    <a:pt x="1714500" y="25204"/>
                  </a:lnTo>
                  <a:lnTo>
                    <a:pt x="2057400" y="9165"/>
                  </a:lnTo>
                  <a:lnTo>
                    <a:pt x="2400300" y="14729"/>
                  </a:lnTo>
                  <a:lnTo>
                    <a:pt x="2743200" y="131255"/>
                  </a:lnTo>
                  <a:lnTo>
                    <a:pt x="3086100" y="8838"/>
                  </a:lnTo>
                  <a:lnTo>
                    <a:pt x="3429000" y="0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25" name="wildfire_TMTM_3_exact_anchor">
              <a:extLst>
                <a:ext uri="{FF2B5EF4-FFF2-40B4-BE49-F238E27FC236}">
                  <ns2:creationId id="{D689CF45-CB2B-4460-AE23-FC11753DE2AB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67342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28" name="path_027">
              <a:extLst>
                <a:ext uri="{FF2B5EF4-FFF2-40B4-BE49-F238E27FC236}">
                  <ns2:creationId id="{61C9D394-28A5-4ED3-928E-E1288A605EC0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524301"/>
              <a:ext cx="2400300" cy="462503"/>
            </a:xfrm>
            <a:custGeom>
              <a:pathLst>
                <a:path w="2400300" h="462503">
                  <a:moveTo>
                    <a:pt x="0" y="462503"/>
                  </a:moveTo>
                  <a:lnTo>
                    <a:pt x="342900" y="41570"/>
                  </a:lnTo>
                  <a:lnTo>
                    <a:pt x="685800" y="0"/>
                  </a:lnTo>
                  <a:lnTo>
                    <a:pt x="1028700" y="305716"/>
                  </a:lnTo>
                  <a:lnTo>
                    <a:pt x="1371600" y="330265"/>
                  </a:lnTo>
                  <a:lnTo>
                    <a:pt x="1714500" y="22258"/>
                  </a:lnTo>
                  <a:lnTo>
                    <a:pt x="2057400" y="19966"/>
                  </a:lnTo>
                  <a:lnTo>
                    <a:pt x="2400300" y="363652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29" name="wildfire_TMTM_track_48_trace">
              <a:extLst>
                <a:ext uri="{FF2B5EF4-FFF2-40B4-BE49-F238E27FC236}">
                  <ns2:creationId id="{684D3FA2-3597-4460-A733-4A6F45A67654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524301"/>
              <a:ext cx="2400300" cy="462503"/>
            </a:xfrm>
            <a:custGeom>
              <a:pathLst>
                <a:path w="2400300" h="462503">
                  <a:moveTo>
                    <a:pt x="0" y="462503"/>
                  </a:moveTo>
                  <a:lnTo>
                    <a:pt x="342900" y="41570"/>
                  </a:lnTo>
                  <a:lnTo>
                    <a:pt x="685800" y="0"/>
                  </a:lnTo>
                  <a:lnTo>
                    <a:pt x="1028700" y="305716"/>
                  </a:lnTo>
                  <a:lnTo>
                    <a:pt x="1371600" y="330265"/>
                  </a:lnTo>
                  <a:lnTo>
                    <a:pt x="1714500" y="22258"/>
                  </a:lnTo>
                  <a:lnTo>
                    <a:pt x="2057400" y="19966"/>
                  </a:lnTo>
                  <a:lnTo>
                    <a:pt x="2400300" y="363652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30" name="wildfire_TMTM_48_exact_anchor">
              <a:extLst>
                <a:ext uri="{FF2B5EF4-FFF2-40B4-BE49-F238E27FC236}">
                  <ns2:creationId id="{DB16A23A-E955-4C2A-9C3E-F0E7C75F71F4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48620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33" name="path_032">
              <a:extLst>
                <a:ext uri="{FF2B5EF4-FFF2-40B4-BE49-F238E27FC236}">
                  <ns2:creationId id="{3DACDB14-88AE-445A-B29D-91DA6A87416F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1021826"/>
              <a:ext cx="685800" cy="35023"/>
            </a:xfrm>
            <a:custGeom>
              <a:pathLst>
                <a:path w="685800" h="35023">
                  <a:moveTo>
                    <a:pt x="0" y="18003"/>
                  </a:moveTo>
                  <a:lnTo>
                    <a:pt x="342900" y="0"/>
                  </a:lnTo>
                  <a:lnTo>
                    <a:pt x="685800" y="35023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34" name="wildfire_TMTM_track_52_trace">
              <a:extLst>
                <a:ext uri="{FF2B5EF4-FFF2-40B4-BE49-F238E27FC236}">
                  <ns2:creationId id="{BC47B5B6-3E26-4A57-8938-BBDE1D5A19FA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1021826"/>
              <a:ext cx="685800" cy="35023"/>
            </a:xfrm>
            <a:custGeom>
              <a:pathLst>
                <a:path w="685800" h="35023">
                  <a:moveTo>
                    <a:pt x="0" y="18003"/>
                  </a:moveTo>
                  <a:lnTo>
                    <a:pt x="342900" y="0"/>
                  </a:lnTo>
                  <a:lnTo>
                    <a:pt x="685800" y="35023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35" name="wildfire_TMTM_52_exact_anchor">
              <a:extLst>
                <a:ext uri="{FF2B5EF4-FFF2-40B4-BE49-F238E27FC236}">
                  <ns2:creationId id="{F15F75AF-2F2B-4268-934E-33A2B50AC5D9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983726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38" name="rect_037">
              <a:extLst>
                <a:ext uri="{FF2B5EF4-FFF2-40B4-BE49-F238E27FC236}">
                  <ns2:creationId id="{A88528EF-EABD-4F31-82C1-230947E001CB}"/>
                </a:ext>
              </a:extLst>
            </p:cNvPr>
            <p:cNvSpPr>
              <a:spLocks noGrp="1"/>
            </p:cNvSpPr>
            <p:nvPr/>
          </p:nvSpPr>
          <p:spPr>
            <a:xfrm>
              <a:off x="4008120" y="457200"/>
              <a:ext cx="2158365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39" name="text_038">
              <a:extLst>
                <a:ext uri="{FF2B5EF4-FFF2-40B4-BE49-F238E27FC236}">
                  <ns2:creationId id="{825FB271-EA8B-4BEC-942D-9964AC04BBDD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1390650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ST-MTM</a:t>
              </a:r>
            </a:p>
          </p:txBody>
        </p:sp>
        <p:pic>
          <p:nvPicPr>
            <p:cNvPr id="41" name="">
              <a:extLst>
                <a:ext uri="{FF2B5EF4-FFF2-40B4-BE49-F238E27FC236}">
                  <ns2:creationId id="{D9D81043-956A-4954-B128-D158CB894665}"/>
                </a:ext>
              </a:extLst>
            </p:cNvPr>
            <p:cNvPicPr>
              <a:picLocks noChangeAspect="1"/>
            </p:cNvPicPr>
            <p:nvPr/>
          </p:nvPicPr>
          <p:blipFill>
            <a:blip r:embed="Rcc20a1254fd94d03"/>
            <a:stretch/>
          </p:blipFill>
          <p:spPr>
            <a:xfrm>
              <a:off x="1457325" y="1343025"/>
              <a:ext cx="5886450" cy="666750"/>
            </a:xfrm>
            <a:prstGeom prst="rect">
              <a:avLst/>
            </a:prstGeom>
          </p:spPr>
        </p:pic>
        <p:sp>
          <p:nvSpPr>
            <p:cNvPr id="42" name="line_041">
              <a:extLst>
                <a:ext uri="{FF2B5EF4-FFF2-40B4-BE49-F238E27FC236}">
                  <ns2:creationId id="{CFCEBD60-B9D3-4F0A-8C3A-60CB4B4F0F9F}"/>
                </a:ext>
              </a:extLst>
            </p:cNvPr>
            <p:cNvSpPr>
              <a:spLocks noGrp="1"/>
            </p:cNvSpPr>
            <p:nvPr/>
          </p:nvSpPr>
          <p:spPr>
            <a:xfrm>
              <a:off x="5087303" y="134302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43" name="rect_042">
              <a:extLst>
                <a:ext uri="{FF2B5EF4-FFF2-40B4-BE49-F238E27FC236}">
                  <ns2:creationId id="{ED21B073-FFC8-452D-AADD-6908489D515A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1343025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44" name="text_043">
              <a:extLst>
                <a:ext uri="{FF2B5EF4-FFF2-40B4-BE49-F238E27FC236}">
                  <ns2:creationId id="{686F8BAD-B2A2-496A-9FF0-2385C0F9A4AB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9145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5" name="text_044">
              <a:extLst>
                <a:ext uri="{FF2B5EF4-FFF2-40B4-BE49-F238E27FC236}">
                  <ns2:creationId id="{34EF9672-F883-4771-9EBF-DF019B69E150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2477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6" name="text_045">
              <a:extLst>
                <a:ext uri="{FF2B5EF4-FFF2-40B4-BE49-F238E27FC236}">
                  <ns2:creationId id="{0FC56281-22D7-45BC-B560-B1044754F00A}"/>
                </a:ext>
              </a:extLst>
            </p:cNvPr>
            <p:cNvSpPr>
              <a:spLocks noGrp="1"/>
            </p:cNvSpPr>
            <p:nvPr/>
          </p:nvSpPr>
          <p:spPr>
            <a:xfrm>
              <a:off x="1364933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7A6A70E8-61FE-476F-90D7-07D1A85BF0D0}"/>
                </a:ext>
              </a:extLst>
            </p:cNvPr>
            <p:cNvSpPr>
              <a:spLocks noGrp="1"/>
            </p:cNvSpPr>
            <p:nvPr/>
          </p:nvSpPr>
          <p:spPr>
            <a:xfrm>
              <a:off x="7055167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48" name="wildfire_ST-MTM_3_exact_anchor">
              <a:extLst>
                <a:ext uri="{FF2B5EF4-FFF2-40B4-BE49-F238E27FC236}">
                  <ns2:creationId id="{9160D2CC-9A91-4A54-A2CA-337FCD7C9F3E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1584719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49" name="wildfire_ST-MTM_48_exact_anchor">
              <a:extLst>
                <a:ext uri="{FF2B5EF4-FFF2-40B4-BE49-F238E27FC236}">
                  <ns2:creationId id="{E6D7326C-29D8-49C2-B786-5781B8C1A737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178927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50" name="wildfire_ST-MTM_52_exact_anchor">
              <a:extLst>
                <a:ext uri="{FF2B5EF4-FFF2-40B4-BE49-F238E27FC236}">
                  <ns2:creationId id="{CC074555-926D-456E-8A64-FB1BC1BB997F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1431956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51" name="">
              <a:extLst>
                <a:ext uri="{FF2B5EF4-FFF2-40B4-BE49-F238E27FC236}">
                  <ns2:creationId id="{CD22A2BD-3B74-4C88-B4FA-74FA1A83ED0F}"/>
                </a:ext>
              </a:extLst>
            </p:cNvPr>
            <p:cNvPicPr>
              <a:picLocks noChangeAspect="1"/>
            </p:cNvPicPr>
            <p:nvPr/>
          </p:nvPicPr>
          <p:blipFill>
            <a:blip r:embed="R0c60c8a170de45ed"/>
            <a:stretch/>
          </p:blipFill>
          <p:spPr>
            <a:xfrm>
              <a:off x="8439150" y="1343025"/>
              <a:ext cx="3771900" cy="666750"/>
            </a:xfrm>
            <a:prstGeom prst="rect">
              <a:avLst/>
            </a:prstGeom>
          </p:spPr>
        </p:pic>
        <p:sp>
          <p:nvSpPr>
            <p:cNvPr id="52" name="line_051">
              <a:extLst>
                <a:ext uri="{FF2B5EF4-FFF2-40B4-BE49-F238E27FC236}">
                  <ns2:creationId id="{2B99E7A7-6567-48EE-A15F-52955895A333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34302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53" name="rect_052">
              <a:extLst>
                <a:ext uri="{FF2B5EF4-FFF2-40B4-BE49-F238E27FC236}">
                  <ns2:creationId id="{AFD726DC-A6A5-4397-8238-ECB30316967A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1343025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54" name="text_053">
              <a:extLst>
                <a:ext uri="{FF2B5EF4-FFF2-40B4-BE49-F238E27FC236}">
                  <ns2:creationId id="{13D513A5-0D2F-4C7A-8F9D-BC6F55F7DB99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9145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0.16</a:t>
              </a:r>
            </a:p>
          </p:txBody>
        </p:sp>
        <p:sp>
          <p:nvSpPr>
            <p:cNvPr id="55" name="text_054">
              <a:extLst>
                <a:ext uri="{FF2B5EF4-FFF2-40B4-BE49-F238E27FC236}">
                  <ns2:creationId id="{F74C1FD4-009F-408D-8114-45D19D1C75F6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2477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0.86</a:t>
              </a:r>
            </a:p>
          </p:txBody>
        </p:sp>
        <p:sp>
          <p:nvSpPr>
            <p:cNvPr id="56" name="text_055">
              <a:extLst>
                <a:ext uri="{FF2B5EF4-FFF2-40B4-BE49-F238E27FC236}">
                  <ns2:creationId id="{10177CAC-EBE5-425E-BAF9-5F6F7B51A30B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57" name="text_056">
              <a:extLst>
                <a:ext uri="{FF2B5EF4-FFF2-40B4-BE49-F238E27FC236}">
                  <ns2:creationId id="{000B9C79-A3D7-4416-BDD4-D6E4BD106782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20383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23</a:t>
              </a:r>
            </a:p>
          </p:txBody>
        </p:sp>
        <p:sp>
          <p:nvSpPr>
            <p:cNvPr id="58" name="path_057">
              <a:extLst>
                <a:ext uri="{FF2B5EF4-FFF2-40B4-BE49-F238E27FC236}">
                  <ns2:creationId id="{F9793FB5-797F-47C5-85AC-E3061D90BD87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522499"/>
              <a:ext cx="3429000" cy="336630"/>
            </a:xfrm>
            <a:custGeom>
              <a:pathLst>
                <a:path w="3429000" h="336630">
                  <a:moveTo>
                    <a:pt x="0" y="47891"/>
                  </a:moveTo>
                  <a:lnTo>
                    <a:pt x="342900" y="0"/>
                  </a:lnTo>
                  <a:lnTo>
                    <a:pt x="685800" y="13949"/>
                  </a:lnTo>
                  <a:lnTo>
                    <a:pt x="1028700" y="54400"/>
                  </a:lnTo>
                  <a:lnTo>
                    <a:pt x="1371600" y="92527"/>
                  </a:lnTo>
                  <a:lnTo>
                    <a:pt x="1714500" y="86482"/>
                  </a:lnTo>
                  <a:lnTo>
                    <a:pt x="2057400" y="55330"/>
                  </a:lnTo>
                  <a:lnTo>
                    <a:pt x="2400300" y="22318"/>
                  </a:lnTo>
                  <a:lnTo>
                    <a:pt x="2743200" y="15809"/>
                  </a:lnTo>
                  <a:lnTo>
                    <a:pt x="3086100" y="162735"/>
                  </a:lnTo>
                  <a:lnTo>
                    <a:pt x="3429000" y="336630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59" name="wildfire_ST-MTM_track_3_trace">
              <a:extLst>
                <a:ext uri="{FF2B5EF4-FFF2-40B4-BE49-F238E27FC236}">
                  <ns2:creationId id="{36C4870B-DD48-412C-8D15-AC01B815B1DB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522499"/>
              <a:ext cx="3429000" cy="336630"/>
            </a:xfrm>
            <a:custGeom>
              <a:pathLst>
                <a:path w="3429000" h="336630">
                  <a:moveTo>
                    <a:pt x="0" y="47891"/>
                  </a:moveTo>
                  <a:lnTo>
                    <a:pt x="342900" y="0"/>
                  </a:lnTo>
                  <a:lnTo>
                    <a:pt x="685800" y="13949"/>
                  </a:lnTo>
                  <a:lnTo>
                    <a:pt x="1028700" y="54400"/>
                  </a:lnTo>
                  <a:lnTo>
                    <a:pt x="1371600" y="92527"/>
                  </a:lnTo>
                  <a:lnTo>
                    <a:pt x="1714500" y="86482"/>
                  </a:lnTo>
                  <a:lnTo>
                    <a:pt x="2057400" y="55330"/>
                  </a:lnTo>
                  <a:lnTo>
                    <a:pt x="2400300" y="22318"/>
                  </a:lnTo>
                  <a:lnTo>
                    <a:pt x="2743200" y="15809"/>
                  </a:lnTo>
                  <a:lnTo>
                    <a:pt x="3086100" y="162735"/>
                  </a:lnTo>
                  <a:lnTo>
                    <a:pt x="3429000" y="336630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60" name="wildfire_ST-MTM_3_exact_anchor">
              <a:extLst>
                <a:ext uri="{FF2B5EF4-FFF2-40B4-BE49-F238E27FC236}">
                  <ns2:creationId id="{0F323514-93F7-4B33-93DD-B26897E6FB43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57088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63" name="path_062">
              <a:extLst>
                <a:ext uri="{FF2B5EF4-FFF2-40B4-BE49-F238E27FC236}">
                  <ns2:creationId id="{A21FCEAE-FC16-4175-849E-24E433C99CB4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1480188"/>
              <a:ext cx="2400300" cy="481697"/>
            </a:xfrm>
            <a:custGeom>
              <a:pathLst>
                <a:path w="2400300" h="481697">
                  <a:moveTo>
                    <a:pt x="0" y="435666"/>
                  </a:moveTo>
                  <a:lnTo>
                    <a:pt x="342900" y="414743"/>
                  </a:lnTo>
                  <a:lnTo>
                    <a:pt x="685800" y="420787"/>
                  </a:lnTo>
                  <a:lnTo>
                    <a:pt x="1028700" y="404979"/>
                  </a:lnTo>
                  <a:lnTo>
                    <a:pt x="1371600" y="435666"/>
                  </a:lnTo>
                  <a:lnTo>
                    <a:pt x="1714500" y="481697"/>
                  </a:lnTo>
                  <a:lnTo>
                    <a:pt x="2057400" y="0"/>
                  </a:lnTo>
                  <a:lnTo>
                    <a:pt x="2400300" y="59515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64" name="wildfire_ST-MTM_track_48_trace">
              <a:extLst>
                <a:ext uri="{FF2B5EF4-FFF2-40B4-BE49-F238E27FC236}">
                  <ns2:creationId id="{7C47CD09-04CF-4ADF-B17F-7B2CF004B4D8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1480188"/>
              <a:ext cx="2400300" cy="481697"/>
            </a:xfrm>
            <a:custGeom>
              <a:pathLst>
                <a:path w="2400300" h="481697">
                  <a:moveTo>
                    <a:pt x="0" y="435666"/>
                  </a:moveTo>
                  <a:lnTo>
                    <a:pt x="342900" y="414743"/>
                  </a:lnTo>
                  <a:lnTo>
                    <a:pt x="685800" y="420787"/>
                  </a:lnTo>
                  <a:lnTo>
                    <a:pt x="1028700" y="404979"/>
                  </a:lnTo>
                  <a:lnTo>
                    <a:pt x="1371600" y="435666"/>
                  </a:lnTo>
                  <a:lnTo>
                    <a:pt x="1714500" y="481697"/>
                  </a:lnTo>
                  <a:lnTo>
                    <a:pt x="2057400" y="0"/>
                  </a:lnTo>
                  <a:lnTo>
                    <a:pt x="2400300" y="59515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65" name="wildfire_ST-MTM_48_exact_anchor">
              <a:extLst>
                <a:ext uri="{FF2B5EF4-FFF2-40B4-BE49-F238E27FC236}">
                  <ns2:creationId id="{3EFAD90B-3DEC-4CC0-B5D0-F0A98DD23678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86287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68" name="path_067">
              <a:extLst>
                <a:ext uri="{FF2B5EF4-FFF2-40B4-BE49-F238E27FC236}">
                  <ns2:creationId id="{45ACE809-8B3E-4242-9151-6EE8784EDFA8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1390916"/>
              <a:ext cx="685800" cy="43706"/>
            </a:xfrm>
            <a:custGeom>
              <a:pathLst>
                <a:path w="685800" h="43706">
                  <a:moveTo>
                    <a:pt x="0" y="465"/>
                  </a:moveTo>
                  <a:lnTo>
                    <a:pt x="342900" y="0"/>
                  </a:lnTo>
                  <a:lnTo>
                    <a:pt x="685800" y="43706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69" name="wildfire_ST-MTM_track_52_trace">
              <a:extLst>
                <a:ext uri="{FF2B5EF4-FFF2-40B4-BE49-F238E27FC236}">
                  <ns2:creationId id="{425CC1B0-7B02-4DCB-9A19-E2D7F59628F2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1390916"/>
              <a:ext cx="685800" cy="43706"/>
            </a:xfrm>
            <a:custGeom>
              <a:pathLst>
                <a:path w="685800" h="43706">
                  <a:moveTo>
                    <a:pt x="0" y="465"/>
                  </a:moveTo>
                  <a:lnTo>
                    <a:pt x="342900" y="0"/>
                  </a:lnTo>
                  <a:lnTo>
                    <a:pt x="685800" y="43706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70" name="wildfire_ST-MTM_52_exact_anchor">
              <a:extLst>
                <a:ext uri="{FF2B5EF4-FFF2-40B4-BE49-F238E27FC236}">
                  <ns2:creationId id="{8EF49679-6610-4FD9-8B90-EB946283977A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352816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73" name="rect_072">
              <a:extLst>
                <a:ext uri="{FF2B5EF4-FFF2-40B4-BE49-F238E27FC236}">
                  <ns2:creationId id="{B8D0DF60-FDB9-4EC9-915C-8E473C5C1170}"/>
                </a:ext>
              </a:extLst>
            </p:cNvPr>
            <p:cNvSpPr>
              <a:spLocks noGrp="1"/>
            </p:cNvSpPr>
            <p:nvPr/>
          </p:nvSpPr>
          <p:spPr>
            <a:xfrm>
              <a:off x="4008120" y="1343025"/>
              <a:ext cx="2158365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74" name="text_073">
              <a:extLst>
                <a:ext uri="{FF2B5EF4-FFF2-40B4-BE49-F238E27FC236}">
                  <ns2:creationId id="{B9E26A93-8825-48AE-89BC-8B6D2C4FE17E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2276475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RG-P</a:t>
              </a:r>
            </a:p>
          </p:txBody>
        </p:sp>
        <p:pic>
          <p:nvPicPr>
            <p:cNvPr id="76" name="">
              <a:extLst>
                <a:ext uri="{FF2B5EF4-FFF2-40B4-BE49-F238E27FC236}">
                  <ns2:creationId id="{5398122F-2ECF-4D5F-9106-57EC8DE80AC9}"/>
                </a:ext>
              </a:extLst>
            </p:cNvPr>
            <p:cNvPicPr>
              <a:picLocks noChangeAspect="1"/>
            </p:cNvPicPr>
            <p:nvPr/>
          </p:nvPicPr>
          <p:blipFill>
            <a:blip r:embed="Rdd2320b7b80e4b36"/>
            <a:stretch/>
          </p:blipFill>
          <p:spPr>
            <a:xfrm>
              <a:off x="1457325" y="2228850"/>
              <a:ext cx="5886450" cy="666750"/>
            </a:xfrm>
            <a:prstGeom prst="rect">
              <a:avLst/>
            </a:prstGeom>
          </p:spPr>
        </p:pic>
        <p:sp>
          <p:nvSpPr>
            <p:cNvPr id="77" name="line_076">
              <a:extLst>
                <a:ext uri="{FF2B5EF4-FFF2-40B4-BE49-F238E27FC236}">
                  <ns2:creationId id="{297CE8D5-059E-4F81-865B-4082B7601DF0}"/>
                </a:ext>
              </a:extLst>
            </p:cNvPr>
            <p:cNvSpPr>
              <a:spLocks noGrp="1"/>
            </p:cNvSpPr>
            <p:nvPr/>
          </p:nvSpPr>
          <p:spPr>
            <a:xfrm>
              <a:off x="5087303" y="222885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78" name="rect_077">
              <a:extLst>
                <a:ext uri="{FF2B5EF4-FFF2-40B4-BE49-F238E27FC236}">
                  <ns2:creationId id="{B678553D-9039-4FC4-816D-21DB1B8AF8CD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2228850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79" name="text_078">
              <a:extLst>
                <a:ext uri="{FF2B5EF4-FFF2-40B4-BE49-F238E27FC236}">
                  <ns2:creationId id="{02C5B329-8E4C-4174-8E81-67232211D89A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8003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0" name="text_079">
              <a:extLst>
                <a:ext uri="{FF2B5EF4-FFF2-40B4-BE49-F238E27FC236}">
                  <ns2:creationId id="{EBCCB282-8E4A-4A41-83A4-A9102E2B09AE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1336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1" name="text_080">
              <a:extLst>
                <a:ext uri="{FF2B5EF4-FFF2-40B4-BE49-F238E27FC236}">
                  <ns2:creationId id="{F8DFD3B0-1953-4A96-8BDF-C10069CB9EEE}"/>
                </a:ext>
              </a:extLst>
            </p:cNvPr>
            <p:cNvSpPr>
              <a:spLocks noGrp="1"/>
            </p:cNvSpPr>
            <p:nvPr/>
          </p:nvSpPr>
          <p:spPr>
            <a:xfrm>
              <a:off x="1364933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2" name="text_081">
              <a:extLst>
                <a:ext uri="{FF2B5EF4-FFF2-40B4-BE49-F238E27FC236}">
                  <ns2:creationId id="{F8659525-0C98-488A-A476-EC76D69D7502}"/>
                </a:ext>
              </a:extLst>
            </p:cNvPr>
            <p:cNvSpPr>
              <a:spLocks noGrp="1"/>
            </p:cNvSpPr>
            <p:nvPr/>
          </p:nvSpPr>
          <p:spPr>
            <a:xfrm>
              <a:off x="7055167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83" name="wildfire_P_3_exact_anchor">
              <a:extLst>
                <a:ext uri="{FF2B5EF4-FFF2-40B4-BE49-F238E27FC236}">
                  <ns2:creationId id="{9904228B-620A-4E07-A880-732E6BBC7DF0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2728613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84" name="wildfire_P_48_exact_anchor">
              <a:extLst>
                <a:ext uri="{FF2B5EF4-FFF2-40B4-BE49-F238E27FC236}">
                  <ns2:creationId id="{2EE65550-3A5B-43DE-8749-FBA2E65F5BC6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2499424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85" name="wildfire_P_52_exact_anchor">
              <a:extLst>
                <a:ext uri="{FF2B5EF4-FFF2-40B4-BE49-F238E27FC236}">
                  <ns2:creationId id="{64100E6A-273F-4404-A2E8-606114936761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2491376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86" name="">
              <a:extLst>
                <a:ext uri="{FF2B5EF4-FFF2-40B4-BE49-F238E27FC236}">
                  <ns2:creationId id="{39C48359-BDE7-4E22-8EAA-BF7C213BF4C7}"/>
                </a:ext>
              </a:extLst>
            </p:cNvPr>
            <p:cNvPicPr>
              <a:picLocks noChangeAspect="1"/>
            </p:cNvPicPr>
            <p:nvPr/>
          </p:nvPicPr>
          <p:blipFill>
            <a:blip r:embed="Rf8231da426fa4555"/>
            <a:stretch/>
          </p:blipFill>
          <p:spPr>
            <a:xfrm>
              <a:off x="8439150" y="2228850"/>
              <a:ext cx="3771900" cy="666750"/>
            </a:xfrm>
            <a:prstGeom prst="rect">
              <a:avLst/>
            </a:prstGeom>
          </p:spPr>
        </p:pic>
        <p:sp>
          <p:nvSpPr>
            <p:cNvPr id="87" name="line_086">
              <a:extLst>
                <a:ext uri="{FF2B5EF4-FFF2-40B4-BE49-F238E27FC236}">
                  <ns2:creationId id="{1453586D-44B0-4DB2-B599-3B58DDE21A28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228850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88" name="rect_087">
              <a:extLst>
                <a:ext uri="{FF2B5EF4-FFF2-40B4-BE49-F238E27FC236}">
                  <ns2:creationId id="{CC3829C7-951D-4634-9900-0B896C91E53E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2228850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89" name="text_088">
              <a:extLst>
                <a:ext uri="{FF2B5EF4-FFF2-40B4-BE49-F238E27FC236}">
                  <ns2:creationId id="{CE6FD94A-6EDA-48A2-BFD6-67440AF5FC07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8003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0.10</a:t>
              </a:r>
            </a:p>
          </p:txBody>
        </p:sp>
        <p:sp>
          <p:nvSpPr>
            <p:cNvPr id="90" name="text_089">
              <a:extLst>
                <a:ext uri="{FF2B5EF4-FFF2-40B4-BE49-F238E27FC236}">
                  <ns2:creationId id="{328CAAB9-F3B5-4907-BBA9-477627FE5B50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1336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0.75</a:t>
              </a:r>
            </a:p>
          </p:txBody>
        </p:sp>
        <p:sp>
          <p:nvSpPr>
            <p:cNvPr id="91" name="text_090">
              <a:extLst>
                <a:ext uri="{FF2B5EF4-FFF2-40B4-BE49-F238E27FC236}">
                  <ns2:creationId id="{FCFAD733-DA7F-46CE-9FFB-27EBD85EBC93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92" name="text_091">
              <a:extLst>
                <a:ext uri="{FF2B5EF4-FFF2-40B4-BE49-F238E27FC236}">
                  <ns2:creationId id="{F7E64382-193D-4E42-864D-7687790ED55F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29241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23</a:t>
              </a:r>
            </a:p>
          </p:txBody>
        </p:sp>
        <p:sp>
          <p:nvSpPr>
            <p:cNvPr id="93" name="path_092">
              <a:extLst>
                <a:ext uri="{FF2B5EF4-FFF2-40B4-BE49-F238E27FC236}">
                  <ns2:creationId id="{B0E38D21-FAD1-414E-ABA7-6B7426371442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629817"/>
              <a:ext cx="3429000" cy="197252"/>
            </a:xfrm>
            <a:custGeom>
              <a:pathLst>
                <a:path w="3429000" h="197252">
                  <a:moveTo>
                    <a:pt x="0" y="128335"/>
                  </a:moveTo>
                  <a:lnTo>
                    <a:pt x="342900" y="197252"/>
                  </a:lnTo>
                  <a:lnTo>
                    <a:pt x="685800" y="147638"/>
                  </a:lnTo>
                  <a:lnTo>
                    <a:pt x="1028700" y="115543"/>
                  </a:lnTo>
                  <a:lnTo>
                    <a:pt x="1371600" y="64365"/>
                  </a:lnTo>
                  <a:lnTo>
                    <a:pt x="1714500" y="171474"/>
                  </a:lnTo>
                  <a:lnTo>
                    <a:pt x="2057400" y="0"/>
                  </a:lnTo>
                  <a:lnTo>
                    <a:pt x="2400300" y="74260"/>
                  </a:lnTo>
                  <a:lnTo>
                    <a:pt x="2743200" y="148736"/>
                  </a:lnTo>
                  <a:lnTo>
                    <a:pt x="3086100" y="175215"/>
                  </a:lnTo>
                  <a:lnTo>
                    <a:pt x="3429000" y="195500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94" name="wildfire_P_track_3_trace">
              <a:extLst>
                <a:ext uri="{FF2B5EF4-FFF2-40B4-BE49-F238E27FC236}">
                  <ns2:creationId id="{C102D3EC-2DBD-4EC9-9BA8-F6AB7EAA45A1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629817"/>
              <a:ext cx="3429000" cy="197252"/>
            </a:xfrm>
            <a:custGeom>
              <a:pathLst>
                <a:path w="3429000" h="197252">
                  <a:moveTo>
                    <a:pt x="0" y="128335"/>
                  </a:moveTo>
                  <a:lnTo>
                    <a:pt x="342900" y="197252"/>
                  </a:lnTo>
                  <a:lnTo>
                    <a:pt x="685800" y="147638"/>
                  </a:lnTo>
                  <a:lnTo>
                    <a:pt x="1028700" y="115543"/>
                  </a:lnTo>
                  <a:lnTo>
                    <a:pt x="1371600" y="64365"/>
                  </a:lnTo>
                  <a:lnTo>
                    <a:pt x="1714500" y="171474"/>
                  </a:lnTo>
                  <a:lnTo>
                    <a:pt x="2057400" y="0"/>
                  </a:lnTo>
                  <a:lnTo>
                    <a:pt x="2400300" y="74260"/>
                  </a:lnTo>
                  <a:lnTo>
                    <a:pt x="2743200" y="148736"/>
                  </a:lnTo>
                  <a:lnTo>
                    <a:pt x="3086100" y="175215"/>
                  </a:lnTo>
                  <a:lnTo>
                    <a:pt x="3429000" y="195500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95" name="wildfire_P_true_reference_3">
              <a:extLst>
                <a:ext uri="{FF2B5EF4-FFF2-40B4-BE49-F238E27FC236}">
                  <ns2:creationId id="{610DA25C-6958-4B7A-A924-897BF490E013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742457"/>
              <a:ext cx="3429000" cy="101496"/>
            </a:xfrm>
            <a:custGeom>
              <a:pathLst>
                <a:path w="3429000" h="101496">
                  <a:moveTo>
                    <a:pt x="0" y="83753"/>
                  </a:moveTo>
                  <a:lnTo>
                    <a:pt x="342900" y="84462"/>
                  </a:lnTo>
                  <a:lnTo>
                    <a:pt x="685800" y="83753"/>
                  </a:lnTo>
                  <a:lnTo>
                    <a:pt x="1028700" y="67428"/>
                  </a:lnTo>
                  <a:lnTo>
                    <a:pt x="1371600" y="75236"/>
                  </a:lnTo>
                  <a:lnTo>
                    <a:pt x="1714500" y="83753"/>
                  </a:lnTo>
                  <a:lnTo>
                    <a:pt x="2057400" y="0"/>
                  </a:lnTo>
                  <a:lnTo>
                    <a:pt x="2400300" y="59619"/>
                  </a:lnTo>
                  <a:lnTo>
                    <a:pt x="2743200" y="101496"/>
                  </a:lnTo>
                  <a:lnTo>
                    <a:pt x="3086100" y="68136"/>
                  </a:lnTo>
                  <a:lnTo>
                    <a:pt x="3429000" y="76653"/>
                  </a:lnTo>
                </a:path>
              </a:pathLst>
            </a:custGeom>
            <a:noFill/>
            <a:ln w="9525">
              <a:solidFill>
                <a:srgbClr val="0072B2"/>
              </a:solidFill>
              <a:prstDash val="dash"/>
            </a:ln>
          </p:spPr>
        </p:sp>
        <p:sp>
          <p:nvSpPr>
            <p:cNvPr id="96" name="wildfire_P_3_exact_anchor">
              <a:extLst>
                <a:ext uri="{FF2B5EF4-FFF2-40B4-BE49-F238E27FC236}">
                  <ns2:creationId id="{30862062-DCAD-4DB7-95A8-F6F0611884F0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76319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99" name="path_098">
              <a:extLst>
                <a:ext uri="{FF2B5EF4-FFF2-40B4-BE49-F238E27FC236}">
                  <ns2:creationId id="{99B838E2-5526-429C-9A39-FC2234D1E59A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2280638"/>
              <a:ext cx="2400300" cy="167112"/>
            </a:xfrm>
            <a:custGeom>
              <a:pathLst>
                <a:path w="2400300" h="167112">
                  <a:moveTo>
                    <a:pt x="0" y="6877"/>
                  </a:moveTo>
                  <a:lnTo>
                    <a:pt x="342900" y="136488"/>
                  </a:lnTo>
                  <a:lnTo>
                    <a:pt x="685800" y="167112"/>
                  </a:lnTo>
                  <a:lnTo>
                    <a:pt x="1028700" y="18674"/>
                  </a:lnTo>
                  <a:lnTo>
                    <a:pt x="1371600" y="15271"/>
                  </a:lnTo>
                  <a:lnTo>
                    <a:pt x="1714500" y="0"/>
                  </a:lnTo>
                  <a:lnTo>
                    <a:pt x="2057400" y="119168"/>
                  </a:lnTo>
                  <a:lnTo>
                    <a:pt x="2400300" y="143015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100" name="wildfire_P_track_48_trace">
              <a:extLst>
                <a:ext uri="{FF2B5EF4-FFF2-40B4-BE49-F238E27FC236}">
                  <ns2:creationId id="{89CB6B32-DD69-438A-BB2B-39113E66EF75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2280638"/>
              <a:ext cx="2400300" cy="167112"/>
            </a:xfrm>
            <a:custGeom>
              <a:pathLst>
                <a:path w="2400300" h="167112">
                  <a:moveTo>
                    <a:pt x="0" y="6877"/>
                  </a:moveTo>
                  <a:lnTo>
                    <a:pt x="342900" y="136488"/>
                  </a:lnTo>
                  <a:lnTo>
                    <a:pt x="685800" y="167112"/>
                  </a:lnTo>
                  <a:lnTo>
                    <a:pt x="1028700" y="18674"/>
                  </a:lnTo>
                  <a:lnTo>
                    <a:pt x="1371600" y="15271"/>
                  </a:lnTo>
                  <a:lnTo>
                    <a:pt x="1714500" y="0"/>
                  </a:lnTo>
                  <a:lnTo>
                    <a:pt x="2057400" y="119168"/>
                  </a:lnTo>
                  <a:lnTo>
                    <a:pt x="2400300" y="143015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01" name="wildfire_P_true_reference_48">
              <a:extLst>
                <a:ext uri="{FF2B5EF4-FFF2-40B4-BE49-F238E27FC236}">
                  <ns2:creationId id="{9ACBC3E4-9E09-4CB2-A3AB-C96E2ED3F4BF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2295998"/>
              <a:ext cx="2400300" cy="8517"/>
            </a:xfrm>
            <a:custGeom>
              <a:pathLst>
                <a:path w="2400300" h="8517">
                  <a:moveTo>
                    <a:pt x="0" y="0"/>
                  </a:moveTo>
                  <a:lnTo>
                    <a:pt x="342900" y="0"/>
                  </a:lnTo>
                  <a:lnTo>
                    <a:pt x="685800" y="0"/>
                  </a:lnTo>
                  <a:lnTo>
                    <a:pt x="1028700" y="0"/>
                  </a:lnTo>
                  <a:lnTo>
                    <a:pt x="1371600" y="8517"/>
                  </a:lnTo>
                  <a:lnTo>
                    <a:pt x="1714500" y="0"/>
                  </a:lnTo>
                  <a:lnTo>
                    <a:pt x="2057400" y="0"/>
                  </a:lnTo>
                  <a:lnTo>
                    <a:pt x="2400300" y="0"/>
                  </a:lnTo>
                </a:path>
              </a:pathLst>
            </a:custGeom>
            <a:noFill/>
            <a:ln w="9525">
              <a:solidFill>
                <a:srgbClr val="D55E00"/>
              </a:solidFill>
              <a:prstDash val="dash"/>
            </a:ln>
          </p:spPr>
        </p:sp>
        <p:sp>
          <p:nvSpPr>
            <p:cNvPr id="102" name="wildfire_P_48_exact_anchor">
              <a:extLst>
                <a:ext uri="{FF2B5EF4-FFF2-40B4-BE49-F238E27FC236}">
                  <ns2:creationId id="{4F83D95F-F3A1-4DFF-A91C-AFCF2DF2E56E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40965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05" name="path_104">
              <a:extLst>
                <a:ext uri="{FF2B5EF4-FFF2-40B4-BE49-F238E27FC236}">
                  <ns2:creationId id="{39AEC1A6-EAC7-48D8-8276-A7FDCE062F4A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2435335"/>
              <a:ext cx="685800" cy="275264"/>
            </a:xfrm>
            <a:custGeom>
              <a:pathLst>
                <a:path w="685800" h="275264">
                  <a:moveTo>
                    <a:pt x="0" y="275264"/>
                  </a:moveTo>
                  <a:lnTo>
                    <a:pt x="342900" y="0"/>
                  </a:lnTo>
                  <a:lnTo>
                    <a:pt x="685800" y="230109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106" name="wildfire_P_track_52_trace">
              <a:extLst>
                <a:ext uri="{FF2B5EF4-FFF2-40B4-BE49-F238E27FC236}">
                  <ns2:creationId id="{2EA98CCE-BE7A-4335-9940-93D011243F5C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2435335"/>
              <a:ext cx="685800" cy="275264"/>
            </a:xfrm>
            <a:custGeom>
              <a:pathLst>
                <a:path w="685800" h="275264">
                  <a:moveTo>
                    <a:pt x="0" y="275264"/>
                  </a:moveTo>
                  <a:lnTo>
                    <a:pt x="342900" y="0"/>
                  </a:lnTo>
                  <a:lnTo>
                    <a:pt x="685800" y="230109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07" name="wildfire_P_true_reference_52">
              <a:extLst>
                <a:ext uri="{FF2B5EF4-FFF2-40B4-BE49-F238E27FC236}">
                  <ns2:creationId id="{19D9F92C-300C-4DFF-AD83-89E039A35F6B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2569945"/>
              <a:ext cx="685800" cy="95"/>
            </a:xfrm>
            <a:custGeom>
              <a:pathLst>
                <a:path w="685800" h="95">
                  <a:moveTo>
                    <a:pt x="0" y="0"/>
                  </a:moveTo>
                  <a:lnTo>
                    <a:pt x="342900" y="0"/>
                  </a:lnTo>
                  <a:lnTo>
                    <a:pt x="685800" y="0"/>
                  </a:lnTo>
                </a:path>
              </a:pathLst>
            </a:custGeom>
            <a:noFill/>
            <a:ln w="9525">
              <a:solidFill>
                <a:srgbClr val="009E73"/>
              </a:solidFill>
              <a:prstDash val="dash"/>
            </a:ln>
          </p:spPr>
        </p:sp>
        <p:sp>
          <p:nvSpPr>
            <p:cNvPr id="108" name="wildfire_P_52_exact_anchor">
              <a:extLst>
                <a:ext uri="{FF2B5EF4-FFF2-40B4-BE49-F238E27FC236}">
                  <ns2:creationId id="{95A58A93-C056-435B-8B3F-14817B85E02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39723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11" name="rect_110">
              <a:extLst>
                <a:ext uri="{FF2B5EF4-FFF2-40B4-BE49-F238E27FC236}">
                  <ns2:creationId id="{9D197AE9-1D16-4092-BFB9-C2BA6925FF8A}"/>
                </a:ext>
              </a:extLst>
            </p:cNvPr>
            <p:cNvSpPr>
              <a:spLocks noGrp="1"/>
            </p:cNvSpPr>
            <p:nvPr/>
          </p:nvSpPr>
          <p:spPr>
            <a:xfrm>
              <a:off x="4008120" y="2228850"/>
              <a:ext cx="2158365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112" name="text_111">
              <a:extLst>
                <a:ext uri="{FF2B5EF4-FFF2-40B4-BE49-F238E27FC236}">
                  <ns2:creationId id="{484E251D-F240-4B89-B225-E9030BABB394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3162300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RG-R20</a:t>
              </a:r>
            </a:p>
          </p:txBody>
        </p:sp>
        <p:pic>
          <p:nvPicPr>
            <p:cNvPr id="114" name="">
              <a:extLst>
                <a:ext uri="{FF2B5EF4-FFF2-40B4-BE49-F238E27FC236}">
                  <ns2:creationId id="{B4695A5C-CF5A-4F78-9EC1-F7F4B462915F}"/>
                </a:ext>
              </a:extLst>
            </p:cNvPr>
            <p:cNvPicPr>
              <a:picLocks noChangeAspect="1"/>
            </p:cNvPicPr>
            <p:nvPr/>
          </p:nvPicPr>
          <p:blipFill>
            <a:blip r:embed="R7d729d5a72b44c75"/>
            <a:stretch/>
          </p:blipFill>
          <p:spPr>
            <a:xfrm>
              <a:off x="1457325" y="3114675"/>
              <a:ext cx="5886450" cy="666750"/>
            </a:xfrm>
            <a:prstGeom prst="rect">
              <a:avLst/>
            </a:prstGeom>
          </p:spPr>
        </p:pic>
        <p:sp>
          <p:nvSpPr>
            <p:cNvPr id="115" name="line_114">
              <a:extLst>
                <a:ext uri="{FF2B5EF4-FFF2-40B4-BE49-F238E27FC236}">
                  <ns2:creationId id="{F344CAC8-67DF-463E-BC9D-DB1746B96CBF}"/>
                </a:ext>
              </a:extLst>
            </p:cNvPr>
            <p:cNvSpPr>
              <a:spLocks noGrp="1"/>
            </p:cNvSpPr>
            <p:nvPr/>
          </p:nvSpPr>
          <p:spPr>
            <a:xfrm>
              <a:off x="5087303" y="311467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16" name="rect_115">
              <a:extLst>
                <a:ext uri="{FF2B5EF4-FFF2-40B4-BE49-F238E27FC236}">
                  <ns2:creationId id="{F86D4BF1-F53B-456D-8311-5B7A16CF4C7A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3114675"/>
              <a:ext cx="588645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17" name="text_116">
              <a:extLst>
                <a:ext uri="{FF2B5EF4-FFF2-40B4-BE49-F238E27FC236}">
                  <ns2:creationId id="{E69135E4-C3C0-4172-961C-34D5732EF070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6861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8" name="text_117">
              <a:extLst>
                <a:ext uri="{FF2B5EF4-FFF2-40B4-BE49-F238E27FC236}">
                  <ns2:creationId id="{F0FD17F9-12D9-4F00-9D21-3C2332A83041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0194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9" name="text_118">
              <a:extLst>
                <a:ext uri="{FF2B5EF4-FFF2-40B4-BE49-F238E27FC236}">
                  <ns2:creationId id="{A2BA31B2-B52E-40F6-B2E8-601977E460EA}"/>
                </a:ext>
              </a:extLst>
            </p:cNvPr>
            <p:cNvSpPr>
              <a:spLocks noGrp="1"/>
            </p:cNvSpPr>
            <p:nvPr/>
          </p:nvSpPr>
          <p:spPr>
            <a:xfrm>
              <a:off x="1364933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0" name="text_119">
              <a:extLst>
                <a:ext uri="{FF2B5EF4-FFF2-40B4-BE49-F238E27FC236}">
                  <ns2:creationId id="{78837675-5225-411C-9B24-7343CFF6B2FD}"/>
                </a:ext>
              </a:extLst>
            </p:cNvPr>
            <p:cNvSpPr>
              <a:spLocks noGrp="1"/>
            </p:cNvSpPr>
            <p:nvPr/>
          </p:nvSpPr>
          <p:spPr>
            <a:xfrm>
              <a:off x="7055167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121" name="wildfire_R_3_exact_anchor">
              <a:extLst>
                <a:ext uri="{FF2B5EF4-FFF2-40B4-BE49-F238E27FC236}">
                  <ns2:creationId id="{A2984D05-9919-4B90-B3B5-7279895961B0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3632556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22" name="wildfire_R_48_exact_anchor">
              <a:extLst>
                <a:ext uri="{FF2B5EF4-FFF2-40B4-BE49-F238E27FC236}">
                  <ns2:creationId id="{7DD1E69A-B425-48C0-8A79-E4D5B742E7F9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327354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23" name="wildfire_R_52_exact_anchor">
              <a:extLst>
                <a:ext uri="{FF2B5EF4-FFF2-40B4-BE49-F238E27FC236}">
                  <ns2:creationId id="{AD123C6C-036D-4793-94FC-9E868B064571}"/>
                </a:ext>
              </a:extLst>
            </p:cNvPr>
            <p:cNvSpPr>
              <a:spLocks noGrp="1"/>
            </p:cNvSpPr>
            <p:nvPr/>
          </p:nvSpPr>
          <p:spPr>
            <a:xfrm>
              <a:off x="5049203" y="3462048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124" name="">
              <a:extLst>
                <a:ext uri="{FF2B5EF4-FFF2-40B4-BE49-F238E27FC236}">
                  <ns2:creationId id="{272B4CFE-6BB6-421E-A97E-54A2B142E164}"/>
                </a:ext>
              </a:extLst>
            </p:cNvPr>
            <p:cNvPicPr>
              <a:picLocks noChangeAspect="1"/>
            </p:cNvPicPr>
            <p:nvPr/>
          </p:nvPicPr>
          <p:blipFill>
            <a:blip r:embed="R58f2aa0e22f34a9d"/>
            <a:stretch/>
          </p:blipFill>
          <p:spPr>
            <a:xfrm>
              <a:off x="8439150" y="3114675"/>
              <a:ext cx="3771900" cy="666750"/>
            </a:xfrm>
            <a:prstGeom prst="rect">
              <a:avLst/>
            </a:prstGeom>
          </p:spPr>
        </p:pic>
        <p:sp>
          <p:nvSpPr>
            <p:cNvPr id="125" name="line_124">
              <a:extLst>
                <a:ext uri="{FF2B5EF4-FFF2-40B4-BE49-F238E27FC236}">
                  <ns2:creationId id="{ED67D55B-2A0C-411E-9A44-99C2252B0837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114675"/>
              <a:ext cx="95" cy="666750"/>
            </a:xfrm>
            <a:custGeom>
              <a:pathLst>
                <a:path w="9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26" name="rect_125">
              <a:extLst>
                <a:ext uri="{FF2B5EF4-FFF2-40B4-BE49-F238E27FC236}">
                  <ns2:creationId id="{84286569-BFCE-4409-A330-03E61D649F55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3114675"/>
              <a:ext cx="3771900" cy="6667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27" name="text_126">
              <a:extLst>
                <a:ext uri="{FF2B5EF4-FFF2-40B4-BE49-F238E27FC236}">
                  <ns2:creationId id="{4350426D-561A-4046-A5D8-B77F93BDB99C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6861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0.10</a:t>
              </a:r>
            </a:p>
          </p:txBody>
        </p:sp>
        <p:sp>
          <p:nvSpPr>
            <p:cNvPr id="128" name="text_127">
              <a:extLst>
                <a:ext uri="{FF2B5EF4-FFF2-40B4-BE49-F238E27FC236}">
                  <ns2:creationId id="{962C16BB-24CB-49E6-AB16-4E03C4252D0E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0194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0.76</a:t>
              </a:r>
            </a:p>
          </p:txBody>
        </p:sp>
        <p:sp>
          <p:nvSpPr>
            <p:cNvPr id="129" name="text_128">
              <a:extLst>
                <a:ext uri="{FF2B5EF4-FFF2-40B4-BE49-F238E27FC236}">
                  <ns2:creationId id="{DBCA3741-658D-44E6-834B-64C95F369A1C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130" name="text_129">
              <a:extLst>
                <a:ext uri="{FF2B5EF4-FFF2-40B4-BE49-F238E27FC236}">
                  <ns2:creationId id="{75D1CC35-BDCB-40BD-8485-2E55E578E600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38100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23</a:t>
              </a:r>
            </a:p>
          </p:txBody>
        </p:sp>
        <p:sp>
          <p:nvSpPr>
            <p:cNvPr id="131" name="path_130">
              <a:extLst>
                <a:ext uri="{FF2B5EF4-FFF2-40B4-BE49-F238E27FC236}">
                  <ns2:creationId id="{2437DCA4-B46D-41C4-AB22-88306C97A440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635872"/>
              <a:ext cx="3429000" cy="95167"/>
            </a:xfrm>
            <a:custGeom>
              <a:pathLst>
                <a:path w="3429000" h="95167">
                  <a:moveTo>
                    <a:pt x="0" y="80081"/>
                  </a:moveTo>
                  <a:lnTo>
                    <a:pt x="342900" y="79256"/>
                  </a:lnTo>
                  <a:lnTo>
                    <a:pt x="685800" y="77132"/>
                  </a:lnTo>
                  <a:lnTo>
                    <a:pt x="1028700" y="64077"/>
                  </a:lnTo>
                  <a:lnTo>
                    <a:pt x="1371600" y="14067"/>
                  </a:lnTo>
                  <a:lnTo>
                    <a:pt x="1714500" y="75076"/>
                  </a:lnTo>
                  <a:lnTo>
                    <a:pt x="2057400" y="0"/>
                  </a:lnTo>
                  <a:lnTo>
                    <a:pt x="2400300" y="54976"/>
                  </a:lnTo>
                  <a:lnTo>
                    <a:pt x="2743200" y="95167"/>
                  </a:lnTo>
                  <a:lnTo>
                    <a:pt x="3086100" y="57630"/>
                  </a:lnTo>
                  <a:lnTo>
                    <a:pt x="3429000" y="73040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132" name="wildfire_R_track_3_trace">
              <a:extLst>
                <a:ext uri="{FF2B5EF4-FFF2-40B4-BE49-F238E27FC236}">
                  <ns2:creationId id="{63A87208-0D83-41C1-B07C-09167A55F326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635872"/>
              <a:ext cx="3429000" cy="95167"/>
            </a:xfrm>
            <a:custGeom>
              <a:pathLst>
                <a:path w="3429000" h="95167">
                  <a:moveTo>
                    <a:pt x="0" y="80081"/>
                  </a:moveTo>
                  <a:lnTo>
                    <a:pt x="342900" y="79256"/>
                  </a:lnTo>
                  <a:lnTo>
                    <a:pt x="685800" y="77132"/>
                  </a:lnTo>
                  <a:lnTo>
                    <a:pt x="1028700" y="64077"/>
                  </a:lnTo>
                  <a:lnTo>
                    <a:pt x="1371600" y="14067"/>
                  </a:lnTo>
                  <a:lnTo>
                    <a:pt x="1714500" y="75076"/>
                  </a:lnTo>
                  <a:lnTo>
                    <a:pt x="2057400" y="0"/>
                  </a:lnTo>
                  <a:lnTo>
                    <a:pt x="2400300" y="54976"/>
                  </a:lnTo>
                  <a:lnTo>
                    <a:pt x="2743200" y="95167"/>
                  </a:lnTo>
                  <a:lnTo>
                    <a:pt x="3086100" y="57630"/>
                  </a:lnTo>
                  <a:lnTo>
                    <a:pt x="3429000" y="73040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33" name="wildfire_R_true_reference_3">
              <a:extLst>
                <a:ext uri="{FF2B5EF4-FFF2-40B4-BE49-F238E27FC236}">
                  <ns2:creationId id="{558FDCE0-E5EA-4EA8-9FD1-A083FFBB98EF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626457"/>
              <a:ext cx="3429000" cy="98815"/>
            </a:xfrm>
            <a:custGeom>
              <a:pathLst>
                <a:path w="3429000" h="98815">
                  <a:moveTo>
                    <a:pt x="0" y="81541"/>
                  </a:moveTo>
                  <a:lnTo>
                    <a:pt x="342900" y="82231"/>
                  </a:lnTo>
                  <a:lnTo>
                    <a:pt x="685800" y="81541"/>
                  </a:lnTo>
                  <a:lnTo>
                    <a:pt x="1028700" y="65647"/>
                  </a:lnTo>
                  <a:lnTo>
                    <a:pt x="1371600" y="73249"/>
                  </a:lnTo>
                  <a:lnTo>
                    <a:pt x="1714500" y="81541"/>
                  </a:lnTo>
                  <a:lnTo>
                    <a:pt x="2057400" y="0"/>
                  </a:lnTo>
                  <a:lnTo>
                    <a:pt x="2400300" y="58045"/>
                  </a:lnTo>
                  <a:lnTo>
                    <a:pt x="2743200" y="98815"/>
                  </a:lnTo>
                  <a:lnTo>
                    <a:pt x="3086100" y="66337"/>
                  </a:lnTo>
                  <a:lnTo>
                    <a:pt x="3429000" y="74629"/>
                  </a:lnTo>
                </a:path>
              </a:pathLst>
            </a:custGeom>
            <a:noFill/>
            <a:ln w="9525">
              <a:solidFill>
                <a:srgbClr val="0072B2"/>
              </a:solidFill>
              <a:prstDash val="dash"/>
            </a:ln>
          </p:spPr>
        </p:sp>
        <p:sp>
          <p:nvSpPr>
            <p:cNvPr id="134" name="wildfire_R_3_exact_anchor">
              <a:extLst>
                <a:ext uri="{FF2B5EF4-FFF2-40B4-BE49-F238E27FC236}">
                  <ns2:creationId id="{16171DBC-ACB0-4072-BA1F-FE610FA3870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67284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37" name="path_136">
              <a:extLst>
                <a:ext uri="{FF2B5EF4-FFF2-40B4-BE49-F238E27FC236}">
                  <ns2:creationId id="{D8E4015F-E51F-4E2E-8D89-F37DAFD74330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3164817"/>
              <a:ext cx="2400300" cy="31731"/>
            </a:xfrm>
            <a:custGeom>
              <a:pathLst>
                <a:path w="2400300" h="31731">
                  <a:moveTo>
                    <a:pt x="0" y="18754"/>
                  </a:moveTo>
                  <a:lnTo>
                    <a:pt x="342900" y="0"/>
                  </a:lnTo>
                  <a:lnTo>
                    <a:pt x="685800" y="6958"/>
                  </a:lnTo>
                  <a:lnTo>
                    <a:pt x="1028700" y="17558"/>
                  </a:lnTo>
                  <a:lnTo>
                    <a:pt x="1371600" y="31731"/>
                  </a:lnTo>
                  <a:lnTo>
                    <a:pt x="1714500" y="18628"/>
                  </a:lnTo>
                  <a:lnTo>
                    <a:pt x="2057400" y="28675"/>
                  </a:lnTo>
                  <a:lnTo>
                    <a:pt x="2400300" y="27525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138" name="wildfire_R_track_48_trace">
              <a:extLst>
                <a:ext uri="{FF2B5EF4-FFF2-40B4-BE49-F238E27FC236}">
                  <ns2:creationId id="{6F21D3A1-174B-42DD-8E8E-5296C41AF103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3164817"/>
              <a:ext cx="2400300" cy="31731"/>
            </a:xfrm>
            <a:custGeom>
              <a:pathLst>
                <a:path w="2400300" h="31731">
                  <a:moveTo>
                    <a:pt x="0" y="18754"/>
                  </a:moveTo>
                  <a:lnTo>
                    <a:pt x="342900" y="0"/>
                  </a:lnTo>
                  <a:lnTo>
                    <a:pt x="685800" y="6958"/>
                  </a:lnTo>
                  <a:lnTo>
                    <a:pt x="1028700" y="17558"/>
                  </a:lnTo>
                  <a:lnTo>
                    <a:pt x="1371600" y="31731"/>
                  </a:lnTo>
                  <a:lnTo>
                    <a:pt x="1714500" y="18628"/>
                  </a:lnTo>
                  <a:lnTo>
                    <a:pt x="2057400" y="28675"/>
                  </a:lnTo>
                  <a:lnTo>
                    <a:pt x="2400300" y="27525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39" name="wildfire_R_true_reference_48">
              <a:extLst>
                <a:ext uri="{FF2B5EF4-FFF2-40B4-BE49-F238E27FC236}">
                  <ns2:creationId id="{E7C0088A-BEB6-4F1B-BB6B-A280F57ACA53}"/>
                </a:ext>
              </a:extLst>
            </p:cNvPr>
            <p:cNvSpPr>
              <a:spLocks noGrp="1"/>
            </p:cNvSpPr>
            <p:nvPr/>
          </p:nvSpPr>
          <p:spPr>
            <a:xfrm>
              <a:off x="9639300" y="3191790"/>
              <a:ext cx="2400300" cy="8292"/>
            </a:xfrm>
            <a:custGeom>
              <a:pathLst>
                <a:path w="2400300" h="8292">
                  <a:moveTo>
                    <a:pt x="0" y="0"/>
                  </a:moveTo>
                  <a:lnTo>
                    <a:pt x="342900" y="0"/>
                  </a:lnTo>
                  <a:lnTo>
                    <a:pt x="685800" y="0"/>
                  </a:lnTo>
                  <a:lnTo>
                    <a:pt x="1028700" y="0"/>
                  </a:lnTo>
                  <a:lnTo>
                    <a:pt x="1371600" y="8292"/>
                  </a:lnTo>
                  <a:lnTo>
                    <a:pt x="1714500" y="0"/>
                  </a:lnTo>
                  <a:lnTo>
                    <a:pt x="2057400" y="0"/>
                  </a:lnTo>
                  <a:lnTo>
                    <a:pt x="2400300" y="0"/>
                  </a:lnTo>
                </a:path>
              </a:pathLst>
            </a:custGeom>
            <a:noFill/>
            <a:ln w="9525">
              <a:solidFill>
                <a:srgbClr val="D55E00"/>
              </a:solidFill>
              <a:prstDash val="dash"/>
            </a:ln>
          </p:spPr>
        </p:sp>
        <p:sp>
          <p:nvSpPr>
            <p:cNvPr id="140" name="wildfire_R_48_exact_anchor">
              <a:extLst>
                <a:ext uri="{FF2B5EF4-FFF2-40B4-BE49-F238E27FC236}">
                  <ns2:creationId id="{868D62A8-2F70-437D-84C4-42F3389847B1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13367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43" name="path_142">
              <a:extLst>
                <a:ext uri="{FF2B5EF4-FFF2-40B4-BE49-F238E27FC236}">
                  <ns2:creationId id="{78178995-D39E-456F-97D0-35D9B1A45575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3408828"/>
              <a:ext cx="685800" cy="59088"/>
            </a:xfrm>
            <a:custGeom>
              <a:pathLst>
                <a:path w="685800" h="59088">
                  <a:moveTo>
                    <a:pt x="0" y="0"/>
                  </a:moveTo>
                  <a:lnTo>
                    <a:pt x="342900" y="46045"/>
                  </a:lnTo>
                  <a:lnTo>
                    <a:pt x="685800" y="59088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</a:ln>
          </p:spPr>
        </p:sp>
        <p:sp>
          <p:nvSpPr>
            <p:cNvPr id="144" name="wildfire_R_track_52_trace">
              <a:extLst>
                <a:ext uri="{FF2B5EF4-FFF2-40B4-BE49-F238E27FC236}">
                  <ns2:creationId id="{A45B6052-8983-4BB1-AAF9-50F6A2425429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3408828"/>
              <a:ext cx="685800" cy="59088"/>
            </a:xfrm>
            <a:custGeom>
              <a:pathLst>
                <a:path w="685800" h="59088">
                  <a:moveTo>
                    <a:pt x="0" y="0"/>
                  </a:moveTo>
                  <a:lnTo>
                    <a:pt x="342900" y="46045"/>
                  </a:lnTo>
                  <a:lnTo>
                    <a:pt x="685800" y="59088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45" name="wildfire_R_true_reference_52">
              <a:extLst>
                <a:ext uri="{FF2B5EF4-FFF2-40B4-BE49-F238E27FC236}">
                  <ns2:creationId id="{808D67F4-D9A2-4A2D-A4A7-DAD5C9F20EE2}"/>
                </a:ext>
              </a:extLst>
            </p:cNvPr>
            <p:cNvSpPr>
              <a:spLocks noGrp="1"/>
            </p:cNvSpPr>
            <p:nvPr/>
          </p:nvSpPr>
          <p:spPr>
            <a:xfrm>
              <a:off x="9982200" y="3458501"/>
              <a:ext cx="685800" cy="95"/>
            </a:xfrm>
            <a:custGeom>
              <a:pathLst>
                <a:path w="685800" h="95">
                  <a:moveTo>
                    <a:pt x="0" y="0"/>
                  </a:moveTo>
                  <a:lnTo>
                    <a:pt x="342900" y="0"/>
                  </a:lnTo>
                  <a:lnTo>
                    <a:pt x="685800" y="0"/>
                  </a:lnTo>
                </a:path>
              </a:pathLst>
            </a:custGeom>
            <a:noFill/>
            <a:ln w="9525">
              <a:solidFill>
                <a:srgbClr val="009E73"/>
              </a:solidFill>
              <a:prstDash val="dash"/>
            </a:ln>
          </p:spPr>
        </p:sp>
        <p:sp>
          <p:nvSpPr>
            <p:cNvPr id="146" name="wildfire_R_52_exact_anchor">
              <a:extLst>
                <a:ext uri="{FF2B5EF4-FFF2-40B4-BE49-F238E27FC236}">
                  <ns2:creationId id="{74D189A4-1401-40A3-8A18-F7C6A7A01DEE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416773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49" name="rect_148">
              <a:extLst>
                <a:ext uri="{FF2B5EF4-FFF2-40B4-BE49-F238E27FC236}">
                  <ns2:creationId id="{F30F036B-0B07-4EF2-8605-51B6025B4164}"/>
                </a:ext>
              </a:extLst>
            </p:cNvPr>
            <p:cNvSpPr>
              <a:spLocks noGrp="1"/>
            </p:cNvSpPr>
            <p:nvPr/>
          </p:nvSpPr>
          <p:spPr>
            <a:xfrm>
              <a:off x="4008120" y="3114675"/>
              <a:ext cx="2158365" cy="6667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10000" name="TMTM A endpoint leader">
              <a:extLst>
                <a:ext uri="{FF2B5EF4-FFF2-40B4-BE49-F238E27FC236}">
                  <ns2:creationId id="{9A553663-425F-4977-92B3-C102C5F574AC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686324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0072B2"/>
              </a:solidFill>
            </a:ln>
          </p:spPr>
        </p:sp>
        <p:sp>
          <p:nvSpPr>
            <p:cNvPr id="10001" name="A">
              <a:extLst>
                <a:ext uri="{FF2B5EF4-FFF2-40B4-BE49-F238E27FC236}">
                  <ns2:creationId id="{77C6F0DF-F64B-4476-B008-B58FBB0FEF0A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581549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02" name="TMTM B endpoint leader">
              <a:extLst>
                <a:ext uri="{FF2B5EF4-FFF2-40B4-BE49-F238E27FC236}">
                  <ns2:creationId id="{8ED88B7B-9B40-4E87-A541-93395F164665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887953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D55E00"/>
              </a:solidFill>
            </a:ln>
          </p:spPr>
        </p:sp>
        <p:sp>
          <p:nvSpPr>
            <p:cNvPr id="10003" name="B">
              <a:extLst>
                <a:ext uri="{FF2B5EF4-FFF2-40B4-BE49-F238E27FC236}">
                  <ns2:creationId id="{41CE999F-A04A-46C5-94A1-23ED88B90CF9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783178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04" name="TMTM C endpoint leader">
              <a:extLst>
                <a:ext uri="{FF2B5EF4-FFF2-40B4-BE49-F238E27FC236}">
                  <ns2:creationId id="{2685BBE7-CB3A-46E3-A3DF-FCFD36F70464}"/>
                </a:ext>
              </a:extLst>
            </p:cNvPr>
            <p:cNvSpPr>
              <a:spLocks noGrp="1"/>
            </p:cNvSpPr>
            <p:nvPr/>
          </p:nvSpPr>
          <p:spPr>
            <a:xfrm>
              <a:off x="10696575" y="1056849"/>
              <a:ext cx="66675" cy="95"/>
            </a:xfrm>
            <a:custGeom>
              <a:pathLst>
                <a:path w="66675" h="9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8573">
              <a:solidFill>
                <a:srgbClr val="009E73"/>
              </a:solidFill>
            </a:ln>
          </p:spPr>
        </p:sp>
        <p:sp>
          <p:nvSpPr>
            <p:cNvPr id="10005" name="C">
              <a:extLst>
                <a:ext uri="{FF2B5EF4-FFF2-40B4-BE49-F238E27FC236}">
                  <ns2:creationId id="{BEFB45B4-C2CA-4C70-8371-243C61B94854}"/>
                </a:ext>
              </a:extLst>
            </p:cNvPr>
            <p:cNvSpPr>
              <a:spLocks noGrp="1"/>
            </p:cNvSpPr>
            <p:nvPr/>
          </p:nvSpPr>
          <p:spPr>
            <a:xfrm>
              <a:off x="10791825" y="952074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06" name="ST-MTM A endpoint leader">
              <a:extLst>
                <a:ext uri="{FF2B5EF4-FFF2-40B4-BE49-F238E27FC236}">
                  <ns2:creationId id="{7C651B83-83ED-439E-9DD4-8FF6074A3483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1859129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0072B2"/>
              </a:solidFill>
            </a:ln>
          </p:spPr>
        </p:sp>
        <p:sp>
          <p:nvSpPr>
            <p:cNvPr id="10007" name="A">
              <a:extLst>
                <a:ext uri="{FF2B5EF4-FFF2-40B4-BE49-F238E27FC236}">
                  <ns2:creationId id="{8FA38F65-B8EC-4839-8E5A-2CBC56D0612A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754354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08" name="ST-MTM B endpoint leader">
              <a:extLst>
                <a:ext uri="{FF2B5EF4-FFF2-40B4-BE49-F238E27FC236}">
                  <ns2:creationId id="{69957995-7AEC-41EC-AA49-CC9D339FBCAD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1539702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D55E00"/>
              </a:solidFill>
            </a:ln>
          </p:spPr>
        </p:sp>
        <p:sp>
          <p:nvSpPr>
            <p:cNvPr id="10009" name="B">
              <a:extLst>
                <a:ext uri="{FF2B5EF4-FFF2-40B4-BE49-F238E27FC236}">
                  <ns2:creationId id="{C8435ED0-0E50-43C1-8413-A89F496D8302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434927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10" name="ST-MTM C endpoint leader">
              <a:extLst>
                <a:ext uri="{FF2B5EF4-FFF2-40B4-BE49-F238E27FC236}">
                  <ns2:creationId id="{F6765327-36B6-46E8-8805-24CD1779B37D}"/>
                </a:ext>
              </a:extLst>
            </p:cNvPr>
            <p:cNvSpPr>
              <a:spLocks noGrp="1"/>
            </p:cNvSpPr>
            <p:nvPr/>
          </p:nvSpPr>
          <p:spPr>
            <a:xfrm>
              <a:off x="10696575" y="1434622"/>
              <a:ext cx="66675" cy="95"/>
            </a:xfrm>
            <a:custGeom>
              <a:pathLst>
                <a:path w="66675" h="9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8573">
              <a:solidFill>
                <a:srgbClr val="009E73"/>
              </a:solidFill>
            </a:ln>
          </p:spPr>
        </p:sp>
        <p:sp>
          <p:nvSpPr>
            <p:cNvPr id="10011" name="C">
              <a:extLst>
                <a:ext uri="{FF2B5EF4-FFF2-40B4-BE49-F238E27FC236}">
                  <ns2:creationId id="{EE9ED79B-9193-446E-94D1-21CED8CE94B5}"/>
                </a:ext>
              </a:extLst>
            </p:cNvPr>
            <p:cNvSpPr>
              <a:spLocks noGrp="1"/>
            </p:cNvSpPr>
            <p:nvPr/>
          </p:nvSpPr>
          <p:spPr>
            <a:xfrm>
              <a:off x="10791825" y="1329847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12" name="P A endpoint leader">
              <a:extLst>
                <a:ext uri="{FF2B5EF4-FFF2-40B4-BE49-F238E27FC236}">
                  <ns2:creationId id="{BC5352A1-D420-4B95-A62D-4E5C612B2C2E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2825316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0072B2"/>
              </a:solidFill>
            </a:ln>
          </p:spPr>
        </p:sp>
        <p:sp>
          <p:nvSpPr>
            <p:cNvPr id="10013" name="A">
              <a:extLst>
                <a:ext uri="{FF2B5EF4-FFF2-40B4-BE49-F238E27FC236}">
                  <ns2:creationId id="{0C52274B-C778-485C-B07C-F5652F4FDE82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720541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14" name="P B endpoint leader">
              <a:extLst>
                <a:ext uri="{FF2B5EF4-FFF2-40B4-BE49-F238E27FC236}">
                  <ns2:creationId id="{93011C28-CD4E-442A-AA9B-900C2B25F984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2423653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D55E00"/>
              </a:solidFill>
            </a:ln>
          </p:spPr>
        </p:sp>
        <p:sp>
          <p:nvSpPr>
            <p:cNvPr id="10015" name="B">
              <a:extLst>
                <a:ext uri="{FF2B5EF4-FFF2-40B4-BE49-F238E27FC236}">
                  <ns2:creationId id="{BA012CFE-AC02-4C61-A74B-C052527E1933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318878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16" name="P C endpoint leader">
              <a:extLst>
                <a:ext uri="{FF2B5EF4-FFF2-40B4-BE49-F238E27FC236}">
                  <ns2:creationId id="{4EF5E1A5-82C3-4E0A-B0B8-08DE4C91AAB4}"/>
                </a:ext>
              </a:extLst>
            </p:cNvPr>
            <p:cNvSpPr>
              <a:spLocks noGrp="1"/>
            </p:cNvSpPr>
            <p:nvPr/>
          </p:nvSpPr>
          <p:spPr>
            <a:xfrm>
              <a:off x="10696575" y="2665444"/>
              <a:ext cx="66675" cy="95"/>
            </a:xfrm>
            <a:custGeom>
              <a:pathLst>
                <a:path w="66675" h="9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8573">
              <a:solidFill>
                <a:srgbClr val="009E73"/>
              </a:solidFill>
            </a:ln>
          </p:spPr>
        </p:sp>
        <p:sp>
          <p:nvSpPr>
            <p:cNvPr id="10017" name="C">
              <a:extLst>
                <a:ext uri="{FF2B5EF4-FFF2-40B4-BE49-F238E27FC236}">
                  <ns2:creationId id="{DC096426-CBBC-4C78-B2B4-40E2747C7646}"/>
                </a:ext>
              </a:extLst>
            </p:cNvPr>
            <p:cNvSpPr>
              <a:spLocks noGrp="1"/>
            </p:cNvSpPr>
            <p:nvPr/>
          </p:nvSpPr>
          <p:spPr>
            <a:xfrm>
              <a:off x="10791825" y="2560669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18" name="R A endpoint leader">
              <a:extLst>
                <a:ext uri="{FF2B5EF4-FFF2-40B4-BE49-F238E27FC236}">
                  <ns2:creationId id="{4789B523-5AB2-4B2D-B469-B8296A15818E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3708911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0072B2"/>
              </a:solidFill>
            </a:ln>
          </p:spPr>
        </p:sp>
        <p:sp>
          <p:nvSpPr>
            <p:cNvPr id="10019" name="A">
              <a:extLst>
                <a:ext uri="{FF2B5EF4-FFF2-40B4-BE49-F238E27FC236}">
                  <ns2:creationId id="{6AC2726B-34B6-4D49-9D53-61BCD6C25CB9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3604136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20" name="R B endpoint leader">
              <a:extLst>
                <a:ext uri="{FF2B5EF4-FFF2-40B4-BE49-F238E27FC236}">
                  <ns2:creationId id="{BE2EEF9E-417C-4CBC-BC09-DDE37138C1E7}"/>
                </a:ext>
              </a:extLst>
            </p:cNvPr>
            <p:cNvSpPr>
              <a:spLocks noGrp="1"/>
            </p:cNvSpPr>
            <p:nvPr/>
          </p:nvSpPr>
          <p:spPr>
            <a:xfrm>
              <a:off x="12068175" y="3192343"/>
              <a:ext cx="200025" cy="95"/>
            </a:xfrm>
            <a:custGeom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8573">
              <a:solidFill>
                <a:srgbClr val="D55E00"/>
              </a:solidFill>
            </a:ln>
          </p:spPr>
        </p:sp>
        <p:sp>
          <p:nvSpPr>
            <p:cNvPr id="10021" name="B">
              <a:extLst>
                <a:ext uri="{FF2B5EF4-FFF2-40B4-BE49-F238E27FC236}">
                  <ns2:creationId id="{C3749B5D-E833-418E-AAA6-AC7280512908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3087568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22" name="R C endpoint leader">
              <a:extLst>
                <a:ext uri="{FF2B5EF4-FFF2-40B4-BE49-F238E27FC236}">
                  <ns2:creationId id="{263CC176-C4A7-4D0D-A3EA-81E86A0CFC7E}"/>
                </a:ext>
              </a:extLst>
            </p:cNvPr>
            <p:cNvSpPr>
              <a:spLocks noGrp="1"/>
            </p:cNvSpPr>
            <p:nvPr/>
          </p:nvSpPr>
          <p:spPr>
            <a:xfrm>
              <a:off x="10696575" y="3467916"/>
              <a:ext cx="66675" cy="95"/>
            </a:xfrm>
            <a:custGeom>
              <a:pathLst>
                <a:path w="66675" h="9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8573">
              <a:solidFill>
                <a:srgbClr val="009E73"/>
              </a:solidFill>
            </a:ln>
          </p:spPr>
        </p:sp>
        <p:sp>
          <p:nvSpPr>
            <p:cNvPr id="10023" name="C">
              <a:extLst>
                <a:ext uri="{FF2B5EF4-FFF2-40B4-BE49-F238E27FC236}">
                  <ns2:creationId id="{D55B2F07-C45C-4861-8071-6375AEB1FBE4}"/>
                </a:ext>
              </a:extLst>
            </p:cNvPr>
            <p:cNvSpPr>
              <a:spLocks noGrp="1"/>
            </p:cNvSpPr>
            <p:nvPr/>
          </p:nvSpPr>
          <p:spPr>
            <a:xfrm>
              <a:off x="10791825" y="3363141"/>
              <a:ext cx="24765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24" name="(c) Source snapshots">
              <a:extLst>
                <a:ext uri="{FF2B5EF4-FFF2-40B4-BE49-F238E27FC236}">
                  <ns2:creationId id="{DC3B11CA-744A-4086-A4B3-0E81A92AA19A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4133850"/>
              <a:ext cx="57150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Source snapshots</a:t>
              </a:r>
            </a:p>
          </p:txBody>
        </p:sp>
        <p:sp>
          <p:nvSpPr>
            <p:cNvPr id="10025" name="f17   2019-12-05">
              <a:extLst>
                <a:ext uri="{FF2B5EF4-FFF2-40B4-BE49-F238E27FC236}">
                  <ns2:creationId id="{0C7D45C5-5764-4C21-B6DE-58DEF40BC21A}"/>
                </a:ext>
              </a:extLst>
            </p:cNvPr>
            <p:cNvSpPr>
              <a:spLocks noGrp="1"/>
            </p:cNvSpPr>
            <p:nvPr/>
          </p:nvSpPr>
          <p:spPr>
            <a:xfrm>
              <a:off x="600075" y="4400550"/>
              <a:ext cx="30670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17</a:t>
              </a:r>
            </a:p>
          </p:txBody>
        </p:sp>
        <p:pic>
          <p:nvPicPr>
            <p:cNvPr id="10026" name="">
              <a:extLst>
                <a:ext uri="{FF2B5EF4-FFF2-40B4-BE49-F238E27FC236}">
                  <ns2:creationId id="{3621CFEB-6755-47F7-A439-B3FF399BC448}"/>
                </a:ext>
              </a:extLst>
            </p:cNvPr>
            <p:cNvPicPr>
              <a:picLocks noChangeAspect="1"/>
            </p:cNvPicPr>
            <p:nvPr/>
          </p:nvPicPr>
          <p:blipFill>
            <a:blip r:embed="Refined_Rf3f44c2f36d24aa8"/>
            <a:stretch/>
          </p:blipFill>
          <p:spPr>
            <a:xfrm>
              <a:off x="1219200" y="4667250"/>
              <a:ext cx="1828800" cy="1828800"/>
            </a:xfrm>
            <a:prstGeom prst="rect">
              <a:avLst/>
            </a:prstGeom>
          </p:spPr>
        </p:pic>
        <p:sp>
          <p:nvSpPr>
            <p:cNvPr id="10027" name="Source domain 0-120">
              <a:extLst>
                <a:ext uri="{FF2B5EF4-FFF2-40B4-BE49-F238E27FC236}">
                  <ns2:creationId id="{B4D11E98-83F5-48C3-9B58-18071908C9B3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" y="4667250"/>
              <a:ext cx="1828800" cy="1828800"/>
            </a:xfrm>
            <a:prstGeom prst="rect">
              <a:avLst/>
            </a:prstGeom>
            <a:noFill/>
            <a:ln w="7620">
              <a:solidFill>
                <a:srgbClr val="B8C0C8"/>
              </a:solidFill>
            </a:ln>
          </p:spPr>
        </p:sp>
        <p:sp>
          <p:nvSpPr>
            <p:cNvPr id="10028" name="Fixed projection direction">
              <a:extLst>
                <a:ext uri="{FF2B5EF4-FFF2-40B4-BE49-F238E27FC236}">
                  <ns2:creationId id="{75D42CB6-0B71-4BC0-900C-2055C01D3DED}"/>
                </a:ext>
              </a:extLst>
            </p:cNvPr>
            <p:cNvSpPr>
              <a:spLocks noGrp="1"/>
            </p:cNvSpPr>
            <p:nvPr/>
          </p:nvSpPr>
          <p:spPr>
            <a:xfrm>
              <a:off x="1490185" y="5977890"/>
              <a:ext cx="247175" cy="269601"/>
            </a:xfrm>
            <a:custGeom>
              <a:pathLst>
                <a:path w="247175" h="269601">
                  <a:moveTo>
                    <a:pt x="247175" y="0"/>
                  </a:moveTo>
                  <a:lnTo>
                    <a:pt x="0" y="269601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29" name="Scientific line">
              <a:extLst>
                <a:ext uri="{FF2B5EF4-FFF2-40B4-BE49-F238E27FC236}">
                  <ns2:creationId id="{041F6083-AF9B-4688-99CD-C5424B2CB885}"/>
                </a:ext>
              </a:extLst>
            </p:cNvPr>
            <p:cNvSpPr>
              <a:spLocks noGrp="1"/>
            </p:cNvSpPr>
            <p:nvPr/>
          </p:nvSpPr>
          <p:spPr>
            <a:xfrm>
              <a:off x="1490185" y="6217656"/>
              <a:ext cx="66121" cy="29836"/>
            </a:xfrm>
            <a:custGeom>
              <a:pathLst>
                <a:path w="66121" h="29836">
                  <a:moveTo>
                    <a:pt x="66121" y="0"/>
                  </a:moveTo>
                  <a:lnTo>
                    <a:pt x="0" y="29836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30" name="Scientific line">
              <a:extLst>
                <a:ext uri="{FF2B5EF4-FFF2-40B4-BE49-F238E27FC236}">
                  <ns2:creationId id="{D941EECD-5239-413E-A036-64546D51C15B}"/>
                </a:ext>
              </a:extLst>
            </p:cNvPr>
            <p:cNvSpPr>
              <a:spLocks noGrp="1"/>
            </p:cNvSpPr>
            <p:nvPr/>
          </p:nvSpPr>
          <p:spPr>
            <a:xfrm>
              <a:off x="1490185" y="6179035"/>
              <a:ext cx="23995" cy="68457"/>
            </a:xfrm>
            <a:custGeom>
              <a:pathLst>
                <a:path w="23995" h="68457">
                  <a:moveTo>
                    <a:pt x="23995" y="0"/>
                  </a:moveTo>
                  <a:lnTo>
                    <a:pt x="0" y="68457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31" name="d">
              <a:extLst>
                <a:ext uri="{FF2B5EF4-FFF2-40B4-BE49-F238E27FC236}">
                  <ns2:creationId id="{E6A42462-FC39-42E4-9DC7-D9928FFF5E0F}"/>
                </a:ext>
              </a:extLst>
            </p:cNvPr>
            <p:cNvSpPr>
              <a:spLocks noGrp="1"/>
            </p:cNvSpPr>
            <p:nvPr/>
          </p:nvSpPr>
          <p:spPr>
            <a:xfrm>
              <a:off x="1765935" y="5835015"/>
              <a:ext cx="2286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10032" name="Exact raw coordinate A, track 3, f17">
              <a:extLst>
                <a:ext uri="{FF2B5EF4-FFF2-40B4-BE49-F238E27FC236}">
                  <ns2:creationId id="{DB0183EE-AFAE-4C4D-8589-6CCE4DE8A8BF}"/>
                </a:ext>
              </a:extLst>
            </p:cNvPr>
            <p:cNvSpPr>
              <a:spLocks noGrp="1"/>
            </p:cNvSpPr>
            <p:nvPr/>
          </p:nvSpPr>
          <p:spPr>
            <a:xfrm>
              <a:off x="2790825" y="5067300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</a:ln>
          </p:spPr>
        </p:sp>
        <p:sp>
          <p:nvSpPr>
            <p:cNvPr id="10033" name="A">
              <a:extLst>
                <a:ext uri="{FF2B5EF4-FFF2-40B4-BE49-F238E27FC236}">
                  <ns2:creationId id="{6E61B869-9E16-4153-A9C6-625ED0B21D2D}"/>
                </a:ext>
              </a:extLst>
            </p:cNvPr>
            <p:cNvSpPr>
              <a:spLocks noGrp="1"/>
            </p:cNvSpPr>
            <p:nvPr/>
          </p:nvSpPr>
          <p:spPr>
            <a:xfrm>
              <a:off x="2595563" y="4900613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34" name="Exact raw coordinate B, track 48, f17">
              <a:extLst>
                <a:ext uri="{FF2B5EF4-FFF2-40B4-BE49-F238E27FC236}">
                  <ns2:creationId id="{0E69524F-E526-4981-B78F-C8EE4C290ABA}"/>
                </a:ext>
              </a:extLst>
            </p:cNvPr>
            <p:cNvSpPr>
              <a:spLocks noGrp="1"/>
            </p:cNvSpPr>
            <p:nvPr/>
          </p:nvSpPr>
          <p:spPr>
            <a:xfrm>
              <a:off x="2190750" y="6267450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</a:ln>
          </p:spPr>
        </p:sp>
        <p:sp>
          <p:nvSpPr>
            <p:cNvPr id="10035" name="B">
              <a:extLst>
                <a:ext uri="{FF2B5EF4-FFF2-40B4-BE49-F238E27FC236}">
                  <ns2:creationId id="{FCDB24AE-2269-4842-9B22-46DB4ED2CB3C}"/>
                </a:ext>
              </a:extLst>
            </p:cNvPr>
            <p:cNvSpPr>
              <a:spLocks noGrp="1"/>
            </p:cNvSpPr>
            <p:nvPr/>
          </p:nvSpPr>
          <p:spPr>
            <a:xfrm>
              <a:off x="2328863" y="607218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36" name="Exact raw coordinate C, track 52, f17">
              <a:extLst>
                <a:ext uri="{FF2B5EF4-FFF2-40B4-BE49-F238E27FC236}">
                  <ns2:creationId id="{5438F412-7BEE-4BAC-B298-EFF4AC34B51B}"/>
                </a:ext>
              </a:extLst>
            </p:cNvPr>
            <p:cNvSpPr>
              <a:spLocks noGrp="1"/>
            </p:cNvSpPr>
            <p:nvPr/>
          </p:nvSpPr>
          <p:spPr>
            <a:xfrm>
              <a:off x="1790700" y="4981575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</a:ln>
          </p:spPr>
        </p:sp>
        <p:sp>
          <p:nvSpPr>
            <p:cNvPr id="10037" name="C">
              <a:extLst>
                <a:ext uri="{FF2B5EF4-FFF2-40B4-BE49-F238E27FC236}">
                  <ns2:creationId id="{DFCF2C0E-7BE9-4061-AC26-D275A4F6B7EE}"/>
                </a:ext>
              </a:extLst>
            </p:cNvPr>
            <p:cNvSpPr>
              <a:spLocks noGrp="1"/>
            </p:cNvSpPr>
            <p:nvPr/>
          </p:nvSpPr>
          <p:spPr>
            <a:xfrm>
              <a:off x="1928813" y="481488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38" name="f18   2019-12-07">
              <a:extLst>
                <a:ext uri="{FF2B5EF4-FFF2-40B4-BE49-F238E27FC236}">
                  <ns2:creationId id="{7CB624E0-D37E-4DC9-9AB2-10CF4B199C88}"/>
                </a:ext>
              </a:extLst>
            </p:cNvPr>
            <p:cNvSpPr>
              <a:spLocks noGrp="1"/>
            </p:cNvSpPr>
            <p:nvPr/>
          </p:nvSpPr>
          <p:spPr>
            <a:xfrm>
              <a:off x="4867275" y="4400550"/>
              <a:ext cx="30670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18</a:t>
              </a:r>
            </a:p>
          </p:txBody>
        </p:sp>
        <p:pic>
          <p:nvPicPr>
            <p:cNvPr id="10039" name="">
              <a:extLst>
                <a:ext uri="{FF2B5EF4-FFF2-40B4-BE49-F238E27FC236}">
                  <ns2:creationId id="{CE296B33-EDC3-4BE4-B854-BFCD652689DE}"/>
                </a:ext>
              </a:extLst>
            </p:cNvPr>
            <p:cNvPicPr>
              <a:picLocks noChangeAspect="1"/>
            </p:cNvPicPr>
            <p:nvPr/>
          </p:nvPicPr>
          <p:blipFill>
            <a:blip r:embed="Refined_R07d59643cd9a422d"/>
            <a:stretch/>
          </p:blipFill>
          <p:spPr>
            <a:xfrm>
              <a:off x="5486400" y="4667250"/>
              <a:ext cx="1828800" cy="1828800"/>
            </a:xfrm>
            <a:prstGeom prst="rect">
              <a:avLst/>
            </a:prstGeom>
          </p:spPr>
        </p:pic>
        <p:sp>
          <p:nvSpPr>
            <p:cNvPr id="10040" name="Source domain 0-120">
              <a:extLst>
                <a:ext uri="{FF2B5EF4-FFF2-40B4-BE49-F238E27FC236}">
                  <ns2:creationId id="{53D5EC7F-7FEE-4558-BB66-5CCEACD7BD70}"/>
                </a:ext>
              </a:extLst>
            </p:cNvPr>
            <p:cNvSpPr>
              <a:spLocks noGrp="1"/>
            </p:cNvSpPr>
            <p:nvPr/>
          </p:nvSpPr>
          <p:spPr>
            <a:xfrm>
              <a:off x="5486400" y="4667250"/>
              <a:ext cx="1828800" cy="1828800"/>
            </a:xfrm>
            <a:prstGeom prst="rect">
              <a:avLst/>
            </a:prstGeom>
            <a:noFill/>
            <a:ln w="7620">
              <a:solidFill>
                <a:srgbClr val="B8C0C8"/>
              </a:solidFill>
            </a:ln>
          </p:spPr>
        </p:sp>
        <p:sp>
          <p:nvSpPr>
            <p:cNvPr id="10041" name="Fixed projection direction">
              <a:extLst>
                <a:ext uri="{FF2B5EF4-FFF2-40B4-BE49-F238E27FC236}">
                  <ns2:creationId id="{D45EA284-6E0A-496D-80E9-63C4BAADE0FB}"/>
                </a:ext>
              </a:extLst>
            </p:cNvPr>
            <p:cNvSpPr>
              <a:spLocks noGrp="1"/>
            </p:cNvSpPr>
            <p:nvPr/>
          </p:nvSpPr>
          <p:spPr>
            <a:xfrm>
              <a:off x="5757385" y="5977890"/>
              <a:ext cx="247175" cy="269601"/>
            </a:xfrm>
            <a:custGeom>
              <a:pathLst>
                <a:path w="247175" h="269601">
                  <a:moveTo>
                    <a:pt x="247175" y="0"/>
                  </a:moveTo>
                  <a:lnTo>
                    <a:pt x="0" y="269601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42" name="Scientific line">
              <a:extLst>
                <a:ext uri="{FF2B5EF4-FFF2-40B4-BE49-F238E27FC236}">
                  <ns2:creationId id="{1FDE69D2-8A72-4BB3-9D61-40F61A35BDB1}"/>
                </a:ext>
              </a:extLst>
            </p:cNvPr>
            <p:cNvSpPr>
              <a:spLocks noGrp="1"/>
            </p:cNvSpPr>
            <p:nvPr/>
          </p:nvSpPr>
          <p:spPr>
            <a:xfrm>
              <a:off x="5757385" y="6217656"/>
              <a:ext cx="66121" cy="29836"/>
            </a:xfrm>
            <a:custGeom>
              <a:pathLst>
                <a:path w="66121" h="29836">
                  <a:moveTo>
                    <a:pt x="66121" y="0"/>
                  </a:moveTo>
                  <a:lnTo>
                    <a:pt x="0" y="29836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43" name="Scientific line">
              <a:extLst>
                <a:ext uri="{FF2B5EF4-FFF2-40B4-BE49-F238E27FC236}">
                  <ns2:creationId id="{2CFD378D-3B60-4380-8DD6-1636218C68EC}"/>
                </a:ext>
              </a:extLst>
            </p:cNvPr>
            <p:cNvSpPr>
              <a:spLocks noGrp="1"/>
            </p:cNvSpPr>
            <p:nvPr/>
          </p:nvSpPr>
          <p:spPr>
            <a:xfrm>
              <a:off x="5757385" y="6179035"/>
              <a:ext cx="23995" cy="68457"/>
            </a:xfrm>
            <a:custGeom>
              <a:pathLst>
                <a:path w="23995" h="68457">
                  <a:moveTo>
                    <a:pt x="23995" y="0"/>
                  </a:moveTo>
                  <a:lnTo>
                    <a:pt x="0" y="68457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44" name="d">
              <a:extLst>
                <a:ext uri="{FF2B5EF4-FFF2-40B4-BE49-F238E27FC236}">
                  <ns2:creationId id="{2B32EBFC-EE76-48CF-AEC7-8036E39260AF}"/>
                </a:ext>
              </a:extLst>
            </p:cNvPr>
            <p:cNvSpPr>
              <a:spLocks noGrp="1"/>
            </p:cNvSpPr>
            <p:nvPr/>
          </p:nvSpPr>
          <p:spPr>
            <a:xfrm>
              <a:off x="6033135" y="5835015"/>
              <a:ext cx="2286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10045" name="Exact raw coordinate A, track 3, f18">
              <a:extLst>
                <a:ext uri="{FF2B5EF4-FFF2-40B4-BE49-F238E27FC236}">
                  <ns2:creationId id="{466B5A6E-D45E-492C-83AE-99E617B7B82D}"/>
                </a:ext>
              </a:extLst>
            </p:cNvPr>
            <p:cNvSpPr>
              <a:spLocks noGrp="1"/>
            </p:cNvSpPr>
            <p:nvPr/>
          </p:nvSpPr>
          <p:spPr>
            <a:xfrm>
              <a:off x="7058025" y="5038725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</a:ln>
          </p:spPr>
        </p:sp>
        <p:sp>
          <p:nvSpPr>
            <p:cNvPr id="10046" name="A">
              <a:extLst>
                <a:ext uri="{FF2B5EF4-FFF2-40B4-BE49-F238E27FC236}">
                  <ns2:creationId id="{4DF43F32-D6FF-4644-8F49-DC2FCCDD04A1}"/>
                </a:ext>
              </a:extLst>
            </p:cNvPr>
            <p:cNvSpPr>
              <a:spLocks noGrp="1"/>
            </p:cNvSpPr>
            <p:nvPr/>
          </p:nvSpPr>
          <p:spPr>
            <a:xfrm>
              <a:off x="6862763" y="487203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47" name="Exact raw coordinate B, track 48, f18">
              <a:extLst>
                <a:ext uri="{FF2B5EF4-FFF2-40B4-BE49-F238E27FC236}">
                  <ns2:creationId id="{1191729D-8A3B-4303-9362-B9E3AFDDFFA3}"/>
                </a:ext>
              </a:extLst>
            </p:cNvPr>
            <p:cNvSpPr>
              <a:spLocks noGrp="1"/>
            </p:cNvSpPr>
            <p:nvPr/>
          </p:nvSpPr>
          <p:spPr>
            <a:xfrm>
              <a:off x="6457950" y="6267450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</a:ln>
          </p:spPr>
        </p:sp>
        <p:sp>
          <p:nvSpPr>
            <p:cNvPr id="10048" name="B">
              <a:extLst>
                <a:ext uri="{FF2B5EF4-FFF2-40B4-BE49-F238E27FC236}">
                  <ns2:creationId id="{348051F7-338C-4323-AF19-1AE37F214D63}"/>
                </a:ext>
              </a:extLst>
            </p:cNvPr>
            <p:cNvSpPr>
              <a:spLocks noGrp="1"/>
            </p:cNvSpPr>
            <p:nvPr/>
          </p:nvSpPr>
          <p:spPr>
            <a:xfrm>
              <a:off x="6596063" y="607218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49" name="Exact raw coordinate C, track 52, f18">
              <a:extLst>
                <a:ext uri="{FF2B5EF4-FFF2-40B4-BE49-F238E27FC236}">
                  <ns2:creationId id="{2CA97533-1DB2-4973-8FAD-0865AF88923F}"/>
                </a:ext>
              </a:extLst>
            </p:cNvPr>
            <p:cNvSpPr>
              <a:spLocks noGrp="1"/>
            </p:cNvSpPr>
            <p:nvPr/>
          </p:nvSpPr>
          <p:spPr>
            <a:xfrm>
              <a:off x="6057900" y="4981575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</a:ln>
          </p:spPr>
        </p:sp>
        <p:sp>
          <p:nvSpPr>
            <p:cNvPr id="10050" name="C">
              <a:extLst>
                <a:ext uri="{FF2B5EF4-FFF2-40B4-BE49-F238E27FC236}">
                  <ns2:creationId id="{69C53F88-3D67-42E8-8D18-711386E8FB7C}"/>
                </a:ext>
              </a:extLst>
            </p:cNvPr>
            <p:cNvSpPr>
              <a:spLocks noGrp="1"/>
            </p:cNvSpPr>
            <p:nvPr/>
          </p:nvSpPr>
          <p:spPr>
            <a:xfrm>
              <a:off x="6196013" y="481488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51" name="f19   2019-12-09">
              <a:extLst>
                <a:ext uri="{FF2B5EF4-FFF2-40B4-BE49-F238E27FC236}">
                  <ns2:creationId id="{F8A214D6-2047-45D6-BF64-3B05338D5913}"/>
                </a:ext>
              </a:extLst>
            </p:cNvPr>
            <p:cNvSpPr>
              <a:spLocks noGrp="1"/>
            </p:cNvSpPr>
            <p:nvPr/>
          </p:nvSpPr>
          <p:spPr>
            <a:xfrm>
              <a:off x="9134475" y="4400550"/>
              <a:ext cx="30670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19</a:t>
              </a:r>
            </a:p>
          </p:txBody>
        </p:sp>
        <p:pic>
          <p:nvPicPr>
            <p:cNvPr id="10052" name="">
              <a:extLst>
                <a:ext uri="{FF2B5EF4-FFF2-40B4-BE49-F238E27FC236}">
                  <ns2:creationId id="{681FD62D-A64B-481D-98FD-6B0DD5AB475F}"/>
                </a:ext>
              </a:extLst>
            </p:cNvPr>
            <p:cNvPicPr>
              <a:picLocks noChangeAspect="1"/>
            </p:cNvPicPr>
            <p:nvPr/>
          </p:nvPicPr>
          <p:blipFill>
            <a:blip r:embed="Refined_R2e19184622464edc"/>
            <a:stretch/>
          </p:blipFill>
          <p:spPr>
            <a:xfrm>
              <a:off x="9753600" y="4667250"/>
              <a:ext cx="1828800" cy="1828800"/>
            </a:xfrm>
            <a:prstGeom prst="rect">
              <a:avLst/>
            </a:prstGeom>
          </p:spPr>
        </p:pic>
        <p:sp>
          <p:nvSpPr>
            <p:cNvPr id="10053" name="Source domain 0-120">
              <a:extLst>
                <a:ext uri="{FF2B5EF4-FFF2-40B4-BE49-F238E27FC236}">
                  <ns2:creationId id="{FCF4A1FC-70C2-48FC-A7D6-DC5D9EE2C52A}"/>
                </a:ext>
              </a:extLst>
            </p:cNvPr>
            <p:cNvSpPr>
              <a:spLocks noGrp="1"/>
            </p:cNvSpPr>
            <p:nvPr/>
          </p:nvSpPr>
          <p:spPr>
            <a:xfrm>
              <a:off x="9753600" y="4667250"/>
              <a:ext cx="1828800" cy="1828800"/>
            </a:xfrm>
            <a:prstGeom prst="rect">
              <a:avLst/>
            </a:prstGeom>
            <a:noFill/>
            <a:ln w="7620">
              <a:solidFill>
                <a:srgbClr val="B8C0C8"/>
              </a:solidFill>
            </a:ln>
          </p:spPr>
        </p:sp>
        <p:sp>
          <p:nvSpPr>
            <p:cNvPr id="10054" name="Fixed projection direction">
              <a:extLst>
                <a:ext uri="{FF2B5EF4-FFF2-40B4-BE49-F238E27FC236}">
                  <ns2:creationId id="{EA43E82C-8784-45E4-90D6-37502FDE72BA}"/>
                </a:ext>
              </a:extLst>
            </p:cNvPr>
            <p:cNvSpPr>
              <a:spLocks noGrp="1"/>
            </p:cNvSpPr>
            <p:nvPr/>
          </p:nvSpPr>
          <p:spPr>
            <a:xfrm>
              <a:off x="10024585" y="5977890"/>
              <a:ext cx="247175" cy="269601"/>
            </a:xfrm>
            <a:custGeom>
              <a:pathLst>
                <a:path w="247175" h="269601">
                  <a:moveTo>
                    <a:pt x="247175" y="0"/>
                  </a:moveTo>
                  <a:lnTo>
                    <a:pt x="0" y="269601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55" name="Scientific line">
              <a:extLst>
                <a:ext uri="{FF2B5EF4-FFF2-40B4-BE49-F238E27FC236}">
                  <ns2:creationId id="{62A41C0F-046C-42A5-82D1-047589BB3C33}"/>
                </a:ext>
              </a:extLst>
            </p:cNvPr>
            <p:cNvSpPr>
              <a:spLocks noGrp="1"/>
            </p:cNvSpPr>
            <p:nvPr/>
          </p:nvSpPr>
          <p:spPr>
            <a:xfrm>
              <a:off x="10024585" y="6217656"/>
              <a:ext cx="66121" cy="29836"/>
            </a:xfrm>
            <a:custGeom>
              <a:pathLst>
                <a:path w="66121" h="29836">
                  <a:moveTo>
                    <a:pt x="66121" y="0"/>
                  </a:moveTo>
                  <a:lnTo>
                    <a:pt x="0" y="29836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56" name="Scientific line">
              <a:extLst>
                <a:ext uri="{FF2B5EF4-FFF2-40B4-BE49-F238E27FC236}">
                  <ns2:creationId id="{A926815F-3AF2-448F-8F92-4486A7480ED7}"/>
                </a:ext>
              </a:extLst>
            </p:cNvPr>
            <p:cNvSpPr>
              <a:spLocks noGrp="1"/>
            </p:cNvSpPr>
            <p:nvPr/>
          </p:nvSpPr>
          <p:spPr>
            <a:xfrm>
              <a:off x="10024585" y="6179035"/>
              <a:ext cx="23995" cy="68457"/>
            </a:xfrm>
            <a:custGeom>
              <a:pathLst>
                <a:path w="23995" h="68457">
                  <a:moveTo>
                    <a:pt x="23995" y="0"/>
                  </a:moveTo>
                  <a:lnTo>
                    <a:pt x="0" y="68457"/>
                  </a:lnTo>
                </a:path>
              </a:pathLst>
            </a:custGeom>
            <a:noFill/>
            <a:ln w="14288">
              <a:solidFill>
                <a:srgbClr val="65717B"/>
              </a:solidFill>
            </a:ln>
          </p:spPr>
        </p:sp>
        <p:sp>
          <p:nvSpPr>
            <p:cNvPr id="10057" name="d">
              <a:extLst>
                <a:ext uri="{FF2B5EF4-FFF2-40B4-BE49-F238E27FC236}">
                  <ns2:creationId id="{3578758C-FA6B-4852-947B-EDD79630A551}"/>
                </a:ext>
              </a:extLst>
            </p:cNvPr>
            <p:cNvSpPr>
              <a:spLocks noGrp="1"/>
            </p:cNvSpPr>
            <p:nvPr/>
          </p:nvSpPr>
          <p:spPr>
            <a:xfrm>
              <a:off x="10300335" y="5835015"/>
              <a:ext cx="228600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65717B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10058" name="Exact raw coordinate A, track 3, f19">
              <a:extLst>
                <a:ext uri="{FF2B5EF4-FFF2-40B4-BE49-F238E27FC236}">
                  <ns2:creationId id="{502C41C2-D150-4D26-9E6C-7FEA00618A2E}"/>
                </a:ext>
              </a:extLst>
            </p:cNvPr>
            <p:cNvSpPr>
              <a:spLocks noGrp="1"/>
            </p:cNvSpPr>
            <p:nvPr/>
          </p:nvSpPr>
          <p:spPr>
            <a:xfrm>
              <a:off x="11268075" y="5267325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</a:ln>
          </p:spPr>
        </p:sp>
        <p:sp>
          <p:nvSpPr>
            <p:cNvPr id="10059" name="A">
              <a:extLst>
                <a:ext uri="{FF2B5EF4-FFF2-40B4-BE49-F238E27FC236}">
                  <ns2:creationId id="{F9665015-E3BA-4979-BCDD-9A69176DE904}"/>
                </a:ext>
              </a:extLst>
            </p:cNvPr>
            <p:cNvSpPr>
              <a:spLocks noGrp="1"/>
            </p:cNvSpPr>
            <p:nvPr/>
          </p:nvSpPr>
          <p:spPr>
            <a:xfrm>
              <a:off x="11072813" y="510063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60" name="Exact raw coordinate B, track 48, f19">
              <a:extLst>
                <a:ext uri="{FF2B5EF4-FFF2-40B4-BE49-F238E27FC236}">
                  <ns2:creationId id="{A45472A4-0FDF-4FAF-B81B-E9DF60EA6A7A}"/>
                </a:ext>
              </a:extLst>
            </p:cNvPr>
            <p:cNvSpPr>
              <a:spLocks noGrp="1"/>
            </p:cNvSpPr>
            <p:nvPr/>
          </p:nvSpPr>
          <p:spPr>
            <a:xfrm>
              <a:off x="10725150" y="6267450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</a:ln>
          </p:spPr>
        </p:sp>
        <p:sp>
          <p:nvSpPr>
            <p:cNvPr id="10061" name="B">
              <a:extLst>
                <a:ext uri="{FF2B5EF4-FFF2-40B4-BE49-F238E27FC236}">
                  <ns2:creationId id="{57A9EB67-0AC5-49B0-B24F-CD02D858C395}"/>
                </a:ext>
              </a:extLst>
            </p:cNvPr>
            <p:cNvSpPr>
              <a:spLocks noGrp="1"/>
            </p:cNvSpPr>
            <p:nvPr/>
          </p:nvSpPr>
          <p:spPr>
            <a:xfrm>
              <a:off x="10863263" y="607218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62" name="Exact raw coordinate C, track 52, f19">
              <a:extLst>
                <a:ext uri="{FF2B5EF4-FFF2-40B4-BE49-F238E27FC236}">
                  <ns2:creationId id="{B97F2FB6-2854-416C-AB7B-069945F86A28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4981575"/>
              <a:ext cx="85725" cy="8572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</a:ln>
          </p:spPr>
        </p:sp>
        <p:sp>
          <p:nvSpPr>
            <p:cNvPr id="10063" name="C">
              <a:extLst>
                <a:ext uri="{FF2B5EF4-FFF2-40B4-BE49-F238E27FC236}">
                  <ns2:creationId id="{8EA4E71E-9D69-4F3F-9395-64F5E704251A}"/>
                </a:ext>
              </a:extLst>
            </p:cNvPr>
            <p:cNvSpPr>
              <a:spLocks noGrp="1"/>
            </p:cNvSpPr>
            <p:nvPr/>
          </p:nvSpPr>
          <p:spPr>
            <a:xfrm>
              <a:off x="10463213" y="4814888"/>
              <a:ext cx="2476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</p:grpSp>
    </p:spTree>
    <p:extLst>
      <p:ext uri="{BB962C8B-B14F-4D97-AF65-F5344CB8AC3E}">
        <ns4:creationId val="175874968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0" name="Manuscript Figure 11: Supplement_OLR_Comparison"/>
          <p:cNvGrpSpPr/>
          <p:nvPr/>
        </p:nvGrpSpPr>
        <p:grpSpPr>
          <a:xfrm>
            <a:off x="0" y="199535"/>
            <a:ext cx="12801600" cy="6400800"/>
            <a:chOff x="0" y="0"/>
            <a:chExt cx="12192000" cy="6096000"/>
          </a:xfrm>
        </p:grpSpPr>
        <p:sp>
          <p:nvSpPr>
            <p:cNvPr id="49" name="text_000">
              <a:extLst>
                <a:ext uri="{FF2B5EF4-FFF2-40B4-BE49-F238E27FC236}">
                  <ns2:creationId id="{C42488CF-0D2B-47D1-9698-7F1D61296D3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7175" y="9525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TMTM</a:t>
              </a:r>
            </a:p>
          </p:txBody>
        </p:sp>
        <p:pic>
          <p:nvPicPr>
            <p:cNvPr id="2" name="">
              <a:extLst>
                <a:ext uri="{FF2B5EF4-FFF2-40B4-BE49-F238E27FC236}">
                  <ns2:creationId id="{7C7EB122-36CB-4C20-A7DD-79039C689A4A}"/>
                </a:ext>
              </a:extLst>
            </p:cNvPr>
            <p:cNvPicPr>
              <a:picLocks noChangeAspect="1"/>
            </p:cNvPicPr>
            <p:nvPr/>
          </p:nvPicPr>
          <p:blipFill>
            <a:blip r:embed="R7deccdfabbe146db"/>
            <a:stretch/>
          </p:blipFill>
          <p:spPr>
            <a:xfrm>
              <a:off x="590689" y="495300"/>
              <a:ext cx="5257522" cy="1724025"/>
            </a:xfrm>
            <a:prstGeom prst="rect">
              <a:avLst/>
            </a:prstGeom>
          </p:spPr>
        </p:pic>
        <p:sp>
          <p:nvSpPr>
            <p:cNvPr id="3" name="rect_002">
              <a:extLst>
                <a:ext uri="{FF2B5EF4-FFF2-40B4-BE49-F238E27FC236}">
                  <ns2:creationId id="{7EABF324-3D12-4A74-A67E-17B05162EF1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49530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4" name="text_003">
              <a:extLst>
                <a:ext uri="{FF2B5EF4-FFF2-40B4-BE49-F238E27FC236}">
                  <ns2:creationId id="{BC7CDD5B-86B1-41B0-9811-24D1A89671C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213360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text_004">
              <a:extLst>
                <a:ext uri="{FF2B5EF4-FFF2-40B4-BE49-F238E27FC236}">
                  <ns2:creationId id="{74BB8BE4-B488-4BC1-931A-C11723F513F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127158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6" name="text_005">
              <a:extLst>
                <a:ext uri="{FF2B5EF4-FFF2-40B4-BE49-F238E27FC236}">
                  <ns2:creationId id="{5697A2F8-7120-45A4-8CA2-3644DD768EB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40957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7" name="text_006">
              <a:extLst>
                <a:ext uri="{FF2B5EF4-FFF2-40B4-BE49-F238E27FC236}">
                  <ns2:creationId id="{BE1FD2F2-1D14-4E7D-A91C-B4344D7FE0B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29565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" name="text_007">
              <a:extLst>
                <a:ext uri="{FF2B5EF4-FFF2-40B4-BE49-F238E27FC236}">
                  <ns2:creationId id="{BF37681B-5335-49FC-B184-394E9CABDAB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70835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9" name="text_008">
              <a:extLst>
                <a:ext uri="{FF2B5EF4-FFF2-40B4-BE49-F238E27FC236}">
                  <ns2:creationId id="{058F38C9-F49D-4393-8DAD-73A7FF4DB55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99735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59</a:t>
              </a:r>
            </a:p>
          </p:txBody>
        </p:sp>
        <p:sp>
          <p:nvSpPr>
            <p:cNvPr id="10" name="text_009">
              <a:extLst>
                <a:ext uri="{FF2B5EF4-FFF2-40B4-BE49-F238E27FC236}">
                  <ns2:creationId id="{1D8A6A0C-BC23-4393-8B1A-8E044B8CEB8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249555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8C95F5B4-995D-4AD4-AA3A-3FBA2811777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6300" y="25717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native sample rank</a:t>
              </a:r>
            </a:p>
          </p:txBody>
        </p:sp>
        <p:sp>
          <p:nvSpPr>
            <p:cNvPr id="12" name="text_011">
              <a:extLst>
                <a:ext uri="{FF2B5EF4-FFF2-40B4-BE49-F238E27FC236}">
                  <ns2:creationId id="{C6E0FCF6-7FA5-4244-BD28-33B0F706B21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34125" y="9525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ST-MTM</a:t>
              </a:r>
            </a:p>
          </p:txBody>
        </p:sp>
        <p:pic>
          <p:nvPicPr>
            <p:cNvPr id="13" name="">
              <a:extLst>
                <a:ext uri="{FF2B5EF4-FFF2-40B4-BE49-F238E27FC236}">
                  <ns2:creationId id="{D454B07D-3ED5-4E2A-AEBA-2B3DACAAC5D4}"/>
                </a:ext>
              </a:extLst>
            </p:cNvPr>
            <p:cNvPicPr>
              <a:picLocks noChangeAspect="1"/>
            </p:cNvPicPr>
            <p:nvPr/>
          </p:nvPicPr>
          <p:blipFill>
            <a:blip r:embed="Rad342a28f4534a74"/>
            <a:stretch/>
          </p:blipFill>
          <p:spPr>
            <a:xfrm>
              <a:off x="6667500" y="495323"/>
              <a:ext cx="5257800" cy="1723979"/>
            </a:xfrm>
            <a:prstGeom prst="rect">
              <a:avLst/>
            </a:prstGeom>
          </p:spPr>
        </p:pic>
        <p:sp>
          <p:nvSpPr>
            <p:cNvPr id="14" name="rect_013">
              <a:extLst>
                <a:ext uri="{FF2B5EF4-FFF2-40B4-BE49-F238E27FC236}">
                  <ns2:creationId id="{875A666A-19DD-4B84-8408-D7A5899F965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49530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15" name="text_014">
              <a:extLst>
                <a:ext uri="{FF2B5EF4-FFF2-40B4-BE49-F238E27FC236}">
                  <ns2:creationId id="{0A328F9F-3245-4AAA-8FF2-9CEBB1B4487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213360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6" name="text_015">
              <a:extLst>
                <a:ext uri="{FF2B5EF4-FFF2-40B4-BE49-F238E27FC236}">
                  <ns2:creationId id="{49A96A6F-FA40-46BF-B8F0-5F1F94FF2C4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127158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17" name="text_016">
              <a:extLst>
                <a:ext uri="{FF2B5EF4-FFF2-40B4-BE49-F238E27FC236}">
                  <ns2:creationId id="{EF096799-9D8F-449A-A35E-72202482B4D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40957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" name="text_017">
              <a:extLst>
                <a:ext uri="{FF2B5EF4-FFF2-40B4-BE49-F238E27FC236}">
                  <ns2:creationId id="{05B5F4CF-D11F-4B09-A24D-EB800851315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06515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9" name="text_018">
              <a:extLst>
                <a:ext uri="{FF2B5EF4-FFF2-40B4-BE49-F238E27FC236}">
                  <ns2:creationId id="{A48BB362-E4B3-4BD3-A39E-E5E7F250CF3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47785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FDA6B6DD-C727-43BA-BE9F-4C246E27A6A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576685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59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CF9E49E6-BF28-46BF-94DD-47B27AD3F3E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249555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D51EFA7D-DD52-44FB-962F-FC03ACE993D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53250" y="25717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native sample rank</a:t>
              </a:r>
            </a:p>
          </p:txBody>
        </p:sp>
        <p:sp>
          <p:nvSpPr>
            <p:cNvPr id="23" name="text_022">
              <a:extLst>
                <a:ext uri="{FF2B5EF4-FFF2-40B4-BE49-F238E27FC236}">
                  <ns2:creationId id="{22DF3CC4-AAEC-4D75-B496-0C59EE7C80B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7175" y="266700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RG-MTM-P</a:t>
              </a:r>
            </a:p>
          </p:txBody>
        </p:sp>
        <p:pic>
          <p:nvPicPr>
            <p:cNvPr id="24" name="">
              <a:extLst>
                <a:ext uri="{FF2B5EF4-FFF2-40B4-BE49-F238E27FC236}">
                  <ns2:creationId id="{994C096D-96B7-43BE-922A-56FBB9D84E37}"/>
                </a:ext>
              </a:extLst>
            </p:cNvPr>
            <p:cNvPicPr>
              <a:picLocks noChangeAspect="1"/>
            </p:cNvPicPr>
            <p:nvPr/>
          </p:nvPicPr>
          <p:blipFill>
            <a:blip r:embed="R1dcf84dedf884e99"/>
            <a:stretch/>
          </p:blipFill>
          <p:spPr>
            <a:xfrm>
              <a:off x="590550" y="3067073"/>
              <a:ext cx="5257800" cy="1723979"/>
            </a:xfrm>
            <a:prstGeom prst="rect">
              <a:avLst/>
            </a:prstGeom>
          </p:spPr>
        </p:pic>
        <p:sp>
          <p:nvSpPr>
            <p:cNvPr id="25" name="rect_024">
              <a:extLst>
                <a:ext uri="{FF2B5EF4-FFF2-40B4-BE49-F238E27FC236}">
                  <ns2:creationId id="{EE93AA1C-60DB-49F1-AC0A-DA1B41805F4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306705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26" name="text_025">
              <a:extLst>
                <a:ext uri="{FF2B5EF4-FFF2-40B4-BE49-F238E27FC236}">
                  <ns2:creationId id="{BAD7A543-9A72-4BB7-B39A-F3D64C336B4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470535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7" name="text_026">
              <a:extLst>
                <a:ext uri="{FF2B5EF4-FFF2-40B4-BE49-F238E27FC236}">
                  <ns2:creationId id="{305F944D-EB3E-4518-867A-BE9099F7C77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384333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28" name="text_027">
              <a:extLst>
                <a:ext uri="{FF2B5EF4-FFF2-40B4-BE49-F238E27FC236}">
                  <ns2:creationId id="{27DF4418-8129-474E-94A7-E5EED3ABA1B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298132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9" name="text_028">
              <a:extLst>
                <a:ext uri="{FF2B5EF4-FFF2-40B4-BE49-F238E27FC236}">
                  <ns2:creationId id="{675159B8-7824-4F2C-9A2E-F4CF490B205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29565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0" name="text_029">
              <a:extLst>
                <a:ext uri="{FF2B5EF4-FFF2-40B4-BE49-F238E27FC236}">
                  <ns2:creationId id="{79DEC6BF-CB1C-4AD5-B389-E69FBCD2891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70835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31" name="text_030">
              <a:extLst>
                <a:ext uri="{FF2B5EF4-FFF2-40B4-BE49-F238E27FC236}">
                  <ns2:creationId id="{74013D72-50C5-4755-BE27-A6CC2D83C70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99735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59</a:t>
              </a:r>
            </a:p>
          </p:txBody>
        </p:sp>
        <p:sp>
          <p:nvSpPr>
            <p:cNvPr id="32" name="text_031">
              <a:extLst>
                <a:ext uri="{FF2B5EF4-FFF2-40B4-BE49-F238E27FC236}">
                  <ns2:creationId id="{234024EA-1D05-49DE-B0DC-E97F3291270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506730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33" name="text_032">
              <a:extLst>
                <a:ext uri="{FF2B5EF4-FFF2-40B4-BE49-F238E27FC236}">
                  <ns2:creationId id="{C7608E75-E293-4A9F-9222-D17ECFD9868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6300" y="282892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fixed reference axis</a:t>
              </a:r>
            </a:p>
          </p:txBody>
        </p:sp>
        <p:sp>
          <p:nvSpPr>
            <p:cNvPr id="34" name="text_033">
              <a:extLst>
                <a:ext uri="{FF2B5EF4-FFF2-40B4-BE49-F238E27FC236}">
                  <ns2:creationId id="{02B7FFAC-9A61-4B3D-9218-64BD3361F5D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34125" y="266700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RG-MTM-R20</a:t>
              </a:r>
            </a:p>
          </p:txBody>
        </p:sp>
        <p:pic>
          <p:nvPicPr>
            <p:cNvPr id="35" name="">
              <a:extLst>
                <a:ext uri="{FF2B5EF4-FFF2-40B4-BE49-F238E27FC236}">
                  <ns2:creationId id="{48B06F1F-D896-40B6-A493-37048A64952F}"/>
                </a:ext>
              </a:extLst>
            </p:cNvPr>
            <p:cNvPicPr>
              <a:picLocks noChangeAspect="1"/>
            </p:cNvPicPr>
            <p:nvPr/>
          </p:nvPicPr>
          <p:blipFill>
            <a:blip r:embed="Rfa69b1c36212470f"/>
            <a:stretch/>
          </p:blipFill>
          <p:spPr>
            <a:xfrm>
              <a:off x="6667500" y="3067073"/>
              <a:ext cx="5257800" cy="1723979"/>
            </a:xfrm>
            <a:prstGeom prst="rect">
              <a:avLst/>
            </a:prstGeom>
          </p:spPr>
        </p:pic>
        <p:sp>
          <p:nvSpPr>
            <p:cNvPr id="36" name="rect_035">
              <a:extLst>
                <a:ext uri="{FF2B5EF4-FFF2-40B4-BE49-F238E27FC236}">
                  <ns2:creationId id="{361CD871-A634-4B25-9DDF-26DC0ED4F7D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306705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37" name="text_036">
              <a:extLst>
                <a:ext uri="{FF2B5EF4-FFF2-40B4-BE49-F238E27FC236}">
                  <ns2:creationId id="{695F691E-9174-487C-B990-C3DFA51FBAF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470535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8" name="text_037">
              <a:extLst>
                <a:ext uri="{FF2B5EF4-FFF2-40B4-BE49-F238E27FC236}">
                  <ns2:creationId id="{A27796D3-E76B-4F11-9D3C-5F493293058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384333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39" name="text_038">
              <a:extLst>
                <a:ext uri="{FF2B5EF4-FFF2-40B4-BE49-F238E27FC236}">
                  <ns2:creationId id="{2F0EDE5E-5A60-42CE-ABB0-6BAE97AAD26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298132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0" name="text_039">
              <a:extLst>
                <a:ext uri="{FF2B5EF4-FFF2-40B4-BE49-F238E27FC236}">
                  <ns2:creationId id="{9AA72BB1-FEA5-428D-86C5-19C7B88CB4B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06515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1" name="text_040">
              <a:extLst>
                <a:ext uri="{FF2B5EF4-FFF2-40B4-BE49-F238E27FC236}">
                  <ns2:creationId id="{39B37A4D-4449-4A91-9327-F97A1CC1B01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47785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42" name="text_041">
              <a:extLst>
                <a:ext uri="{FF2B5EF4-FFF2-40B4-BE49-F238E27FC236}">
                  <ns2:creationId id="{CF26BFA1-0F41-42E1-9220-A93E7CA75E0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576685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59</a:t>
              </a:r>
            </a:p>
          </p:txBody>
        </p:sp>
        <p:sp>
          <p:nvSpPr>
            <p:cNvPr id="43" name="text_042">
              <a:extLst>
                <a:ext uri="{FF2B5EF4-FFF2-40B4-BE49-F238E27FC236}">
                  <ns2:creationId id="{6D231804-F308-4B37-BA7D-F5C8E0D0063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506730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44" name="text_043">
              <a:extLst>
                <a:ext uri="{FF2B5EF4-FFF2-40B4-BE49-F238E27FC236}">
                  <ns2:creationId id="{7C834207-4DBF-47DA-8CCD-A07C8D82365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53250" y="282892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fixed reference axis</a:t>
              </a:r>
            </a:p>
          </p:txBody>
        </p:sp>
        <p:pic>
          <p:nvPicPr>
            <p:cNvPr id="45" name="">
              <a:extLst>
                <a:ext uri="{FF2B5EF4-FFF2-40B4-BE49-F238E27FC236}">
                  <ns2:creationId id="{A6FDB5E6-A753-40DB-8A86-5F951F6D6F5A}"/>
                </a:ext>
              </a:extLst>
            </p:cNvPr>
            <p:cNvPicPr>
              <a:picLocks noChangeAspect="1"/>
            </p:cNvPicPr>
            <p:nvPr/>
          </p:nvPicPr>
          <p:blipFill>
            <a:blip r:embed="Rb152f33f48374af8"/>
            <a:stretch/>
          </p:blipFill>
          <p:spPr>
            <a:xfrm>
              <a:off x="3143250" y="5505450"/>
              <a:ext cx="5429250" cy="104775"/>
            </a:xfrm>
            <a:prstGeom prst="rect">
              <a:avLst/>
            </a:prstGeom>
          </p:spPr>
        </p:pic>
        <p:sp>
          <p:nvSpPr>
            <p:cNvPr id="46" name="text_045">
              <a:extLst>
                <a:ext uri="{FF2B5EF4-FFF2-40B4-BE49-F238E27FC236}">
                  <ns2:creationId id="{A465FBE8-D340-48B9-99B1-5228069167C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286000" y="5429250"/>
              <a:ext cx="762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148.23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4EF4AB76-C353-4ADF-8CFC-FAEB9985DA6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15375" y="5429250"/>
              <a:ext cx="9525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307.68</a:t>
              </a:r>
            </a:p>
          </p:txBody>
        </p:sp>
        <p:sp>
          <p:nvSpPr>
            <p:cNvPr id="48" name="text_047">
              <a:extLst>
                <a:ext uri="{FF2B5EF4-FFF2-40B4-BE49-F238E27FC236}">
                  <ns2:creationId id="{A727A37A-048C-4F09-B799-396E36CD3AF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14750" y="5762625"/>
              <a:ext cx="4762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olr scalar values</a:t>
              </a:r>
            </a:p>
          </p:txBody>
        </p:sp>
      </p:grpSp>
    </p:spTree>
    <p:extLst>
      <p:ext uri="{BB962C8B-B14F-4D97-AF65-F5344CB8AC3E}">
        <ns4:creationId val="2128330649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8" name="Manuscript Figure 12: Supplement_PM25_Comparison"/>
          <p:cNvGrpSpPr/>
          <p:nvPr/>
        </p:nvGrpSpPr>
        <p:grpSpPr>
          <a:xfrm>
            <a:off x="0" y="199535"/>
            <a:ext cx="12801600" cy="6400800"/>
            <a:chOff x="0" y="0"/>
            <a:chExt cx="12192000" cy="6096000"/>
          </a:xfrm>
        </p:grpSpPr>
        <p:sp>
          <p:nvSpPr>
            <p:cNvPr id="57" name="text_000">
              <a:extLst>
                <a:ext uri="{FF2B5EF4-FFF2-40B4-BE49-F238E27FC236}">
                  <ns2:creationId id="{CAAE7DDE-9B1B-4DF0-B0D8-36746F36CAB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7175" y="9525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TMTM</a:t>
              </a:r>
            </a:p>
          </p:txBody>
        </p:sp>
        <p:pic>
          <p:nvPicPr>
            <p:cNvPr id="2" name="">
              <a:extLst>
                <a:ext uri="{FF2B5EF4-FFF2-40B4-BE49-F238E27FC236}">
                  <ns2:creationId id="{6BC94579-9B01-4903-9C52-6D6800F4CC64}"/>
                </a:ext>
              </a:extLst>
            </p:cNvPr>
            <p:cNvPicPr>
              <a:picLocks noChangeAspect="1"/>
            </p:cNvPicPr>
            <p:nvPr/>
          </p:nvPicPr>
          <p:blipFill>
            <a:blip r:embed="R662908c2fdea4872"/>
            <a:stretch/>
          </p:blipFill>
          <p:spPr>
            <a:xfrm>
              <a:off x="590689" y="495300"/>
              <a:ext cx="5257522" cy="1724025"/>
            </a:xfrm>
            <a:prstGeom prst="rect">
              <a:avLst/>
            </a:prstGeom>
          </p:spPr>
        </p:pic>
        <p:sp>
          <p:nvSpPr>
            <p:cNvPr id="3" name="rect_002">
              <a:extLst>
                <a:ext uri="{FF2B5EF4-FFF2-40B4-BE49-F238E27FC236}">
                  <ns2:creationId id="{AA68967B-3BB6-48A9-A4A3-AA7E9304F37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49530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4" name="text_003">
              <a:extLst>
                <a:ext uri="{FF2B5EF4-FFF2-40B4-BE49-F238E27FC236}">
                  <ns2:creationId id="{18DF7AA8-471C-495D-AF19-5B1CC7D2D55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213360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text_004">
              <a:extLst>
                <a:ext uri="{FF2B5EF4-FFF2-40B4-BE49-F238E27FC236}">
                  <ns2:creationId id="{FC10EF5E-1C94-46B9-B362-C50DCDAC5A4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127158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6" name="text_005">
              <a:extLst>
                <a:ext uri="{FF2B5EF4-FFF2-40B4-BE49-F238E27FC236}">
                  <ns2:creationId id="{824CBFF6-B9F7-480D-870F-6ECF13A9659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40957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7" name="text_006">
              <a:extLst>
                <a:ext uri="{FF2B5EF4-FFF2-40B4-BE49-F238E27FC236}">
                  <ns2:creationId id="{CD335EE8-75A1-41D9-A9E6-4627BBC9E09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2933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Jan 1</a:t>
              </a:r>
            </a:p>
          </p:txBody>
        </p:sp>
        <p:sp>
          <p:nvSpPr>
            <p:cNvPr id="8" name="text_007">
              <a:extLst>
                <a:ext uri="{FF2B5EF4-FFF2-40B4-BE49-F238E27FC236}">
                  <ns2:creationId id="{109DA7CE-5E89-4EB0-8B55-1AEC1FD0655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600200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Apr 1</a:t>
              </a:r>
            </a:p>
          </p:txBody>
        </p:sp>
        <p:sp>
          <p:nvSpPr>
            <p:cNvPr id="9" name="text_008">
              <a:extLst>
                <a:ext uri="{FF2B5EF4-FFF2-40B4-BE49-F238E27FC236}">
                  <ns2:creationId id="{2537243E-42CC-47A1-9647-A896305A32E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07467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Jul 1</a:t>
              </a:r>
            </a:p>
          </p:txBody>
        </p:sp>
        <p:sp>
          <p:nvSpPr>
            <p:cNvPr id="10" name="text_009">
              <a:extLst>
                <a:ext uri="{FF2B5EF4-FFF2-40B4-BE49-F238E27FC236}">
                  <ns2:creationId id="{BBD2865D-60D6-4A9D-9C69-BE38CA5F09E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229100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Oct 1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FBD5B1EF-5ECB-4320-8974-BFEE5DF60AC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536367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 31</a:t>
              </a:r>
            </a:p>
          </p:txBody>
        </p:sp>
        <p:sp>
          <p:nvSpPr>
            <p:cNvPr id="12" name="text_011">
              <a:extLst>
                <a:ext uri="{FF2B5EF4-FFF2-40B4-BE49-F238E27FC236}">
                  <ns2:creationId id="{FDC5CFCD-BB44-41A3-B660-75ADD0A5BC2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249555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2000 date</a:t>
              </a:r>
            </a:p>
          </p:txBody>
        </p:sp>
        <p:sp>
          <p:nvSpPr>
            <p:cNvPr id="13" name="text_012">
              <a:extLst>
                <a:ext uri="{FF2B5EF4-FFF2-40B4-BE49-F238E27FC236}">
                  <ns2:creationId id="{BE76C5C4-80EA-4375-A498-3ADA8A765B6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6300" y="25717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native sample rank</a:t>
              </a:r>
            </a:p>
          </p:txBody>
        </p:sp>
        <p:sp>
          <p:nvSpPr>
            <p:cNvPr id="14" name="text_013">
              <a:extLst>
                <a:ext uri="{FF2B5EF4-FFF2-40B4-BE49-F238E27FC236}">
                  <ns2:creationId id="{27B038FF-1A88-4697-966B-376185C8ADC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34125" y="9525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ST-MTM</a:t>
              </a:r>
            </a:p>
          </p:txBody>
        </p:sp>
        <p:pic>
          <p:nvPicPr>
            <p:cNvPr id="15" name="">
              <a:extLst>
                <a:ext uri="{FF2B5EF4-FFF2-40B4-BE49-F238E27FC236}">
                  <ns2:creationId id="{F0C05738-1866-4B2F-B543-ABFF3C76BA6D}"/>
                </a:ext>
              </a:extLst>
            </p:cNvPr>
            <p:cNvPicPr>
              <a:picLocks noChangeAspect="1"/>
            </p:cNvPicPr>
            <p:nvPr/>
          </p:nvPicPr>
          <p:blipFill>
            <a:blip r:embed="R661af980363e4a82"/>
            <a:stretch/>
          </p:blipFill>
          <p:spPr>
            <a:xfrm>
              <a:off x="6667500" y="495323"/>
              <a:ext cx="5257800" cy="1723979"/>
            </a:xfrm>
            <a:prstGeom prst="rect">
              <a:avLst/>
            </a:prstGeom>
          </p:spPr>
        </p:pic>
        <p:sp>
          <p:nvSpPr>
            <p:cNvPr id="16" name="rect_015">
              <a:extLst>
                <a:ext uri="{FF2B5EF4-FFF2-40B4-BE49-F238E27FC236}">
                  <ns2:creationId id="{05991325-FC23-4040-A16E-384E00BFFAF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49530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17" name="text_016">
              <a:extLst>
                <a:ext uri="{FF2B5EF4-FFF2-40B4-BE49-F238E27FC236}">
                  <ns2:creationId id="{2A03A374-7979-4D3B-8684-A89BC3C3338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213360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8" name="text_017">
              <a:extLst>
                <a:ext uri="{FF2B5EF4-FFF2-40B4-BE49-F238E27FC236}">
                  <ns2:creationId id="{20F69B2A-3D74-44C7-8584-4B0AACA8469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127158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19" name="text_018">
              <a:extLst>
                <a:ext uri="{FF2B5EF4-FFF2-40B4-BE49-F238E27FC236}">
                  <ns2:creationId id="{769C5230-1633-4F3B-A8C0-6CCED5A4617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40957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0BF318F9-A3B1-4C8D-A682-2765838805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69883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Jan 1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7C70F633-7763-4958-BB55-00FFAA964E9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677150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Apr 1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3CC442E5-27D8-40B5-B8BB-4E2AF9886F4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84417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Jul 1</a:t>
              </a:r>
            </a:p>
          </p:txBody>
        </p:sp>
        <p:sp>
          <p:nvSpPr>
            <p:cNvPr id="23" name="text_022">
              <a:extLst>
                <a:ext uri="{FF2B5EF4-FFF2-40B4-BE49-F238E27FC236}">
                  <ns2:creationId id="{8F1C3DC8-1ED7-45B4-B59A-97B9FD647C8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306050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Oct 1</a:t>
              </a:r>
            </a:p>
          </p:txBody>
        </p:sp>
        <p:sp>
          <p:nvSpPr>
            <p:cNvPr id="24" name="text_023">
              <a:extLst>
                <a:ext uri="{FF2B5EF4-FFF2-40B4-BE49-F238E27FC236}">
                  <ns2:creationId id="{055CF76B-DB99-4DFF-83AE-15A4906204E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613317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 31</a:t>
              </a:r>
            </a:p>
          </p:txBody>
        </p:sp>
        <p:sp>
          <p:nvSpPr>
            <p:cNvPr id="25" name="text_024">
              <a:extLst>
                <a:ext uri="{FF2B5EF4-FFF2-40B4-BE49-F238E27FC236}">
                  <ns2:creationId id="{3E0DB723-3308-4534-A5D6-939C8675607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249555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2000 date</a:t>
              </a:r>
            </a:p>
          </p:txBody>
        </p:sp>
        <p:sp>
          <p:nvSpPr>
            <p:cNvPr id="26" name="text_025">
              <a:extLst>
                <a:ext uri="{FF2B5EF4-FFF2-40B4-BE49-F238E27FC236}">
                  <ns2:creationId id="{16546757-B7B3-482A-BD93-508B2280EBF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53250" y="25717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native sample rank</a:t>
              </a:r>
            </a:p>
          </p:txBody>
        </p:sp>
        <p:sp>
          <p:nvSpPr>
            <p:cNvPr id="27" name="text_026">
              <a:extLst>
                <a:ext uri="{FF2B5EF4-FFF2-40B4-BE49-F238E27FC236}">
                  <ns2:creationId id="{9DF0850B-5D13-4540-9336-A8F0609A46F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7175" y="266700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RG-MTM-P</a:t>
              </a:r>
            </a:p>
          </p:txBody>
        </p:sp>
        <p:pic>
          <p:nvPicPr>
            <p:cNvPr id="28" name="">
              <a:extLst>
                <a:ext uri="{FF2B5EF4-FFF2-40B4-BE49-F238E27FC236}">
                  <ns2:creationId id="{DC65A983-2F7C-476B-BD46-F8BDFAE78D19}"/>
                </a:ext>
              </a:extLst>
            </p:cNvPr>
            <p:cNvPicPr>
              <a:picLocks noChangeAspect="1"/>
            </p:cNvPicPr>
            <p:nvPr/>
          </p:nvPicPr>
          <p:blipFill>
            <a:blip r:embed="Rde46d33e57d149a5"/>
            <a:stretch/>
          </p:blipFill>
          <p:spPr>
            <a:xfrm>
              <a:off x="590550" y="3067073"/>
              <a:ext cx="5257800" cy="1723979"/>
            </a:xfrm>
            <a:prstGeom prst="rect">
              <a:avLst/>
            </a:prstGeom>
          </p:spPr>
        </p:pic>
        <p:sp>
          <p:nvSpPr>
            <p:cNvPr id="29" name="rect_028">
              <a:extLst>
                <a:ext uri="{FF2B5EF4-FFF2-40B4-BE49-F238E27FC236}">
                  <ns2:creationId id="{7D19F089-EAFE-4F6B-800E-9B5D0F5CDBC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306705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30" name="text_029">
              <a:extLst>
                <a:ext uri="{FF2B5EF4-FFF2-40B4-BE49-F238E27FC236}">
                  <ns2:creationId id="{669BAAA1-7F40-417C-9458-6AAC76D8099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470535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1" name="text_030">
              <a:extLst>
                <a:ext uri="{FF2B5EF4-FFF2-40B4-BE49-F238E27FC236}">
                  <ns2:creationId id="{8C4DB7DC-9D27-4CE9-87D2-85F2A8854B7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384333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32" name="text_031">
              <a:extLst>
                <a:ext uri="{FF2B5EF4-FFF2-40B4-BE49-F238E27FC236}">
                  <ns2:creationId id="{D8EF6089-3651-41A8-AAFB-143FD4D4738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298132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3" name="text_032">
              <a:extLst>
                <a:ext uri="{FF2B5EF4-FFF2-40B4-BE49-F238E27FC236}">
                  <ns2:creationId id="{0ED1F48B-5A2E-4361-B3FB-B4B5823851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2933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Jan 1</a:t>
              </a:r>
            </a:p>
          </p:txBody>
        </p:sp>
        <p:sp>
          <p:nvSpPr>
            <p:cNvPr id="34" name="text_033">
              <a:extLst>
                <a:ext uri="{FF2B5EF4-FFF2-40B4-BE49-F238E27FC236}">
                  <ns2:creationId id="{3E3D79CD-CA31-40E4-BE54-984931B8CE4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600200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Apr 1</a:t>
              </a:r>
            </a:p>
          </p:txBody>
        </p:sp>
        <p:sp>
          <p:nvSpPr>
            <p:cNvPr id="35" name="text_034">
              <a:extLst>
                <a:ext uri="{FF2B5EF4-FFF2-40B4-BE49-F238E27FC236}">
                  <ns2:creationId id="{C958199F-85F7-49C4-8204-DAD83982A03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07467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Jul 1</a:t>
              </a:r>
            </a:p>
          </p:txBody>
        </p:sp>
        <p:sp>
          <p:nvSpPr>
            <p:cNvPr id="36" name="text_035">
              <a:extLst>
                <a:ext uri="{FF2B5EF4-FFF2-40B4-BE49-F238E27FC236}">
                  <ns2:creationId id="{C0AEDB19-83B3-4D14-838D-A330EBF2826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229100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Oct 1</a:t>
              </a:r>
            </a:p>
          </p:txBody>
        </p:sp>
        <p:sp>
          <p:nvSpPr>
            <p:cNvPr id="37" name="text_036">
              <a:extLst>
                <a:ext uri="{FF2B5EF4-FFF2-40B4-BE49-F238E27FC236}">
                  <ns2:creationId id="{AEC1AF47-8604-4C76-ADAD-86A261846E3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536367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 31</a:t>
              </a:r>
            </a:p>
          </p:txBody>
        </p:sp>
        <p:sp>
          <p:nvSpPr>
            <p:cNvPr id="38" name="text_037">
              <a:extLst>
                <a:ext uri="{FF2B5EF4-FFF2-40B4-BE49-F238E27FC236}">
                  <ns2:creationId id="{02EC2CB9-CA84-48DC-9C5F-4476BECE14F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506730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2000 date</a:t>
              </a:r>
            </a:p>
          </p:txBody>
        </p:sp>
        <p:sp>
          <p:nvSpPr>
            <p:cNvPr id="39" name="text_038">
              <a:extLst>
                <a:ext uri="{FF2B5EF4-FFF2-40B4-BE49-F238E27FC236}">
                  <ns2:creationId id="{5661FE11-94F2-4ABE-B126-B9F61E82F7D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6300" y="282892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fixed reference axis</a:t>
              </a:r>
            </a:p>
          </p:txBody>
        </p:sp>
        <p:sp>
          <p:nvSpPr>
            <p:cNvPr id="40" name="text_039">
              <a:extLst>
                <a:ext uri="{FF2B5EF4-FFF2-40B4-BE49-F238E27FC236}">
                  <ns2:creationId id="{8767A946-ABD6-4A59-9E45-15CE608A5CC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34125" y="266700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RG-MTM-R20</a:t>
              </a:r>
            </a:p>
          </p:txBody>
        </p:sp>
        <p:pic>
          <p:nvPicPr>
            <p:cNvPr id="41" name="">
              <a:extLst>
                <a:ext uri="{FF2B5EF4-FFF2-40B4-BE49-F238E27FC236}">
                  <ns2:creationId id="{54E6E46B-D678-490A-BC22-8BDB02BFC881}"/>
                </a:ext>
              </a:extLst>
            </p:cNvPr>
            <p:cNvPicPr>
              <a:picLocks noChangeAspect="1"/>
            </p:cNvPicPr>
            <p:nvPr/>
          </p:nvPicPr>
          <p:blipFill>
            <a:blip r:embed="R558bb6f09cc84d6e"/>
            <a:stretch/>
          </p:blipFill>
          <p:spPr>
            <a:xfrm>
              <a:off x="6667500" y="3067073"/>
              <a:ext cx="5257800" cy="1723979"/>
            </a:xfrm>
            <a:prstGeom prst="rect">
              <a:avLst/>
            </a:prstGeom>
          </p:spPr>
        </p:pic>
        <p:sp>
          <p:nvSpPr>
            <p:cNvPr id="42" name="rect_041">
              <a:extLst>
                <a:ext uri="{FF2B5EF4-FFF2-40B4-BE49-F238E27FC236}">
                  <ns2:creationId id="{780B2575-0762-48E8-912F-81FD211D676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306705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43" name="text_042">
              <a:extLst>
                <a:ext uri="{FF2B5EF4-FFF2-40B4-BE49-F238E27FC236}">
                  <ns2:creationId id="{6C1D31FA-419B-474B-AD54-385F997375C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470535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4" name="text_043">
              <a:extLst>
                <a:ext uri="{FF2B5EF4-FFF2-40B4-BE49-F238E27FC236}">
                  <ns2:creationId id="{CB8C005E-75C1-4FE2-81D5-E1C64A44408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384333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45" name="text_044">
              <a:extLst>
                <a:ext uri="{FF2B5EF4-FFF2-40B4-BE49-F238E27FC236}">
                  <ns2:creationId id="{18A13D1C-2BE1-4EF0-97F0-5ECEBEE570B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298132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6" name="text_045">
              <a:extLst>
                <a:ext uri="{FF2B5EF4-FFF2-40B4-BE49-F238E27FC236}">
                  <ns2:creationId id="{30626970-2CA0-4FA8-8131-32ACDAC9845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69883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Jan 1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628DC41F-632F-408D-B10A-0E81A2CAD94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677150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Apr 1</a:t>
              </a:r>
            </a:p>
          </p:txBody>
        </p:sp>
        <p:sp>
          <p:nvSpPr>
            <p:cNvPr id="48" name="text_047">
              <a:extLst>
                <a:ext uri="{FF2B5EF4-FFF2-40B4-BE49-F238E27FC236}">
                  <ns2:creationId id="{D43CDAAB-4E60-454B-913C-926267332C1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84417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Jul 1</a:t>
              </a:r>
            </a:p>
          </p:txBody>
        </p:sp>
        <p:sp>
          <p:nvSpPr>
            <p:cNvPr id="49" name="text_048">
              <a:extLst>
                <a:ext uri="{FF2B5EF4-FFF2-40B4-BE49-F238E27FC236}">
                  <ns2:creationId id="{CC39ACD0-55A5-46AD-8B8B-5D3FA5111D5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306050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Oct 1</a:t>
              </a:r>
            </a:p>
          </p:txBody>
        </p:sp>
        <p:sp>
          <p:nvSpPr>
            <p:cNvPr id="50" name="text_049">
              <a:extLst>
                <a:ext uri="{FF2B5EF4-FFF2-40B4-BE49-F238E27FC236}">
                  <ns2:creationId id="{ED5E1993-F6CC-449D-B33B-C1D727D85CF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613317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 31</a:t>
              </a:r>
            </a:p>
          </p:txBody>
        </p:sp>
        <p:sp>
          <p:nvSpPr>
            <p:cNvPr id="51" name="text_050">
              <a:extLst>
                <a:ext uri="{FF2B5EF4-FFF2-40B4-BE49-F238E27FC236}">
                  <ns2:creationId id="{A562A32E-C8EE-411F-9E55-4C6623E3A9A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506730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2000 date</a:t>
              </a:r>
            </a:p>
          </p:txBody>
        </p:sp>
        <p:sp>
          <p:nvSpPr>
            <p:cNvPr id="52" name="text_051">
              <a:extLst>
                <a:ext uri="{FF2B5EF4-FFF2-40B4-BE49-F238E27FC236}">
                  <ns2:creationId id="{0AF15A77-0421-4969-844D-31FAD1A108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53250" y="282892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fixed reference axis</a:t>
              </a:r>
            </a:p>
          </p:txBody>
        </p:sp>
        <p:pic>
          <p:nvPicPr>
            <p:cNvPr id="53" name="">
              <a:extLst>
                <a:ext uri="{FF2B5EF4-FFF2-40B4-BE49-F238E27FC236}">
                  <ns2:creationId id="{4F250246-F2F0-4845-8D44-E0A5FF405B8A}"/>
                </a:ext>
              </a:extLst>
            </p:cNvPr>
            <p:cNvPicPr>
              <a:picLocks noChangeAspect="1"/>
            </p:cNvPicPr>
            <p:nvPr/>
          </p:nvPicPr>
          <p:blipFill>
            <a:blip r:embed="R978ea9051e424c18"/>
            <a:stretch/>
          </p:blipFill>
          <p:spPr>
            <a:xfrm>
              <a:off x="3143250" y="5505450"/>
              <a:ext cx="5429250" cy="104775"/>
            </a:xfrm>
            <a:prstGeom prst="rect">
              <a:avLst/>
            </a:prstGeom>
          </p:spPr>
        </p:pic>
        <p:sp>
          <p:nvSpPr>
            <p:cNvPr id="54" name="text_053">
              <a:extLst>
                <a:ext uri="{FF2B5EF4-FFF2-40B4-BE49-F238E27FC236}">
                  <ns2:creationId id="{648045DD-94CF-4971-A58F-A6628B85D8A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286000" y="5429250"/>
              <a:ext cx="762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0.00</a:t>
              </a:r>
            </a:p>
          </p:txBody>
        </p:sp>
        <p:sp>
          <p:nvSpPr>
            <p:cNvPr id="55" name="text_054">
              <a:extLst>
                <a:ext uri="{FF2B5EF4-FFF2-40B4-BE49-F238E27FC236}">
                  <ns2:creationId id="{244C0306-4D4C-4426-AE27-3DE996D7BFE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15375" y="5429250"/>
              <a:ext cx="9525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162.34</a:t>
              </a:r>
            </a:p>
          </p:txBody>
        </p:sp>
        <p:sp>
          <p:nvSpPr>
            <p:cNvPr id="56" name="text_055">
              <a:extLst>
                <a:ext uri="{FF2B5EF4-FFF2-40B4-BE49-F238E27FC236}">
                  <ns2:creationId id="{F6474D68-FBB7-407D-9E12-8F16E3C8AFA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14750" y="5762625"/>
              <a:ext cx="4762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PM2.5 concentration (ug m-3)</a:t>
              </a:r>
            </a:p>
          </p:txBody>
        </p:sp>
      </p:grpSp>
    </p:spTree>
    <p:extLst>
      <p:ext uri="{BB962C8B-B14F-4D97-AF65-F5344CB8AC3E}">
        <ns4:creationId val="57874659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0" name="Manuscript Figure 13: Supplement_Ring_Comparison"/>
          <p:cNvGrpSpPr/>
          <p:nvPr/>
        </p:nvGrpSpPr>
        <p:grpSpPr>
          <a:xfrm>
            <a:off x="0" y="199535"/>
            <a:ext cx="12801600" cy="6400800"/>
            <a:chOff x="0" y="0"/>
            <a:chExt cx="12192000" cy="6096000"/>
          </a:xfrm>
        </p:grpSpPr>
        <p:sp>
          <p:nvSpPr>
            <p:cNvPr id="49" name="text_000">
              <a:extLst>
                <a:ext uri="{FF2B5EF4-FFF2-40B4-BE49-F238E27FC236}">
                  <ns2:creationId id="{ABCB0733-2094-4C67-B0AC-8A1B3077B5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7175" y="9525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TMTM</a:t>
              </a:r>
            </a:p>
          </p:txBody>
        </p:sp>
        <p:pic>
          <p:nvPicPr>
            <p:cNvPr id="2" name="">
              <a:extLst>
                <a:ext uri="{FF2B5EF4-FFF2-40B4-BE49-F238E27FC236}">
                  <ns2:creationId id="{35A06C44-86D2-421B-804E-26A0C072E78B}"/>
                </a:ext>
              </a:extLst>
            </p:cNvPr>
            <p:cNvPicPr>
              <a:picLocks noChangeAspect="1"/>
            </p:cNvPicPr>
            <p:nvPr/>
          </p:nvPicPr>
          <p:blipFill>
            <a:blip r:embed="R25f13e54251b4f66"/>
            <a:stretch/>
          </p:blipFill>
          <p:spPr>
            <a:xfrm>
              <a:off x="590550" y="495300"/>
              <a:ext cx="5257800" cy="1724025"/>
            </a:xfrm>
            <a:prstGeom prst="rect">
              <a:avLst/>
            </a:prstGeom>
          </p:spPr>
        </p:pic>
        <p:sp>
          <p:nvSpPr>
            <p:cNvPr id="3" name="rect_002">
              <a:extLst>
                <a:ext uri="{FF2B5EF4-FFF2-40B4-BE49-F238E27FC236}">
                  <ns2:creationId id="{E5656C1C-67BE-400A-B9A8-155324D8970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49530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4" name="text_003">
              <a:extLst>
                <a:ext uri="{FF2B5EF4-FFF2-40B4-BE49-F238E27FC236}">
                  <ns2:creationId id="{C60B6555-ECFA-484E-87CC-806CE8630F8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213360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text_004">
              <a:extLst>
                <a:ext uri="{FF2B5EF4-FFF2-40B4-BE49-F238E27FC236}">
                  <ns2:creationId id="{564DD024-F355-4172-9DCC-020BDEBA410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127158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6" name="text_005">
              <a:extLst>
                <a:ext uri="{FF2B5EF4-FFF2-40B4-BE49-F238E27FC236}">
                  <ns2:creationId id="{F9F06511-D45F-4435-A108-07172D9DA20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40957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7" name="text_006">
              <a:extLst>
                <a:ext uri="{FF2B5EF4-FFF2-40B4-BE49-F238E27FC236}">
                  <ns2:creationId id="{8E17B516-27B1-4D69-B424-F0DFF84EC94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1473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" name="text_007">
              <a:extLst>
                <a:ext uri="{FF2B5EF4-FFF2-40B4-BE49-F238E27FC236}">
                  <ns2:creationId id="{5DA18059-86A6-4B4F-AC77-C2389909D6A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48927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9" name="text_008">
              <a:extLst>
                <a:ext uri="{FF2B5EF4-FFF2-40B4-BE49-F238E27FC236}">
                  <ns2:creationId id="{B4AEC2CF-2C75-451D-AC50-829FB35B55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77828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39</a:t>
              </a:r>
            </a:p>
          </p:txBody>
        </p:sp>
        <p:sp>
          <p:nvSpPr>
            <p:cNvPr id="10" name="text_009">
              <a:extLst>
                <a:ext uri="{FF2B5EF4-FFF2-40B4-BE49-F238E27FC236}">
                  <ns2:creationId id="{795F0BBA-F384-4B64-8B0E-12AFB6883C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249555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00AF1283-2381-4A1A-BC1A-DD01D9EDCD4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6300" y="25717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native sample rank</a:t>
              </a:r>
            </a:p>
          </p:txBody>
        </p:sp>
        <p:sp>
          <p:nvSpPr>
            <p:cNvPr id="12" name="text_011">
              <a:extLst>
                <a:ext uri="{FF2B5EF4-FFF2-40B4-BE49-F238E27FC236}">
                  <ns2:creationId id="{8011410F-B681-4C6E-AF92-9B41D8CE291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34125" y="9525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ST-MTM</a:t>
              </a:r>
            </a:p>
          </p:txBody>
        </p:sp>
        <p:pic>
          <p:nvPicPr>
            <p:cNvPr id="13" name="">
              <a:extLst>
                <a:ext uri="{FF2B5EF4-FFF2-40B4-BE49-F238E27FC236}">
                  <ns2:creationId id="{529E6061-4642-4F6E-8ADC-811E8A2BC9B7}"/>
                </a:ext>
              </a:extLst>
            </p:cNvPr>
            <p:cNvPicPr>
              <a:picLocks noChangeAspect="1"/>
            </p:cNvPicPr>
            <p:nvPr/>
          </p:nvPicPr>
          <p:blipFill>
            <a:blip r:embed="Rfdb97cf3c4714c85"/>
            <a:stretch/>
          </p:blipFill>
          <p:spPr>
            <a:xfrm>
              <a:off x="6667500" y="495300"/>
              <a:ext cx="5257800" cy="1724025"/>
            </a:xfrm>
            <a:prstGeom prst="rect">
              <a:avLst/>
            </a:prstGeom>
          </p:spPr>
        </p:pic>
        <p:sp>
          <p:nvSpPr>
            <p:cNvPr id="14" name="rect_013">
              <a:extLst>
                <a:ext uri="{FF2B5EF4-FFF2-40B4-BE49-F238E27FC236}">
                  <ns2:creationId id="{7E2697DC-96AF-41C9-AAA8-CE7D6F0A513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49530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15" name="text_014">
              <a:extLst>
                <a:ext uri="{FF2B5EF4-FFF2-40B4-BE49-F238E27FC236}">
                  <ns2:creationId id="{BABB0061-7C12-460C-89EE-36CEE298C14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213360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6" name="text_015">
              <a:extLst>
                <a:ext uri="{FF2B5EF4-FFF2-40B4-BE49-F238E27FC236}">
                  <ns2:creationId id="{29F395FC-C314-4F8E-B0CF-6F866265139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127158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17" name="text_016">
              <a:extLst>
                <a:ext uri="{FF2B5EF4-FFF2-40B4-BE49-F238E27FC236}">
                  <ns2:creationId id="{390F9A41-B29E-487F-8FE0-B31A60E1B32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40957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" name="text_017">
              <a:extLst>
                <a:ext uri="{FF2B5EF4-FFF2-40B4-BE49-F238E27FC236}">
                  <ns2:creationId id="{7024EDBF-D4D6-470B-9BD5-43CB6F42EF1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28423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9" name="text_018">
              <a:extLst>
                <a:ext uri="{FF2B5EF4-FFF2-40B4-BE49-F238E27FC236}">
                  <ns2:creationId id="{FA1A74D4-E092-4285-B0FA-83080E06FB9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25878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AAA93DEF-407B-4393-8725-FD9C6E0D3AF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554778" y="226695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39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71381659-0082-4BAE-8A4C-E36E3B933D2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249555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4454ED87-825B-41EB-B46C-97A13F0888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53250" y="25717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native sample rank</a:t>
              </a:r>
            </a:p>
          </p:txBody>
        </p:sp>
        <p:sp>
          <p:nvSpPr>
            <p:cNvPr id="23" name="text_022">
              <a:extLst>
                <a:ext uri="{FF2B5EF4-FFF2-40B4-BE49-F238E27FC236}">
                  <ns2:creationId id="{2D146C65-B761-4975-B420-FC53B97BADE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7175" y="266700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RG-MTM-P</a:t>
              </a:r>
            </a:p>
          </p:txBody>
        </p:sp>
        <p:pic>
          <p:nvPicPr>
            <p:cNvPr id="24" name="">
              <a:extLst>
                <a:ext uri="{FF2B5EF4-FFF2-40B4-BE49-F238E27FC236}">
                  <ns2:creationId id="{01C8054E-6DF9-45DA-9F6B-B6BB76AACCA7}"/>
                </a:ext>
              </a:extLst>
            </p:cNvPr>
            <p:cNvPicPr>
              <a:picLocks noChangeAspect="1"/>
            </p:cNvPicPr>
            <p:nvPr/>
          </p:nvPicPr>
          <p:blipFill>
            <a:blip r:embed="R7d5d1cc8e5fb4631"/>
            <a:stretch/>
          </p:blipFill>
          <p:spPr>
            <a:xfrm>
              <a:off x="590550" y="3067056"/>
              <a:ext cx="5257800" cy="1724013"/>
            </a:xfrm>
            <a:prstGeom prst="rect">
              <a:avLst/>
            </a:prstGeom>
          </p:spPr>
        </p:pic>
        <p:sp>
          <p:nvSpPr>
            <p:cNvPr id="25" name="rect_024">
              <a:extLst>
                <a:ext uri="{FF2B5EF4-FFF2-40B4-BE49-F238E27FC236}">
                  <ns2:creationId id="{690258B5-B1EC-46E5-9360-DC8CA434910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306705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26" name="text_025">
              <a:extLst>
                <a:ext uri="{FF2B5EF4-FFF2-40B4-BE49-F238E27FC236}">
                  <ns2:creationId id="{ACA9282E-FFB9-4304-9AC9-73D57397FDC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470535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7" name="text_026">
              <a:extLst>
                <a:ext uri="{FF2B5EF4-FFF2-40B4-BE49-F238E27FC236}">
                  <ns2:creationId id="{6B7A2866-6B70-47F8-B068-080850B1262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384333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28" name="text_027">
              <a:extLst>
                <a:ext uri="{FF2B5EF4-FFF2-40B4-BE49-F238E27FC236}">
                  <ns2:creationId id="{E4BAECC9-18C2-4ED9-A20D-5DC02AD464C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80975" y="298132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9" name="text_028">
              <a:extLst>
                <a:ext uri="{FF2B5EF4-FFF2-40B4-BE49-F238E27FC236}">
                  <ns2:creationId id="{AB8CBAD2-5869-42D9-9BE5-81C248DAD71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1473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0" name="text_029">
              <a:extLst>
                <a:ext uri="{FF2B5EF4-FFF2-40B4-BE49-F238E27FC236}">
                  <ns2:creationId id="{ED2564CC-9F0D-4C8B-92E3-CD1ED54E6E4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48927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31" name="text_030">
              <a:extLst>
                <a:ext uri="{FF2B5EF4-FFF2-40B4-BE49-F238E27FC236}">
                  <ns2:creationId id="{D296FE09-7136-4037-8B9C-15730D6E06C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77828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39</a:t>
              </a:r>
            </a:p>
          </p:txBody>
        </p:sp>
        <p:sp>
          <p:nvSpPr>
            <p:cNvPr id="32" name="text_031">
              <a:extLst>
                <a:ext uri="{FF2B5EF4-FFF2-40B4-BE49-F238E27FC236}">
                  <ns2:creationId id="{67F74234-64A6-4382-8C51-325205AF748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0550" y="506730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33" name="text_032">
              <a:extLst>
                <a:ext uri="{FF2B5EF4-FFF2-40B4-BE49-F238E27FC236}">
                  <ns2:creationId id="{BFAA35E0-BA27-4412-8CA8-7EE2179CFCF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6300" y="282892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fixed reference axis</a:t>
              </a:r>
            </a:p>
          </p:txBody>
        </p:sp>
        <p:sp>
          <p:nvSpPr>
            <p:cNvPr id="34" name="text_033">
              <a:extLst>
                <a:ext uri="{FF2B5EF4-FFF2-40B4-BE49-F238E27FC236}">
                  <ns2:creationId id="{CFF53730-0EED-4124-BE47-AB979DB5200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334125" y="2667000"/>
              <a:ext cx="55245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811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RG-MTM-R20</a:t>
              </a:r>
            </a:p>
          </p:txBody>
        </p:sp>
        <p:pic>
          <p:nvPicPr>
            <p:cNvPr id="35" name="">
              <a:extLst>
                <a:ext uri="{FF2B5EF4-FFF2-40B4-BE49-F238E27FC236}">
                  <ns2:creationId id="{1DED1946-B2D4-4C40-B322-2FD1DD4CF7D5}"/>
                </a:ext>
              </a:extLst>
            </p:cNvPr>
            <p:cNvPicPr>
              <a:picLocks noChangeAspect="1"/>
            </p:cNvPicPr>
            <p:nvPr/>
          </p:nvPicPr>
          <p:blipFill>
            <a:blip r:embed="R3b3aa8a1c605457d"/>
            <a:stretch/>
          </p:blipFill>
          <p:spPr>
            <a:xfrm>
              <a:off x="6667500" y="3067056"/>
              <a:ext cx="5257800" cy="1724013"/>
            </a:xfrm>
            <a:prstGeom prst="rect">
              <a:avLst/>
            </a:prstGeom>
          </p:spPr>
        </p:pic>
        <p:sp>
          <p:nvSpPr>
            <p:cNvPr id="36" name="rect_035">
              <a:extLst>
                <a:ext uri="{FF2B5EF4-FFF2-40B4-BE49-F238E27FC236}">
                  <ns2:creationId id="{6FA90B35-5D7C-4B59-8CE7-F33374401DA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3067050"/>
              <a:ext cx="5257800" cy="1724025"/>
            </a:xfrm>
            <a:prstGeom prst="rect">
              <a:avLst/>
            </a:prstGeom>
            <a:noFill/>
            <a:ln w="7001">
              <a:solidFill>
                <a:srgbClr val="7B8790"/>
              </a:solidFill>
              <a:prstDash val="solid"/>
            </a:ln>
          </p:spPr>
        </p:sp>
        <p:sp>
          <p:nvSpPr>
            <p:cNvPr id="37" name="text_036">
              <a:extLst>
                <a:ext uri="{FF2B5EF4-FFF2-40B4-BE49-F238E27FC236}">
                  <ns2:creationId id="{1363CA60-8605-48E9-9643-A4D3EF11019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4705350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8" name="text_037">
              <a:extLst>
                <a:ext uri="{FF2B5EF4-FFF2-40B4-BE49-F238E27FC236}">
                  <ns2:creationId id="{EF2FF814-9D24-45FB-8D34-6B5B4D0C83E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3843338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39" name="text_038">
              <a:extLst>
                <a:ext uri="{FF2B5EF4-FFF2-40B4-BE49-F238E27FC236}">
                  <ns2:creationId id="{2996D46E-DA68-42B0-87C1-612A136AED7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57925" y="2981325"/>
              <a:ext cx="333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0" name="text_039">
              <a:extLst>
                <a:ext uri="{FF2B5EF4-FFF2-40B4-BE49-F238E27FC236}">
                  <ns2:creationId id="{BDFD6BF3-A44E-443C-92AC-9B545EEA5E0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28423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1" name="text_040">
              <a:extLst>
                <a:ext uri="{FF2B5EF4-FFF2-40B4-BE49-F238E27FC236}">
                  <ns2:creationId id="{9C576E84-4971-46F7-8558-CD3C35073F9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25878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42" name="text_041">
              <a:extLst>
                <a:ext uri="{FF2B5EF4-FFF2-40B4-BE49-F238E27FC236}">
                  <ns2:creationId id="{83B46BD8-42CC-4C81-89ED-54D38E788D2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554778" y="4838700"/>
              <a:ext cx="6096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81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39</a:t>
              </a:r>
            </a:p>
          </p:txBody>
        </p:sp>
        <p:sp>
          <p:nvSpPr>
            <p:cNvPr id="43" name="text_042">
              <a:extLst>
                <a:ext uri="{FF2B5EF4-FFF2-40B4-BE49-F238E27FC236}">
                  <ns2:creationId id="{74723579-6FD8-40A3-8FD1-978506D3DFC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00" y="5067300"/>
              <a:ext cx="5257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</a:t>
              </a:r>
            </a:p>
          </p:txBody>
        </p:sp>
        <p:sp>
          <p:nvSpPr>
            <p:cNvPr id="44" name="text_043">
              <a:extLst>
                <a:ext uri="{FF2B5EF4-FFF2-40B4-BE49-F238E27FC236}">
                  <ns2:creationId id="{4665A28E-DE5C-4242-AC02-6928E0EA5A2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53250" y="2828925"/>
              <a:ext cx="4686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Normalized fixed reference axis</a:t>
              </a:r>
            </a:p>
          </p:txBody>
        </p:sp>
        <p:pic>
          <p:nvPicPr>
            <p:cNvPr id="45" name="">
              <a:extLst>
                <a:ext uri="{FF2B5EF4-FFF2-40B4-BE49-F238E27FC236}">
                  <ns2:creationId id="{77E3E744-10B6-4D1C-A9A7-554D907D0C07}"/>
                </a:ext>
              </a:extLst>
            </p:cNvPr>
            <p:cNvPicPr>
              <a:picLocks noChangeAspect="1"/>
            </p:cNvPicPr>
            <p:nvPr/>
          </p:nvPicPr>
          <p:blipFill>
            <a:blip r:embed="R06df5b6ddb0b453f"/>
            <a:stretch/>
          </p:blipFill>
          <p:spPr>
            <a:xfrm>
              <a:off x="3143250" y="5505450"/>
              <a:ext cx="5429250" cy="104775"/>
            </a:xfrm>
            <a:prstGeom prst="rect">
              <a:avLst/>
            </a:prstGeom>
          </p:spPr>
        </p:pic>
        <p:sp>
          <p:nvSpPr>
            <p:cNvPr id="46" name="text_045">
              <a:extLst>
                <a:ext uri="{FF2B5EF4-FFF2-40B4-BE49-F238E27FC236}">
                  <ns2:creationId id="{3E5BE747-2B68-4961-A7C9-426139A7516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286000" y="5429250"/>
              <a:ext cx="7620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-0.98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C2F5ADAC-9026-4E27-817A-D623031D263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15375" y="5429250"/>
              <a:ext cx="9525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12.70</a:t>
              </a:r>
            </a:p>
          </p:txBody>
        </p:sp>
        <p:sp>
          <p:nvSpPr>
            <p:cNvPr id="48" name="text_047">
              <a:extLst>
                <a:ext uri="{FF2B5EF4-FFF2-40B4-BE49-F238E27FC236}">
                  <ns2:creationId id="{30A0CFE2-DF18-4F37-B3CE-2AFC4AC940A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14750" y="5762625"/>
              <a:ext cx="4762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ring scalar values</a:t>
              </a:r>
            </a:p>
          </p:txBody>
        </p:sp>
      </p:grpSp>
    </p:spTree>
    <p:extLst>
      <p:ext uri="{BB962C8B-B14F-4D97-AF65-F5344CB8AC3E}">
        <ns4:creationId val="1703583791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52" name="Manuscript Figure 14: Supplement_Nucleon_Comparison"/>
          <p:cNvGrpSpPr/>
          <p:nvPr/>
        </p:nvGrpSpPr>
        <p:grpSpPr>
          <a:xfrm>
            <a:off x="0" y="1352060"/>
            <a:ext cx="12801600" cy="4095750"/>
            <a:chOff x="0" y="0"/>
            <a:chExt cx="12801600" cy="4095750"/>
          </a:xfrm>
        </p:grpSpPr>
        <p:sp>
          <p:nvSpPr>
            <p:cNvPr id="51" name="text_000">
              <a:extLst>
                <a:ext uri="{FF2B5EF4-FFF2-40B4-BE49-F238E27FC236}">
                  <ns2:creationId id="{0AC77F5A-9A06-4E0A-96C4-2B3E96EB33E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71450" y="85725"/>
              <a:ext cx="37147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Source scalar field</a:t>
              </a:r>
            </a:p>
          </p:txBody>
        </p:sp>
        <p:pic>
          <p:nvPicPr>
            <p:cNvPr id="2" name="">
              <a:extLst>
                <a:ext uri="{FF2B5EF4-FFF2-40B4-BE49-F238E27FC236}">
                  <ns2:creationId id="{5193FAE8-72BF-4CB4-A7EB-AB4B4D1B5340}"/>
                </a:ext>
              </a:extLst>
            </p:cNvPr>
            <p:cNvPicPr>
              <a:picLocks noChangeAspect="1"/>
            </p:cNvPicPr>
            <p:nvPr/>
          </p:nvPicPr>
          <p:blipFill>
            <a:blip r:embed="R7909abcff5c7491b"/>
            <a:stretch/>
          </p:blipFill>
          <p:spPr>
            <a:xfrm>
              <a:off x="400050" y="514350"/>
              <a:ext cx="2781300" cy="2781300"/>
            </a:xfrm>
            <a:prstGeom prst="rect">
              <a:avLst/>
            </a:prstGeom>
          </p:spPr>
        </p:pic>
        <p:sp>
          <p:nvSpPr>
            <p:cNvPr id="3" name="text_004">
              <a:extLst>
                <a:ext uri="{FF2B5EF4-FFF2-40B4-BE49-F238E27FC236}">
                  <ns2:creationId id="{5A763F24-84A7-4B8F-9A97-53786A12807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31279" y="33432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" name="text_005">
              <a:extLst>
                <a:ext uri="{FF2B5EF4-FFF2-40B4-BE49-F238E27FC236}">
                  <ns2:creationId id="{91C070AE-0DBD-4232-8E8B-0C360176466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" y="3178671"/>
              <a:ext cx="2762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text_006">
              <a:extLst>
                <a:ext uri="{FF2B5EF4-FFF2-40B4-BE49-F238E27FC236}">
                  <ns2:creationId id="{05D345CD-A414-4CD8-9EAB-BB1166F2BA3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621929" y="33432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32</a:t>
              </a:r>
            </a:p>
          </p:txBody>
        </p:sp>
        <p:sp>
          <p:nvSpPr>
            <p:cNvPr id="6" name="text_007">
              <a:extLst>
                <a:ext uri="{FF2B5EF4-FFF2-40B4-BE49-F238E27FC236}">
                  <ns2:creationId id="{73C1FAE7-F8D0-4646-8A1C-F4978DB659E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" y="1788021"/>
              <a:ext cx="2762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32</a:t>
              </a:r>
            </a:p>
          </p:txBody>
        </p:sp>
        <p:sp>
          <p:nvSpPr>
            <p:cNvPr id="7" name="text_008">
              <a:extLst>
                <a:ext uri="{FF2B5EF4-FFF2-40B4-BE49-F238E27FC236}">
                  <ns2:creationId id="{39319DFF-3348-4C57-907C-DBAA645B400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69121" y="33432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63</a:t>
              </a:r>
            </a:p>
          </p:txBody>
        </p:sp>
        <p:sp>
          <p:nvSpPr>
            <p:cNvPr id="8" name="text_009">
              <a:extLst>
                <a:ext uri="{FF2B5EF4-FFF2-40B4-BE49-F238E27FC236}">
                  <ns2:creationId id="{EC604D15-60DD-49DA-A498-B173728F0CE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6675" y="440829"/>
              <a:ext cx="2762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63</a:t>
              </a:r>
            </a:p>
          </p:txBody>
        </p:sp>
        <p:pic>
          <p:nvPicPr>
            <p:cNvPr id="9" name="">
              <a:extLst>
                <a:ext uri="{FF2B5EF4-FFF2-40B4-BE49-F238E27FC236}">
                  <ns2:creationId id="{FFB52C66-5817-4019-8DFC-7ED2D3528F81}"/>
                </a:ext>
              </a:extLst>
            </p:cNvPr>
            <p:cNvPicPr>
              <a:picLocks noChangeAspect="1"/>
            </p:cNvPicPr>
            <p:nvPr/>
          </p:nvPicPr>
          <p:blipFill>
            <a:blip r:embed="R10a23993c09c4cb5"/>
            <a:stretch/>
          </p:blipFill>
          <p:spPr>
            <a:xfrm>
              <a:off x="400050" y="3790950"/>
              <a:ext cx="2781300" cy="95250"/>
            </a:xfrm>
            <a:prstGeom prst="rect">
              <a:avLst/>
            </a:prstGeom>
          </p:spPr>
        </p:pic>
        <p:sp>
          <p:nvSpPr>
            <p:cNvPr id="10" name="text_011">
              <a:extLst>
                <a:ext uri="{FF2B5EF4-FFF2-40B4-BE49-F238E27FC236}">
                  <ns2:creationId id="{67E14256-951A-45CF-B181-ED7A64452ED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00050" y="3905250"/>
              <a:ext cx="381000" cy="171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" name="text_012">
              <a:extLst>
                <a:ext uri="{FF2B5EF4-FFF2-40B4-BE49-F238E27FC236}">
                  <ns2:creationId id="{37A9BB92-1788-4E52-ACE0-8E1DBC8D54C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0350" y="3905250"/>
              <a:ext cx="381000" cy="171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247</a:t>
              </a:r>
            </a:p>
          </p:txBody>
        </p:sp>
        <p:sp>
          <p:nvSpPr>
            <p:cNvPr id="12" name="text_013">
              <a:extLst>
                <a:ext uri="{FF2B5EF4-FFF2-40B4-BE49-F238E27FC236}">
                  <ns2:creationId id="{C8159322-8AB9-4EFE-981E-596D241EC3D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62375" y="85725"/>
              <a:ext cx="43815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TMTM</a:t>
              </a:r>
            </a:p>
          </p:txBody>
        </p:sp>
        <p:sp>
          <p:nvSpPr>
            <p:cNvPr id="13" name="line_014">
              <a:extLst>
                <a:ext uri="{FF2B5EF4-FFF2-40B4-BE49-F238E27FC236}">
                  <ns2:creationId id="{589F074D-1DD0-4A9D-BF84-A09D995033E2}"/>
                </a:ext>
              </a:extLst>
            </p:cNvPr>
            <p:cNvSpPr>
              <a:spLocks noGrp="1"/>
            </p:cNvSpPr>
            <p:nvPr/>
          </p:nvSpPr>
          <p:spPr>
            <a:xfrm>
              <a:off x="4038600" y="320040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6668">
              <a:solidFill>
                <a:srgbClr val="DFE4E8"/>
              </a:solidFill>
              <a:prstDash val="solid"/>
            </a:ln>
          </p:spPr>
        </p:sp>
        <p:sp>
          <p:nvSpPr>
            <p:cNvPr id="14" name="text_015">
              <a:extLst>
                <a:ext uri="{FF2B5EF4-FFF2-40B4-BE49-F238E27FC236}">
                  <ns2:creationId id="{55DED295-D5BF-498E-9C0C-628A349B38A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67125" y="3105150"/>
              <a:ext cx="304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5" name="line_016">
              <a:extLst>
                <a:ext uri="{FF2B5EF4-FFF2-40B4-BE49-F238E27FC236}">
                  <ns2:creationId id="{BDD7D798-338A-4871-B1B2-20679014F414}"/>
                </a:ext>
              </a:extLst>
            </p:cNvPr>
            <p:cNvSpPr>
              <a:spLocks noGrp="1"/>
            </p:cNvSpPr>
            <p:nvPr/>
          </p:nvSpPr>
          <p:spPr>
            <a:xfrm>
              <a:off x="4038600" y="223647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6668">
              <a:solidFill>
                <a:srgbClr val="DFE4E8"/>
              </a:solidFill>
              <a:prstDash val="solid"/>
            </a:ln>
          </p:spPr>
        </p:sp>
        <p:sp>
          <p:nvSpPr>
            <p:cNvPr id="16" name="text_017">
              <a:extLst>
                <a:ext uri="{FF2B5EF4-FFF2-40B4-BE49-F238E27FC236}">
                  <ns2:creationId id="{8EE753E0-CCF6-4AA5-A135-50A00886219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67125" y="2141220"/>
              <a:ext cx="304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17" name="line_018">
              <a:extLst>
                <a:ext uri="{FF2B5EF4-FFF2-40B4-BE49-F238E27FC236}">
                  <ns2:creationId id="{5D52F1FA-0A29-4F42-BBDA-7396D8B5BD1D}"/>
                </a:ext>
              </a:extLst>
            </p:cNvPr>
            <p:cNvSpPr>
              <a:spLocks noGrp="1"/>
            </p:cNvSpPr>
            <p:nvPr/>
          </p:nvSpPr>
          <p:spPr>
            <a:xfrm>
              <a:off x="4038600" y="127254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6668">
              <a:solidFill>
                <a:srgbClr val="DFE4E8"/>
              </a:solidFill>
              <a:prstDash val="solid"/>
            </a:ln>
          </p:spPr>
        </p:sp>
        <p:sp>
          <p:nvSpPr>
            <p:cNvPr id="18" name="text_019">
              <a:extLst>
                <a:ext uri="{FF2B5EF4-FFF2-40B4-BE49-F238E27FC236}">
                  <ns2:creationId id="{C2757EE2-51B4-4B96-9390-EB800EE1936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67125" y="1177290"/>
              <a:ext cx="304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pic>
          <p:nvPicPr>
            <p:cNvPr id="19" name="">
              <a:extLst>
                <a:ext uri="{FF2B5EF4-FFF2-40B4-BE49-F238E27FC236}">
                  <ns2:creationId id="{348C771C-4657-45B2-8A33-B151A35B8A34}"/>
                </a:ext>
              </a:extLst>
            </p:cNvPr>
            <p:cNvPicPr>
              <a:picLocks noChangeAspect="1"/>
            </p:cNvPicPr>
            <p:nvPr/>
          </p:nvPicPr>
          <p:blipFill>
            <a:blip r:embed="R1f30348dfd8d424c"/>
            <a:stretch/>
          </p:blipFill>
          <p:spPr>
            <a:xfrm>
              <a:off x="4038600" y="792163"/>
              <a:ext cx="3781425" cy="2406650"/>
            </a:xfrm>
            <a:prstGeom prst="rect">
              <a:avLst/>
            </a:prstGeom>
          </p:spPr>
        </p:pic>
        <p:sp>
          <p:nvSpPr>
            <p:cNvPr id="20" name="line_021">
              <a:extLst>
                <a:ext uri="{FF2B5EF4-FFF2-40B4-BE49-F238E27FC236}">
                  <ns2:creationId id="{81BB9054-AB88-427A-A4E4-C85875419720}"/>
                </a:ext>
              </a:extLst>
            </p:cNvPr>
            <p:cNvSpPr>
              <a:spLocks noGrp="1"/>
            </p:cNvSpPr>
            <p:nvPr/>
          </p:nvSpPr>
          <p:spPr>
            <a:xfrm>
              <a:off x="4038600" y="790575"/>
              <a:ext cx="95" cy="2409825"/>
            </a:xfrm>
            <a:custGeom>
              <a:pathLst>
                <a:path w="95" h="2409825">
                  <a:moveTo>
                    <a:pt x="0" y="0"/>
                  </a:moveTo>
                  <a:lnTo>
                    <a:pt x="0" y="2409825"/>
                  </a:lnTo>
                </a:path>
              </a:pathLst>
            </a:custGeom>
            <a:noFill/>
            <a:ln w="7620">
              <a:solidFill>
                <a:srgbClr val="7B8790"/>
              </a:solidFill>
              <a:prstDash val="solid"/>
            </a:ln>
          </p:spPr>
        </p:sp>
        <p:sp>
          <p:nvSpPr>
            <p:cNvPr id="21" name="line_022">
              <a:extLst>
                <a:ext uri="{FF2B5EF4-FFF2-40B4-BE49-F238E27FC236}">
                  <ns2:creationId id="{0783CC3A-3C4F-4561-8B9D-DA1E7B36FC76}"/>
                </a:ext>
              </a:extLst>
            </p:cNvPr>
            <p:cNvSpPr>
              <a:spLocks noGrp="1"/>
            </p:cNvSpPr>
            <p:nvPr/>
          </p:nvSpPr>
          <p:spPr>
            <a:xfrm>
              <a:off x="4038600" y="320040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7620">
              <a:solidFill>
                <a:srgbClr val="7B8790"/>
              </a:solidFill>
              <a:prstDash val="solid"/>
            </a:ln>
          </p:spPr>
        </p:sp>
        <p:sp>
          <p:nvSpPr>
            <p:cNvPr id="22" name="line_023">
              <a:extLst>
                <a:ext uri="{FF2B5EF4-FFF2-40B4-BE49-F238E27FC236}">
                  <ns2:creationId id="{EDCAF1FA-FC46-4202-AE40-6DB46EF202E0}"/>
                </a:ext>
              </a:extLst>
            </p:cNvPr>
            <p:cNvSpPr>
              <a:spLocks noGrp="1"/>
            </p:cNvSpPr>
            <p:nvPr/>
          </p:nvSpPr>
          <p:spPr>
            <a:xfrm>
              <a:off x="4038600" y="32004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3" name="text_024">
              <a:extLst>
                <a:ext uri="{FF2B5EF4-FFF2-40B4-BE49-F238E27FC236}">
                  <ns2:creationId id="{90B67C54-38A2-4CCE-A6AC-145E5707282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848100" y="32670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4" name="line_025">
              <a:extLst>
                <a:ext uri="{FF2B5EF4-FFF2-40B4-BE49-F238E27FC236}">
                  <ns2:creationId id="{F3EC26C5-7009-4FC2-BA3D-E26981AA595E}"/>
                </a:ext>
              </a:extLst>
            </p:cNvPr>
            <p:cNvSpPr>
              <a:spLocks noGrp="1"/>
            </p:cNvSpPr>
            <p:nvPr/>
          </p:nvSpPr>
          <p:spPr>
            <a:xfrm>
              <a:off x="5929313" y="32004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5" name="text_026">
              <a:extLst>
                <a:ext uri="{FF2B5EF4-FFF2-40B4-BE49-F238E27FC236}">
                  <ns2:creationId id="{E3D9CF28-CBC0-4972-B8E1-593179D6933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738813" y="32670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26" name="line_027">
              <a:extLst>
                <a:ext uri="{FF2B5EF4-FFF2-40B4-BE49-F238E27FC236}">
                  <ns2:creationId id="{F2C8424E-DA00-4A9E-A031-A3694044E908}"/>
                </a:ext>
              </a:extLst>
            </p:cNvPr>
            <p:cNvSpPr>
              <a:spLocks noGrp="1"/>
            </p:cNvSpPr>
            <p:nvPr/>
          </p:nvSpPr>
          <p:spPr>
            <a:xfrm>
              <a:off x="7820025" y="32004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27" name="text_028">
              <a:extLst>
                <a:ext uri="{FF2B5EF4-FFF2-40B4-BE49-F238E27FC236}">
                  <ns2:creationId id="{B8326EE8-C1B7-4099-B401-4CDBAB4332C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629525" y="32670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1" name="text_032">
              <a:extLst>
                <a:ext uri="{FF2B5EF4-FFF2-40B4-BE49-F238E27FC236}">
                  <ns2:creationId id="{ED61C8AC-C8D5-46AA-9CF5-C7DC4CA00CD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382000" y="85725"/>
              <a:ext cx="43815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RG-MTM-P / R</a:t>
              </a:r>
            </a:p>
          </p:txBody>
        </p:sp>
        <p:sp>
          <p:nvSpPr>
            <p:cNvPr id="32" name="line_033">
              <a:extLst>
                <a:ext uri="{FF2B5EF4-FFF2-40B4-BE49-F238E27FC236}">
                  <ns2:creationId id="{FD8CC60A-9665-4958-ABE9-6A16375FD998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320040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6668">
              <a:solidFill>
                <a:srgbClr val="DFE4E8"/>
              </a:solidFill>
              <a:prstDash val="solid"/>
            </a:ln>
          </p:spPr>
        </p:sp>
        <p:sp>
          <p:nvSpPr>
            <p:cNvPr id="33" name="text_034">
              <a:extLst>
                <a:ext uri="{FF2B5EF4-FFF2-40B4-BE49-F238E27FC236}">
                  <ns2:creationId id="{080F5D25-C13D-4532-A7FA-46F5B6886F1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286750" y="3105150"/>
              <a:ext cx="304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4" name="line_035">
              <a:extLst>
                <a:ext uri="{FF2B5EF4-FFF2-40B4-BE49-F238E27FC236}">
                  <ns2:creationId id="{B4DDA56B-2129-4F76-8104-32114150C860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223647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6668">
              <a:solidFill>
                <a:srgbClr val="DFE4E8"/>
              </a:solidFill>
              <a:prstDash val="solid"/>
            </a:ln>
          </p:spPr>
        </p:sp>
        <p:sp>
          <p:nvSpPr>
            <p:cNvPr id="35" name="text_036">
              <a:extLst>
                <a:ext uri="{FF2B5EF4-FFF2-40B4-BE49-F238E27FC236}">
                  <ns2:creationId id="{69258BF1-4866-4956-A1DC-9F87B244C4E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286750" y="2141220"/>
              <a:ext cx="304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36" name="line_037">
              <a:extLst>
                <a:ext uri="{FF2B5EF4-FFF2-40B4-BE49-F238E27FC236}">
                  <ns2:creationId id="{9A20A311-6772-43CB-85E6-B52DB269C6AA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127254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6668">
              <a:solidFill>
                <a:srgbClr val="DFE4E8"/>
              </a:solidFill>
              <a:prstDash val="solid"/>
            </a:ln>
          </p:spPr>
        </p:sp>
        <p:sp>
          <p:nvSpPr>
            <p:cNvPr id="37" name="text_038">
              <a:extLst>
                <a:ext uri="{FF2B5EF4-FFF2-40B4-BE49-F238E27FC236}">
                  <ns2:creationId id="{75529D16-202F-455D-AAEB-3F95182272C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286750" y="1177290"/>
              <a:ext cx="3048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pic>
          <p:nvPicPr>
            <p:cNvPr id="38" name="">
              <a:extLst>
                <a:ext uri="{FF2B5EF4-FFF2-40B4-BE49-F238E27FC236}">
                  <ns2:creationId id="{F25D3E4A-BEFC-4E15-A375-3691C20E1F95}"/>
                </a:ext>
              </a:extLst>
            </p:cNvPr>
            <p:cNvPicPr>
              <a:picLocks noChangeAspect="1"/>
            </p:cNvPicPr>
            <p:nvPr/>
          </p:nvPicPr>
          <p:blipFill>
            <a:blip r:embed="R625fa0795ee244fa"/>
            <a:stretch/>
          </p:blipFill>
          <p:spPr>
            <a:xfrm>
              <a:off x="8658225" y="792163"/>
              <a:ext cx="3781425" cy="2406650"/>
            </a:xfrm>
            <a:prstGeom prst="rect">
              <a:avLst/>
            </a:prstGeom>
          </p:spPr>
        </p:pic>
        <p:sp>
          <p:nvSpPr>
            <p:cNvPr id="39" name="line_040">
              <a:extLst>
                <a:ext uri="{FF2B5EF4-FFF2-40B4-BE49-F238E27FC236}">
                  <ns2:creationId id="{ED147446-8AC1-4050-9F85-D7327A3880FB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790575"/>
              <a:ext cx="95" cy="2409825"/>
            </a:xfrm>
            <a:custGeom>
              <a:pathLst>
                <a:path w="95" h="2409825">
                  <a:moveTo>
                    <a:pt x="0" y="0"/>
                  </a:moveTo>
                  <a:lnTo>
                    <a:pt x="0" y="2409825"/>
                  </a:lnTo>
                </a:path>
              </a:pathLst>
            </a:custGeom>
            <a:noFill/>
            <a:ln w="7620">
              <a:solidFill>
                <a:srgbClr val="7B8790"/>
              </a:solidFill>
              <a:prstDash val="solid"/>
            </a:ln>
          </p:spPr>
        </p:sp>
        <p:sp>
          <p:nvSpPr>
            <p:cNvPr id="40" name="line_041">
              <a:extLst>
                <a:ext uri="{FF2B5EF4-FFF2-40B4-BE49-F238E27FC236}">
                  <ns2:creationId id="{77EB5AA8-A9A0-4022-B405-961134B5BBEF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3200400"/>
              <a:ext cx="3781425" cy="95"/>
            </a:xfrm>
            <a:custGeom>
              <a:pathLst>
                <a:path w="3781425" h="95">
                  <a:moveTo>
                    <a:pt x="0" y="0"/>
                  </a:moveTo>
                  <a:lnTo>
                    <a:pt x="3781425" y="0"/>
                  </a:lnTo>
                </a:path>
              </a:pathLst>
            </a:custGeom>
            <a:noFill/>
            <a:ln w="7620">
              <a:solidFill>
                <a:srgbClr val="7B8790"/>
              </a:solidFill>
              <a:prstDash val="solid"/>
            </a:ln>
          </p:spPr>
        </p:sp>
        <p:sp>
          <p:nvSpPr>
            <p:cNvPr id="41" name="line_042">
              <a:extLst>
                <a:ext uri="{FF2B5EF4-FFF2-40B4-BE49-F238E27FC236}">
                  <ns2:creationId id="{C616442C-4755-4035-BFF3-0F2CC0E13EA6}"/>
                </a:ext>
              </a:extLst>
            </p:cNvPr>
            <p:cNvSpPr>
              <a:spLocks noGrp="1"/>
            </p:cNvSpPr>
            <p:nvPr/>
          </p:nvSpPr>
          <p:spPr>
            <a:xfrm>
              <a:off x="8658225" y="32004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42" name="text_043">
              <a:extLst>
                <a:ext uri="{FF2B5EF4-FFF2-40B4-BE49-F238E27FC236}">
                  <ns2:creationId id="{DB3B2CB6-CE38-47EC-9A5F-4C6434E2AA8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467725" y="32670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3" name="line_044">
              <a:extLst>
                <a:ext uri="{FF2B5EF4-FFF2-40B4-BE49-F238E27FC236}">
                  <ns2:creationId id="{4CD89721-85F6-43C6-BFB9-8658691BED23}"/>
                </a:ext>
              </a:extLst>
            </p:cNvPr>
            <p:cNvSpPr>
              <a:spLocks noGrp="1"/>
            </p:cNvSpPr>
            <p:nvPr/>
          </p:nvSpPr>
          <p:spPr>
            <a:xfrm>
              <a:off x="10548938" y="32004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44" name="text_045">
              <a:extLst>
                <a:ext uri="{FF2B5EF4-FFF2-40B4-BE49-F238E27FC236}">
                  <ns2:creationId id="{55B2F235-A529-449C-89C6-820DBC2EB05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358438" y="32670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45" name="line_046">
              <a:extLst>
                <a:ext uri="{FF2B5EF4-FFF2-40B4-BE49-F238E27FC236}">
                  <ns2:creationId id="{93C0F6A3-2E7C-49FF-BD32-8EF9C692E271}"/>
                </a:ext>
              </a:extLst>
            </p:cNvPr>
            <p:cNvSpPr>
              <a:spLocks noGrp="1"/>
            </p:cNvSpPr>
            <p:nvPr/>
          </p:nvSpPr>
          <p:spPr>
            <a:xfrm>
              <a:off x="12439650" y="32004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9525">
              <a:solidFill>
                <a:srgbClr val="7B8790"/>
              </a:solidFill>
              <a:prstDash val="solid"/>
            </a:ln>
          </p:spPr>
        </p:sp>
        <p:sp>
          <p:nvSpPr>
            <p:cNvPr id="46" name="text_047">
              <a:extLst>
                <a:ext uri="{FF2B5EF4-FFF2-40B4-BE49-F238E27FC236}">
                  <ns2:creationId id="{83577E95-FF64-4CB7-82B6-55700A859AC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249150" y="32670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</p:grpSp>
    </p:spTree>
    <p:extLst>
      <p:ext uri="{BB962C8B-B14F-4D97-AF65-F5344CB8AC3E}">
        <ns4:creationId val="1440513678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08" name="Manuscript Figure 15: Supplement_Benzene_Comparison"/>
          <p:cNvGrpSpPr/>
          <p:nvPr/>
        </p:nvGrpSpPr>
        <p:grpSpPr>
          <a:xfrm>
            <a:off x="324320" y="0"/>
            <a:ext cx="12152959" cy="6799870"/>
            <a:chOff x="0" y="0"/>
            <a:chExt cx="12801600" cy="7162800"/>
          </a:xfrm>
        </p:grpSpPr>
        <p:sp>
          <p:nvSpPr>
            <p:cNvPr id="107" name="text_000">
              <a:extLst>
                <a:ext uri="{FF2B5EF4-FFF2-40B4-BE49-F238E27FC236}">
                  <ns2:creationId id="{455C4DE3-FDE0-4FAA-AF06-F2DC568A41F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1950" y="85725"/>
              <a:ext cx="39052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TMTM</a:t>
              </a:r>
            </a:p>
          </p:txBody>
        </p:sp>
        <p:pic>
          <p:nvPicPr>
            <p:cNvPr id="2" name="">
              <a:extLst>
                <a:ext uri="{FF2B5EF4-FFF2-40B4-BE49-F238E27FC236}">
                  <ns2:creationId id="{7175D758-321B-4073-83CD-341E3754298D}"/>
                </a:ext>
              </a:extLst>
            </p:cNvPr>
            <p:cNvPicPr>
              <a:picLocks noChangeAspect="1"/>
            </p:cNvPicPr>
            <p:nvPr/>
          </p:nvPicPr>
          <p:blipFill>
            <a:blip r:embed="R9ab9c0fb85204372"/>
            <a:stretch/>
          </p:blipFill>
          <p:spPr>
            <a:xfrm>
              <a:off x="619125" y="542925"/>
              <a:ext cx="3209925" cy="2333625"/>
            </a:xfrm>
            <a:prstGeom prst="rect">
              <a:avLst/>
            </a:prstGeom>
          </p:spPr>
        </p:pic>
        <p:sp>
          <p:nvSpPr>
            <p:cNvPr id="4" name="line_003">
              <a:extLst>
                <a:ext uri="{FF2B5EF4-FFF2-40B4-BE49-F238E27FC236}">
                  <ns2:creationId id="{A092C655-694A-4085-914C-2B00DA35BBBE}"/>
                </a:ext>
              </a:extLst>
            </p:cNvPr>
            <p:cNvSpPr>
              <a:spLocks noGrp="1"/>
            </p:cNvSpPr>
            <p:nvPr/>
          </p:nvSpPr>
          <p:spPr>
            <a:xfrm>
              <a:off x="581025" y="28765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5" name="text_004">
              <a:extLst>
                <a:ext uri="{FF2B5EF4-FFF2-40B4-BE49-F238E27FC236}">
                  <ns2:creationId id="{4FFBB386-42D6-4453-9531-EBFEF4E11BE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14325" y="2781300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" name="line_005">
              <a:extLst>
                <a:ext uri="{FF2B5EF4-FFF2-40B4-BE49-F238E27FC236}">
                  <ns2:creationId id="{CC28B535-1B1D-476E-9753-DCCA891543B1}"/>
                </a:ext>
              </a:extLst>
            </p:cNvPr>
            <p:cNvSpPr>
              <a:spLocks noGrp="1"/>
            </p:cNvSpPr>
            <p:nvPr/>
          </p:nvSpPr>
          <p:spPr>
            <a:xfrm>
              <a:off x="581025" y="1709738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7" name="text_006">
              <a:extLst>
                <a:ext uri="{FF2B5EF4-FFF2-40B4-BE49-F238E27FC236}">
                  <ns2:creationId id="{9CB3B8F4-7E20-4637-B5BF-88AE51E91C3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14325" y="1614488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8" name="line_007">
              <a:extLst>
                <a:ext uri="{FF2B5EF4-FFF2-40B4-BE49-F238E27FC236}">
                  <ns2:creationId id="{1ACB5131-2EA5-469D-A3C7-63C5F86E4417}"/>
                </a:ext>
              </a:extLst>
            </p:cNvPr>
            <p:cNvSpPr>
              <a:spLocks noGrp="1"/>
            </p:cNvSpPr>
            <p:nvPr/>
          </p:nvSpPr>
          <p:spPr>
            <a:xfrm>
              <a:off x="581025" y="5429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9" name="text_008">
              <a:extLst>
                <a:ext uri="{FF2B5EF4-FFF2-40B4-BE49-F238E27FC236}">
                  <ns2:creationId id="{AD5DAFA3-EF01-43C3-A887-91B23A18A07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14325" y="447675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line_009">
              <a:extLst>
                <a:ext uri="{FF2B5EF4-FFF2-40B4-BE49-F238E27FC236}">
                  <ns2:creationId id="{0F6F596D-F438-49B5-A3C8-7B9F7236A20A}"/>
                </a:ext>
              </a:extLst>
            </p:cNvPr>
            <p:cNvSpPr>
              <a:spLocks noGrp="1"/>
            </p:cNvSpPr>
            <p:nvPr/>
          </p:nvSpPr>
          <p:spPr>
            <a:xfrm>
              <a:off x="695552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11" name="text_010">
              <a:extLst>
                <a:ext uri="{FF2B5EF4-FFF2-40B4-BE49-F238E27FC236}">
                  <ns2:creationId id="{7996A1FA-867C-44ED-9C53-70A569FFAB4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05052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12" name="line_011">
              <a:extLst>
                <a:ext uri="{FF2B5EF4-FFF2-40B4-BE49-F238E27FC236}">
                  <ns2:creationId id="{61886FBC-B268-4F03-AFC7-47B7FD50340B}"/>
                </a:ext>
              </a:extLst>
            </p:cNvPr>
            <p:cNvSpPr>
              <a:spLocks noGrp="1"/>
            </p:cNvSpPr>
            <p:nvPr/>
          </p:nvSpPr>
          <p:spPr>
            <a:xfrm>
              <a:off x="1459820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13" name="text_012">
              <a:extLst>
                <a:ext uri="{FF2B5EF4-FFF2-40B4-BE49-F238E27FC236}">
                  <ns2:creationId id="{3314F696-BFF8-447D-9DBA-81F9014CD42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69320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-1</a:t>
              </a:r>
            </a:p>
          </p:txBody>
        </p:sp>
        <p:sp>
          <p:nvSpPr>
            <p:cNvPr id="14" name="line_013">
              <a:extLst>
                <a:ext uri="{FF2B5EF4-FFF2-40B4-BE49-F238E27FC236}">
                  <ns2:creationId id="{35FAA1CF-DF77-4C87-A162-B227A93C5148}"/>
                </a:ext>
              </a:extLst>
            </p:cNvPr>
            <p:cNvSpPr>
              <a:spLocks noGrp="1"/>
            </p:cNvSpPr>
            <p:nvPr/>
          </p:nvSpPr>
          <p:spPr>
            <a:xfrm>
              <a:off x="2224088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15" name="text_014">
              <a:extLst>
                <a:ext uri="{FF2B5EF4-FFF2-40B4-BE49-F238E27FC236}">
                  <ns2:creationId id="{BD7FE3B0-6C85-4026-A10B-20044FFF3AC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033588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6" name="line_015">
              <a:extLst>
                <a:ext uri="{FF2B5EF4-FFF2-40B4-BE49-F238E27FC236}">
                  <ns2:creationId id="{362E97E3-795E-483F-BD28-FD8C4405DF0C}"/>
                </a:ext>
              </a:extLst>
            </p:cNvPr>
            <p:cNvSpPr>
              <a:spLocks noGrp="1"/>
            </p:cNvSpPr>
            <p:nvPr/>
          </p:nvSpPr>
          <p:spPr>
            <a:xfrm>
              <a:off x="2988355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17" name="text_016">
              <a:extLst>
                <a:ext uri="{FF2B5EF4-FFF2-40B4-BE49-F238E27FC236}">
                  <ns2:creationId id="{5EE37B62-A2D4-4A2E-9AA4-1E2D39C4D5F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797855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8" name="line_017">
              <a:extLst>
                <a:ext uri="{FF2B5EF4-FFF2-40B4-BE49-F238E27FC236}">
                  <ns2:creationId id="{A7B1D608-C1F3-4059-9822-C42695221791}"/>
                </a:ext>
              </a:extLst>
            </p:cNvPr>
            <p:cNvSpPr>
              <a:spLocks noGrp="1"/>
            </p:cNvSpPr>
            <p:nvPr/>
          </p:nvSpPr>
          <p:spPr>
            <a:xfrm>
              <a:off x="3752623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19" name="text_018">
              <a:extLst>
                <a:ext uri="{FF2B5EF4-FFF2-40B4-BE49-F238E27FC236}">
                  <ns2:creationId id="{11D43BB4-B3BF-4F3D-A082-60BC4E2A0A0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62123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E757165D-2EA8-4189-80E7-8FA3A2436B8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19125" y="3162300"/>
              <a:ext cx="32099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Section z (bohr)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6A7B34B2-AE0C-44A0-8FBC-3A52CF9C01C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524375" y="85725"/>
              <a:ext cx="39052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RG-MTM-P</a:t>
              </a:r>
            </a:p>
          </p:txBody>
        </p:sp>
        <p:pic>
          <p:nvPicPr>
            <p:cNvPr id="22" name="">
              <a:extLst>
                <a:ext uri="{FF2B5EF4-FFF2-40B4-BE49-F238E27FC236}">
                  <ns2:creationId id="{D3E264DE-009A-428C-B6ED-9BC0D8950F6C}"/>
                </a:ext>
              </a:extLst>
            </p:cNvPr>
            <p:cNvPicPr>
              <a:picLocks noChangeAspect="1"/>
            </p:cNvPicPr>
            <p:nvPr/>
          </p:nvPicPr>
          <p:blipFill>
            <a:blip r:embed="R78fb98d9a8af476e"/>
            <a:stretch/>
          </p:blipFill>
          <p:spPr>
            <a:xfrm>
              <a:off x="4781550" y="542925"/>
              <a:ext cx="3209925" cy="2333625"/>
            </a:xfrm>
            <a:prstGeom prst="rect">
              <a:avLst/>
            </a:prstGeom>
          </p:spPr>
        </p:pic>
        <p:sp>
          <p:nvSpPr>
            <p:cNvPr id="24" name="line_023">
              <a:extLst>
                <a:ext uri="{FF2B5EF4-FFF2-40B4-BE49-F238E27FC236}">
                  <ns2:creationId id="{483AE966-A424-467A-8AF0-1014DA5A9727}"/>
                </a:ext>
              </a:extLst>
            </p:cNvPr>
            <p:cNvSpPr>
              <a:spLocks noGrp="1"/>
            </p:cNvSpPr>
            <p:nvPr/>
          </p:nvSpPr>
          <p:spPr>
            <a:xfrm>
              <a:off x="4743450" y="28765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25" name="text_024">
              <a:extLst>
                <a:ext uri="{FF2B5EF4-FFF2-40B4-BE49-F238E27FC236}">
                  <ns2:creationId id="{3379A288-070A-46F9-815F-C58A53C95F2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76750" y="2781300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6" name="line_025">
              <a:extLst>
                <a:ext uri="{FF2B5EF4-FFF2-40B4-BE49-F238E27FC236}">
                  <ns2:creationId id="{F4DEA0C2-05BE-40C5-9299-6BA5CE0B6AFC}"/>
                </a:ext>
              </a:extLst>
            </p:cNvPr>
            <p:cNvSpPr>
              <a:spLocks noGrp="1"/>
            </p:cNvSpPr>
            <p:nvPr/>
          </p:nvSpPr>
          <p:spPr>
            <a:xfrm>
              <a:off x="4743450" y="1709738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27" name="text_026">
              <a:extLst>
                <a:ext uri="{FF2B5EF4-FFF2-40B4-BE49-F238E27FC236}">
                  <ns2:creationId id="{CAEA8DE6-9157-48C4-A7FF-57F0245E884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76750" y="1614488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28" name="line_027">
              <a:extLst>
                <a:ext uri="{FF2B5EF4-FFF2-40B4-BE49-F238E27FC236}">
                  <ns2:creationId id="{FD658DCD-7AA6-4CD6-9818-7D6BA8D90257}"/>
                </a:ext>
              </a:extLst>
            </p:cNvPr>
            <p:cNvSpPr>
              <a:spLocks noGrp="1"/>
            </p:cNvSpPr>
            <p:nvPr/>
          </p:nvSpPr>
          <p:spPr>
            <a:xfrm>
              <a:off x="4743450" y="5429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29" name="text_028">
              <a:extLst>
                <a:ext uri="{FF2B5EF4-FFF2-40B4-BE49-F238E27FC236}">
                  <ns2:creationId id="{3608DAF3-32FF-4956-B05A-1E1E6487B26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76750" y="447675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0" name="line_029">
              <a:extLst>
                <a:ext uri="{FF2B5EF4-FFF2-40B4-BE49-F238E27FC236}">
                  <ns2:creationId id="{57FAFCB8-4792-452A-BB50-AD5DF858E68F}"/>
                </a:ext>
              </a:extLst>
            </p:cNvPr>
            <p:cNvSpPr>
              <a:spLocks noGrp="1"/>
            </p:cNvSpPr>
            <p:nvPr/>
          </p:nvSpPr>
          <p:spPr>
            <a:xfrm>
              <a:off x="4857977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31" name="text_030">
              <a:extLst>
                <a:ext uri="{FF2B5EF4-FFF2-40B4-BE49-F238E27FC236}">
                  <ns2:creationId id="{F1EA7C36-5DA7-4B23-B01D-C8DC8565153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667477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32" name="line_031">
              <a:extLst>
                <a:ext uri="{FF2B5EF4-FFF2-40B4-BE49-F238E27FC236}">
                  <ns2:creationId id="{0B7D3F44-E28F-434A-8B1D-558D70BFBED6}"/>
                </a:ext>
              </a:extLst>
            </p:cNvPr>
            <p:cNvSpPr>
              <a:spLocks noGrp="1"/>
            </p:cNvSpPr>
            <p:nvPr/>
          </p:nvSpPr>
          <p:spPr>
            <a:xfrm>
              <a:off x="5622245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33" name="text_032">
              <a:extLst>
                <a:ext uri="{FF2B5EF4-FFF2-40B4-BE49-F238E27FC236}">
                  <ns2:creationId id="{AB1DA385-544D-4DD8-85D1-3EF6DF3EDC6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31745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-1</a:t>
              </a:r>
            </a:p>
          </p:txBody>
        </p:sp>
        <p:sp>
          <p:nvSpPr>
            <p:cNvPr id="34" name="line_033">
              <a:extLst>
                <a:ext uri="{FF2B5EF4-FFF2-40B4-BE49-F238E27FC236}">
                  <ns2:creationId id="{21454A42-885B-442C-8A79-BBAAD8E104CF}"/>
                </a:ext>
              </a:extLst>
            </p:cNvPr>
            <p:cNvSpPr>
              <a:spLocks noGrp="1"/>
            </p:cNvSpPr>
            <p:nvPr/>
          </p:nvSpPr>
          <p:spPr>
            <a:xfrm>
              <a:off x="6386513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35" name="text_034">
              <a:extLst>
                <a:ext uri="{FF2B5EF4-FFF2-40B4-BE49-F238E27FC236}">
                  <ns2:creationId id="{B0CDB234-5121-4ED5-8BD0-F608DF60034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196013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6" name="line_035">
              <a:extLst>
                <a:ext uri="{FF2B5EF4-FFF2-40B4-BE49-F238E27FC236}">
                  <ns2:creationId id="{4F23F330-F017-4795-952C-A4DCE89243A9}"/>
                </a:ext>
              </a:extLst>
            </p:cNvPr>
            <p:cNvSpPr>
              <a:spLocks noGrp="1"/>
            </p:cNvSpPr>
            <p:nvPr/>
          </p:nvSpPr>
          <p:spPr>
            <a:xfrm>
              <a:off x="7150780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37" name="text_036">
              <a:extLst>
                <a:ext uri="{FF2B5EF4-FFF2-40B4-BE49-F238E27FC236}">
                  <ns2:creationId id="{EDD1A34C-8A03-4235-9258-1F011F50645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60280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8" name="line_037">
              <a:extLst>
                <a:ext uri="{FF2B5EF4-FFF2-40B4-BE49-F238E27FC236}">
                  <ns2:creationId id="{88A9C42A-0B03-4E63-8BE3-56A81C8A6C86}"/>
                </a:ext>
              </a:extLst>
            </p:cNvPr>
            <p:cNvSpPr>
              <a:spLocks noGrp="1"/>
            </p:cNvSpPr>
            <p:nvPr/>
          </p:nvSpPr>
          <p:spPr>
            <a:xfrm>
              <a:off x="7915048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39" name="text_038">
              <a:extLst>
                <a:ext uri="{FF2B5EF4-FFF2-40B4-BE49-F238E27FC236}">
                  <ns2:creationId id="{0F71FB9F-6685-48C0-B908-9A079F0FBFB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724548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0" name="text_039">
              <a:extLst>
                <a:ext uri="{FF2B5EF4-FFF2-40B4-BE49-F238E27FC236}">
                  <ns2:creationId id="{08DEFF67-DABD-4D8A-AB24-B726D65E263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781550" y="3162300"/>
              <a:ext cx="32099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Section z (bohr)</a:t>
              </a:r>
            </a:p>
          </p:txBody>
        </p:sp>
        <p:sp>
          <p:nvSpPr>
            <p:cNvPr id="41" name="text_040">
              <a:extLst>
                <a:ext uri="{FF2B5EF4-FFF2-40B4-BE49-F238E27FC236}">
                  <ns2:creationId id="{26995DD1-D47D-40B7-9F49-119A9A83A20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686800" y="85725"/>
              <a:ext cx="39052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RG-MTM-R, 2%</a:t>
              </a:r>
            </a:p>
          </p:txBody>
        </p:sp>
        <p:pic>
          <p:nvPicPr>
            <p:cNvPr id="42" name="">
              <a:extLst>
                <a:ext uri="{FF2B5EF4-FFF2-40B4-BE49-F238E27FC236}">
                  <ns2:creationId id="{2C6C8430-A371-4E01-A108-61FFC06ED227}"/>
                </a:ext>
              </a:extLst>
            </p:cNvPr>
            <p:cNvPicPr>
              <a:picLocks noChangeAspect="1"/>
            </p:cNvPicPr>
            <p:nvPr/>
          </p:nvPicPr>
          <p:blipFill>
            <a:blip r:embed="R407d650ddf1440f5"/>
            <a:stretch/>
          </p:blipFill>
          <p:spPr>
            <a:xfrm>
              <a:off x="8943975" y="542925"/>
              <a:ext cx="3209925" cy="2333625"/>
            </a:xfrm>
            <a:prstGeom prst="rect">
              <a:avLst/>
            </a:prstGeom>
          </p:spPr>
        </p:pic>
        <p:sp>
          <p:nvSpPr>
            <p:cNvPr id="44" name="line_043">
              <a:extLst>
                <a:ext uri="{FF2B5EF4-FFF2-40B4-BE49-F238E27FC236}">
                  <ns2:creationId id="{0D665376-1005-4D0A-950D-D0A534D8B805}"/>
                </a:ext>
              </a:extLst>
            </p:cNvPr>
            <p:cNvSpPr>
              <a:spLocks noGrp="1"/>
            </p:cNvSpPr>
            <p:nvPr/>
          </p:nvSpPr>
          <p:spPr>
            <a:xfrm>
              <a:off x="8905875" y="28765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45" name="text_044">
              <a:extLst>
                <a:ext uri="{FF2B5EF4-FFF2-40B4-BE49-F238E27FC236}">
                  <ns2:creationId id="{DA8893A5-95C0-4E33-AB6C-09F2F4A0A31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639175" y="2781300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6" name="line_045">
              <a:extLst>
                <a:ext uri="{FF2B5EF4-FFF2-40B4-BE49-F238E27FC236}">
                  <ns2:creationId id="{7AE0F7E4-DD81-4C40-937E-F14C58E130D8}"/>
                </a:ext>
              </a:extLst>
            </p:cNvPr>
            <p:cNvSpPr>
              <a:spLocks noGrp="1"/>
            </p:cNvSpPr>
            <p:nvPr/>
          </p:nvSpPr>
          <p:spPr>
            <a:xfrm>
              <a:off x="8905875" y="1709738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47" name="text_046">
              <a:extLst>
                <a:ext uri="{FF2B5EF4-FFF2-40B4-BE49-F238E27FC236}">
                  <ns2:creationId id="{41B9AD45-9B7A-4CE5-8D33-16A3F959631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639175" y="1614488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48" name="line_047">
              <a:extLst>
                <a:ext uri="{FF2B5EF4-FFF2-40B4-BE49-F238E27FC236}">
                  <ns2:creationId id="{B7385921-282C-47E6-8F63-5FEDA79DBF5E}"/>
                </a:ext>
              </a:extLst>
            </p:cNvPr>
            <p:cNvSpPr>
              <a:spLocks noGrp="1"/>
            </p:cNvSpPr>
            <p:nvPr/>
          </p:nvSpPr>
          <p:spPr>
            <a:xfrm>
              <a:off x="8905875" y="5429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49" name="text_048">
              <a:extLst>
                <a:ext uri="{FF2B5EF4-FFF2-40B4-BE49-F238E27FC236}">
                  <ns2:creationId id="{6FFFB2E4-5473-4195-A595-90004DF505C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639175" y="447675"/>
              <a:ext cx="2381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50" name="line_049">
              <a:extLst>
                <a:ext uri="{FF2B5EF4-FFF2-40B4-BE49-F238E27FC236}">
                  <ns2:creationId id="{6E4DC7FE-966F-43F1-8C20-688ED754606C}"/>
                </a:ext>
              </a:extLst>
            </p:cNvPr>
            <p:cNvSpPr>
              <a:spLocks noGrp="1"/>
            </p:cNvSpPr>
            <p:nvPr/>
          </p:nvSpPr>
          <p:spPr>
            <a:xfrm>
              <a:off x="9020402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51" name="text_050">
              <a:extLst>
                <a:ext uri="{FF2B5EF4-FFF2-40B4-BE49-F238E27FC236}">
                  <ns2:creationId id="{9FD13F13-45FF-496D-A5A6-3AD7FFED566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829902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52" name="line_051">
              <a:extLst>
                <a:ext uri="{FF2B5EF4-FFF2-40B4-BE49-F238E27FC236}">
                  <ns2:creationId id="{F013F8F1-402C-4BB0-86DE-003CA54824C1}"/>
                </a:ext>
              </a:extLst>
            </p:cNvPr>
            <p:cNvSpPr>
              <a:spLocks noGrp="1"/>
            </p:cNvSpPr>
            <p:nvPr/>
          </p:nvSpPr>
          <p:spPr>
            <a:xfrm>
              <a:off x="9784670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53" name="text_052">
              <a:extLst>
                <a:ext uri="{FF2B5EF4-FFF2-40B4-BE49-F238E27FC236}">
                  <ns2:creationId id="{B098B61F-28E7-4819-BED9-D9093C1E677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594170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-1</a:t>
              </a:r>
            </a:p>
          </p:txBody>
        </p:sp>
        <p:sp>
          <p:nvSpPr>
            <p:cNvPr id="54" name="line_053">
              <a:extLst>
                <a:ext uri="{FF2B5EF4-FFF2-40B4-BE49-F238E27FC236}">
                  <ns2:creationId id="{E94B1503-D08B-422E-A933-C72F1BE9E5C8}"/>
                </a:ext>
              </a:extLst>
            </p:cNvPr>
            <p:cNvSpPr>
              <a:spLocks noGrp="1"/>
            </p:cNvSpPr>
            <p:nvPr/>
          </p:nvSpPr>
          <p:spPr>
            <a:xfrm>
              <a:off x="10548938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55" name="text_054">
              <a:extLst>
                <a:ext uri="{FF2B5EF4-FFF2-40B4-BE49-F238E27FC236}">
                  <ns2:creationId id="{555E992E-50A6-407E-A6F1-E80DEC91120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358438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6" name="line_055">
              <a:extLst>
                <a:ext uri="{FF2B5EF4-FFF2-40B4-BE49-F238E27FC236}">
                  <ns2:creationId id="{71C6774E-C907-4CCF-825C-638FDCF0315E}"/>
                </a:ext>
              </a:extLst>
            </p:cNvPr>
            <p:cNvSpPr>
              <a:spLocks noGrp="1"/>
            </p:cNvSpPr>
            <p:nvPr/>
          </p:nvSpPr>
          <p:spPr>
            <a:xfrm>
              <a:off x="11313205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57" name="text_056">
              <a:extLst>
                <a:ext uri="{FF2B5EF4-FFF2-40B4-BE49-F238E27FC236}">
                  <ns2:creationId id="{CB23701C-E65F-4550-AE50-78694E5B389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122705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58" name="line_057">
              <a:extLst>
                <a:ext uri="{FF2B5EF4-FFF2-40B4-BE49-F238E27FC236}">
                  <ns2:creationId id="{9FF01D34-BFB7-4C3D-8515-174898354709}"/>
                </a:ext>
              </a:extLst>
            </p:cNvPr>
            <p:cNvSpPr>
              <a:spLocks noGrp="1"/>
            </p:cNvSpPr>
            <p:nvPr/>
          </p:nvSpPr>
          <p:spPr>
            <a:xfrm>
              <a:off x="12077473" y="28765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59" name="text_058">
              <a:extLst>
                <a:ext uri="{FF2B5EF4-FFF2-40B4-BE49-F238E27FC236}">
                  <ns2:creationId id="{74FD5164-A937-48C9-A634-7A9A3F43B37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886973" y="293370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60" name="text_059">
              <a:extLst>
                <a:ext uri="{FF2B5EF4-FFF2-40B4-BE49-F238E27FC236}">
                  <ns2:creationId id="{713A7F62-99E4-48BA-BEC7-8C50F83FBEF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43975" y="3162300"/>
              <a:ext cx="32099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Section z (bohr)</a:t>
              </a:r>
            </a:p>
          </p:txBody>
        </p:sp>
        <p:pic>
          <p:nvPicPr>
            <p:cNvPr id="61" name="">
              <a:extLst>
                <a:ext uri="{FF2B5EF4-FFF2-40B4-BE49-F238E27FC236}">
                  <ns2:creationId id="{061DEA8B-6D72-4843-B11A-5B70452C3E56}"/>
                </a:ext>
              </a:extLst>
            </p:cNvPr>
            <p:cNvPicPr>
              <a:picLocks noChangeAspect="1"/>
            </p:cNvPicPr>
            <p:nvPr/>
          </p:nvPicPr>
          <p:blipFill>
            <a:blip r:embed="Rca544ad4d86345a5"/>
            <a:stretch/>
          </p:blipFill>
          <p:spPr>
            <a:xfrm>
              <a:off x="4743450" y="3590925"/>
              <a:ext cx="4762500" cy="104775"/>
            </a:xfrm>
            <a:prstGeom prst="rect">
              <a:avLst/>
            </a:prstGeom>
          </p:spPr>
        </p:pic>
        <p:sp>
          <p:nvSpPr>
            <p:cNvPr id="62" name="text_061">
              <a:extLst>
                <a:ext uri="{FF2B5EF4-FFF2-40B4-BE49-F238E27FC236}">
                  <ns2:creationId id="{AABD7244-8303-4067-BA7A-6027E47884E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90900" y="3486150"/>
              <a:ext cx="125730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82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 (a.u.)</a:t>
              </a:r>
            </a:p>
          </p:txBody>
        </p:sp>
        <p:sp>
          <p:nvSpPr>
            <p:cNvPr id="63" name="line_062">
              <a:extLst>
                <a:ext uri="{FF2B5EF4-FFF2-40B4-BE49-F238E27FC236}">
                  <ns2:creationId id="{B72413DC-30D0-4619-8659-380F5E036DCF}"/>
                </a:ext>
              </a:extLst>
            </p:cNvPr>
            <p:cNvSpPr>
              <a:spLocks noGrp="1"/>
            </p:cNvSpPr>
            <p:nvPr/>
          </p:nvSpPr>
          <p:spPr>
            <a:xfrm>
              <a:off x="4783343" y="369570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64" name="text_063">
              <a:extLst>
                <a:ext uri="{FF2B5EF4-FFF2-40B4-BE49-F238E27FC236}">
                  <ns2:creationId id="{8AAA3D4A-8961-46A2-9E2B-FA6A3A8D39F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526168" y="3781425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</a:t>
              </a:r>
            </a:p>
          </p:txBody>
        </p:sp>
        <p:sp>
          <p:nvSpPr>
            <p:cNvPr id="65" name="line_064">
              <a:extLst>
                <a:ext uri="{FF2B5EF4-FFF2-40B4-BE49-F238E27FC236}">
                  <ns2:creationId id="{D8C17690-5DA1-498A-A1CC-D5B897259F17}"/>
                </a:ext>
              </a:extLst>
            </p:cNvPr>
            <p:cNvSpPr>
              <a:spLocks noGrp="1"/>
            </p:cNvSpPr>
            <p:nvPr/>
          </p:nvSpPr>
          <p:spPr>
            <a:xfrm>
              <a:off x="5993249" y="369570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66" name="text_065">
              <a:extLst>
                <a:ext uri="{FF2B5EF4-FFF2-40B4-BE49-F238E27FC236}">
                  <ns2:creationId id="{5847CCDC-9E95-4061-822F-36606AFA41D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736074" y="3781425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-0.1</a:t>
              </a:r>
            </a:p>
          </p:txBody>
        </p:sp>
        <p:sp>
          <p:nvSpPr>
            <p:cNvPr id="67" name="line_066">
              <a:extLst>
                <a:ext uri="{FF2B5EF4-FFF2-40B4-BE49-F238E27FC236}">
                  <ns2:creationId id="{FC91B5B4-5245-4B52-9BF5-20F37BDE408A}"/>
                </a:ext>
              </a:extLst>
            </p:cNvPr>
            <p:cNvSpPr>
              <a:spLocks noGrp="1"/>
            </p:cNvSpPr>
            <p:nvPr/>
          </p:nvSpPr>
          <p:spPr>
            <a:xfrm>
              <a:off x="7124700" y="369570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68" name="text_067">
              <a:extLst>
                <a:ext uri="{FF2B5EF4-FFF2-40B4-BE49-F238E27FC236}">
                  <ns2:creationId id="{3AB30FDA-7FAB-4118-8BB2-A58524A3BC5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67525" y="3781425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69" name="line_068">
              <a:extLst>
                <a:ext uri="{FF2B5EF4-FFF2-40B4-BE49-F238E27FC236}">
                  <ns2:creationId id="{CA27A769-3072-4E6B-A336-DB929E900302}"/>
                </a:ext>
              </a:extLst>
            </p:cNvPr>
            <p:cNvSpPr>
              <a:spLocks noGrp="1"/>
            </p:cNvSpPr>
            <p:nvPr/>
          </p:nvSpPr>
          <p:spPr>
            <a:xfrm>
              <a:off x="8256151" y="369570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70" name="text_069">
              <a:extLst>
                <a:ext uri="{FF2B5EF4-FFF2-40B4-BE49-F238E27FC236}">
                  <ns2:creationId id="{E4C82042-3FC5-49F9-A284-8458AC48638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998976" y="3781425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0.1</a:t>
              </a:r>
            </a:p>
          </p:txBody>
        </p:sp>
        <p:sp>
          <p:nvSpPr>
            <p:cNvPr id="71" name="line_070">
              <a:extLst>
                <a:ext uri="{FF2B5EF4-FFF2-40B4-BE49-F238E27FC236}">
                  <ns2:creationId id="{C3E17595-7FA7-4C3C-8A74-C703492AAB2E}"/>
                </a:ext>
              </a:extLst>
            </p:cNvPr>
            <p:cNvSpPr>
              <a:spLocks noGrp="1"/>
            </p:cNvSpPr>
            <p:nvPr/>
          </p:nvSpPr>
          <p:spPr>
            <a:xfrm>
              <a:off x="9466057" y="3695700"/>
              <a:ext cx="95" cy="47625"/>
            </a:xfrm>
            <a:custGeom>
              <a:pathLst>
                <a:path w="9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7234">
              <a:solidFill>
                <a:srgbClr val="7B8790"/>
              </a:solidFill>
              <a:prstDash val="solid"/>
            </a:ln>
          </p:spPr>
        </p:sp>
        <p:sp>
          <p:nvSpPr>
            <p:cNvPr id="72" name="text_071">
              <a:extLst>
                <a:ext uri="{FF2B5EF4-FFF2-40B4-BE49-F238E27FC236}">
                  <ns2:creationId id="{BD15E7F0-49B1-4EF0-88F0-9321C012423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208882" y="3781425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73" name="text_072">
              <a:extLst>
                <a:ext uri="{FF2B5EF4-FFF2-40B4-BE49-F238E27FC236}">
                  <ns2:creationId id="{9949565C-7066-416F-AA52-92BF05F8DCA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90500" y="4171950"/>
              <a:ext cx="113347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6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Reconstructed source potential: two-dimensional z sections</a:t>
              </a:r>
            </a:p>
          </p:txBody>
        </p:sp>
        <p:sp>
          <p:nvSpPr>
            <p:cNvPr id="74" name="text_073">
              <a:extLst>
                <a:ext uri="{FF2B5EF4-FFF2-40B4-BE49-F238E27FC236}">
                  <ns2:creationId id="{0D20AEF3-45EC-47F5-A5F1-2F90286C7CC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57200" y="4457700"/>
              <a:ext cx="18764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z = -2 bohr</a:t>
              </a:r>
            </a:p>
          </p:txBody>
        </p:sp>
        <p:pic>
          <p:nvPicPr>
            <p:cNvPr id="75" name="">
              <a:extLst>
                <a:ext uri="{FF2B5EF4-FFF2-40B4-BE49-F238E27FC236}">
                  <ns2:creationId id="{DA7F6AEA-9A41-4124-9CFD-7A1C05347C88}"/>
                </a:ext>
              </a:extLst>
            </p:cNvPr>
            <p:cNvPicPr>
              <a:picLocks noChangeAspect="1"/>
            </p:cNvPicPr>
            <p:nvPr/>
          </p:nvPicPr>
          <p:blipFill>
            <a:blip r:embed="R9ff658b3385f4164"/>
            <a:stretch/>
          </p:blipFill>
          <p:spPr>
            <a:xfrm>
              <a:off x="457200" y="4752975"/>
              <a:ext cx="1876425" cy="1876425"/>
            </a:xfrm>
            <a:prstGeom prst="rect">
              <a:avLst/>
            </a:prstGeom>
          </p:spPr>
        </p:pic>
        <p:sp>
          <p:nvSpPr>
            <p:cNvPr id="76" name="text_075">
              <a:extLst>
                <a:ext uri="{FF2B5EF4-FFF2-40B4-BE49-F238E27FC236}">
                  <ns2:creationId id="{F065D6E7-8342-412C-8345-1D0166FE9DC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5275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  <p:sp>
          <p:nvSpPr>
            <p:cNvPr id="77" name="text_076">
              <a:extLst>
                <a:ext uri="{FF2B5EF4-FFF2-40B4-BE49-F238E27FC236}">
                  <ns2:creationId id="{3D144C18-3455-4180-817C-AA9FCFD691B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42875" y="6534150"/>
              <a:ext cx="2476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  <p:sp>
          <p:nvSpPr>
            <p:cNvPr id="78" name="text_077">
              <a:extLst>
                <a:ext uri="{FF2B5EF4-FFF2-40B4-BE49-F238E27FC236}">
                  <ns2:creationId id="{0D64813F-CCCF-4382-8579-3975F72344B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33488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79" name="text_078">
              <a:extLst>
                <a:ext uri="{FF2B5EF4-FFF2-40B4-BE49-F238E27FC236}">
                  <ns2:creationId id="{9CDF304E-CE3F-4DE0-AA43-BAF221FD2F1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42875" y="5595938"/>
              <a:ext cx="2476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0" name="text_079">
              <a:extLst>
                <a:ext uri="{FF2B5EF4-FFF2-40B4-BE49-F238E27FC236}">
                  <ns2:creationId id="{C43E902B-DBD6-4BE5-AA3F-55F85F90CC2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171700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81" name="text_080">
              <a:extLst>
                <a:ext uri="{FF2B5EF4-FFF2-40B4-BE49-F238E27FC236}">
                  <ns2:creationId id="{B8576EC4-ACB9-45B6-A787-337B82DD814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42875" y="4657725"/>
              <a:ext cx="2476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82" name="text_081">
              <a:extLst>
                <a:ext uri="{FF2B5EF4-FFF2-40B4-BE49-F238E27FC236}">
                  <ns2:creationId id="{305AEF6E-E20E-4E87-B5D8-26563491B62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57200" y="6886575"/>
              <a:ext cx="18764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(bohr)</a:t>
              </a:r>
            </a:p>
          </p:txBody>
        </p:sp>
        <p:sp>
          <p:nvSpPr>
            <p:cNvPr id="83" name="text_082">
              <a:extLst>
                <a:ext uri="{FF2B5EF4-FFF2-40B4-BE49-F238E27FC236}">
                  <ns2:creationId id="{E344E1B1-ECBB-4AE7-A841-BC050D7E1C2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62275" y="4457700"/>
              <a:ext cx="18764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z = -1 bohr</a:t>
              </a:r>
            </a:p>
          </p:txBody>
        </p:sp>
        <p:pic>
          <p:nvPicPr>
            <p:cNvPr id="84" name="">
              <a:extLst>
                <a:ext uri="{FF2B5EF4-FFF2-40B4-BE49-F238E27FC236}">
                  <ns2:creationId id="{F682E9E4-C5BF-4E63-BC4D-ADF81E3A570C}"/>
                </a:ext>
              </a:extLst>
            </p:cNvPr>
            <p:cNvPicPr>
              <a:picLocks noChangeAspect="1"/>
            </p:cNvPicPr>
            <p:nvPr/>
          </p:nvPicPr>
          <p:blipFill>
            <a:blip r:embed="R2004a92c0b3a4cac"/>
            <a:stretch/>
          </p:blipFill>
          <p:spPr>
            <a:xfrm>
              <a:off x="2962275" y="4752975"/>
              <a:ext cx="1876425" cy="1876425"/>
            </a:xfrm>
            <a:prstGeom prst="rect">
              <a:avLst/>
            </a:prstGeom>
          </p:spPr>
        </p:pic>
        <p:sp>
          <p:nvSpPr>
            <p:cNvPr id="85" name="text_084">
              <a:extLst>
                <a:ext uri="{FF2B5EF4-FFF2-40B4-BE49-F238E27FC236}">
                  <ns2:creationId id="{334B6269-84CF-4775-A9C7-B8C3666D44A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800350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  <p:sp>
          <p:nvSpPr>
            <p:cNvPr id="86" name="text_085">
              <a:extLst>
                <a:ext uri="{FF2B5EF4-FFF2-40B4-BE49-F238E27FC236}">
                  <ns2:creationId id="{3BF83601-717C-428E-9BCF-E600587487C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738563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7" name="text_086">
              <a:extLst>
                <a:ext uri="{FF2B5EF4-FFF2-40B4-BE49-F238E27FC236}">
                  <ns2:creationId id="{2CF756E5-D23A-4313-B2CE-C439DAD3F1A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676775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88" name="text_087">
              <a:extLst>
                <a:ext uri="{FF2B5EF4-FFF2-40B4-BE49-F238E27FC236}">
                  <ns2:creationId id="{FCBB67AF-8754-4C74-BD56-A7E1352CE56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62275" y="6886575"/>
              <a:ext cx="18764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(bohr)</a:t>
              </a:r>
            </a:p>
          </p:txBody>
        </p:sp>
        <p:sp>
          <p:nvSpPr>
            <p:cNvPr id="89" name="text_088">
              <a:extLst>
                <a:ext uri="{FF2B5EF4-FFF2-40B4-BE49-F238E27FC236}">
                  <ns2:creationId id="{A3DA1548-AEF2-4FB5-99AB-0E42CF0754B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67350" y="4457700"/>
              <a:ext cx="18764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z = 0 bohr</a:t>
              </a:r>
            </a:p>
          </p:txBody>
        </p:sp>
        <p:pic>
          <p:nvPicPr>
            <p:cNvPr id="90" name="">
              <a:extLst>
                <a:ext uri="{FF2B5EF4-FFF2-40B4-BE49-F238E27FC236}">
                  <ns2:creationId id="{C01DE0F1-0CBB-4226-93FE-A055C36A7253}"/>
                </a:ext>
              </a:extLst>
            </p:cNvPr>
            <p:cNvPicPr>
              <a:picLocks noChangeAspect="1"/>
            </p:cNvPicPr>
            <p:nvPr/>
          </p:nvPicPr>
          <p:blipFill>
            <a:blip r:embed="R355e38ca7c6b4f69"/>
            <a:stretch/>
          </p:blipFill>
          <p:spPr>
            <a:xfrm>
              <a:off x="5467350" y="4752975"/>
              <a:ext cx="1876425" cy="1876425"/>
            </a:xfrm>
            <a:prstGeom prst="rect">
              <a:avLst/>
            </a:prstGeom>
          </p:spPr>
        </p:pic>
        <p:sp>
          <p:nvSpPr>
            <p:cNvPr id="91" name="text_090">
              <a:extLst>
                <a:ext uri="{FF2B5EF4-FFF2-40B4-BE49-F238E27FC236}">
                  <ns2:creationId id="{01826D8A-C52B-4B61-886C-FE1758CFDC0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305425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  <p:sp>
          <p:nvSpPr>
            <p:cNvPr id="92" name="text_091">
              <a:extLst>
                <a:ext uri="{FF2B5EF4-FFF2-40B4-BE49-F238E27FC236}">
                  <ns2:creationId id="{826410EA-35F1-4D04-BFC9-EE171F068A8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243638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93" name="text_092">
              <a:extLst>
                <a:ext uri="{FF2B5EF4-FFF2-40B4-BE49-F238E27FC236}">
                  <ns2:creationId id="{C462C3BD-343E-452D-B4B0-00007E7F404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181850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94" name="text_093">
              <a:extLst>
                <a:ext uri="{FF2B5EF4-FFF2-40B4-BE49-F238E27FC236}">
                  <ns2:creationId id="{3D4F58BE-5E77-4D7B-87F5-0EE85CAB341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67350" y="6886575"/>
              <a:ext cx="18764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(bohr)</a:t>
              </a:r>
            </a:p>
          </p:txBody>
        </p:sp>
        <p:sp>
          <p:nvSpPr>
            <p:cNvPr id="95" name="text_094">
              <a:extLst>
                <a:ext uri="{FF2B5EF4-FFF2-40B4-BE49-F238E27FC236}">
                  <ns2:creationId id="{23AC7531-BA6B-43A9-881C-131C1C4B7FC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972425" y="4457700"/>
              <a:ext cx="18764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z = 1 bohr</a:t>
              </a:r>
            </a:p>
          </p:txBody>
        </p:sp>
        <p:pic>
          <p:nvPicPr>
            <p:cNvPr id="96" name="">
              <a:extLst>
                <a:ext uri="{FF2B5EF4-FFF2-40B4-BE49-F238E27FC236}">
                  <ns2:creationId id="{E4AD160B-4F2D-4EC8-8502-9D4180E9EAE4}"/>
                </a:ext>
              </a:extLst>
            </p:cNvPr>
            <p:cNvPicPr>
              <a:picLocks noChangeAspect="1"/>
            </p:cNvPicPr>
            <p:nvPr/>
          </p:nvPicPr>
          <p:blipFill>
            <a:blip r:embed="R010b6224ce034ffe"/>
            <a:stretch/>
          </p:blipFill>
          <p:spPr>
            <a:xfrm>
              <a:off x="7972425" y="4752975"/>
              <a:ext cx="1876425" cy="1876425"/>
            </a:xfrm>
            <a:prstGeom prst="rect">
              <a:avLst/>
            </a:prstGeom>
          </p:spPr>
        </p:pic>
        <p:sp>
          <p:nvSpPr>
            <p:cNvPr id="97" name="text_096">
              <a:extLst>
                <a:ext uri="{FF2B5EF4-FFF2-40B4-BE49-F238E27FC236}">
                  <ns2:creationId id="{6DB767D0-9A2D-4E6B-AB0D-5CFCB8CA1F4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810500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  <p:sp>
          <p:nvSpPr>
            <p:cNvPr id="98" name="text_097">
              <a:extLst>
                <a:ext uri="{FF2B5EF4-FFF2-40B4-BE49-F238E27FC236}">
                  <ns2:creationId id="{E7E92782-63E4-4D5B-9AF5-B842FB5024C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748713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99" name="text_098">
              <a:extLst>
                <a:ext uri="{FF2B5EF4-FFF2-40B4-BE49-F238E27FC236}">
                  <ns2:creationId id="{93A79F1F-1D43-42C3-B7F3-14521AEC929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686925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0" name="text_099">
              <a:extLst>
                <a:ext uri="{FF2B5EF4-FFF2-40B4-BE49-F238E27FC236}">
                  <ns2:creationId id="{12391E8F-B74F-4439-BA06-4B28410F66F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972425" y="6886575"/>
              <a:ext cx="18764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(bohr)</a:t>
              </a:r>
            </a:p>
          </p:txBody>
        </p:sp>
        <p:sp>
          <p:nvSpPr>
            <p:cNvPr id="101" name="text_100">
              <a:extLst>
                <a:ext uri="{FF2B5EF4-FFF2-40B4-BE49-F238E27FC236}">
                  <ns2:creationId id="{65C5D942-1C40-4FF0-AE7A-6E3E69BAB0F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477500" y="4457700"/>
              <a:ext cx="187642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4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z = 2 bohr</a:t>
              </a:r>
            </a:p>
          </p:txBody>
        </p:sp>
        <p:pic>
          <p:nvPicPr>
            <p:cNvPr id="102" name="">
              <a:extLst>
                <a:ext uri="{FF2B5EF4-FFF2-40B4-BE49-F238E27FC236}">
                  <ns2:creationId id="{DF479F64-160E-45E5-9065-7A062DC9D6BC}"/>
                </a:ext>
              </a:extLst>
            </p:cNvPr>
            <p:cNvPicPr>
              <a:picLocks noChangeAspect="1"/>
            </p:cNvPicPr>
            <p:nvPr/>
          </p:nvPicPr>
          <p:blipFill>
            <a:blip r:embed="R0171dcdb745a43db"/>
            <a:stretch/>
          </p:blipFill>
          <p:spPr>
            <a:xfrm>
              <a:off x="10477500" y="4752975"/>
              <a:ext cx="1876425" cy="1876425"/>
            </a:xfrm>
            <a:prstGeom prst="rect">
              <a:avLst/>
            </a:prstGeom>
          </p:spPr>
        </p:pic>
        <p:sp>
          <p:nvSpPr>
            <p:cNvPr id="103" name="text_102">
              <a:extLst>
                <a:ext uri="{FF2B5EF4-FFF2-40B4-BE49-F238E27FC236}">
                  <ns2:creationId id="{694C29AB-5300-41B9-A1DD-15F3BAFEA74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315575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-6</a:t>
              </a:r>
            </a:p>
          </p:txBody>
        </p:sp>
        <p:sp>
          <p:nvSpPr>
            <p:cNvPr id="104" name="text_103">
              <a:extLst>
                <a:ext uri="{FF2B5EF4-FFF2-40B4-BE49-F238E27FC236}">
                  <ns2:creationId id="{314A50BD-D015-4B53-94AF-9E70249DACD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253788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5" name="text_104">
              <a:extLst>
                <a:ext uri="{FF2B5EF4-FFF2-40B4-BE49-F238E27FC236}">
                  <ns2:creationId id="{5B3056A4-BE5D-4A8B-B99C-F60C7342B60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192000" y="6677025"/>
              <a:ext cx="323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6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06" name="text_105">
              <a:extLst>
                <a:ext uri="{FF2B5EF4-FFF2-40B4-BE49-F238E27FC236}">
                  <ns2:creationId id="{D65752C1-29DD-4E85-91E8-C38BAC2AA2A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477500" y="6886575"/>
              <a:ext cx="18764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39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(bohr)</a:t>
              </a:r>
            </a:p>
          </p:txBody>
        </p:sp>
      </p:grpSp>
    </p:spTree>
    <p:extLst>
      <p:ext uri="{BB962C8B-B14F-4D97-AF65-F5344CB8AC3E}">
        <ns4:creationId val="1464075205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41" name="Manuscript Figure 16: Supplement_Dendrogram_Transfer"/>
          <p:cNvGrpSpPr/>
          <p:nvPr/>
        </p:nvGrpSpPr>
        <p:grpSpPr>
          <a:xfrm>
            <a:off x="0" y="1296815"/>
            <a:ext cx="12801600" cy="4206240"/>
            <a:chOff x="0" y="0"/>
            <a:chExt cx="12801600" cy="4206240"/>
          </a:xfrm>
        </p:grpSpPr>
        <p:pic>
          <p:nvPicPr>
            <p:cNvPr id="40" name="">
              <a:extLst>
                <a:ext uri="{FF2B5EF4-FFF2-40B4-BE49-F238E27FC236}">
                  <ns2:creationId id="{BB9110DA-0C49-41C4-99D4-F3F60FFB91B2}"/>
                </a:ext>
              </a:extLst>
            </p:cNvPr>
            <p:cNvPicPr>
              <a:picLocks noChangeAspect="1"/>
            </p:cNvPicPr>
            <p:nvPr/>
          </p:nvPicPr>
          <p:blipFill>
            <a:blip r:embed="Rd681312d74c54f03">
              <a:extLst>
                <a:ext uri="{96DAC541-7B7A-43D3-8B79-37D633B846F1}">
                  <ns4:svgBlip r:embed="R7f248ec14b8a4e22"/>
                </a:ext>
              </a:extLst>
            </a:blip>
            <a:stretch/>
          </p:blipFill>
          <p:spPr>
            <a:xfrm>
              <a:off x="0" y="0"/>
              <a:ext cx="12801600" cy="4206240"/>
            </a:xfrm>
            <a:prstGeom prst="rect">
              <a:avLst/>
            </a:prstGeom>
          </p:spPr>
        </p:pic>
        <p:sp>
          <p:nvSpPr>
            <p:cNvPr id="2" name="Unified label: 0">
              <a:extLst>
                <a:ext uri="{FF2B5EF4-FFF2-40B4-BE49-F238E27FC236}">
                  <ns2:creationId id="{D73252A6-3C05-4FB4-BC07-60885096492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23525" y="3646901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" name="Unified label: 5">
              <a:extLst>
                <a:ext uri="{FF2B5EF4-FFF2-40B4-BE49-F238E27FC236}">
                  <ns2:creationId id="{D78B4A5D-7140-4766-A42F-54ED939B712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600103" y="3646901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4" name="Unified label: 10">
              <a:extLst>
                <a:ext uri="{FF2B5EF4-FFF2-40B4-BE49-F238E27FC236}">
                  <ns2:creationId id="{8BCFF709-4203-40DE-9BA3-7F2656F0899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224095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5" name="Unified label: 15">
              <a:extLst>
                <a:ext uri="{FF2B5EF4-FFF2-40B4-BE49-F238E27FC236}">
                  <ns2:creationId id="{EC0F3DC1-9F5F-4064-B737-E043AF9C266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900673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6" name="Unified label: 20">
              <a:extLst>
                <a:ext uri="{FF2B5EF4-FFF2-40B4-BE49-F238E27FC236}">
                  <ns2:creationId id="{CBD8B712-D604-4A15-9529-E5B1A66A90F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577251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7" name="Unified label: 25">
              <a:extLst>
                <a:ext uri="{FF2B5EF4-FFF2-40B4-BE49-F238E27FC236}">
                  <ns2:creationId id="{76F42311-3891-417E-A79D-68DA9D2B2D1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253828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8" name="Unified label: time step (2 days)">
              <a:extLst>
                <a:ext uri="{FF2B5EF4-FFF2-40B4-BE49-F238E27FC236}">
                  <ns2:creationId id="{163FCB5B-A3B9-4939-B892-1B9B8D348E4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088474" y="3907057"/>
              <a:ext cx="1728216" cy="2489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step (2 days)</a:t>
              </a:r>
            </a:p>
          </p:txBody>
        </p:sp>
        <p:sp>
          <p:nvSpPr>
            <p:cNvPr id="9" name="Unified label: 0">
              <a:extLst>
                <a:ext uri="{FF2B5EF4-FFF2-40B4-BE49-F238E27FC236}">
                  <ns2:creationId id="{F16D3B17-9419-4A5F-99FD-F1E21927C41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50881" y="3425494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" name="Unified label: 200">
              <a:extLst>
                <a:ext uri="{FF2B5EF4-FFF2-40B4-BE49-F238E27FC236}">
                  <ns2:creationId id="{63A525E2-8EBD-4F02-8DB3-A9B38944159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0537" y="2810387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1" name="Unified label: 400">
              <a:extLst>
                <a:ext uri="{FF2B5EF4-FFF2-40B4-BE49-F238E27FC236}">
                  <ns2:creationId id="{D5CEA527-44EA-41D7-9368-97AB6E2C9F1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0537" y="2195279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400</a:t>
              </a:r>
            </a:p>
          </p:txBody>
        </p:sp>
        <p:sp>
          <p:nvSpPr>
            <p:cNvPr id="12" name="Unified label: 600">
              <a:extLst>
                <a:ext uri="{FF2B5EF4-FFF2-40B4-BE49-F238E27FC236}">
                  <ns2:creationId id="{D7D66F17-6E4F-46B8-9258-35D90A4AD4BB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0537" y="1580172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600</a:t>
              </a:r>
            </a:p>
          </p:txBody>
        </p:sp>
        <p:sp>
          <p:nvSpPr>
            <p:cNvPr id="13" name="Unified label: 800">
              <a:extLst>
                <a:ext uri="{FF2B5EF4-FFF2-40B4-BE49-F238E27FC236}">
                  <ns2:creationId id="{B8AD9283-CECD-4488-A6E0-68CDBD3D37E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0537" y="965065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800</a:t>
              </a:r>
            </a:p>
          </p:txBody>
        </p:sp>
        <p:sp>
          <p:nvSpPr>
            <p:cNvPr id="14" name="Unified label: 1000">
              <a:extLst>
                <a:ext uri="{FF2B5EF4-FFF2-40B4-BE49-F238E27FC236}">
                  <ns2:creationId id="{B5503DBC-89DD-4E96-BEC5-7D79DC0397D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5365" y="349957"/>
              <a:ext cx="44858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1000</a:t>
              </a:r>
            </a:p>
          </p:txBody>
        </p:sp>
        <p:sp>
          <p:nvSpPr>
            <p:cNvPr id="15" name="Unified label: row (10-km cell)">
              <a:extLst>
                <a:ext uri="{FF2B5EF4-FFF2-40B4-BE49-F238E27FC236}">
                  <ns2:creationId id="{286282ED-DA53-487A-A476-6489FB70D3CC}"/>
                </a:ext>
              </a:extLst>
            </p:cNvPr>
            <p:cNvSpPr>
              <a:spLocks noGrp="1"/>
            </p:cNvSpPr>
            <p:nvPr/>
          </p:nvSpPr>
          <p:spPr>
            <a:xfrm rot="16200000">
              <a:off x="-618560" y="1833509"/>
              <a:ext cx="1536192" cy="2489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row (10-km cell)</a:t>
              </a:r>
            </a:p>
          </p:txBody>
        </p:sp>
        <p:sp>
          <p:nvSpPr>
            <p:cNvPr id="16" name="Unified label: (a) Hierarchy-consistent order">
              <a:extLst>
                <a:ext uri="{FF2B5EF4-FFF2-40B4-BE49-F238E27FC236}">
                  <ns2:creationId id="{9C441CE6-AB8C-491E-A8A9-6158E4B5146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48019" y="22342"/>
              <a:ext cx="4606561" cy="284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Hierarchy-consistent order</a:t>
              </a:r>
            </a:p>
          </p:txBody>
        </p:sp>
        <p:sp>
          <p:nvSpPr>
            <p:cNvPr id="17" name="Unified label: 0">
              <a:extLst>
                <a:ext uri="{FF2B5EF4-FFF2-40B4-BE49-F238E27FC236}">
                  <ns2:creationId id="{9B887DAD-8DEC-4ACF-B220-61DEE3075F3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120332" y="3646901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8" name="Unified label: 50">
              <a:extLst>
                <a:ext uri="{FF2B5EF4-FFF2-40B4-BE49-F238E27FC236}">
                  <ns2:creationId id="{4359F761-C784-461E-8885-19A703D7412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625923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19" name="Unified label: 100">
              <a:extLst>
                <a:ext uri="{FF2B5EF4-FFF2-40B4-BE49-F238E27FC236}">
                  <ns2:creationId id="{7425A136-F727-4563-8B8E-CE3AB66909A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131514" y="3646901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20" name="Unified label: displacement (%)">
              <a:extLst>
                <a:ext uri="{FF2B5EF4-FFF2-40B4-BE49-F238E27FC236}">
                  <ns2:creationId id="{07446C5A-1913-4A25-9FB5-4785A2C49A6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949648" y="3907057"/>
              <a:ext cx="1591082" cy="2489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displacement (%)</a:t>
              </a:r>
            </a:p>
          </p:txBody>
        </p:sp>
        <p:sp>
          <p:nvSpPr>
            <p:cNvPr id="21" name="Unified label: τ*">
              <a:extLst>
                <a:ext uri="{FF2B5EF4-FFF2-40B4-BE49-F238E27FC236}">
                  <ns2:creationId id="{D6C15AD5-692A-4AFD-933D-9CB9EE57B8E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912082" y="3145814"/>
              <a:ext cx="216215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τ*</a:t>
              </a:r>
            </a:p>
          </p:txBody>
        </p:sp>
        <p:sp>
          <p:nvSpPr>
            <p:cNvPr id="22" name="Unified label: 0">
              <a:extLst>
                <a:ext uri="{FF2B5EF4-FFF2-40B4-BE49-F238E27FC236}">
                  <ns2:creationId id="{11011B07-042E-4FB2-A2CE-2796DDA7CF6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187602" y="3646901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3" name="Unified label: 5">
              <a:extLst>
                <a:ext uri="{FF2B5EF4-FFF2-40B4-BE49-F238E27FC236}">
                  <ns2:creationId id="{D83E115A-4CA0-46EF-A0BA-7245E226329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864179" y="3646901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4" name="Unified label: 10">
              <a:extLst>
                <a:ext uri="{FF2B5EF4-FFF2-40B4-BE49-F238E27FC236}">
                  <ns2:creationId id="{D8C499BF-FA38-4CFB-9AE2-CA88C51ADAE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488171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25" name="Unified label: 15">
              <a:extLst>
                <a:ext uri="{FF2B5EF4-FFF2-40B4-BE49-F238E27FC236}">
                  <ns2:creationId id="{AFCA0EB5-6862-4A74-B592-44EB6E695C1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164749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26" name="Unified label: 20">
              <a:extLst>
                <a:ext uri="{FF2B5EF4-FFF2-40B4-BE49-F238E27FC236}">
                  <ns2:creationId id="{F42FD48F-E2ED-4F70-A450-42FD011E8D4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841327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27" name="Unified label: 25">
              <a:extLst>
                <a:ext uri="{FF2B5EF4-FFF2-40B4-BE49-F238E27FC236}">
                  <ns2:creationId id="{9C24D5A3-C161-4DFE-B01C-CC176594EE5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517905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28" name="Unified label: time step (2 days)">
              <a:extLst>
                <a:ext uri="{FF2B5EF4-FFF2-40B4-BE49-F238E27FC236}">
                  <ns2:creationId id="{EB4A93FC-2E96-460B-B29B-8096C2661D9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352551" y="3907057"/>
              <a:ext cx="1728216" cy="2489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step (2 days)</a:t>
              </a:r>
            </a:p>
          </p:txBody>
        </p:sp>
        <p:sp>
          <p:nvSpPr>
            <p:cNvPr id="29" name="Unified label: 0">
              <a:extLst>
                <a:ext uri="{FF2B5EF4-FFF2-40B4-BE49-F238E27FC236}">
                  <ns2:creationId id="{A5BCAE6C-ABBA-4850-895C-FD8F3E822A4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14958" y="3425494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0" name="Unified label: 200">
              <a:extLst>
                <a:ext uri="{FF2B5EF4-FFF2-40B4-BE49-F238E27FC236}">
                  <ns2:creationId id="{0D73DEB9-35AE-4F0F-BE9B-46B567B54E3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04614" y="2810387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31" name="Unified label: 400">
              <a:extLst>
                <a:ext uri="{FF2B5EF4-FFF2-40B4-BE49-F238E27FC236}">
                  <ns2:creationId id="{A5E91BD8-EE84-4E3D-8EF7-95532F27B91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04614" y="2195279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400</a:t>
              </a:r>
            </a:p>
          </p:txBody>
        </p:sp>
        <p:sp>
          <p:nvSpPr>
            <p:cNvPr id="32" name="Unified label: 600">
              <a:extLst>
                <a:ext uri="{FF2B5EF4-FFF2-40B4-BE49-F238E27FC236}">
                  <ns2:creationId id="{085B14D7-D5C5-484E-8520-317FCDDF96A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04614" y="1580172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600</a:t>
              </a:r>
            </a:p>
          </p:txBody>
        </p:sp>
        <p:sp>
          <p:nvSpPr>
            <p:cNvPr id="33" name="Unified label: 800">
              <a:extLst>
                <a:ext uri="{FF2B5EF4-FFF2-40B4-BE49-F238E27FC236}">
                  <ns2:creationId id="{0ED06234-040C-4318-87E0-27E69BC3D58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04614" y="965065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800</a:t>
              </a:r>
            </a:p>
          </p:txBody>
        </p:sp>
        <p:sp>
          <p:nvSpPr>
            <p:cNvPr id="34" name="Unified label: 1000">
              <a:extLst>
                <a:ext uri="{FF2B5EF4-FFF2-40B4-BE49-F238E27FC236}">
                  <ns2:creationId id="{8BFCAD3B-587B-463A-A955-B1CEAE5952D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599442" y="349957"/>
              <a:ext cx="448590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1000</a:t>
              </a:r>
            </a:p>
          </p:txBody>
        </p:sp>
        <p:sp>
          <p:nvSpPr>
            <p:cNvPr id="35" name="Unified label: (b) Geographic reference order">
              <a:extLst>
                <a:ext uri="{FF2B5EF4-FFF2-40B4-BE49-F238E27FC236}">
                  <ns2:creationId id="{2A04739A-F465-4BF4-8F2D-CB319E82489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39282" y="22342"/>
              <a:ext cx="4552537" cy="284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6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Geographic reference order</a:t>
              </a:r>
            </a:p>
          </p:txBody>
        </p:sp>
        <p:sp>
          <p:nvSpPr>
            <p:cNvPr id="36" name="Unified label: 0">
              <a:extLst>
                <a:ext uri="{FF2B5EF4-FFF2-40B4-BE49-F238E27FC236}">
                  <ns2:creationId id="{D0BF3392-A0EE-4BB4-849C-C4FC135718F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384409" y="3646901"/>
              <a:ext cx="133579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7" name="Unified label: 50">
              <a:extLst>
                <a:ext uri="{FF2B5EF4-FFF2-40B4-BE49-F238E27FC236}">
                  <ns2:creationId id="{4CEB58C6-35E9-4283-9A2B-CA639611210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890000" y="3646901"/>
              <a:ext cx="238582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50</a:t>
              </a:r>
            </a:p>
          </p:txBody>
        </p:sp>
        <p:sp>
          <p:nvSpPr>
            <p:cNvPr id="38" name="Unified label: 100">
              <a:extLst>
                <a:ext uri="{FF2B5EF4-FFF2-40B4-BE49-F238E27FC236}">
                  <ns2:creationId id="{88B44D12-A30E-4492-BE2D-EBDCCF5F43E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2395591" y="3646901"/>
              <a:ext cx="343586" cy="2311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100</a:t>
              </a:r>
            </a:p>
          </p:txBody>
        </p:sp>
        <p:sp>
          <p:nvSpPr>
            <p:cNvPr id="39" name="Unified label: displacement (%)">
              <a:extLst>
                <a:ext uri="{FF2B5EF4-FFF2-40B4-BE49-F238E27FC236}">
                  <ns2:creationId id="{85F6EE22-AAC5-4A76-BA97-140FF57478A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210518" y="3907057"/>
              <a:ext cx="1591082" cy="2489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displacement (%)</a:t>
              </a:r>
            </a:p>
          </p:txBody>
        </p:sp>
      </p:grpSp>
    </p:spTree>
    <p:extLst>
      <p:ext uri="{BB962C8B-B14F-4D97-AF65-F5344CB8AC3E}">
        <ns5:creationId val="1669204819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0064" name="Manuscript Figure 17: Supplement_Tangaroa_Comparison"/>
          <p:cNvGrpSpPr/>
          <p:nvPr/>
        </p:nvGrpSpPr>
        <p:grpSpPr>
          <a:xfrm>
            <a:off x="0" y="399560"/>
            <a:ext cx="12801600" cy="6000750"/>
            <a:chOff x="0" y="0"/>
            <a:chExt cx="12801600" cy="6000750"/>
          </a:xfrm>
        </p:grpSpPr>
        <p:sp>
          <p:nvSpPr>
            <p:cNvPr id="2" name="text_001">
              <a:extLst>
                <a:ext uri="{FF2B5EF4-FFF2-40B4-BE49-F238E27FC236}">
                  <ns2:creationId id="{C838C582-4158-4C61-BEE3-488CA74B6602}"/>
                </a:ext>
              </a:extLst>
            </p:cNvPr>
            <p:cNvSpPr>
              <a:spLocks noGrp="1"/>
            </p:cNvSpPr>
            <p:nvPr/>
          </p:nvSpPr>
          <p:spPr>
            <a:xfrm>
              <a:off x="1438275" y="85725"/>
              <a:ext cx="619125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Full sequence (201 frames); vertical guide: f140</a:t>
              </a:r>
            </a:p>
          </p:txBody>
        </p:sp>
        <p:sp>
          <p:nvSpPr>
            <p:cNvPr id="3" name="text_002">
              <a:extLst>
                <a:ext uri="{FF2B5EF4-FFF2-40B4-BE49-F238E27FC236}">
                  <ns2:creationId id="{76D55AC2-15E8-4673-B1AA-20147DEE7D7A}"/>
                </a:ext>
              </a:extLst>
            </p:cNvPr>
            <p:cNvSpPr>
              <a:spLocks noGrp="1"/>
            </p:cNvSpPr>
            <p:nvPr/>
          </p:nvSpPr>
          <p:spPr>
            <a:xfrm>
              <a:off x="8372475" y="85725"/>
              <a:ext cx="4381500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Local window: exact anchors</a:t>
              </a:r>
            </a:p>
          </p:txBody>
        </p:sp>
        <p:sp>
          <p:nvSpPr>
            <p:cNvPr id="4" name="text_003">
              <a:extLst>
                <a:ext uri="{FF2B5EF4-FFF2-40B4-BE49-F238E27FC236}">
                  <ns2:creationId id="{516E3921-E190-4E9B-A1C4-7E11058A9A78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504825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TMTM</a:t>
              </a:r>
            </a:p>
          </p:txBody>
        </p:sp>
        <p:pic>
          <p:nvPicPr>
            <p:cNvPr id="6" name="">
              <a:extLst>
                <a:ext uri="{FF2B5EF4-FFF2-40B4-BE49-F238E27FC236}">
                  <ns2:creationId id="{70DF447C-DB1C-4DC2-A89D-E477CE3D7305}"/>
                </a:ext>
              </a:extLst>
            </p:cNvPr>
            <p:cNvPicPr>
              <a:picLocks noChangeAspect="1"/>
            </p:cNvPicPr>
            <p:nvPr/>
          </p:nvPicPr>
          <p:blipFill>
            <a:blip r:embed="R88c82fee6b904343"/>
            <a:stretch/>
          </p:blipFill>
          <p:spPr>
            <a:xfrm>
              <a:off x="1457325" y="457200"/>
              <a:ext cx="5886450" cy="895350"/>
            </a:xfrm>
            <a:prstGeom prst="rect">
              <a:avLst/>
            </a:prstGeom>
          </p:spPr>
        </p:pic>
        <p:sp>
          <p:nvSpPr>
            <p:cNvPr id="7" name="line_006">
              <a:extLst>
                <a:ext uri="{FF2B5EF4-FFF2-40B4-BE49-F238E27FC236}">
                  <ns2:creationId id="{4D75B34B-DD7D-437F-A807-5A37DF1CEFD1}"/>
                </a:ext>
              </a:extLst>
            </p:cNvPr>
            <p:cNvSpPr>
              <a:spLocks noGrp="1"/>
            </p:cNvSpPr>
            <p:nvPr/>
          </p:nvSpPr>
          <p:spPr>
            <a:xfrm>
              <a:off x="5571983" y="457200"/>
              <a:ext cx="95" cy="895350"/>
            </a:xfrm>
            <a:custGeom>
              <a:pathLst>
                <a:path w="9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8" name="rect_007">
              <a:extLst>
                <a:ext uri="{FF2B5EF4-FFF2-40B4-BE49-F238E27FC236}">
                  <ns2:creationId id="{2E58F4E5-19A8-4090-87AB-3DD7B6670C9E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457200"/>
              <a:ext cx="5886450" cy="8953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9" name="text_008">
              <a:extLst>
                <a:ext uri="{FF2B5EF4-FFF2-40B4-BE49-F238E27FC236}">
                  <ns2:creationId id="{DE6DF1B7-50BC-44CC-9CD8-B8A7808C7F2C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2573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" name="text_009">
              <a:extLst>
                <a:ext uri="{FF2B5EF4-FFF2-40B4-BE49-F238E27FC236}">
                  <ns2:creationId id="{EDE14FE8-0848-4605-AAA6-351C4138195E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619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text_010">
              <a:extLst>
                <a:ext uri="{FF2B5EF4-FFF2-40B4-BE49-F238E27FC236}">
                  <ns2:creationId id="{C93E34F0-2B64-4DB3-9567-25788C88A40A}"/>
                </a:ext>
              </a:extLst>
            </p:cNvPr>
            <p:cNvSpPr>
              <a:spLocks noGrp="1"/>
            </p:cNvSpPr>
            <p:nvPr/>
          </p:nvSpPr>
          <p:spPr>
            <a:xfrm>
              <a:off x="1281468" y="13811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2" name="text_011">
              <a:extLst>
                <a:ext uri="{FF2B5EF4-FFF2-40B4-BE49-F238E27FC236}">
                  <ns2:creationId id="{BD4B0A5E-03A0-43E6-BC66-5481F6E6380B}"/>
                </a:ext>
              </a:extLst>
            </p:cNvPr>
            <p:cNvSpPr>
              <a:spLocks noGrp="1"/>
            </p:cNvSpPr>
            <p:nvPr/>
          </p:nvSpPr>
          <p:spPr>
            <a:xfrm>
              <a:off x="7138632" y="13811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13" name="tangaroa_TMTM_432_exact_anchor">
              <a:extLst>
                <a:ext uri="{FF2B5EF4-FFF2-40B4-BE49-F238E27FC236}">
                  <ns2:creationId id="{DA721165-B3F2-4CB1-BA50-41CA33B25DBB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85994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4" name="tangaroa_TMTM_462_exact_anchor">
              <a:extLst>
                <a:ext uri="{FF2B5EF4-FFF2-40B4-BE49-F238E27FC236}">
                  <ns2:creationId id="{4AF4B714-5E47-488E-83FC-4110842C6626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840473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5" name="tangaroa_TMTM_388_exact_anchor">
              <a:extLst>
                <a:ext uri="{FF2B5EF4-FFF2-40B4-BE49-F238E27FC236}">
                  <ns2:creationId id="{99D858D6-E9B5-4126-8427-322F57E1D49A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89734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16" name="">
              <a:extLst>
                <a:ext uri="{FF2B5EF4-FFF2-40B4-BE49-F238E27FC236}">
                  <ns2:creationId id="{A5E1549E-28D3-4B88-8EB0-1C3603E8F8B1}"/>
                </a:ext>
              </a:extLst>
            </p:cNvPr>
            <p:cNvPicPr>
              <a:picLocks noChangeAspect="1"/>
            </p:cNvPicPr>
            <p:nvPr/>
          </p:nvPicPr>
          <p:blipFill>
            <a:blip r:embed="Ref728bb9d1b34a1e"/>
            <a:stretch/>
          </p:blipFill>
          <p:spPr>
            <a:xfrm>
              <a:off x="8439150" y="457200"/>
              <a:ext cx="3771900" cy="895350"/>
            </a:xfrm>
            <a:prstGeom prst="rect">
              <a:avLst/>
            </a:prstGeom>
          </p:spPr>
        </p:pic>
        <p:sp>
          <p:nvSpPr>
            <p:cNvPr id="17" name="line_016">
              <a:extLst>
                <a:ext uri="{FF2B5EF4-FFF2-40B4-BE49-F238E27FC236}">
                  <ns2:creationId id="{4867318D-944F-4C8A-BF6B-307DA64B0240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457200"/>
              <a:ext cx="95" cy="895350"/>
            </a:xfrm>
            <a:custGeom>
              <a:pathLst>
                <a:path w="9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18" name="rect_017">
              <a:extLst>
                <a:ext uri="{FF2B5EF4-FFF2-40B4-BE49-F238E27FC236}">
                  <ns2:creationId id="{4E63A6EA-C530-4834-B333-D6840D999883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457200"/>
              <a:ext cx="3771900" cy="8953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19" name="text_018">
              <a:extLst>
                <a:ext uri="{FF2B5EF4-FFF2-40B4-BE49-F238E27FC236}">
                  <ns2:creationId id="{FF7F820F-1718-4667-957E-4A1E1949A407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2573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0.41</a:t>
              </a:r>
            </a:p>
          </p:txBody>
        </p:sp>
        <p:sp>
          <p:nvSpPr>
            <p:cNvPr id="20" name="text_019">
              <a:extLst>
                <a:ext uri="{FF2B5EF4-FFF2-40B4-BE49-F238E27FC236}">
                  <ns2:creationId id="{E0276A6C-8887-427F-98E6-4727DC6C9880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619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0.58</a:t>
              </a:r>
            </a:p>
          </p:txBody>
        </p:sp>
        <p:sp>
          <p:nvSpPr>
            <p:cNvPr id="21" name="text_020">
              <a:extLst>
                <a:ext uri="{FF2B5EF4-FFF2-40B4-BE49-F238E27FC236}">
                  <ns2:creationId id="{B5EC9B1A-83DD-4E97-82EF-6BB2DA1F2A84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13811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135</a:t>
              </a:r>
            </a:p>
          </p:txBody>
        </p:sp>
        <p:sp>
          <p:nvSpPr>
            <p:cNvPr id="22" name="text_021">
              <a:extLst>
                <a:ext uri="{FF2B5EF4-FFF2-40B4-BE49-F238E27FC236}">
                  <ns2:creationId id="{A471CCDC-7DF0-42FF-8A62-93D8B7B3226B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138112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145</a:t>
              </a:r>
            </a:p>
          </p:txBody>
        </p:sp>
        <p:sp>
          <p:nvSpPr>
            <p:cNvPr id="23" name="path_022">
              <a:extLst>
                <a:ext uri="{FF2B5EF4-FFF2-40B4-BE49-F238E27FC236}">
                  <ns2:creationId id="{FEDCF04B-AB24-4D8E-B73C-746A34349F27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841498"/>
              <a:ext cx="3429000" cy="31440"/>
            </a:xfrm>
            <a:custGeom>
              <a:pathLst>
                <a:path w="3429000" h="31440">
                  <a:moveTo>
                    <a:pt x="0" y="0"/>
                  </a:moveTo>
                  <a:lnTo>
                    <a:pt x="342900" y="3499"/>
                  </a:lnTo>
                  <a:lnTo>
                    <a:pt x="685800" y="6430"/>
                  </a:lnTo>
                  <a:lnTo>
                    <a:pt x="1028700" y="7866"/>
                  </a:lnTo>
                  <a:lnTo>
                    <a:pt x="1371600" y="8557"/>
                  </a:lnTo>
                  <a:lnTo>
                    <a:pt x="1714500" y="8788"/>
                  </a:lnTo>
                  <a:lnTo>
                    <a:pt x="2057400" y="11818"/>
                  </a:lnTo>
                  <a:lnTo>
                    <a:pt x="2400300" y="18260"/>
                  </a:lnTo>
                  <a:lnTo>
                    <a:pt x="2743200" y="21455"/>
                  </a:lnTo>
                  <a:lnTo>
                    <a:pt x="3086100" y="25382"/>
                  </a:lnTo>
                  <a:lnTo>
                    <a:pt x="3429000" y="3144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24" name="tangaroa_TMTM_track_432_trace">
              <a:extLst>
                <a:ext uri="{FF2B5EF4-FFF2-40B4-BE49-F238E27FC236}">
                  <ns2:creationId id="{38CB5099-7563-413D-8AFB-202F75D05233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841498"/>
              <a:ext cx="3429000" cy="31440"/>
            </a:xfrm>
            <a:custGeom>
              <a:pathLst>
                <a:path w="3429000" h="31440">
                  <a:moveTo>
                    <a:pt x="0" y="0"/>
                  </a:moveTo>
                  <a:lnTo>
                    <a:pt x="342900" y="3499"/>
                  </a:lnTo>
                  <a:lnTo>
                    <a:pt x="685800" y="6430"/>
                  </a:lnTo>
                  <a:lnTo>
                    <a:pt x="1028700" y="7866"/>
                  </a:lnTo>
                  <a:lnTo>
                    <a:pt x="1371600" y="8557"/>
                  </a:lnTo>
                  <a:lnTo>
                    <a:pt x="1714500" y="8788"/>
                  </a:lnTo>
                  <a:lnTo>
                    <a:pt x="2057400" y="11818"/>
                  </a:lnTo>
                  <a:lnTo>
                    <a:pt x="2400300" y="18260"/>
                  </a:lnTo>
                  <a:lnTo>
                    <a:pt x="2743200" y="21455"/>
                  </a:lnTo>
                  <a:lnTo>
                    <a:pt x="3086100" y="25382"/>
                  </a:lnTo>
                  <a:lnTo>
                    <a:pt x="3429000" y="31440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25" name="tangaroa_TMTM_432_exact_anchor">
              <a:extLst>
                <a:ext uri="{FF2B5EF4-FFF2-40B4-BE49-F238E27FC236}">
                  <ns2:creationId id="{3CB2B8D7-CA36-4C85-952A-57A3C28FC4E6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812185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26" name="line_025">
              <a:extLst>
                <a:ext uri="{FF2B5EF4-FFF2-40B4-BE49-F238E27FC236}">
                  <ns2:creationId id="{DFF0231B-A013-482D-886F-1AC9F5EFFFCA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600075"/>
              <a:ext cx="1943100" cy="250210"/>
            </a:xfrm>
            <a:custGeom>
              <a:pathLst>
                <a:path w="1943100" h="250210">
                  <a:moveTo>
                    <a:pt x="0" y="250210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27" name="text_026">
              <a:extLst>
                <a:ext uri="{FF2B5EF4-FFF2-40B4-BE49-F238E27FC236}">
                  <ns2:creationId id="{7EFF4D38-1864-4CB4-9B7F-ED20AE9C3DD1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5048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28" name="path_027">
              <a:extLst>
                <a:ext uri="{FF2B5EF4-FFF2-40B4-BE49-F238E27FC236}">
                  <ns2:creationId id="{D45ECC2F-0551-4BBC-AB68-74DE0E9080AA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722263"/>
              <a:ext cx="2057400" cy="17695"/>
            </a:xfrm>
            <a:custGeom>
              <a:pathLst>
                <a:path w="2057400" h="17695">
                  <a:moveTo>
                    <a:pt x="0" y="0"/>
                  </a:moveTo>
                  <a:lnTo>
                    <a:pt x="342900" y="1"/>
                  </a:lnTo>
                  <a:lnTo>
                    <a:pt x="685800" y="1668"/>
                  </a:lnTo>
                  <a:lnTo>
                    <a:pt x="1028700" y="2369"/>
                  </a:lnTo>
                  <a:lnTo>
                    <a:pt x="1371600" y="8584"/>
                  </a:lnTo>
                  <a:lnTo>
                    <a:pt x="1714500" y="12977"/>
                  </a:lnTo>
                  <a:lnTo>
                    <a:pt x="2057400" y="17695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29" name="tangaroa_TMTM_track_462_trace">
              <a:extLst>
                <a:ext uri="{FF2B5EF4-FFF2-40B4-BE49-F238E27FC236}">
                  <ns2:creationId id="{E7877542-0543-4CA7-90EC-CBAA5EBFCA93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722263"/>
              <a:ext cx="2057400" cy="17695"/>
            </a:xfrm>
            <a:custGeom>
              <a:pathLst>
                <a:path w="2057400" h="17695">
                  <a:moveTo>
                    <a:pt x="0" y="0"/>
                  </a:moveTo>
                  <a:lnTo>
                    <a:pt x="342900" y="1"/>
                  </a:lnTo>
                  <a:lnTo>
                    <a:pt x="685800" y="1668"/>
                  </a:lnTo>
                  <a:lnTo>
                    <a:pt x="1028700" y="2369"/>
                  </a:lnTo>
                  <a:lnTo>
                    <a:pt x="1371600" y="8584"/>
                  </a:lnTo>
                  <a:lnTo>
                    <a:pt x="1714500" y="12977"/>
                  </a:lnTo>
                  <a:lnTo>
                    <a:pt x="2057400" y="17695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30" name="tangaroa_TMTM_462_exact_anchor">
              <a:extLst>
                <a:ext uri="{FF2B5EF4-FFF2-40B4-BE49-F238E27FC236}">
                  <ns2:creationId id="{DFBF86A7-7D37-43EA-BA0A-0205D5E1A02A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69714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31" name="line_030">
              <a:extLst>
                <a:ext uri="{FF2B5EF4-FFF2-40B4-BE49-F238E27FC236}">
                  <ns2:creationId id="{F48C9CDC-8D01-4A99-9F83-D723110A2237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735240"/>
              <a:ext cx="1943100" cy="99785"/>
            </a:xfrm>
            <a:custGeom>
              <a:pathLst>
                <a:path w="1943100" h="99785">
                  <a:moveTo>
                    <a:pt x="0" y="0"/>
                  </a:moveTo>
                  <a:lnTo>
                    <a:pt x="1943100" y="99785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32" name="text_031">
              <a:extLst>
                <a:ext uri="{FF2B5EF4-FFF2-40B4-BE49-F238E27FC236}">
                  <ns2:creationId id="{B9632472-D5AB-4D6C-9929-BE5DEA572531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7397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33" name="path_032">
              <a:extLst>
                <a:ext uri="{FF2B5EF4-FFF2-40B4-BE49-F238E27FC236}">
                  <ns2:creationId id="{345B9B8E-9B0F-4B11-AF69-A6734DBDD97C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062876"/>
              <a:ext cx="3429000" cy="24650"/>
            </a:xfrm>
            <a:custGeom>
              <a:pathLst>
                <a:path w="3429000" h="24650">
                  <a:moveTo>
                    <a:pt x="0" y="0"/>
                  </a:moveTo>
                  <a:lnTo>
                    <a:pt x="342900" y="1596"/>
                  </a:lnTo>
                  <a:lnTo>
                    <a:pt x="685800" y="2727"/>
                  </a:lnTo>
                  <a:lnTo>
                    <a:pt x="1028700" y="4854"/>
                  </a:lnTo>
                  <a:lnTo>
                    <a:pt x="1371600" y="6494"/>
                  </a:lnTo>
                  <a:lnTo>
                    <a:pt x="1714500" y="8413"/>
                  </a:lnTo>
                  <a:lnTo>
                    <a:pt x="2057400" y="11391"/>
                  </a:lnTo>
                  <a:lnTo>
                    <a:pt x="2400300" y="14416"/>
                  </a:lnTo>
                  <a:lnTo>
                    <a:pt x="2743200" y="18455"/>
                  </a:lnTo>
                  <a:lnTo>
                    <a:pt x="3086100" y="21530"/>
                  </a:lnTo>
                  <a:lnTo>
                    <a:pt x="3429000" y="2465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4" name="tangaroa_TMTM_track_388_trace">
              <a:extLst>
                <a:ext uri="{FF2B5EF4-FFF2-40B4-BE49-F238E27FC236}">
                  <ns2:creationId id="{62B18332-FB29-4943-ABA5-5FA33A4C970E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062876"/>
              <a:ext cx="3429000" cy="24650"/>
            </a:xfrm>
            <a:custGeom>
              <a:pathLst>
                <a:path w="3429000" h="24650">
                  <a:moveTo>
                    <a:pt x="0" y="0"/>
                  </a:moveTo>
                  <a:lnTo>
                    <a:pt x="342900" y="1596"/>
                  </a:lnTo>
                  <a:lnTo>
                    <a:pt x="685800" y="2727"/>
                  </a:lnTo>
                  <a:lnTo>
                    <a:pt x="1028700" y="4854"/>
                  </a:lnTo>
                  <a:lnTo>
                    <a:pt x="1371600" y="6494"/>
                  </a:lnTo>
                  <a:lnTo>
                    <a:pt x="1714500" y="8413"/>
                  </a:lnTo>
                  <a:lnTo>
                    <a:pt x="2057400" y="11391"/>
                  </a:lnTo>
                  <a:lnTo>
                    <a:pt x="2400300" y="14416"/>
                  </a:lnTo>
                  <a:lnTo>
                    <a:pt x="2743200" y="18455"/>
                  </a:lnTo>
                  <a:lnTo>
                    <a:pt x="3086100" y="21530"/>
                  </a:lnTo>
                  <a:lnTo>
                    <a:pt x="3429000" y="24650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35" name="tangaroa_TMTM_388_exact_anchor">
              <a:extLst>
                <a:ext uri="{FF2B5EF4-FFF2-40B4-BE49-F238E27FC236}">
                  <ns2:creationId id="{A9507767-DB4C-45F5-BB37-4E3525F77F6D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033189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36" name="line_035">
              <a:extLst>
                <a:ext uri="{FF2B5EF4-FFF2-40B4-BE49-F238E27FC236}">
                  <ns2:creationId id="{5593C82B-04EC-4F6E-804F-3AB937DC119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069975"/>
              <a:ext cx="1943100" cy="1314"/>
            </a:xfrm>
            <a:custGeom>
              <a:pathLst>
                <a:path w="1943100" h="1314">
                  <a:moveTo>
                    <a:pt x="0" y="1314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37" name="text_036">
              <a:extLst>
                <a:ext uri="{FF2B5EF4-FFF2-40B4-BE49-F238E27FC236}">
                  <ns2:creationId id="{B824EEDF-B45A-4DAF-901C-297F2D993499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9747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8" name="rect_037">
              <a:extLst>
                <a:ext uri="{FF2B5EF4-FFF2-40B4-BE49-F238E27FC236}">
                  <ns2:creationId id="{CC92EF40-E5C0-4423-971E-59E8C4CAC95D}"/>
                </a:ext>
              </a:extLst>
            </p:cNvPr>
            <p:cNvSpPr>
              <a:spLocks noGrp="1"/>
            </p:cNvSpPr>
            <p:nvPr/>
          </p:nvSpPr>
          <p:spPr>
            <a:xfrm>
              <a:off x="5410911" y="457200"/>
              <a:ext cx="322144" cy="8953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39" name="text_038">
              <a:extLst>
                <a:ext uri="{FF2B5EF4-FFF2-40B4-BE49-F238E27FC236}">
                  <ns2:creationId id="{4C2FB60A-6500-44D7-8A67-BBDE1D5AA4D6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1619250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RG-P</a:t>
              </a:r>
            </a:p>
          </p:txBody>
        </p:sp>
        <p:pic>
          <p:nvPicPr>
            <p:cNvPr id="41" name="">
              <a:extLst>
                <a:ext uri="{FF2B5EF4-FFF2-40B4-BE49-F238E27FC236}">
                  <ns2:creationId id="{8EFCBEAC-999B-4E95-921E-8DD2BC26C84F}"/>
                </a:ext>
              </a:extLst>
            </p:cNvPr>
            <p:cNvPicPr>
              <a:picLocks noChangeAspect="1"/>
            </p:cNvPicPr>
            <p:nvPr/>
          </p:nvPicPr>
          <p:blipFill>
            <a:blip r:embed="R0ba9d93acb0b42af"/>
            <a:stretch/>
          </p:blipFill>
          <p:spPr>
            <a:xfrm>
              <a:off x="1457325" y="1571625"/>
              <a:ext cx="5886450" cy="895350"/>
            </a:xfrm>
            <a:prstGeom prst="rect">
              <a:avLst/>
            </a:prstGeom>
          </p:spPr>
        </p:pic>
        <p:sp>
          <p:nvSpPr>
            <p:cNvPr id="42" name="line_041">
              <a:extLst>
                <a:ext uri="{FF2B5EF4-FFF2-40B4-BE49-F238E27FC236}">
                  <ns2:creationId id="{7A94C20C-E186-4792-A379-DE0D06105892}"/>
                </a:ext>
              </a:extLst>
            </p:cNvPr>
            <p:cNvSpPr>
              <a:spLocks noGrp="1"/>
            </p:cNvSpPr>
            <p:nvPr/>
          </p:nvSpPr>
          <p:spPr>
            <a:xfrm>
              <a:off x="5571983" y="1571625"/>
              <a:ext cx="95" cy="895350"/>
            </a:xfrm>
            <a:custGeom>
              <a:pathLst>
                <a:path w="9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43" name="rect_042">
              <a:extLst>
                <a:ext uri="{FF2B5EF4-FFF2-40B4-BE49-F238E27FC236}">
                  <ns2:creationId id="{B3B4F009-6EF5-4689-85D2-75C0A5C73871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1571625"/>
              <a:ext cx="5886450" cy="8953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44" name="text_043">
              <a:extLst>
                <a:ext uri="{FF2B5EF4-FFF2-40B4-BE49-F238E27FC236}">
                  <ns2:creationId id="{85151FFD-961D-4EBE-8DF2-00B2FE03E8EA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3717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5" name="text_044">
              <a:extLst>
                <a:ext uri="{FF2B5EF4-FFF2-40B4-BE49-F238E27FC236}">
                  <ns2:creationId id="{AEBD4CBB-C149-4717-90A2-C0983FFD48F5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14763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6" name="text_045">
              <a:extLst>
                <a:ext uri="{FF2B5EF4-FFF2-40B4-BE49-F238E27FC236}">
                  <ns2:creationId id="{C494BDAE-E571-476E-BA49-73852E7177F4}"/>
                </a:ext>
              </a:extLst>
            </p:cNvPr>
            <p:cNvSpPr>
              <a:spLocks noGrp="1"/>
            </p:cNvSpPr>
            <p:nvPr/>
          </p:nvSpPr>
          <p:spPr>
            <a:xfrm>
              <a:off x="1281468" y="24955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DD26DAEA-2591-40C0-B381-51F5FCD52472}"/>
                </a:ext>
              </a:extLst>
            </p:cNvPr>
            <p:cNvSpPr>
              <a:spLocks noGrp="1"/>
            </p:cNvSpPr>
            <p:nvPr/>
          </p:nvSpPr>
          <p:spPr>
            <a:xfrm>
              <a:off x="7138632" y="24955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48" name="tangaroa_P_432_exact_anchor">
              <a:extLst>
                <a:ext uri="{FF2B5EF4-FFF2-40B4-BE49-F238E27FC236}">
                  <ns2:creationId id="{9EDDACA9-B57D-4410-9158-04712A00E7E5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211736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49" name="tangaroa_P_462_exact_anchor">
              <a:extLst>
                <a:ext uri="{FF2B5EF4-FFF2-40B4-BE49-F238E27FC236}">
                  <ns2:creationId id="{1E719362-9632-49B7-B8DC-2FC7C5561621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182663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50" name="tangaroa_P_388_exact_anchor">
              <a:extLst>
                <a:ext uri="{FF2B5EF4-FFF2-40B4-BE49-F238E27FC236}">
                  <ns2:creationId id="{E7CCCA47-21B8-4C1E-91CC-86BE29E328C8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1818898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51" name="">
              <a:extLst>
                <a:ext uri="{FF2B5EF4-FFF2-40B4-BE49-F238E27FC236}">
                  <ns2:creationId id="{EADEF27F-3818-44C4-AB22-38B032079D66}"/>
                </a:ext>
              </a:extLst>
            </p:cNvPr>
            <p:cNvPicPr>
              <a:picLocks noChangeAspect="1"/>
            </p:cNvPicPr>
            <p:nvPr/>
          </p:nvPicPr>
          <p:blipFill>
            <a:blip r:embed="R5b6e7a7ac1cf4fc8"/>
            <a:stretch/>
          </p:blipFill>
          <p:spPr>
            <a:xfrm>
              <a:off x="8439150" y="1571625"/>
              <a:ext cx="3771900" cy="895350"/>
            </a:xfrm>
            <a:prstGeom prst="rect">
              <a:avLst/>
            </a:prstGeom>
          </p:spPr>
        </p:pic>
        <p:sp>
          <p:nvSpPr>
            <p:cNvPr id="52" name="line_051">
              <a:extLst>
                <a:ext uri="{FF2B5EF4-FFF2-40B4-BE49-F238E27FC236}">
                  <ns2:creationId id="{91C011F6-2C39-4824-B70A-9636C9D4F415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571625"/>
              <a:ext cx="95" cy="895350"/>
            </a:xfrm>
            <a:custGeom>
              <a:pathLst>
                <a:path w="9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53" name="rect_052">
              <a:extLst>
                <a:ext uri="{FF2B5EF4-FFF2-40B4-BE49-F238E27FC236}">
                  <ns2:creationId id="{A5BA2B30-9DCD-42FB-AB95-EB3F5D945683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1571625"/>
              <a:ext cx="3771900" cy="8953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54" name="text_053">
              <a:extLst>
                <a:ext uri="{FF2B5EF4-FFF2-40B4-BE49-F238E27FC236}">
                  <ns2:creationId id="{A9D285AE-4095-41D5-B9CB-44728F815345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37172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0.24</a:t>
              </a:r>
            </a:p>
          </p:txBody>
        </p:sp>
        <p:sp>
          <p:nvSpPr>
            <p:cNvPr id="55" name="text_054">
              <a:extLst>
                <a:ext uri="{FF2B5EF4-FFF2-40B4-BE49-F238E27FC236}">
                  <ns2:creationId id="{E11EF1F9-A27C-4A1B-A3AD-3648EEE78224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1476375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0.85</a:t>
              </a:r>
            </a:p>
          </p:txBody>
        </p:sp>
        <p:sp>
          <p:nvSpPr>
            <p:cNvPr id="56" name="text_055">
              <a:extLst>
                <a:ext uri="{FF2B5EF4-FFF2-40B4-BE49-F238E27FC236}">
                  <ns2:creationId id="{5B244374-9E8C-41FE-9CDF-BDA8FCD3D595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4955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135</a:t>
              </a:r>
            </a:p>
          </p:txBody>
        </p:sp>
        <p:sp>
          <p:nvSpPr>
            <p:cNvPr id="57" name="text_056">
              <a:extLst>
                <a:ext uri="{FF2B5EF4-FFF2-40B4-BE49-F238E27FC236}">
                  <ns2:creationId id="{9B7FD3DE-914A-4C22-A6DB-0314B62A5D20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24955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145</a:t>
              </a:r>
            </a:p>
          </p:txBody>
        </p:sp>
        <p:sp>
          <p:nvSpPr>
            <p:cNvPr id="58" name="path_057">
              <a:extLst>
                <a:ext uri="{FF2B5EF4-FFF2-40B4-BE49-F238E27FC236}">
                  <ns2:creationId id="{B419904C-23A4-4F5A-BAFD-2F16504FE60B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112995"/>
              <a:ext cx="3429000" cy="200622"/>
            </a:xfrm>
            <a:custGeom>
              <a:pathLst>
                <a:path w="3429000" h="200622">
                  <a:moveTo>
                    <a:pt x="0" y="160606"/>
                  </a:moveTo>
                  <a:lnTo>
                    <a:pt x="342900" y="15009"/>
                  </a:lnTo>
                  <a:lnTo>
                    <a:pt x="685800" y="144309"/>
                  </a:lnTo>
                  <a:lnTo>
                    <a:pt x="1028700" y="187135"/>
                  </a:lnTo>
                  <a:lnTo>
                    <a:pt x="1371600" y="200622"/>
                  </a:lnTo>
                  <a:lnTo>
                    <a:pt x="1714500" y="195123"/>
                  </a:lnTo>
                  <a:lnTo>
                    <a:pt x="2057400" y="196189"/>
                  </a:lnTo>
                  <a:lnTo>
                    <a:pt x="2400300" y="166439"/>
                  </a:lnTo>
                  <a:lnTo>
                    <a:pt x="2743200" y="153052"/>
                  </a:lnTo>
                  <a:lnTo>
                    <a:pt x="3086100" y="0"/>
                  </a:lnTo>
                  <a:lnTo>
                    <a:pt x="3429000" y="46892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59" name="tangaroa_P_track_432_trace">
              <a:extLst>
                <a:ext uri="{FF2B5EF4-FFF2-40B4-BE49-F238E27FC236}">
                  <ns2:creationId id="{78C822EB-C20B-4B80-9C5C-10B98DE3D08C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112995"/>
              <a:ext cx="3429000" cy="200622"/>
            </a:xfrm>
            <a:custGeom>
              <a:pathLst>
                <a:path w="3429000" h="200622">
                  <a:moveTo>
                    <a:pt x="0" y="160606"/>
                  </a:moveTo>
                  <a:lnTo>
                    <a:pt x="342900" y="15009"/>
                  </a:lnTo>
                  <a:lnTo>
                    <a:pt x="685800" y="144309"/>
                  </a:lnTo>
                  <a:lnTo>
                    <a:pt x="1028700" y="187135"/>
                  </a:lnTo>
                  <a:lnTo>
                    <a:pt x="1371600" y="200622"/>
                  </a:lnTo>
                  <a:lnTo>
                    <a:pt x="1714500" y="195123"/>
                  </a:lnTo>
                  <a:lnTo>
                    <a:pt x="2057400" y="196189"/>
                  </a:lnTo>
                  <a:lnTo>
                    <a:pt x="2400300" y="166439"/>
                  </a:lnTo>
                  <a:lnTo>
                    <a:pt x="2743200" y="153052"/>
                  </a:lnTo>
                  <a:lnTo>
                    <a:pt x="3086100" y="0"/>
                  </a:lnTo>
                  <a:lnTo>
                    <a:pt x="3429000" y="46892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60" name="tangaroa_P_true_reference_432">
              <a:extLst>
                <a:ext uri="{FF2B5EF4-FFF2-40B4-BE49-F238E27FC236}">
                  <ns2:creationId id="{EC782FF6-D69E-489D-A0B1-B9DC23B55EA0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231551"/>
              <a:ext cx="3429000" cy="162475"/>
            </a:xfrm>
            <a:custGeom>
              <a:pathLst>
                <a:path w="3429000" h="162475">
                  <a:moveTo>
                    <a:pt x="0" y="162475"/>
                  </a:moveTo>
                  <a:lnTo>
                    <a:pt x="342900" y="0"/>
                  </a:lnTo>
                  <a:lnTo>
                    <a:pt x="685800" y="96501"/>
                  </a:lnTo>
                  <a:lnTo>
                    <a:pt x="1028700" y="160204"/>
                  </a:lnTo>
                  <a:lnTo>
                    <a:pt x="1371600" y="160051"/>
                  </a:lnTo>
                  <a:lnTo>
                    <a:pt x="1714500" y="160051"/>
                  </a:lnTo>
                  <a:lnTo>
                    <a:pt x="2057400" y="160051"/>
                  </a:lnTo>
                  <a:lnTo>
                    <a:pt x="2400300" y="0"/>
                  </a:lnTo>
                  <a:lnTo>
                    <a:pt x="2743200" y="160757"/>
                  </a:lnTo>
                  <a:lnTo>
                    <a:pt x="3086100" y="0"/>
                  </a:ln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0072B2"/>
              </a:solidFill>
              <a:prstDash val="dash"/>
            </a:ln>
          </p:spPr>
        </p:sp>
        <p:sp>
          <p:nvSpPr>
            <p:cNvPr id="61" name="tangaroa_P_432_exact_anchor">
              <a:extLst>
                <a:ext uri="{FF2B5EF4-FFF2-40B4-BE49-F238E27FC236}">
                  <ns2:creationId id="{74104BB6-7190-4D38-A859-FECB3C46FD4C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270017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62" name="line_061">
              <a:extLst>
                <a:ext uri="{FF2B5EF4-FFF2-40B4-BE49-F238E27FC236}">
                  <ns2:creationId id="{61A8EEA7-35F1-4A1B-9A6C-CA01A4F864D0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714500"/>
              <a:ext cx="1943100" cy="593617"/>
            </a:xfrm>
            <a:custGeom>
              <a:pathLst>
                <a:path w="1943100" h="593617">
                  <a:moveTo>
                    <a:pt x="0" y="593617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63" name="text_062">
              <a:extLst>
                <a:ext uri="{FF2B5EF4-FFF2-40B4-BE49-F238E27FC236}">
                  <ns2:creationId id="{D86BE573-D879-4E5E-97C6-36BDFE8A080F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61925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4" name="path_063">
              <a:extLst>
                <a:ext uri="{FF2B5EF4-FFF2-40B4-BE49-F238E27FC236}">
                  <ns2:creationId id="{F8E7B7BC-3ECA-4064-BBB5-0316671CABD0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764842"/>
              <a:ext cx="2057400" cy="103583"/>
            </a:xfrm>
            <a:custGeom>
              <a:pathLst>
                <a:path w="2057400" h="103583">
                  <a:moveTo>
                    <a:pt x="0" y="91762"/>
                  </a:moveTo>
                  <a:lnTo>
                    <a:pt x="342900" y="0"/>
                  </a:lnTo>
                  <a:lnTo>
                    <a:pt x="685800" y="83397"/>
                  </a:lnTo>
                  <a:lnTo>
                    <a:pt x="1028700" y="96395"/>
                  </a:lnTo>
                  <a:lnTo>
                    <a:pt x="1371600" y="103583"/>
                  </a:lnTo>
                  <a:lnTo>
                    <a:pt x="1714500" y="70466"/>
                  </a:lnTo>
                  <a:lnTo>
                    <a:pt x="2057400" y="93795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65" name="tangaroa_P_track_462_trace">
              <a:extLst>
                <a:ext uri="{FF2B5EF4-FFF2-40B4-BE49-F238E27FC236}">
                  <ns2:creationId id="{88EEBFDC-45D8-44F9-8511-827F098B97FB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764842"/>
              <a:ext cx="2057400" cy="103583"/>
            </a:xfrm>
            <a:custGeom>
              <a:pathLst>
                <a:path w="2057400" h="103583">
                  <a:moveTo>
                    <a:pt x="0" y="91762"/>
                  </a:moveTo>
                  <a:lnTo>
                    <a:pt x="342900" y="0"/>
                  </a:lnTo>
                  <a:lnTo>
                    <a:pt x="685800" y="83397"/>
                  </a:lnTo>
                  <a:lnTo>
                    <a:pt x="1028700" y="96395"/>
                  </a:lnTo>
                  <a:lnTo>
                    <a:pt x="1371600" y="103583"/>
                  </a:lnTo>
                  <a:lnTo>
                    <a:pt x="1714500" y="70466"/>
                  </a:lnTo>
                  <a:lnTo>
                    <a:pt x="2057400" y="93795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66" name="tangaroa_P_true_reference_462">
              <a:extLst>
                <a:ext uri="{FF2B5EF4-FFF2-40B4-BE49-F238E27FC236}">
                  <ns2:creationId id="{0C61BE02-ACFE-44A2-A4DB-42B23EA61803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644658"/>
              <a:ext cx="2057400" cy="59223"/>
            </a:xfrm>
            <a:custGeom>
              <a:pathLst>
                <a:path w="2057400" h="59223">
                  <a:moveTo>
                    <a:pt x="0" y="42136"/>
                  </a:moveTo>
                  <a:lnTo>
                    <a:pt x="342900" y="40724"/>
                  </a:lnTo>
                  <a:lnTo>
                    <a:pt x="685800" y="32331"/>
                  </a:lnTo>
                  <a:lnTo>
                    <a:pt x="1028700" y="59223"/>
                  </a:lnTo>
                  <a:lnTo>
                    <a:pt x="1371600" y="57811"/>
                  </a:lnTo>
                  <a:lnTo>
                    <a:pt x="1714500" y="0"/>
                  </a:lnTo>
                  <a:lnTo>
                    <a:pt x="2057400" y="47452"/>
                  </a:lnTo>
                </a:path>
              </a:pathLst>
            </a:custGeom>
            <a:noFill/>
            <a:ln w="9525">
              <a:solidFill>
                <a:srgbClr val="D55E00"/>
              </a:solidFill>
              <a:prstDash val="dash"/>
            </a:ln>
          </p:spPr>
        </p:sp>
        <p:sp>
          <p:nvSpPr>
            <p:cNvPr id="67" name="tangaroa_P_462_exact_anchor">
              <a:extLst>
                <a:ext uri="{FF2B5EF4-FFF2-40B4-BE49-F238E27FC236}">
                  <ns2:creationId id="{F3D07F22-CD4D-4EEF-996D-74F05F5B0B7E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797208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68" name="line_067">
              <a:extLst>
                <a:ext uri="{FF2B5EF4-FFF2-40B4-BE49-F238E27FC236}">
                  <ns2:creationId id="{37DF8750-C5D3-4CE7-B561-A87A2641EC60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835308"/>
              <a:ext cx="1943100" cy="114142"/>
            </a:xfrm>
            <a:custGeom>
              <a:pathLst>
                <a:path w="1943100" h="114142">
                  <a:moveTo>
                    <a:pt x="0" y="0"/>
                  </a:moveTo>
                  <a:lnTo>
                    <a:pt x="1943100" y="114142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69" name="text_068">
              <a:extLst>
                <a:ext uri="{FF2B5EF4-FFF2-40B4-BE49-F238E27FC236}">
                  <ns2:creationId id="{00985B08-B082-4886-BA00-A70F8827FC38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185420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70" name="path_069">
              <a:extLst>
                <a:ext uri="{FF2B5EF4-FFF2-40B4-BE49-F238E27FC236}">
                  <ns2:creationId id="{3DF85B39-BD58-43A1-B9B2-43C942EE7DB2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822732"/>
              <a:ext cx="3429000" cy="381947"/>
            </a:xfrm>
            <a:custGeom>
              <a:pathLst>
                <a:path w="3429000" h="381947">
                  <a:moveTo>
                    <a:pt x="0" y="19530"/>
                  </a:moveTo>
                  <a:lnTo>
                    <a:pt x="342900" y="381947"/>
                  </a:lnTo>
                  <a:lnTo>
                    <a:pt x="685800" y="12509"/>
                  </a:lnTo>
                  <a:lnTo>
                    <a:pt x="1028700" y="25685"/>
                  </a:lnTo>
                  <a:lnTo>
                    <a:pt x="1371600" y="33017"/>
                  </a:lnTo>
                  <a:lnTo>
                    <a:pt x="1714500" y="0"/>
                  </a:lnTo>
                  <a:lnTo>
                    <a:pt x="2057400" y="23429"/>
                  </a:lnTo>
                  <a:lnTo>
                    <a:pt x="2400300" y="28095"/>
                  </a:lnTo>
                  <a:lnTo>
                    <a:pt x="2743200" y="1211"/>
                  </a:lnTo>
                  <a:lnTo>
                    <a:pt x="3086100" y="318835"/>
                  </a:lnTo>
                  <a:lnTo>
                    <a:pt x="3429000" y="365405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71" name="tangaroa_P_track_388_trace">
              <a:extLst>
                <a:ext uri="{FF2B5EF4-FFF2-40B4-BE49-F238E27FC236}">
                  <ns2:creationId id="{9D0CD2C8-8F1E-4E27-BC21-1570B5F98FD5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822732"/>
              <a:ext cx="3429000" cy="381947"/>
            </a:xfrm>
            <a:custGeom>
              <a:pathLst>
                <a:path w="3429000" h="381947">
                  <a:moveTo>
                    <a:pt x="0" y="19530"/>
                  </a:moveTo>
                  <a:lnTo>
                    <a:pt x="342900" y="381947"/>
                  </a:lnTo>
                  <a:lnTo>
                    <a:pt x="685800" y="12509"/>
                  </a:lnTo>
                  <a:lnTo>
                    <a:pt x="1028700" y="25685"/>
                  </a:lnTo>
                  <a:lnTo>
                    <a:pt x="1371600" y="33017"/>
                  </a:lnTo>
                  <a:lnTo>
                    <a:pt x="1714500" y="0"/>
                  </a:lnTo>
                  <a:lnTo>
                    <a:pt x="2057400" y="23429"/>
                  </a:lnTo>
                  <a:lnTo>
                    <a:pt x="2400300" y="28095"/>
                  </a:lnTo>
                  <a:lnTo>
                    <a:pt x="2743200" y="1211"/>
                  </a:lnTo>
                  <a:lnTo>
                    <a:pt x="3086100" y="318835"/>
                  </a:lnTo>
                  <a:lnTo>
                    <a:pt x="3429000" y="365405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72" name="tangaroa_P_true_reference_388">
              <a:extLst>
                <a:ext uri="{FF2B5EF4-FFF2-40B4-BE49-F238E27FC236}">
                  <ns2:creationId id="{326AF0E9-0EB1-4719-A567-6275E93F0DAC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1977974"/>
              <a:ext cx="3429000" cy="68002"/>
            </a:xfrm>
            <a:custGeom>
              <a:pathLst>
                <a:path w="3429000" h="68002">
                  <a:moveTo>
                    <a:pt x="0" y="54194"/>
                  </a:moveTo>
                  <a:lnTo>
                    <a:pt x="342900" y="53488"/>
                  </a:lnTo>
                  <a:lnTo>
                    <a:pt x="685800" y="52781"/>
                  </a:lnTo>
                  <a:lnTo>
                    <a:pt x="1028700" y="52075"/>
                  </a:lnTo>
                  <a:lnTo>
                    <a:pt x="1371600" y="68002"/>
                  </a:lnTo>
                  <a:lnTo>
                    <a:pt x="1714500" y="59686"/>
                  </a:lnTo>
                  <a:lnTo>
                    <a:pt x="2057400" y="58979"/>
                  </a:lnTo>
                  <a:lnTo>
                    <a:pt x="2400300" y="49403"/>
                  </a:lnTo>
                  <a:lnTo>
                    <a:pt x="2743200" y="0"/>
                  </a:lnTo>
                  <a:lnTo>
                    <a:pt x="3086100" y="20006"/>
                  </a:lnTo>
                  <a:lnTo>
                    <a:pt x="3429000" y="42838"/>
                  </a:lnTo>
                </a:path>
              </a:pathLst>
            </a:custGeom>
            <a:noFill/>
            <a:ln w="9525">
              <a:solidFill>
                <a:srgbClr val="009E73"/>
              </a:solidFill>
              <a:prstDash val="dash"/>
            </a:ln>
          </p:spPr>
        </p:sp>
        <p:sp>
          <p:nvSpPr>
            <p:cNvPr id="73" name="tangaroa_P_388_exact_anchor">
              <a:extLst>
                <a:ext uri="{FF2B5EF4-FFF2-40B4-BE49-F238E27FC236}">
                  <ns2:creationId id="{6F6602C0-F15F-4852-AD2B-3D993AEE1190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1784632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74" name="line_073">
              <a:extLst>
                <a:ext uri="{FF2B5EF4-FFF2-40B4-BE49-F238E27FC236}">
                  <ns2:creationId id="{1960A54C-B212-45B5-9921-867D145A1498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1822732"/>
              <a:ext cx="1943100" cy="361668"/>
            </a:xfrm>
            <a:custGeom>
              <a:pathLst>
                <a:path w="1943100" h="361668">
                  <a:moveTo>
                    <a:pt x="0" y="0"/>
                  </a:moveTo>
                  <a:lnTo>
                    <a:pt x="1943100" y="361668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75" name="text_074">
              <a:extLst>
                <a:ext uri="{FF2B5EF4-FFF2-40B4-BE49-F238E27FC236}">
                  <ns2:creationId id="{82560859-A43B-438B-914B-85A0DB40761C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089150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76" name="rect_075">
              <a:extLst>
                <a:ext uri="{FF2B5EF4-FFF2-40B4-BE49-F238E27FC236}">
                  <ns2:creationId id="{818FE685-8CC7-452C-8C3F-59B9753975CE}"/>
                </a:ext>
              </a:extLst>
            </p:cNvPr>
            <p:cNvSpPr>
              <a:spLocks noGrp="1"/>
            </p:cNvSpPr>
            <p:nvPr/>
          </p:nvSpPr>
          <p:spPr>
            <a:xfrm>
              <a:off x="5410911" y="1571625"/>
              <a:ext cx="322144" cy="8953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77" name="text_076">
              <a:extLst>
                <a:ext uri="{FF2B5EF4-FFF2-40B4-BE49-F238E27FC236}">
                  <ns2:creationId id="{A9F85A16-E606-46A1-8A21-6250596B147D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2733675"/>
              <a:ext cx="1057275" cy="247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RG-R20</a:t>
              </a:r>
            </a:p>
          </p:txBody>
        </p:sp>
        <p:pic>
          <p:nvPicPr>
            <p:cNvPr id="79" name="">
              <a:extLst>
                <a:ext uri="{FF2B5EF4-FFF2-40B4-BE49-F238E27FC236}">
                  <ns2:creationId id="{8A1D2C30-34BE-4F20-8C62-BED93B34245E}"/>
                </a:ext>
              </a:extLst>
            </p:cNvPr>
            <p:cNvPicPr>
              <a:picLocks noChangeAspect="1"/>
            </p:cNvPicPr>
            <p:nvPr/>
          </p:nvPicPr>
          <p:blipFill>
            <a:blip r:embed="Rc2276ab18d354289"/>
            <a:stretch/>
          </p:blipFill>
          <p:spPr>
            <a:xfrm>
              <a:off x="1457325" y="2686050"/>
              <a:ext cx="5886450" cy="895350"/>
            </a:xfrm>
            <a:prstGeom prst="rect">
              <a:avLst/>
            </a:prstGeom>
          </p:spPr>
        </p:pic>
        <p:sp>
          <p:nvSpPr>
            <p:cNvPr id="80" name="line_079">
              <a:extLst>
                <a:ext uri="{FF2B5EF4-FFF2-40B4-BE49-F238E27FC236}">
                  <ns2:creationId id="{C42A1567-E369-4C3A-8830-BFB95FAE7854}"/>
                </a:ext>
              </a:extLst>
            </p:cNvPr>
            <p:cNvSpPr>
              <a:spLocks noGrp="1"/>
            </p:cNvSpPr>
            <p:nvPr/>
          </p:nvSpPr>
          <p:spPr>
            <a:xfrm>
              <a:off x="5571983" y="2686050"/>
              <a:ext cx="95" cy="895350"/>
            </a:xfrm>
            <a:custGeom>
              <a:pathLst>
                <a:path w="9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81" name="rect_080">
              <a:extLst>
                <a:ext uri="{FF2B5EF4-FFF2-40B4-BE49-F238E27FC236}">
                  <ns2:creationId id="{C72C2DEE-B66F-440C-A75E-BA2CA1D3568F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2686050"/>
              <a:ext cx="5886450" cy="8953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82" name="text_081">
              <a:extLst>
                <a:ext uri="{FF2B5EF4-FFF2-40B4-BE49-F238E27FC236}">
                  <ns2:creationId id="{5A4E3905-C8F4-446E-A05E-A71429303122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34861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3" name="text_082">
              <a:extLst>
                <a:ext uri="{FF2B5EF4-FFF2-40B4-BE49-F238E27FC236}">
                  <ns2:creationId id="{3EE9EF07-B7B3-45B8-BFE8-6188DD5EC66E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5908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4" name="text_083">
              <a:extLst>
                <a:ext uri="{FF2B5EF4-FFF2-40B4-BE49-F238E27FC236}">
                  <ns2:creationId id="{FEF068A3-A108-4487-825C-D50DE4837D53}"/>
                </a:ext>
              </a:extLst>
            </p:cNvPr>
            <p:cNvSpPr>
              <a:spLocks noGrp="1"/>
            </p:cNvSpPr>
            <p:nvPr/>
          </p:nvSpPr>
          <p:spPr>
            <a:xfrm>
              <a:off x="1281468" y="36099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5" name="text_084">
              <a:extLst>
                <a:ext uri="{FF2B5EF4-FFF2-40B4-BE49-F238E27FC236}">
                  <ns2:creationId id="{DE287BD3-E712-4D52-AF0E-EF65E2E04FEF}"/>
                </a:ext>
              </a:extLst>
            </p:cNvPr>
            <p:cNvSpPr>
              <a:spLocks noGrp="1"/>
            </p:cNvSpPr>
            <p:nvPr/>
          </p:nvSpPr>
          <p:spPr>
            <a:xfrm>
              <a:off x="7138632" y="36099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200</a:t>
              </a:r>
            </a:p>
          </p:txBody>
        </p:sp>
        <p:sp>
          <p:nvSpPr>
            <p:cNvPr id="86" name="tangaroa_R_432_exact_anchor">
              <a:extLst>
                <a:ext uri="{FF2B5EF4-FFF2-40B4-BE49-F238E27FC236}">
                  <ns2:creationId id="{EB78B36D-5D49-4BB4-9C20-AFD3479F4ADC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3292219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87" name="tangaroa_R_462_exact_anchor">
              <a:extLst>
                <a:ext uri="{FF2B5EF4-FFF2-40B4-BE49-F238E27FC236}">
                  <ns2:creationId id="{000EEA3C-531D-4572-9BB0-B304D00E84ED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2814730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88" name="tangaroa_R_388_exact_anchor">
              <a:extLst>
                <a:ext uri="{FF2B5EF4-FFF2-40B4-BE49-F238E27FC236}">
                  <ns2:creationId id="{E1E62CF8-FB5B-442A-BEAF-8A241227B28F}"/>
                </a:ext>
              </a:extLst>
            </p:cNvPr>
            <p:cNvSpPr>
              <a:spLocks noGrp="1"/>
            </p:cNvSpPr>
            <p:nvPr/>
          </p:nvSpPr>
          <p:spPr>
            <a:xfrm>
              <a:off x="5533883" y="3056384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pic>
          <p:nvPicPr>
            <p:cNvPr id="89" name="">
              <a:extLst>
                <a:ext uri="{FF2B5EF4-FFF2-40B4-BE49-F238E27FC236}">
                  <ns2:creationId id="{F1502CA4-D8E8-4695-BAF2-3BB1217EAFB1}"/>
                </a:ext>
              </a:extLst>
            </p:cNvPr>
            <p:cNvPicPr>
              <a:picLocks noChangeAspect="1"/>
            </p:cNvPicPr>
            <p:nvPr/>
          </p:nvPicPr>
          <p:blipFill>
            <a:blip r:embed="R6cac25e28d7144ea"/>
            <a:stretch/>
          </p:blipFill>
          <p:spPr>
            <a:xfrm>
              <a:off x="8439150" y="2686050"/>
              <a:ext cx="3771900" cy="895350"/>
            </a:xfrm>
            <a:prstGeom prst="rect">
              <a:avLst/>
            </a:prstGeom>
          </p:spPr>
        </p:pic>
        <p:sp>
          <p:nvSpPr>
            <p:cNvPr id="90" name="line_089">
              <a:extLst>
                <a:ext uri="{FF2B5EF4-FFF2-40B4-BE49-F238E27FC236}">
                  <ns2:creationId id="{5D7C6E5E-3671-40A4-B74F-5BCD8C3C613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686050"/>
              <a:ext cx="95" cy="895350"/>
            </a:xfrm>
            <a:custGeom>
              <a:pathLst>
                <a:path w="95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263238"/>
              </a:solidFill>
              <a:prstDash val="dash"/>
            </a:ln>
          </p:spPr>
        </p:sp>
        <p:sp>
          <p:nvSpPr>
            <p:cNvPr id="91" name="rect_090">
              <a:extLst>
                <a:ext uri="{FF2B5EF4-FFF2-40B4-BE49-F238E27FC236}">
                  <ns2:creationId id="{8B089603-0D5B-4EF0-B478-0EFE062FA698}"/>
                </a:ext>
              </a:extLst>
            </p:cNvPr>
            <p:cNvSpPr>
              <a:spLocks noGrp="1"/>
            </p:cNvSpPr>
            <p:nvPr/>
          </p:nvSpPr>
          <p:spPr>
            <a:xfrm>
              <a:off x="8439150" y="2686050"/>
              <a:ext cx="3771900" cy="895350"/>
            </a:xfrm>
            <a:prstGeom prst="rect">
              <a:avLst/>
            </a:prstGeom>
            <a:noFill/>
            <a:ln w="6668">
              <a:solidFill>
                <a:srgbClr val="7B8790"/>
              </a:solidFill>
              <a:prstDash val="solid"/>
            </a:ln>
          </p:spPr>
        </p:sp>
        <p:sp>
          <p:nvSpPr>
            <p:cNvPr id="92" name="text_091">
              <a:extLst>
                <a:ext uri="{FF2B5EF4-FFF2-40B4-BE49-F238E27FC236}">
                  <ns2:creationId id="{8971DD02-10A7-4DB1-B16F-3511FBD61D8E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348615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0.23</a:t>
              </a:r>
            </a:p>
          </p:txBody>
        </p:sp>
        <p:sp>
          <p:nvSpPr>
            <p:cNvPr id="93" name="text_092">
              <a:extLst>
                <a:ext uri="{FF2B5EF4-FFF2-40B4-BE49-F238E27FC236}">
                  <ns2:creationId id="{CCF61F4F-24D9-4FBD-B050-F51941257B84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2590800"/>
              <a:ext cx="314325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2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0.86</a:t>
              </a:r>
            </a:p>
          </p:txBody>
        </p:sp>
        <p:sp>
          <p:nvSpPr>
            <p:cNvPr id="94" name="text_093">
              <a:extLst>
                <a:ext uri="{FF2B5EF4-FFF2-40B4-BE49-F238E27FC236}">
                  <ns2:creationId id="{A91FF0F8-E2C7-47D8-BF18-B9621B5682D1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36099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135</a:t>
              </a:r>
            </a:p>
          </p:txBody>
        </p:sp>
        <p:sp>
          <p:nvSpPr>
            <p:cNvPr id="95" name="text_094">
              <a:extLst>
                <a:ext uri="{FF2B5EF4-FFF2-40B4-BE49-F238E27FC236}">
                  <ns2:creationId id="{5840AC1A-582E-4062-8A22-DCA1FF5E6BAE}"/>
                </a:ext>
              </a:extLst>
            </p:cNvPr>
            <p:cNvSpPr>
              <a:spLocks noGrp="1"/>
            </p:cNvSpPr>
            <p:nvPr/>
          </p:nvSpPr>
          <p:spPr>
            <a:xfrm>
              <a:off x="11849100" y="3609975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0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145</a:t>
              </a:r>
            </a:p>
          </p:txBody>
        </p:sp>
        <p:sp>
          <p:nvSpPr>
            <p:cNvPr id="96" name="path_095">
              <a:extLst>
                <a:ext uri="{FF2B5EF4-FFF2-40B4-BE49-F238E27FC236}">
                  <ns2:creationId id="{B632B7C6-AF60-4DA6-9B2D-08C00357D3C7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352673"/>
              <a:ext cx="3429000" cy="157973"/>
            </a:xfrm>
            <a:custGeom>
              <a:pathLst>
                <a:path w="3429000" h="157973">
                  <a:moveTo>
                    <a:pt x="0" y="155373"/>
                  </a:moveTo>
                  <a:lnTo>
                    <a:pt x="342900" y="6480"/>
                  </a:lnTo>
                  <a:lnTo>
                    <a:pt x="685800" y="98287"/>
                  </a:lnTo>
                  <a:lnTo>
                    <a:pt x="1028700" y="157973"/>
                  </a:lnTo>
                  <a:lnTo>
                    <a:pt x="1371600" y="155029"/>
                  </a:lnTo>
                  <a:lnTo>
                    <a:pt x="1714500" y="154996"/>
                  </a:lnTo>
                  <a:lnTo>
                    <a:pt x="2057400" y="155534"/>
                  </a:lnTo>
                  <a:lnTo>
                    <a:pt x="2400300" y="742"/>
                  </a:lnTo>
                  <a:lnTo>
                    <a:pt x="2743200" y="155233"/>
                  </a:lnTo>
                  <a:lnTo>
                    <a:pt x="3086100" y="0"/>
                  </a:lnTo>
                  <a:lnTo>
                    <a:pt x="3429000" y="1494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97" name="tangaroa_R_track_432_trace">
              <a:extLst>
                <a:ext uri="{FF2B5EF4-FFF2-40B4-BE49-F238E27FC236}">
                  <ns2:creationId id="{5569838C-67D1-4F8F-B642-99C669724205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352673"/>
              <a:ext cx="3429000" cy="157973"/>
            </a:xfrm>
            <a:custGeom>
              <a:pathLst>
                <a:path w="3429000" h="157973">
                  <a:moveTo>
                    <a:pt x="0" y="155373"/>
                  </a:moveTo>
                  <a:lnTo>
                    <a:pt x="342900" y="6480"/>
                  </a:lnTo>
                  <a:lnTo>
                    <a:pt x="685800" y="98287"/>
                  </a:lnTo>
                  <a:lnTo>
                    <a:pt x="1028700" y="157973"/>
                  </a:lnTo>
                  <a:lnTo>
                    <a:pt x="1371600" y="155029"/>
                  </a:lnTo>
                  <a:lnTo>
                    <a:pt x="1714500" y="154996"/>
                  </a:lnTo>
                  <a:lnTo>
                    <a:pt x="2057400" y="155534"/>
                  </a:lnTo>
                  <a:lnTo>
                    <a:pt x="2400300" y="742"/>
                  </a:lnTo>
                  <a:lnTo>
                    <a:pt x="2743200" y="155233"/>
                  </a:lnTo>
                  <a:lnTo>
                    <a:pt x="3086100" y="0"/>
                  </a:lnTo>
                  <a:lnTo>
                    <a:pt x="3429000" y="1494"/>
                  </a:lnTo>
                </a:path>
              </a:pathLst>
            </a:custGeom>
            <a:noFill/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98" name="tangaroa_R_true_reference_432">
              <a:extLst>
                <a:ext uri="{FF2B5EF4-FFF2-40B4-BE49-F238E27FC236}">
                  <ns2:creationId id="{998523A5-FB5F-4279-AC8B-F8B9B0EAABDB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338529"/>
              <a:ext cx="3429000" cy="157170"/>
            </a:xfrm>
            <a:custGeom>
              <a:pathLst>
                <a:path w="3429000" h="157170">
                  <a:moveTo>
                    <a:pt x="0" y="157170"/>
                  </a:moveTo>
                  <a:lnTo>
                    <a:pt x="342900" y="0"/>
                  </a:lnTo>
                  <a:lnTo>
                    <a:pt x="685800" y="93350"/>
                  </a:lnTo>
                  <a:lnTo>
                    <a:pt x="1028700" y="154973"/>
                  </a:lnTo>
                  <a:lnTo>
                    <a:pt x="1371600" y="154825"/>
                  </a:lnTo>
                  <a:lnTo>
                    <a:pt x="1714500" y="154825"/>
                  </a:lnTo>
                  <a:lnTo>
                    <a:pt x="2057400" y="154825"/>
                  </a:lnTo>
                  <a:lnTo>
                    <a:pt x="2400300" y="0"/>
                  </a:lnTo>
                  <a:lnTo>
                    <a:pt x="2743200" y="155508"/>
                  </a:lnTo>
                  <a:lnTo>
                    <a:pt x="3086100" y="0"/>
                  </a:ln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0072B2"/>
              </a:solidFill>
              <a:prstDash val="dash"/>
            </a:ln>
          </p:spPr>
        </p:sp>
        <p:sp>
          <p:nvSpPr>
            <p:cNvPr id="99" name="tangaroa_R_432_exact_anchor">
              <a:extLst>
                <a:ext uri="{FF2B5EF4-FFF2-40B4-BE49-F238E27FC236}">
                  <ns2:creationId id="{0CE4C2B4-ADD2-408F-AA96-8876D06B2419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469569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  <a:prstDash val="solid"/>
            </a:ln>
          </p:spPr>
        </p:sp>
        <p:sp>
          <p:nvSpPr>
            <p:cNvPr id="100" name="line_099">
              <a:extLst>
                <a:ext uri="{FF2B5EF4-FFF2-40B4-BE49-F238E27FC236}">
                  <ns2:creationId id="{14FA1B31-83FC-409D-85D5-D9310AA64C76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828925"/>
              <a:ext cx="1943100" cy="678744"/>
            </a:xfrm>
            <a:custGeom>
              <a:pathLst>
                <a:path w="1943100" h="678744">
                  <a:moveTo>
                    <a:pt x="0" y="678744"/>
                  </a:moveTo>
                  <a:lnTo>
                    <a:pt x="1943100" y="0"/>
                  </a:lnTo>
                </a:path>
              </a:pathLst>
            </a:custGeom>
            <a:noFill/>
            <a:ln w="7620">
              <a:solidFill>
                <a:srgbClr val="0072B2"/>
              </a:solidFill>
              <a:prstDash val="solid"/>
            </a:ln>
          </p:spPr>
        </p:sp>
        <p:sp>
          <p:nvSpPr>
            <p:cNvPr id="101" name="text_100">
              <a:extLst>
                <a:ext uri="{FF2B5EF4-FFF2-40B4-BE49-F238E27FC236}">
                  <ns2:creationId id="{01C0B0BE-75B6-4DE4-9453-083548895463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7336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2" name="path_101">
              <a:extLst>
                <a:ext uri="{FF2B5EF4-FFF2-40B4-BE49-F238E27FC236}">
                  <ns2:creationId id="{98CA9818-6C16-4453-832B-089A64742E4D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756491"/>
              <a:ext cx="2057400" cy="55882"/>
            </a:xfrm>
            <a:custGeom>
              <a:pathLst>
                <a:path w="2057400" h="55882">
                  <a:moveTo>
                    <a:pt x="0" y="31380"/>
                  </a:moveTo>
                  <a:lnTo>
                    <a:pt x="342900" y="33078"/>
                  </a:lnTo>
                  <a:lnTo>
                    <a:pt x="685800" y="26501"/>
                  </a:lnTo>
                  <a:lnTo>
                    <a:pt x="1028700" y="53303"/>
                  </a:lnTo>
                  <a:lnTo>
                    <a:pt x="1371600" y="55882"/>
                  </a:lnTo>
                  <a:lnTo>
                    <a:pt x="1714500" y="0"/>
                  </a:lnTo>
                  <a:lnTo>
                    <a:pt x="2057400" y="45361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03" name="tangaroa_R_track_462_trace">
              <a:extLst>
                <a:ext uri="{FF2B5EF4-FFF2-40B4-BE49-F238E27FC236}">
                  <ns2:creationId id="{5F8E9FE9-729E-4FA5-92B6-7294E6B67C5F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756491"/>
              <a:ext cx="2057400" cy="55882"/>
            </a:xfrm>
            <a:custGeom>
              <a:pathLst>
                <a:path w="2057400" h="55882">
                  <a:moveTo>
                    <a:pt x="0" y="31380"/>
                  </a:moveTo>
                  <a:lnTo>
                    <a:pt x="342900" y="33078"/>
                  </a:lnTo>
                  <a:lnTo>
                    <a:pt x="685800" y="26501"/>
                  </a:lnTo>
                  <a:lnTo>
                    <a:pt x="1028700" y="53303"/>
                  </a:lnTo>
                  <a:lnTo>
                    <a:pt x="1371600" y="55882"/>
                  </a:lnTo>
                  <a:lnTo>
                    <a:pt x="1714500" y="0"/>
                  </a:lnTo>
                  <a:lnTo>
                    <a:pt x="2057400" y="45361"/>
                  </a:lnTo>
                </a:path>
              </a:pathLst>
            </a:custGeom>
            <a:noFill/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04" name="tangaroa_R_true_reference_462">
              <a:extLst>
                <a:ext uri="{FF2B5EF4-FFF2-40B4-BE49-F238E27FC236}">
                  <ns2:creationId id="{AD9702D7-CA2B-408A-A6F7-ACB0066A513E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2770801"/>
              <a:ext cx="2057400" cy="57289"/>
            </a:xfrm>
            <a:custGeom>
              <a:pathLst>
                <a:path w="2057400" h="57289">
                  <a:moveTo>
                    <a:pt x="0" y="40760"/>
                  </a:moveTo>
                  <a:lnTo>
                    <a:pt x="342900" y="39394"/>
                  </a:lnTo>
                  <a:lnTo>
                    <a:pt x="685800" y="31275"/>
                  </a:lnTo>
                  <a:lnTo>
                    <a:pt x="1028700" y="57289"/>
                  </a:lnTo>
                  <a:lnTo>
                    <a:pt x="1371600" y="55923"/>
                  </a:lnTo>
                  <a:lnTo>
                    <a:pt x="1714500" y="0"/>
                  </a:lnTo>
                  <a:lnTo>
                    <a:pt x="2057400" y="45903"/>
                  </a:lnTo>
                </a:path>
              </a:pathLst>
            </a:custGeom>
            <a:noFill/>
            <a:ln w="9525">
              <a:solidFill>
                <a:srgbClr val="D55E00"/>
              </a:solidFill>
              <a:prstDash val="dash"/>
            </a:ln>
          </p:spPr>
        </p:sp>
        <p:sp>
          <p:nvSpPr>
            <p:cNvPr id="105" name="tangaroa_R_462_exact_anchor">
              <a:extLst>
                <a:ext uri="{FF2B5EF4-FFF2-40B4-BE49-F238E27FC236}">
                  <ns2:creationId id="{ADEFD815-01A5-4CF1-9BB7-E095C042488C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2718391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  <a:prstDash val="solid"/>
            </a:ln>
          </p:spPr>
        </p:sp>
        <p:sp>
          <p:nvSpPr>
            <p:cNvPr id="106" name="line_105">
              <a:extLst>
                <a:ext uri="{FF2B5EF4-FFF2-40B4-BE49-F238E27FC236}">
                  <ns2:creationId id="{5F870E91-6FCE-4BEC-9536-016E1594817D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2756491"/>
              <a:ext cx="1943100" cy="307384"/>
            </a:xfrm>
            <a:custGeom>
              <a:pathLst>
                <a:path w="1943100" h="307384">
                  <a:moveTo>
                    <a:pt x="0" y="0"/>
                  </a:moveTo>
                  <a:lnTo>
                    <a:pt x="1943100" y="307384"/>
                  </a:lnTo>
                </a:path>
              </a:pathLst>
            </a:custGeom>
            <a:noFill/>
            <a:ln w="7620">
              <a:solidFill>
                <a:srgbClr val="D55E00"/>
              </a:solidFill>
              <a:prstDash val="solid"/>
            </a:ln>
          </p:spPr>
        </p:sp>
        <p:sp>
          <p:nvSpPr>
            <p:cNvPr id="107" name="text_106">
              <a:extLst>
                <a:ext uri="{FF2B5EF4-FFF2-40B4-BE49-F238E27FC236}">
                  <ns2:creationId id="{FDD40E62-DC9B-4D0C-84ED-8A587B127EAD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296862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8" name="path_107">
              <a:extLst>
                <a:ext uri="{FF2B5EF4-FFF2-40B4-BE49-F238E27FC236}">
                  <ns2:creationId id="{8081C5B6-A520-488F-91F6-9254BA45A3A5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084344"/>
              <a:ext cx="3429000" cy="60320"/>
            </a:xfrm>
            <a:custGeom>
              <a:pathLst>
                <a:path w="3429000" h="60320">
                  <a:moveTo>
                    <a:pt x="0" y="47521"/>
                  </a:moveTo>
                  <a:lnTo>
                    <a:pt x="342900" y="45382"/>
                  </a:lnTo>
                  <a:lnTo>
                    <a:pt x="685800" y="46919"/>
                  </a:lnTo>
                  <a:lnTo>
                    <a:pt x="1028700" y="40966"/>
                  </a:lnTo>
                  <a:lnTo>
                    <a:pt x="1371600" y="60320"/>
                  </a:lnTo>
                  <a:lnTo>
                    <a:pt x="1714500" y="52314"/>
                  </a:lnTo>
                  <a:lnTo>
                    <a:pt x="2057400" y="51089"/>
                  </a:lnTo>
                  <a:lnTo>
                    <a:pt x="2400300" y="41793"/>
                  </a:lnTo>
                  <a:lnTo>
                    <a:pt x="2743200" y="0"/>
                  </a:lnTo>
                  <a:lnTo>
                    <a:pt x="3086100" y="14099"/>
                  </a:lnTo>
                  <a:lnTo>
                    <a:pt x="3429000" y="34690"/>
                  </a:lnTo>
                </a:path>
              </a:pathLst>
            </a:cu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109" name="tangaroa_R_track_388_trace">
              <a:extLst>
                <a:ext uri="{FF2B5EF4-FFF2-40B4-BE49-F238E27FC236}">
                  <ns2:creationId id="{42BCE030-FAF9-44B4-B085-E445B64EF52B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084344"/>
              <a:ext cx="3429000" cy="60320"/>
            </a:xfrm>
            <a:custGeom>
              <a:pathLst>
                <a:path w="3429000" h="60320">
                  <a:moveTo>
                    <a:pt x="0" y="47521"/>
                  </a:moveTo>
                  <a:lnTo>
                    <a:pt x="342900" y="45382"/>
                  </a:lnTo>
                  <a:lnTo>
                    <a:pt x="685800" y="46919"/>
                  </a:lnTo>
                  <a:lnTo>
                    <a:pt x="1028700" y="40966"/>
                  </a:lnTo>
                  <a:lnTo>
                    <a:pt x="1371600" y="60320"/>
                  </a:lnTo>
                  <a:lnTo>
                    <a:pt x="1714500" y="52314"/>
                  </a:lnTo>
                  <a:lnTo>
                    <a:pt x="2057400" y="51089"/>
                  </a:lnTo>
                  <a:lnTo>
                    <a:pt x="2400300" y="41793"/>
                  </a:lnTo>
                  <a:lnTo>
                    <a:pt x="2743200" y="0"/>
                  </a:lnTo>
                  <a:lnTo>
                    <a:pt x="3086100" y="14099"/>
                  </a:lnTo>
                  <a:lnTo>
                    <a:pt x="3429000" y="34690"/>
                  </a:lnTo>
                </a:path>
              </a:pathLst>
            </a:custGeom>
            <a:noFill/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10" name="tangaroa_R_true_reference_388">
              <a:extLst>
                <a:ext uri="{FF2B5EF4-FFF2-40B4-BE49-F238E27FC236}">
                  <ns2:creationId id="{BFF28304-8C69-4564-BA04-AC325BF31586}"/>
                </a:ext>
              </a:extLst>
            </p:cNvPr>
            <p:cNvSpPr>
              <a:spLocks noGrp="1"/>
            </p:cNvSpPr>
            <p:nvPr/>
          </p:nvSpPr>
          <p:spPr>
            <a:xfrm>
              <a:off x="8610600" y="3093233"/>
              <a:ext cx="3429000" cy="65782"/>
            </a:xfrm>
            <a:custGeom>
              <a:pathLst>
                <a:path w="3429000" h="65782">
                  <a:moveTo>
                    <a:pt x="0" y="52424"/>
                  </a:moveTo>
                  <a:lnTo>
                    <a:pt x="342900" y="51741"/>
                  </a:lnTo>
                  <a:lnTo>
                    <a:pt x="685800" y="51058"/>
                  </a:lnTo>
                  <a:lnTo>
                    <a:pt x="1028700" y="50375"/>
                  </a:lnTo>
                  <a:lnTo>
                    <a:pt x="1371600" y="65782"/>
                  </a:lnTo>
                  <a:lnTo>
                    <a:pt x="1714500" y="57737"/>
                  </a:lnTo>
                  <a:lnTo>
                    <a:pt x="2057400" y="57054"/>
                  </a:lnTo>
                  <a:lnTo>
                    <a:pt x="2400300" y="47790"/>
                  </a:lnTo>
                  <a:lnTo>
                    <a:pt x="2743200" y="0"/>
                  </a:lnTo>
                  <a:lnTo>
                    <a:pt x="3086100" y="19353"/>
                  </a:lnTo>
                  <a:lnTo>
                    <a:pt x="3429000" y="41439"/>
                  </a:lnTo>
                </a:path>
              </a:pathLst>
            </a:custGeom>
            <a:noFill/>
            <a:ln w="9525">
              <a:solidFill>
                <a:srgbClr val="009E73"/>
              </a:solidFill>
              <a:prstDash val="dash"/>
            </a:ln>
          </p:spPr>
        </p:sp>
        <p:sp>
          <p:nvSpPr>
            <p:cNvPr id="111" name="tangaroa_R_388_exact_anchor">
              <a:extLst>
                <a:ext uri="{FF2B5EF4-FFF2-40B4-BE49-F238E27FC236}">
                  <ns2:creationId id="{8E495272-4FAD-430E-8258-1041E078C542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0" y="3098558"/>
              <a:ext cx="76200" cy="76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  <a:prstDash val="solid"/>
            </a:ln>
          </p:spPr>
        </p:sp>
        <p:sp>
          <p:nvSpPr>
            <p:cNvPr id="112" name="line_111">
              <a:extLst>
                <a:ext uri="{FF2B5EF4-FFF2-40B4-BE49-F238E27FC236}">
                  <ns2:creationId id="{D63552CF-215F-4F29-B809-C4BEE771DE64}"/>
                </a:ext>
              </a:extLst>
            </p:cNvPr>
            <p:cNvSpPr>
              <a:spLocks noGrp="1"/>
            </p:cNvSpPr>
            <p:nvPr/>
          </p:nvSpPr>
          <p:spPr>
            <a:xfrm>
              <a:off x="10325100" y="3136658"/>
              <a:ext cx="1943100" cy="162167"/>
            </a:xfrm>
            <a:custGeom>
              <a:pathLst>
                <a:path w="1943100" h="162167">
                  <a:moveTo>
                    <a:pt x="0" y="0"/>
                  </a:moveTo>
                  <a:lnTo>
                    <a:pt x="1943100" y="162167"/>
                  </a:lnTo>
                </a:path>
              </a:pathLst>
            </a:custGeom>
            <a:noFill/>
            <a:ln w="7620">
              <a:solidFill>
                <a:srgbClr val="009E73"/>
              </a:solidFill>
              <a:prstDash val="solid"/>
            </a:ln>
          </p:spPr>
        </p:sp>
        <p:sp>
          <p:nvSpPr>
            <p:cNvPr id="113" name="text_112">
              <a:extLst>
                <a:ext uri="{FF2B5EF4-FFF2-40B4-BE49-F238E27FC236}">
                  <ns2:creationId id="{13E02EFE-CCFC-480C-8C19-D6BE60A06DD8}"/>
                </a:ext>
              </a:extLst>
            </p:cNvPr>
            <p:cNvSpPr>
              <a:spLocks noGrp="1"/>
            </p:cNvSpPr>
            <p:nvPr/>
          </p:nvSpPr>
          <p:spPr>
            <a:xfrm>
              <a:off x="12296775" y="3203575"/>
              <a:ext cx="2667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275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14" name="rect_113">
              <a:extLst>
                <a:ext uri="{FF2B5EF4-FFF2-40B4-BE49-F238E27FC236}">
                  <ns2:creationId id="{9B44DECD-AC15-468F-8F3C-6C1B7D0D9266}"/>
                </a:ext>
              </a:extLst>
            </p:cNvPr>
            <p:cNvSpPr>
              <a:spLocks noGrp="1"/>
            </p:cNvSpPr>
            <p:nvPr/>
          </p:nvSpPr>
          <p:spPr>
            <a:xfrm>
              <a:off x="5410911" y="2686050"/>
              <a:ext cx="322144" cy="895350"/>
            </a:xfrm>
            <a:prstGeom prst="rect">
              <a:avLst/>
            </a:prstGeom>
            <a:noFill/>
            <a:ln w="11430">
              <a:solidFill>
                <a:srgbClr val="263238"/>
              </a:solidFill>
              <a:prstDash val="solid"/>
            </a:ln>
          </p:spPr>
        </p:sp>
        <p:sp>
          <p:nvSpPr>
            <p:cNvPr id="10000" name="Volume label: (c) 3D source snapshots">
              <a:extLst>
                <a:ext uri="{FF2B5EF4-FFF2-40B4-BE49-F238E27FC236}">
                  <ns2:creationId id="{023834A2-F4E2-4CF9-A301-7D4E0569B22B}"/>
                </a:ext>
              </a:extLst>
            </p:cNvPr>
            <p:cNvSpPr>
              <a:spLocks noGrp="1"/>
            </p:cNvSpPr>
            <p:nvPr/>
          </p:nvSpPr>
          <p:spPr>
            <a:xfrm>
              <a:off x="152400" y="3905250"/>
              <a:ext cx="57150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5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3D source snapshots</a:t>
              </a:r>
            </a:p>
          </p:txBody>
        </p:sp>
        <p:sp>
          <p:nvSpPr>
            <p:cNvPr id="10001" name="Volume label: f139   t = 1.39">
              <a:extLst>
                <a:ext uri="{FF2B5EF4-FFF2-40B4-BE49-F238E27FC236}">
                  <ns2:creationId id="{B2328D20-DB62-42DC-96BA-4BD5DE02864D}"/>
                </a:ext>
              </a:extLst>
            </p:cNvPr>
            <p:cNvSpPr>
              <a:spLocks noGrp="1"/>
            </p:cNvSpPr>
            <p:nvPr/>
          </p:nvSpPr>
          <p:spPr>
            <a:xfrm>
              <a:off x="171450" y="4191000"/>
              <a:ext cx="39433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139</a:t>
              </a:r>
            </a:p>
          </p:txBody>
        </p:sp>
        <p:pic>
          <p:nvPicPr>
            <p:cNvPr id="10002" name="">
              <a:extLst>
                <a:ext uri="{FF2B5EF4-FFF2-40B4-BE49-F238E27FC236}">
                  <ns2:creationId id="{C41B4F29-2D4B-4330-8906-1FF04661916C}"/>
                </a:ext>
              </a:extLst>
            </p:cNvPr>
            <p:cNvPicPr>
              <a:picLocks noChangeAspect="1"/>
            </p:cNvPicPr>
            <p:nvPr/>
          </p:nvPicPr>
          <p:blipFill>
            <a:blip r:embed="FrameView_R2a7a041d5050447c"/>
            <a:stretch/>
          </p:blipFill>
          <p:spPr>
            <a:xfrm>
              <a:off x="171450" y="4457700"/>
              <a:ext cx="3943350" cy="1437132"/>
            </a:xfrm>
            <a:prstGeom prst="rect">
              <a:avLst/>
            </a:prstGeom>
          </p:spPr>
        </p:pic>
        <p:sp>
          <p:nvSpPr>
            <p:cNvPr id="10003" name="Domain frame f139: corner 0-1">
              <a:extLst>
                <a:ext uri="{FF2B5EF4-FFF2-40B4-BE49-F238E27FC236}">
                  <ns2:creationId id="{B85115DD-497C-4AE5-A1E9-9CE95AF60BCB}"/>
                </a:ext>
              </a:extLst>
            </p:cNvPr>
            <p:cNvSpPr>
              <a:spLocks noGrp="1"/>
            </p:cNvSpPr>
            <p:nvPr/>
          </p:nvSpPr>
          <p:spPr>
            <a:xfrm>
              <a:off x="250317" y="4931322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04" name="Domain frame f139: corner 0-2">
              <a:extLst>
                <a:ext uri="{FF2B5EF4-FFF2-40B4-BE49-F238E27FC236}">
                  <ns2:creationId id="{E13BE3B5-9677-4AB5-8CD1-D71156D2F09C}"/>
                </a:ext>
              </a:extLst>
            </p:cNvPr>
            <p:cNvSpPr>
              <a:spLocks noGrp="1"/>
            </p:cNvSpPr>
            <p:nvPr/>
          </p:nvSpPr>
          <p:spPr>
            <a:xfrm>
              <a:off x="250317" y="5227066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05" name="Domain frame f139: corner 0-4">
              <a:extLst>
                <a:ext uri="{FF2B5EF4-FFF2-40B4-BE49-F238E27FC236}">
                  <ns2:creationId id="{552EE0F1-38FB-4C37-AA45-5D19E5464AB9}"/>
                </a:ext>
              </a:extLst>
            </p:cNvPr>
            <p:cNvSpPr>
              <a:spLocks noGrp="1"/>
            </p:cNvSpPr>
            <p:nvPr/>
          </p:nvSpPr>
          <p:spPr>
            <a:xfrm>
              <a:off x="250317" y="5585573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06" name="Domain frame f139: corner 1-3">
              <a:extLst>
                <a:ext uri="{FF2B5EF4-FFF2-40B4-BE49-F238E27FC236}">
                  <ns2:creationId id="{FFC23417-755E-4C05-BF9B-F0EA0EB17E84}"/>
                </a:ext>
              </a:extLst>
            </p:cNvPr>
            <p:cNvSpPr>
              <a:spLocks noGrp="1"/>
            </p:cNvSpPr>
            <p:nvPr/>
          </p:nvSpPr>
          <p:spPr>
            <a:xfrm>
              <a:off x="250317" y="4572815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07" name="Domain frame f139: corner 1-5">
              <a:extLst>
                <a:ext uri="{FF2B5EF4-FFF2-40B4-BE49-F238E27FC236}">
                  <ns2:creationId id="{6C0B0122-C87F-41BD-ABDA-98C4D26CEBB1}"/>
                </a:ext>
              </a:extLst>
            </p:cNvPr>
            <p:cNvSpPr>
              <a:spLocks noGrp="1"/>
            </p:cNvSpPr>
            <p:nvPr/>
          </p:nvSpPr>
          <p:spPr>
            <a:xfrm>
              <a:off x="250317" y="4931322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08" name="Domain frame f139: corner 2-3">
              <a:extLst>
                <a:ext uri="{FF2B5EF4-FFF2-40B4-BE49-F238E27FC236}">
                  <ns2:creationId id="{760AF4FE-CFB3-43D0-A3EE-59ABA72D76D7}"/>
                </a:ext>
              </a:extLst>
            </p:cNvPr>
            <p:cNvSpPr>
              <a:spLocks noGrp="1"/>
            </p:cNvSpPr>
            <p:nvPr/>
          </p:nvSpPr>
          <p:spPr>
            <a:xfrm>
              <a:off x="867926" y="4572815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09" name="Domain frame f139: corner 2-6">
              <a:extLst>
                <a:ext uri="{FF2B5EF4-FFF2-40B4-BE49-F238E27FC236}">
                  <ns2:creationId id="{A3CF4C14-51F8-4A64-8E24-731EBCFD41CB}"/>
                </a:ext>
              </a:extLst>
            </p:cNvPr>
            <p:cNvSpPr>
              <a:spLocks noGrp="1"/>
            </p:cNvSpPr>
            <p:nvPr/>
          </p:nvSpPr>
          <p:spPr>
            <a:xfrm>
              <a:off x="867926" y="5227066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10" name="Domain frame f139: corner 3-7">
              <a:extLst>
                <a:ext uri="{FF2B5EF4-FFF2-40B4-BE49-F238E27FC236}">
                  <ns2:creationId id="{7CEEF146-F7ED-45D7-BD67-D0C2C3986D48}"/>
                </a:ext>
              </a:extLst>
            </p:cNvPr>
            <p:cNvSpPr>
              <a:spLocks noGrp="1"/>
            </p:cNvSpPr>
            <p:nvPr/>
          </p:nvSpPr>
          <p:spPr>
            <a:xfrm>
              <a:off x="867926" y="4572815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11" name="Domain frame f139: corner 4-5">
              <a:extLst>
                <a:ext uri="{FF2B5EF4-FFF2-40B4-BE49-F238E27FC236}">
                  <ns2:creationId id="{36403992-702B-4554-BF40-24A8051C1DA2}"/>
                </a:ext>
              </a:extLst>
            </p:cNvPr>
            <p:cNvSpPr>
              <a:spLocks noGrp="1"/>
            </p:cNvSpPr>
            <p:nvPr/>
          </p:nvSpPr>
          <p:spPr>
            <a:xfrm>
              <a:off x="3418324" y="5125466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12" name="Domain frame f139: corner 4-6">
              <a:extLst>
                <a:ext uri="{FF2B5EF4-FFF2-40B4-BE49-F238E27FC236}">
                  <ns2:creationId id="{78158B32-A230-4393-AB68-8F81A7572B8C}"/>
                </a:ext>
              </a:extLst>
            </p:cNvPr>
            <p:cNvSpPr>
              <a:spLocks noGrp="1"/>
            </p:cNvSpPr>
            <p:nvPr/>
          </p:nvSpPr>
          <p:spPr>
            <a:xfrm>
              <a:off x="3418324" y="5421210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13" name="Domain frame f139: corner 5-7">
              <a:extLst>
                <a:ext uri="{FF2B5EF4-FFF2-40B4-BE49-F238E27FC236}">
                  <ns2:creationId id="{BC63985A-2ABD-4B6F-86C7-108FFD6CC894}"/>
                </a:ext>
              </a:extLst>
            </p:cNvPr>
            <p:cNvSpPr>
              <a:spLocks noGrp="1"/>
            </p:cNvSpPr>
            <p:nvPr/>
          </p:nvSpPr>
          <p:spPr>
            <a:xfrm>
              <a:off x="3418324" y="4766959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14" name="Domain frame f139: corner 6-7">
              <a:extLst>
                <a:ext uri="{FF2B5EF4-FFF2-40B4-BE49-F238E27FC236}">
                  <ns2:creationId id="{E95F9BCA-90AA-4B46-87B7-503224B26963}"/>
                </a:ext>
              </a:extLst>
            </p:cNvPr>
            <p:cNvSpPr>
              <a:spLocks noGrp="1"/>
            </p:cNvSpPr>
            <p:nvPr/>
          </p:nvSpPr>
          <p:spPr>
            <a:xfrm>
              <a:off x="4035933" y="4766959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15" name="Exact 3D extremum A, track 432, f139">
              <a:extLst>
                <a:ext uri="{FF2B5EF4-FFF2-40B4-BE49-F238E27FC236}">
                  <ns2:creationId id="{1E314E27-D925-43A1-ABC1-A356AC86DCE8}"/>
                </a:ext>
              </a:extLst>
            </p:cNvPr>
            <p:cNvSpPr>
              <a:spLocks noGrp="1"/>
            </p:cNvSpPr>
            <p:nvPr/>
          </p:nvSpPr>
          <p:spPr>
            <a:xfrm>
              <a:off x="1265776" y="5299584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</a:ln>
          </p:spPr>
        </p:sp>
        <p:sp>
          <p:nvSpPr>
            <p:cNvPr id="10016" name="Volume label: A">
              <a:extLst>
                <a:ext uri="{FF2B5EF4-FFF2-40B4-BE49-F238E27FC236}">
                  <ns2:creationId id="{ACB35B37-7D42-4AE0-86E0-634B7874BE53}"/>
                </a:ext>
              </a:extLst>
            </p:cNvPr>
            <p:cNvSpPr>
              <a:spLocks noGrp="1"/>
            </p:cNvSpPr>
            <p:nvPr/>
          </p:nvSpPr>
          <p:spPr>
            <a:xfrm>
              <a:off x="1382933" y="5111941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17" name="Exact 3D extremum B, track 462, f139">
              <a:extLst>
                <a:ext uri="{FF2B5EF4-FFF2-40B4-BE49-F238E27FC236}">
                  <ns2:creationId id="{BDD2C7F6-8DB2-47ED-B8F1-8CD8252EBCE4}"/>
                </a:ext>
              </a:extLst>
            </p:cNvPr>
            <p:cNvSpPr>
              <a:spLocks noGrp="1"/>
            </p:cNvSpPr>
            <p:nvPr/>
          </p:nvSpPr>
          <p:spPr>
            <a:xfrm>
              <a:off x="2420609" y="5461820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</a:ln>
          </p:spPr>
        </p:sp>
        <p:sp>
          <p:nvSpPr>
            <p:cNvPr id="10018" name="Volume label: B">
              <a:extLst>
                <a:ext uri="{FF2B5EF4-FFF2-40B4-BE49-F238E27FC236}">
                  <ns2:creationId id="{A055C73E-1983-48E7-A0BC-6C9048B8C968}"/>
                </a:ext>
              </a:extLst>
            </p:cNvPr>
            <p:cNvSpPr>
              <a:spLocks noGrp="1"/>
            </p:cNvSpPr>
            <p:nvPr/>
          </p:nvSpPr>
          <p:spPr>
            <a:xfrm>
              <a:off x="2537767" y="5274178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19" name="Exact 3D extremum C, track 388, f139">
              <a:extLst>
                <a:ext uri="{FF2B5EF4-FFF2-40B4-BE49-F238E27FC236}">
                  <ns2:creationId id="{7D9AD1A7-245B-4A12-91EA-1C2635B8EAF9}"/>
                </a:ext>
              </a:extLst>
            </p:cNvPr>
            <p:cNvSpPr>
              <a:spLocks noGrp="1"/>
            </p:cNvSpPr>
            <p:nvPr/>
          </p:nvSpPr>
          <p:spPr>
            <a:xfrm>
              <a:off x="3182526" y="5249279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</a:ln>
          </p:spPr>
        </p:sp>
        <p:sp>
          <p:nvSpPr>
            <p:cNvPr id="10020" name="Volume label: C">
              <a:extLst>
                <a:ext uri="{FF2B5EF4-FFF2-40B4-BE49-F238E27FC236}">
                  <ns2:creationId id="{20CABF31-3E3C-4B92-B45E-B74688EDDB0E}"/>
                </a:ext>
              </a:extLst>
            </p:cNvPr>
            <p:cNvSpPr>
              <a:spLocks noGrp="1"/>
            </p:cNvSpPr>
            <p:nvPr/>
          </p:nvSpPr>
          <p:spPr>
            <a:xfrm>
              <a:off x="3299683" y="5061637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21" name="Volume label: x">
              <a:extLst>
                <a:ext uri="{FF2B5EF4-FFF2-40B4-BE49-F238E27FC236}">
                  <ns2:creationId id="{50EFFA80-B469-4457-B21D-4088E1F7D8E1}"/>
                </a:ext>
              </a:extLst>
            </p:cNvPr>
            <p:cNvSpPr>
              <a:spLocks noGrp="1"/>
            </p:cNvSpPr>
            <p:nvPr/>
          </p:nvSpPr>
          <p:spPr>
            <a:xfrm>
              <a:off x="1834321" y="5711220"/>
              <a:ext cx="19050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</a:t>
              </a:r>
            </a:p>
          </p:txBody>
        </p:sp>
        <p:sp>
          <p:nvSpPr>
            <p:cNvPr id="10022" name="Volume label: y">
              <a:extLst>
                <a:ext uri="{FF2B5EF4-FFF2-40B4-BE49-F238E27FC236}">
                  <ns2:creationId id="{63711D5F-882A-45FB-B334-F402EEB311DE}"/>
                </a:ext>
              </a:extLst>
            </p:cNvPr>
            <p:cNvSpPr>
              <a:spLocks noGrp="1"/>
            </p:cNvSpPr>
            <p:nvPr/>
          </p:nvSpPr>
          <p:spPr>
            <a:xfrm>
              <a:off x="378146" y="5368220"/>
              <a:ext cx="19050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y</a:t>
              </a:r>
            </a:p>
          </p:txBody>
        </p:sp>
        <p:sp>
          <p:nvSpPr>
            <p:cNvPr id="10023" name="Volume label: z">
              <a:extLst>
                <a:ext uri="{FF2B5EF4-FFF2-40B4-BE49-F238E27FC236}">
                  <ns2:creationId id="{CC9336A2-D52B-428F-AE2F-FFF49869A826}"/>
                </a:ext>
              </a:extLst>
            </p:cNvPr>
            <p:cNvSpPr>
              <a:spLocks noGrp="1"/>
            </p:cNvSpPr>
            <p:nvPr/>
          </p:nvSpPr>
          <p:spPr>
            <a:xfrm>
              <a:off x="59817" y="5201298"/>
              <a:ext cx="19050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50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z</a:t>
              </a:r>
            </a:p>
          </p:txBody>
        </p:sp>
        <p:sp>
          <p:nvSpPr>
            <p:cNvPr id="10024" name="Volume label: f140   t = 1.40">
              <a:extLst>
                <a:ext uri="{FF2B5EF4-FFF2-40B4-BE49-F238E27FC236}">
                  <ns2:creationId id="{CDC1BA51-0946-4EB2-ADA9-BFB7A624167A}"/>
                </a:ext>
              </a:extLst>
            </p:cNvPr>
            <p:cNvSpPr>
              <a:spLocks noGrp="1"/>
            </p:cNvSpPr>
            <p:nvPr/>
          </p:nvSpPr>
          <p:spPr>
            <a:xfrm>
              <a:off x="4362450" y="4191000"/>
              <a:ext cx="39433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140</a:t>
              </a:r>
            </a:p>
          </p:txBody>
        </p:sp>
        <p:pic>
          <p:nvPicPr>
            <p:cNvPr id="10025" name="">
              <a:extLst>
                <a:ext uri="{FF2B5EF4-FFF2-40B4-BE49-F238E27FC236}">
                  <ns2:creationId id="{9BFD9306-FF12-47C2-A85E-699ED4213C9E}"/>
                </a:ext>
              </a:extLst>
            </p:cNvPr>
            <p:cNvPicPr>
              <a:picLocks noChangeAspect="1"/>
            </p:cNvPicPr>
            <p:nvPr/>
          </p:nvPicPr>
          <p:blipFill>
            <a:blip r:embed="FrameView_R83e1c010b825496c"/>
            <a:stretch/>
          </p:blipFill>
          <p:spPr>
            <a:xfrm>
              <a:off x="4362450" y="4457700"/>
              <a:ext cx="3943350" cy="1437132"/>
            </a:xfrm>
            <a:prstGeom prst="rect">
              <a:avLst/>
            </a:prstGeom>
          </p:spPr>
        </p:pic>
        <p:sp>
          <p:nvSpPr>
            <p:cNvPr id="10026" name="Domain frame f140: corner 0-1">
              <a:extLst>
                <a:ext uri="{FF2B5EF4-FFF2-40B4-BE49-F238E27FC236}">
                  <ns2:creationId id="{A6450AE9-8DC9-4580-9FD9-4841FA7B1986}"/>
                </a:ext>
              </a:extLst>
            </p:cNvPr>
            <p:cNvSpPr>
              <a:spLocks noGrp="1"/>
            </p:cNvSpPr>
            <p:nvPr/>
          </p:nvSpPr>
          <p:spPr>
            <a:xfrm>
              <a:off x="4441317" y="4931322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27" name="Domain frame f140: corner 0-2">
              <a:extLst>
                <a:ext uri="{FF2B5EF4-FFF2-40B4-BE49-F238E27FC236}">
                  <ns2:creationId id="{BAB0D9B3-3069-488D-867F-2F175B113126}"/>
                </a:ext>
              </a:extLst>
            </p:cNvPr>
            <p:cNvSpPr>
              <a:spLocks noGrp="1"/>
            </p:cNvSpPr>
            <p:nvPr/>
          </p:nvSpPr>
          <p:spPr>
            <a:xfrm>
              <a:off x="4441317" y="5227066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28" name="Domain frame f140: corner 0-4">
              <a:extLst>
                <a:ext uri="{FF2B5EF4-FFF2-40B4-BE49-F238E27FC236}">
                  <ns2:creationId id="{AF369697-DC8D-4FDB-911C-BFD6F7613A12}"/>
                </a:ext>
              </a:extLst>
            </p:cNvPr>
            <p:cNvSpPr>
              <a:spLocks noGrp="1"/>
            </p:cNvSpPr>
            <p:nvPr/>
          </p:nvSpPr>
          <p:spPr>
            <a:xfrm>
              <a:off x="4441317" y="5585573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29" name="Domain frame f140: corner 1-3">
              <a:extLst>
                <a:ext uri="{FF2B5EF4-FFF2-40B4-BE49-F238E27FC236}">
                  <ns2:creationId id="{ADCDFDED-3C87-4B45-B1BD-2CE68DA94A46}"/>
                </a:ext>
              </a:extLst>
            </p:cNvPr>
            <p:cNvSpPr>
              <a:spLocks noGrp="1"/>
            </p:cNvSpPr>
            <p:nvPr/>
          </p:nvSpPr>
          <p:spPr>
            <a:xfrm>
              <a:off x="4441317" y="4572815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0" name="Domain frame f140: corner 1-5">
              <a:extLst>
                <a:ext uri="{FF2B5EF4-FFF2-40B4-BE49-F238E27FC236}">
                  <ns2:creationId id="{5675DB19-793E-4C58-A182-FEA6BE8CA5FE}"/>
                </a:ext>
              </a:extLst>
            </p:cNvPr>
            <p:cNvSpPr>
              <a:spLocks noGrp="1"/>
            </p:cNvSpPr>
            <p:nvPr/>
          </p:nvSpPr>
          <p:spPr>
            <a:xfrm>
              <a:off x="4441317" y="4931322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1" name="Domain frame f140: corner 2-3">
              <a:extLst>
                <a:ext uri="{FF2B5EF4-FFF2-40B4-BE49-F238E27FC236}">
                  <ns2:creationId id="{F67E2609-F2BE-4908-BDE1-4014D42587A6}"/>
                </a:ext>
              </a:extLst>
            </p:cNvPr>
            <p:cNvSpPr>
              <a:spLocks noGrp="1"/>
            </p:cNvSpPr>
            <p:nvPr/>
          </p:nvSpPr>
          <p:spPr>
            <a:xfrm>
              <a:off x="5058926" y="4572815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32" name="Domain frame f140: corner 2-6">
              <a:extLst>
                <a:ext uri="{FF2B5EF4-FFF2-40B4-BE49-F238E27FC236}">
                  <ns2:creationId id="{C82A9903-F8A4-4BE4-85C1-3D90718CFDC1}"/>
                </a:ext>
              </a:extLst>
            </p:cNvPr>
            <p:cNvSpPr>
              <a:spLocks noGrp="1"/>
            </p:cNvSpPr>
            <p:nvPr/>
          </p:nvSpPr>
          <p:spPr>
            <a:xfrm>
              <a:off x="5058926" y="5227066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33" name="Domain frame f140: corner 3-7">
              <a:extLst>
                <a:ext uri="{FF2B5EF4-FFF2-40B4-BE49-F238E27FC236}">
                  <ns2:creationId id="{6BE832A8-0151-40F5-876E-F943356D1F3C}"/>
                </a:ext>
              </a:extLst>
            </p:cNvPr>
            <p:cNvSpPr>
              <a:spLocks noGrp="1"/>
            </p:cNvSpPr>
            <p:nvPr/>
          </p:nvSpPr>
          <p:spPr>
            <a:xfrm>
              <a:off x="5058926" y="4572815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4" name="Domain frame f140: corner 4-5">
              <a:extLst>
                <a:ext uri="{FF2B5EF4-FFF2-40B4-BE49-F238E27FC236}">
                  <ns2:creationId id="{1974CBB3-9DCF-4B3B-8559-045978DBB7F1}"/>
                </a:ext>
              </a:extLst>
            </p:cNvPr>
            <p:cNvSpPr>
              <a:spLocks noGrp="1"/>
            </p:cNvSpPr>
            <p:nvPr/>
          </p:nvSpPr>
          <p:spPr>
            <a:xfrm>
              <a:off x="7609324" y="5125466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5" name="Domain frame f140: corner 4-6">
              <a:extLst>
                <a:ext uri="{FF2B5EF4-FFF2-40B4-BE49-F238E27FC236}">
                  <ns2:creationId id="{3974FFAD-B76B-4C4E-8418-CF79527C9274}"/>
                </a:ext>
              </a:extLst>
            </p:cNvPr>
            <p:cNvSpPr>
              <a:spLocks noGrp="1"/>
            </p:cNvSpPr>
            <p:nvPr/>
          </p:nvSpPr>
          <p:spPr>
            <a:xfrm>
              <a:off x="7609324" y="5421210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6" name="Domain frame f140: corner 5-7">
              <a:extLst>
                <a:ext uri="{FF2B5EF4-FFF2-40B4-BE49-F238E27FC236}">
                  <ns2:creationId id="{D897732C-785A-41EF-8E0C-607933BA1EC4}"/>
                </a:ext>
              </a:extLst>
            </p:cNvPr>
            <p:cNvSpPr>
              <a:spLocks noGrp="1"/>
            </p:cNvSpPr>
            <p:nvPr/>
          </p:nvSpPr>
          <p:spPr>
            <a:xfrm>
              <a:off x="7609324" y="4766959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7" name="Domain frame f140: corner 6-7">
              <a:extLst>
                <a:ext uri="{FF2B5EF4-FFF2-40B4-BE49-F238E27FC236}">
                  <ns2:creationId id="{A6E0719B-B444-42CD-86DB-96AD6D870530}"/>
                </a:ext>
              </a:extLst>
            </p:cNvPr>
            <p:cNvSpPr>
              <a:spLocks noGrp="1"/>
            </p:cNvSpPr>
            <p:nvPr/>
          </p:nvSpPr>
          <p:spPr>
            <a:xfrm>
              <a:off x="8226933" y="4766959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38" name="Exact 3D extremum A, track 432, f140">
              <a:extLst>
                <a:ext uri="{FF2B5EF4-FFF2-40B4-BE49-F238E27FC236}">
                  <ns2:creationId id="{C66DEFCB-C208-412B-B5FA-1C915D7CBFA3}"/>
                </a:ext>
              </a:extLst>
            </p:cNvPr>
            <p:cNvSpPr>
              <a:spLocks noGrp="1"/>
            </p:cNvSpPr>
            <p:nvPr/>
          </p:nvSpPr>
          <p:spPr>
            <a:xfrm>
              <a:off x="5456776" y="5299584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</a:ln>
          </p:spPr>
        </p:sp>
        <p:sp>
          <p:nvSpPr>
            <p:cNvPr id="10039" name="Volume label: A">
              <a:extLst>
                <a:ext uri="{FF2B5EF4-FFF2-40B4-BE49-F238E27FC236}">
                  <ns2:creationId id="{DCF3FED9-7685-41FF-9A63-322CA4CA9DFE}"/>
                </a:ext>
              </a:extLst>
            </p:cNvPr>
            <p:cNvSpPr>
              <a:spLocks noGrp="1"/>
            </p:cNvSpPr>
            <p:nvPr/>
          </p:nvSpPr>
          <p:spPr>
            <a:xfrm>
              <a:off x="5573933" y="5111941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40" name="Exact 3D extremum B, track 462, f140">
              <a:extLst>
                <a:ext uri="{FF2B5EF4-FFF2-40B4-BE49-F238E27FC236}">
                  <ns2:creationId id="{696DEA51-9559-4676-BCA3-747AE05BCAF8}"/>
                </a:ext>
              </a:extLst>
            </p:cNvPr>
            <p:cNvSpPr>
              <a:spLocks noGrp="1"/>
            </p:cNvSpPr>
            <p:nvPr/>
          </p:nvSpPr>
          <p:spPr>
            <a:xfrm>
              <a:off x="6615793" y="5512778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</a:ln>
          </p:spPr>
        </p:sp>
        <p:sp>
          <p:nvSpPr>
            <p:cNvPr id="10041" name="Volume label: B">
              <a:extLst>
                <a:ext uri="{FF2B5EF4-FFF2-40B4-BE49-F238E27FC236}">
                  <ns2:creationId id="{BBF2719A-02C9-44CB-82B3-969323CFA387}"/>
                </a:ext>
              </a:extLst>
            </p:cNvPr>
            <p:cNvSpPr>
              <a:spLocks noGrp="1"/>
            </p:cNvSpPr>
            <p:nvPr/>
          </p:nvSpPr>
          <p:spPr>
            <a:xfrm>
              <a:off x="6732950" y="5325136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42" name="Exact 3D extremum C, track 388, f140">
              <a:extLst>
                <a:ext uri="{FF2B5EF4-FFF2-40B4-BE49-F238E27FC236}">
                  <ns2:creationId id="{F2E2E272-4DCF-481D-B589-3F7B509C53E2}"/>
                </a:ext>
              </a:extLst>
            </p:cNvPr>
            <p:cNvSpPr>
              <a:spLocks noGrp="1"/>
            </p:cNvSpPr>
            <p:nvPr/>
          </p:nvSpPr>
          <p:spPr>
            <a:xfrm>
              <a:off x="7391266" y="5252581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</a:ln>
          </p:spPr>
        </p:sp>
        <p:sp>
          <p:nvSpPr>
            <p:cNvPr id="10043" name="Volume label: C">
              <a:extLst>
                <a:ext uri="{FF2B5EF4-FFF2-40B4-BE49-F238E27FC236}">
                  <ns2:creationId id="{E76031F2-C594-40E0-A3DE-46AA0B72C020}"/>
                </a:ext>
              </a:extLst>
            </p:cNvPr>
            <p:cNvSpPr>
              <a:spLocks noGrp="1"/>
            </p:cNvSpPr>
            <p:nvPr/>
          </p:nvSpPr>
          <p:spPr>
            <a:xfrm>
              <a:off x="7508424" y="5064938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10044" name="Volume label: f141   t = 1.41">
              <a:extLst>
                <a:ext uri="{FF2B5EF4-FFF2-40B4-BE49-F238E27FC236}">
                  <ns2:creationId id="{086325EB-F5BD-4266-8669-2743E1C83862}"/>
                </a:ext>
              </a:extLst>
            </p:cNvPr>
            <p:cNvSpPr>
              <a:spLocks noGrp="1"/>
            </p:cNvSpPr>
            <p:nvPr/>
          </p:nvSpPr>
          <p:spPr>
            <a:xfrm>
              <a:off x="8553450" y="4191000"/>
              <a:ext cx="394335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50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141</a:t>
              </a:r>
            </a:p>
          </p:txBody>
        </p:sp>
        <p:pic>
          <p:nvPicPr>
            <p:cNvPr id="10045" name="">
              <a:extLst>
                <a:ext uri="{FF2B5EF4-FFF2-40B4-BE49-F238E27FC236}">
                  <ns2:creationId id="{BFB97EFB-746A-4614-9D97-F468B5175A84}"/>
                </a:ext>
              </a:extLst>
            </p:cNvPr>
            <p:cNvPicPr>
              <a:picLocks noChangeAspect="1"/>
            </p:cNvPicPr>
            <p:nvPr/>
          </p:nvPicPr>
          <p:blipFill>
            <a:blip r:embed="FrameView_Rf17f8bde6fe240f7"/>
            <a:stretch/>
          </p:blipFill>
          <p:spPr>
            <a:xfrm>
              <a:off x="8553450" y="4457700"/>
              <a:ext cx="3943350" cy="1437132"/>
            </a:xfrm>
            <a:prstGeom prst="rect">
              <a:avLst/>
            </a:prstGeom>
          </p:spPr>
        </p:pic>
        <p:sp>
          <p:nvSpPr>
            <p:cNvPr id="10046" name="Domain frame f141: corner 0-1">
              <a:extLst>
                <a:ext uri="{FF2B5EF4-FFF2-40B4-BE49-F238E27FC236}">
                  <ns2:creationId id="{593F85A4-231A-4335-9969-A5560C6A11F0}"/>
                </a:ext>
              </a:extLst>
            </p:cNvPr>
            <p:cNvSpPr>
              <a:spLocks noGrp="1"/>
            </p:cNvSpPr>
            <p:nvPr/>
          </p:nvSpPr>
          <p:spPr>
            <a:xfrm>
              <a:off x="8632317" y="4931322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47" name="Domain frame f141: corner 0-2">
              <a:extLst>
                <a:ext uri="{FF2B5EF4-FFF2-40B4-BE49-F238E27FC236}">
                  <ns2:creationId id="{CD9EFECA-4F2B-4AA3-8787-CCF9E83A1B14}"/>
                </a:ext>
              </a:extLst>
            </p:cNvPr>
            <p:cNvSpPr>
              <a:spLocks noGrp="1"/>
            </p:cNvSpPr>
            <p:nvPr/>
          </p:nvSpPr>
          <p:spPr>
            <a:xfrm>
              <a:off x="8632317" y="5227066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48" name="Domain frame f141: corner 0-4">
              <a:extLst>
                <a:ext uri="{FF2B5EF4-FFF2-40B4-BE49-F238E27FC236}">
                  <ns2:creationId id="{BAC4EE36-7D16-42BF-AF0D-FFF63EDB478A}"/>
                </a:ext>
              </a:extLst>
            </p:cNvPr>
            <p:cNvSpPr>
              <a:spLocks noGrp="1"/>
            </p:cNvSpPr>
            <p:nvPr/>
          </p:nvSpPr>
          <p:spPr>
            <a:xfrm>
              <a:off x="8632317" y="5585573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49" name="Domain frame f141: corner 1-3">
              <a:extLst>
                <a:ext uri="{FF2B5EF4-FFF2-40B4-BE49-F238E27FC236}">
                  <ns2:creationId id="{CCCDD479-5B04-4DAF-BDFD-C2E5D1757C23}"/>
                </a:ext>
              </a:extLst>
            </p:cNvPr>
            <p:cNvSpPr>
              <a:spLocks noGrp="1"/>
            </p:cNvSpPr>
            <p:nvPr/>
          </p:nvSpPr>
          <p:spPr>
            <a:xfrm>
              <a:off x="8632317" y="4572815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0" name="Domain frame f141: corner 1-5">
              <a:extLst>
                <a:ext uri="{FF2B5EF4-FFF2-40B4-BE49-F238E27FC236}">
                  <ns2:creationId id="{95BC2DB6-D933-4915-BAE4-A0E88B7FFA90}"/>
                </a:ext>
              </a:extLst>
            </p:cNvPr>
            <p:cNvSpPr>
              <a:spLocks noGrp="1"/>
            </p:cNvSpPr>
            <p:nvPr/>
          </p:nvSpPr>
          <p:spPr>
            <a:xfrm>
              <a:off x="8632317" y="4931322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1" name="Domain frame f141: corner 2-3">
              <a:extLst>
                <a:ext uri="{FF2B5EF4-FFF2-40B4-BE49-F238E27FC236}">
                  <ns2:creationId id="{72A2C911-0669-4936-9529-EBDD64FCC0DC}"/>
                </a:ext>
              </a:extLst>
            </p:cNvPr>
            <p:cNvSpPr>
              <a:spLocks noGrp="1"/>
            </p:cNvSpPr>
            <p:nvPr/>
          </p:nvSpPr>
          <p:spPr>
            <a:xfrm>
              <a:off x="9249926" y="4572815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52" name="Domain frame f141: corner 2-6">
              <a:extLst>
                <a:ext uri="{FF2B5EF4-FFF2-40B4-BE49-F238E27FC236}">
                  <ns2:creationId id="{02B37E07-084E-4D5A-92BB-E1DBA996B883}"/>
                </a:ext>
              </a:extLst>
            </p:cNvPr>
            <p:cNvSpPr>
              <a:spLocks noGrp="1"/>
            </p:cNvSpPr>
            <p:nvPr/>
          </p:nvSpPr>
          <p:spPr>
            <a:xfrm>
              <a:off x="9249926" y="5227066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B3BDC4"/>
              </a:solidFill>
              <a:prstDash val="dash"/>
            </a:ln>
          </p:spPr>
        </p:sp>
        <p:sp>
          <p:nvSpPr>
            <p:cNvPr id="10053" name="Domain frame f141: corner 3-7">
              <a:extLst>
                <a:ext uri="{FF2B5EF4-FFF2-40B4-BE49-F238E27FC236}">
                  <ns2:creationId id="{2B53BDEE-ED28-48A2-8352-5AA2FE2A5E73}"/>
                </a:ext>
              </a:extLst>
            </p:cNvPr>
            <p:cNvSpPr>
              <a:spLocks noGrp="1"/>
            </p:cNvSpPr>
            <p:nvPr/>
          </p:nvSpPr>
          <p:spPr>
            <a:xfrm>
              <a:off x="9249926" y="4572815"/>
              <a:ext cx="3168007" cy="194143"/>
            </a:xfrm>
            <a:custGeom>
              <a:pathLst>
                <a:path w="3168007" h="194143">
                  <a:moveTo>
                    <a:pt x="0" y="0"/>
                  </a:moveTo>
                  <a:lnTo>
                    <a:pt x="3168007" y="194143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4" name="Domain frame f141: corner 4-5">
              <a:extLst>
                <a:ext uri="{FF2B5EF4-FFF2-40B4-BE49-F238E27FC236}">
                  <ns2:creationId id="{3D71D459-DE45-4E02-9563-856D80CECC86}"/>
                </a:ext>
              </a:extLst>
            </p:cNvPr>
            <p:cNvSpPr>
              <a:spLocks noGrp="1"/>
            </p:cNvSpPr>
            <p:nvPr/>
          </p:nvSpPr>
          <p:spPr>
            <a:xfrm>
              <a:off x="11800324" y="5125466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5" name="Domain frame f141: corner 4-6">
              <a:extLst>
                <a:ext uri="{FF2B5EF4-FFF2-40B4-BE49-F238E27FC236}">
                  <ns2:creationId id="{2C8E17F5-93CC-4A27-AE42-1D376D8E376D}"/>
                </a:ext>
              </a:extLst>
            </p:cNvPr>
            <p:cNvSpPr>
              <a:spLocks noGrp="1"/>
            </p:cNvSpPr>
            <p:nvPr/>
          </p:nvSpPr>
          <p:spPr>
            <a:xfrm>
              <a:off x="11800324" y="5421210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6" name="Domain frame f141: corner 5-7">
              <a:extLst>
                <a:ext uri="{FF2B5EF4-FFF2-40B4-BE49-F238E27FC236}">
                  <ns2:creationId id="{9553A586-25E2-4E44-9D6E-597773D19B7F}"/>
                </a:ext>
              </a:extLst>
            </p:cNvPr>
            <p:cNvSpPr>
              <a:spLocks noGrp="1"/>
            </p:cNvSpPr>
            <p:nvPr/>
          </p:nvSpPr>
          <p:spPr>
            <a:xfrm>
              <a:off x="11800324" y="4766959"/>
              <a:ext cx="617609" cy="358507"/>
            </a:xfrm>
            <a:custGeom>
              <a:pathLst>
                <a:path w="617609" h="358507">
                  <a:moveTo>
                    <a:pt x="0" y="358507"/>
                  </a:moveTo>
                  <a:lnTo>
                    <a:pt x="617609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7" name="Domain frame f141: corner 6-7">
              <a:extLst>
                <a:ext uri="{FF2B5EF4-FFF2-40B4-BE49-F238E27FC236}">
                  <ns2:creationId id="{74CEA008-6B4D-4CB2-BC29-EF7F94A68084}"/>
                </a:ext>
              </a:extLst>
            </p:cNvPr>
            <p:cNvSpPr>
              <a:spLocks noGrp="1"/>
            </p:cNvSpPr>
            <p:nvPr/>
          </p:nvSpPr>
          <p:spPr>
            <a:xfrm>
              <a:off x="12417933" y="4766959"/>
              <a:ext cx="95" cy="654251"/>
            </a:xfrm>
            <a:custGeom>
              <a:pathLst>
                <a:path w="95" h="654251">
                  <a:moveTo>
                    <a:pt x="0" y="654251"/>
                  </a:moveTo>
                  <a:lnTo>
                    <a:pt x="0" y="0"/>
                  </a:lnTo>
                </a:path>
              </a:pathLst>
            </a:custGeom>
            <a:noFill/>
            <a:ln w="10954">
              <a:solidFill>
                <a:srgbClr val="7B8790"/>
              </a:solidFill>
              <a:prstDash val="solid"/>
            </a:ln>
          </p:spPr>
        </p:sp>
        <p:sp>
          <p:nvSpPr>
            <p:cNvPr id="10058" name="Exact 3D extremum A, track 432, f141">
              <a:extLst>
                <a:ext uri="{FF2B5EF4-FFF2-40B4-BE49-F238E27FC236}">
                  <ns2:creationId id="{37C3C9E6-FD8B-4D84-81A4-C4EE63D18825}"/>
                </a:ext>
              </a:extLst>
            </p:cNvPr>
            <p:cNvSpPr>
              <a:spLocks noGrp="1"/>
            </p:cNvSpPr>
            <p:nvPr/>
          </p:nvSpPr>
          <p:spPr>
            <a:xfrm>
              <a:off x="9647776" y="5299584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72B2"/>
              </a:solidFill>
            </a:ln>
          </p:spPr>
        </p:sp>
        <p:sp>
          <p:nvSpPr>
            <p:cNvPr id="10059" name="Volume label: A">
              <a:extLst>
                <a:ext uri="{FF2B5EF4-FFF2-40B4-BE49-F238E27FC236}">
                  <ns2:creationId id="{3CF9C991-29EF-47F8-B6B7-44CA4C0C61B1}"/>
                </a:ext>
              </a:extLst>
            </p:cNvPr>
            <p:cNvSpPr>
              <a:spLocks noGrp="1"/>
            </p:cNvSpPr>
            <p:nvPr/>
          </p:nvSpPr>
          <p:spPr>
            <a:xfrm>
              <a:off x="9764933" y="5111941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72B2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0060" name="Exact 3D extremum B, track 462, f141">
              <a:extLst>
                <a:ext uri="{FF2B5EF4-FFF2-40B4-BE49-F238E27FC236}">
                  <ns2:creationId id="{878ACD74-1645-41E4-9AE0-B87A6E486E1D}"/>
                </a:ext>
              </a:extLst>
            </p:cNvPr>
            <p:cNvSpPr>
              <a:spLocks noGrp="1"/>
            </p:cNvSpPr>
            <p:nvPr/>
          </p:nvSpPr>
          <p:spPr>
            <a:xfrm>
              <a:off x="10852136" y="5461572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D55E00"/>
              </a:solidFill>
            </a:ln>
          </p:spPr>
        </p:sp>
        <p:sp>
          <p:nvSpPr>
            <p:cNvPr id="10061" name="Volume label: B">
              <a:extLst>
                <a:ext uri="{FF2B5EF4-FFF2-40B4-BE49-F238E27FC236}">
                  <ns2:creationId id="{18CE936B-2430-4FE2-B9D2-303EEF81D01D}"/>
                </a:ext>
              </a:extLst>
            </p:cNvPr>
            <p:cNvSpPr>
              <a:spLocks noGrp="1"/>
            </p:cNvSpPr>
            <p:nvPr/>
          </p:nvSpPr>
          <p:spPr>
            <a:xfrm>
              <a:off x="10969293" y="5273929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D55E00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0062" name="Exact 3D extremum C, track 388, f141">
              <a:extLst>
                <a:ext uri="{FF2B5EF4-FFF2-40B4-BE49-F238E27FC236}">
                  <ns2:creationId id="{161AA25D-5E51-427A-813A-312F3A42AD56}"/>
                </a:ext>
              </a:extLst>
            </p:cNvPr>
            <p:cNvSpPr>
              <a:spLocks noGrp="1"/>
            </p:cNvSpPr>
            <p:nvPr/>
          </p:nvSpPr>
          <p:spPr>
            <a:xfrm>
              <a:off x="11592862" y="5253230"/>
              <a:ext cx="81915" cy="819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09E73"/>
              </a:solidFill>
            </a:ln>
          </p:spPr>
        </p:sp>
        <p:sp>
          <p:nvSpPr>
            <p:cNvPr id="10063" name="Volume label: C">
              <a:extLst>
                <a:ext uri="{FF2B5EF4-FFF2-40B4-BE49-F238E27FC236}">
                  <ns2:creationId id="{C52BC52E-7F41-4403-8B4A-FCA0297D7DEA}"/>
                </a:ext>
              </a:extLst>
            </p:cNvPr>
            <p:cNvSpPr>
              <a:spLocks noGrp="1"/>
            </p:cNvSpPr>
            <p:nvPr/>
          </p:nvSpPr>
          <p:spPr>
            <a:xfrm>
              <a:off x="11710019" y="5065588"/>
              <a:ext cx="2667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defRPr>
              </a:pPr>
              <a:r>
                <a:rPr sz="1350" b="1">
                  <a:solidFill>
                    <a:srgbClr val="009E73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</p:grpSp>
    </p:spTree>
    <p:extLst>
      <p:ext uri="{BB962C8B-B14F-4D97-AF65-F5344CB8AC3E}">
        <ns4:creationId val="899364499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pSp>
        <p:nvGrpSpPr>
          <p:cNvPr id="155" name="Manuscript Figure 18: Supplement_Cylinder_Comparison"/>
          <p:cNvGrpSpPr/>
          <p:nvPr/>
        </p:nvGrpSpPr>
        <p:grpSpPr>
          <a:xfrm>
            <a:off x="1024903" y="0"/>
            <a:ext cx="10751794" cy="6799870"/>
            <a:chOff x="0" y="0"/>
            <a:chExt cx="12801600" cy="8096250"/>
          </a:xfrm>
        </p:grpSpPr>
        <p:sp>
          <p:nvSpPr>
            <p:cNvPr id="154" name="text_000">
              <a:extLst>
                <a:ext uri="{FF2B5EF4-FFF2-40B4-BE49-F238E27FC236}">
                  <ns2:creationId id="{65851BDF-2F4F-491D-8F16-0E608154FCF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1950" y="95250"/>
              <a:ext cx="53340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(a) TMTM</a:t>
              </a:r>
            </a:p>
          </p:txBody>
        </p:sp>
        <p:pic>
          <p:nvPicPr>
            <p:cNvPr id="2" name="">
              <a:extLst>
                <a:ext uri="{FF2B5EF4-FFF2-40B4-BE49-F238E27FC236}">
                  <ns2:creationId id="{769EA4DC-65D9-47E8-83E4-078F948890AB}"/>
                </a:ext>
              </a:extLst>
            </p:cNvPr>
            <p:cNvPicPr>
              <a:picLocks noChangeAspect="1"/>
            </p:cNvPicPr>
            <p:nvPr/>
          </p:nvPicPr>
          <p:blipFill>
            <a:blip r:embed="R8e3dec1e95f9483e"/>
            <a:stretch/>
          </p:blipFill>
          <p:spPr>
            <a:xfrm>
              <a:off x="647700" y="476250"/>
              <a:ext cx="5048250" cy="1352550"/>
            </a:xfrm>
            <a:prstGeom prst="rect">
              <a:avLst/>
            </a:prstGeom>
          </p:spPr>
        </p:pic>
        <p:sp>
          <p:nvSpPr>
            <p:cNvPr id="3" name="line_002">
              <a:extLst>
                <a:ext uri="{FF2B5EF4-FFF2-40B4-BE49-F238E27FC236}">
                  <ns2:creationId id="{2C7869FA-3B6A-4FFC-94C9-EE6C07EAF908}"/>
                </a:ext>
              </a:extLst>
            </p:cNvPr>
            <p:cNvSpPr>
              <a:spLocks noGrp="1"/>
            </p:cNvSpPr>
            <p:nvPr/>
          </p:nvSpPr>
          <p:spPr>
            <a:xfrm>
              <a:off x="609600" y="18288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4" name="text_003">
              <a:extLst>
                <a:ext uri="{FF2B5EF4-FFF2-40B4-BE49-F238E27FC236}">
                  <ns2:creationId id="{47A796BE-7377-4351-B515-82573AB4395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375" y="173355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" name="line_004">
              <a:extLst>
                <a:ext uri="{FF2B5EF4-FFF2-40B4-BE49-F238E27FC236}">
                  <ns2:creationId id="{4EAAD576-95EE-46AE-A79B-3997BDBE0EB0}"/>
                </a:ext>
              </a:extLst>
            </p:cNvPr>
            <p:cNvSpPr>
              <a:spLocks noGrp="1"/>
            </p:cNvSpPr>
            <p:nvPr/>
          </p:nvSpPr>
          <p:spPr>
            <a:xfrm>
              <a:off x="609600" y="11525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6" name="text_005">
              <a:extLst>
                <a:ext uri="{FF2B5EF4-FFF2-40B4-BE49-F238E27FC236}">
                  <ns2:creationId id="{B06883D6-7000-4BC7-8F62-6A40F5C1582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375" y="1057275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7" name="line_006">
              <a:extLst>
                <a:ext uri="{FF2B5EF4-FFF2-40B4-BE49-F238E27FC236}">
                  <ns2:creationId id="{0F0D1668-3331-4AE0-9DEF-BB9B1D020D49}"/>
                </a:ext>
              </a:extLst>
            </p:cNvPr>
            <p:cNvSpPr>
              <a:spLocks noGrp="1"/>
            </p:cNvSpPr>
            <p:nvPr/>
          </p:nvSpPr>
          <p:spPr>
            <a:xfrm>
              <a:off x="609600" y="4762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8" name="text_007">
              <a:extLst>
                <a:ext uri="{FF2B5EF4-FFF2-40B4-BE49-F238E27FC236}">
                  <ns2:creationId id="{A0F84FFE-9D60-4354-8D7C-DB23348825C2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375" y="38100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line_008">
              <a:extLst>
                <a:ext uri="{FF2B5EF4-FFF2-40B4-BE49-F238E27FC236}">
                  <ns2:creationId id="{2F4B4369-CD04-4350-BE37-B1B2BCAAFA88}"/>
                </a:ext>
              </a:extLst>
            </p:cNvPr>
            <p:cNvSpPr>
              <a:spLocks noGrp="1"/>
            </p:cNvSpPr>
            <p:nvPr/>
          </p:nvSpPr>
          <p:spPr>
            <a:xfrm>
              <a:off x="672446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10" name="text_009">
              <a:extLst>
                <a:ext uri="{FF2B5EF4-FFF2-40B4-BE49-F238E27FC236}">
                  <ns2:creationId id="{EE572197-18B9-44FE-9731-B071A18EA95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81946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1" name="line_010">
              <a:extLst>
                <a:ext uri="{FF2B5EF4-FFF2-40B4-BE49-F238E27FC236}">
                  <ns2:creationId id="{29F4FE15-17DF-4476-94A0-625502FA6394}"/>
                </a:ext>
              </a:extLst>
            </p:cNvPr>
            <p:cNvSpPr>
              <a:spLocks noGrp="1"/>
            </p:cNvSpPr>
            <p:nvPr/>
          </p:nvSpPr>
          <p:spPr>
            <a:xfrm>
              <a:off x="1909763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12" name="text_011">
              <a:extLst>
                <a:ext uri="{FF2B5EF4-FFF2-40B4-BE49-F238E27FC236}">
                  <ns2:creationId id="{7E4BBAF0-7E7C-460B-B887-C5E21D21975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719263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13" name="line_012">
              <a:extLst>
                <a:ext uri="{FF2B5EF4-FFF2-40B4-BE49-F238E27FC236}">
                  <ns2:creationId id="{E8A6AED4-370D-42A8-B5F0-6C5E8C16B37C}"/>
                </a:ext>
              </a:extLst>
            </p:cNvPr>
            <p:cNvSpPr>
              <a:spLocks noGrp="1"/>
            </p:cNvSpPr>
            <p:nvPr/>
          </p:nvSpPr>
          <p:spPr>
            <a:xfrm>
              <a:off x="3196571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14" name="text_013">
              <a:extLst>
                <a:ext uri="{FF2B5EF4-FFF2-40B4-BE49-F238E27FC236}">
                  <ns2:creationId id="{44C4768A-FE2C-4433-9ECF-2108793DB78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006071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15" name="line_014">
              <a:extLst>
                <a:ext uri="{FF2B5EF4-FFF2-40B4-BE49-F238E27FC236}">
                  <ns2:creationId id="{44B0EBFC-8567-438D-8636-B65D4168A01F}"/>
                </a:ext>
              </a:extLst>
            </p:cNvPr>
            <p:cNvSpPr>
              <a:spLocks noGrp="1"/>
            </p:cNvSpPr>
            <p:nvPr/>
          </p:nvSpPr>
          <p:spPr>
            <a:xfrm>
              <a:off x="4384395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16" name="text_015">
              <a:extLst>
                <a:ext uri="{FF2B5EF4-FFF2-40B4-BE49-F238E27FC236}">
                  <ns2:creationId id="{47D1B028-A245-4132-A9FF-706AECEBEEC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193895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75</a:t>
              </a:r>
            </a:p>
          </p:txBody>
        </p:sp>
        <p:sp>
          <p:nvSpPr>
            <p:cNvPr id="17" name="line_016">
              <a:extLst>
                <a:ext uri="{FF2B5EF4-FFF2-40B4-BE49-F238E27FC236}">
                  <ns2:creationId id="{6B25960A-E265-462C-8A1C-BEE7CE87EE4E}"/>
                </a:ext>
              </a:extLst>
            </p:cNvPr>
            <p:cNvSpPr>
              <a:spLocks noGrp="1"/>
            </p:cNvSpPr>
            <p:nvPr/>
          </p:nvSpPr>
          <p:spPr>
            <a:xfrm>
              <a:off x="5671204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18" name="text_017">
              <a:extLst>
                <a:ext uri="{FF2B5EF4-FFF2-40B4-BE49-F238E27FC236}">
                  <ns2:creationId id="{5C774710-2DE1-4D62-A876-B4DC12DE0DB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80704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101</a:t>
              </a:r>
            </a:p>
          </p:txBody>
        </p:sp>
        <p:sp>
          <p:nvSpPr>
            <p:cNvPr id="19" name="line_018">
              <a:extLst>
                <a:ext uri="{FF2B5EF4-FFF2-40B4-BE49-F238E27FC236}">
                  <ns2:creationId id="{2DDED5A3-CF4E-49E1-94E6-F0226B25F9B6}"/>
                </a:ext>
              </a:extLst>
            </p:cNvPr>
            <p:cNvSpPr>
              <a:spLocks noGrp="1"/>
            </p:cNvSpPr>
            <p:nvPr/>
          </p:nvSpPr>
          <p:spPr>
            <a:xfrm>
              <a:off x="672446" y="4762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20" name="line_019">
              <a:extLst>
                <a:ext uri="{FF2B5EF4-FFF2-40B4-BE49-F238E27FC236}">
                  <ns2:creationId id="{E0061FED-F465-4F82-867B-0EF49452D47B}"/>
                </a:ext>
              </a:extLst>
            </p:cNvPr>
            <p:cNvSpPr>
              <a:spLocks noGrp="1"/>
            </p:cNvSpPr>
            <p:nvPr/>
          </p:nvSpPr>
          <p:spPr>
            <a:xfrm>
              <a:off x="3196571" y="4762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21" name="line_020">
              <a:extLst>
                <a:ext uri="{FF2B5EF4-FFF2-40B4-BE49-F238E27FC236}">
                  <ns2:creationId id="{13B61324-D44E-45A4-A6DD-5C81E59D3C45}"/>
                </a:ext>
              </a:extLst>
            </p:cNvPr>
            <p:cNvSpPr>
              <a:spLocks noGrp="1"/>
            </p:cNvSpPr>
            <p:nvPr/>
          </p:nvSpPr>
          <p:spPr>
            <a:xfrm>
              <a:off x="5671204" y="4762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23" name="text_022">
              <a:extLst>
                <a:ext uri="{FF2B5EF4-FFF2-40B4-BE49-F238E27FC236}">
                  <ns2:creationId id="{A1D1EA4F-AB33-4E90-9CF5-8DB468E06EB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05075" y="2095500"/>
              <a:ext cx="1333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(frame)</a:t>
              </a:r>
            </a:p>
          </p:txBody>
        </p:sp>
        <p:sp>
          <p:nvSpPr>
            <p:cNvPr id="24" name="text_023">
              <a:extLst>
                <a:ext uri="{FF2B5EF4-FFF2-40B4-BE49-F238E27FC236}">
                  <ns2:creationId id="{B144289B-0190-43E7-B756-3C474051263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00850" y="95250"/>
              <a:ext cx="53340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(b) RG-MTM-P</a:t>
              </a:r>
            </a:p>
          </p:txBody>
        </p:sp>
        <p:pic>
          <p:nvPicPr>
            <p:cNvPr id="25" name="">
              <a:extLst>
                <a:ext uri="{FF2B5EF4-FFF2-40B4-BE49-F238E27FC236}">
                  <ns2:creationId id="{83617B4F-7EA8-487B-99BB-67548F2B8777}"/>
                </a:ext>
              </a:extLst>
            </p:cNvPr>
            <p:cNvPicPr>
              <a:picLocks noChangeAspect="1"/>
            </p:cNvPicPr>
            <p:nvPr/>
          </p:nvPicPr>
          <p:blipFill>
            <a:blip r:embed="Rc89e92be5cdc423c"/>
            <a:stretch/>
          </p:blipFill>
          <p:spPr>
            <a:xfrm>
              <a:off x="7086600" y="476250"/>
              <a:ext cx="5048250" cy="1352550"/>
            </a:xfrm>
            <a:prstGeom prst="rect">
              <a:avLst/>
            </a:prstGeom>
          </p:spPr>
        </p:pic>
        <p:sp>
          <p:nvSpPr>
            <p:cNvPr id="26" name="line_025">
              <a:extLst>
                <a:ext uri="{FF2B5EF4-FFF2-40B4-BE49-F238E27FC236}">
                  <ns2:creationId id="{FEB4A91D-A822-4538-A917-51D3851DC589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18288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27" name="text_026">
              <a:extLst>
                <a:ext uri="{FF2B5EF4-FFF2-40B4-BE49-F238E27FC236}">
                  <ns2:creationId id="{F492141D-33D2-486E-AB51-D3679B3E635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72275" y="173355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28" name="line_027">
              <a:extLst>
                <a:ext uri="{FF2B5EF4-FFF2-40B4-BE49-F238E27FC236}">
                  <ns2:creationId id="{C38967E5-E4D1-4F6E-80A8-C230BE6DEA55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11525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29" name="text_028">
              <a:extLst>
                <a:ext uri="{FF2B5EF4-FFF2-40B4-BE49-F238E27FC236}">
                  <ns2:creationId id="{B657F5B5-6E60-46A2-84F6-3FE5FFEB854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72275" y="1057275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30" name="line_029">
              <a:extLst>
                <a:ext uri="{FF2B5EF4-FFF2-40B4-BE49-F238E27FC236}">
                  <ns2:creationId id="{F528E9CA-21EA-4B98-9E43-560B8E85280B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4762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31" name="text_030">
              <a:extLst>
                <a:ext uri="{FF2B5EF4-FFF2-40B4-BE49-F238E27FC236}">
                  <ns2:creationId id="{511BDC6B-CD8D-4A48-AA83-1A7A2A8DBFA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72275" y="38100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2" name="line_031">
              <a:extLst>
                <a:ext uri="{FF2B5EF4-FFF2-40B4-BE49-F238E27FC236}">
                  <ns2:creationId id="{135B7EC1-A708-451C-9328-EB7459F494FB}"/>
                </a:ext>
              </a:extLst>
            </p:cNvPr>
            <p:cNvSpPr>
              <a:spLocks noGrp="1"/>
            </p:cNvSpPr>
            <p:nvPr/>
          </p:nvSpPr>
          <p:spPr>
            <a:xfrm>
              <a:off x="7111346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33" name="text_032">
              <a:extLst>
                <a:ext uri="{FF2B5EF4-FFF2-40B4-BE49-F238E27FC236}">
                  <ns2:creationId id="{20F598E5-35C8-4F3A-82E1-615BF2F500E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20846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4" name="line_033">
              <a:extLst>
                <a:ext uri="{FF2B5EF4-FFF2-40B4-BE49-F238E27FC236}">
                  <ns2:creationId id="{C5CB54E6-D22C-4065-9E30-4AD4925EBF0D}"/>
                </a:ext>
              </a:extLst>
            </p:cNvPr>
            <p:cNvSpPr>
              <a:spLocks noGrp="1"/>
            </p:cNvSpPr>
            <p:nvPr/>
          </p:nvSpPr>
          <p:spPr>
            <a:xfrm>
              <a:off x="8348663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35" name="text_034">
              <a:extLst>
                <a:ext uri="{FF2B5EF4-FFF2-40B4-BE49-F238E27FC236}">
                  <ns2:creationId id="{47FE10D8-5D3B-408E-BDF7-EAFC53E8930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158163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36" name="line_035">
              <a:extLst>
                <a:ext uri="{FF2B5EF4-FFF2-40B4-BE49-F238E27FC236}">
                  <ns2:creationId id="{C261428F-1438-4922-8CD3-25B469789E33}"/>
                </a:ext>
              </a:extLst>
            </p:cNvPr>
            <p:cNvSpPr>
              <a:spLocks noGrp="1"/>
            </p:cNvSpPr>
            <p:nvPr/>
          </p:nvSpPr>
          <p:spPr>
            <a:xfrm>
              <a:off x="9635471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37" name="text_036">
              <a:extLst>
                <a:ext uri="{FF2B5EF4-FFF2-40B4-BE49-F238E27FC236}">
                  <ns2:creationId id="{F3275149-63A9-4C33-8965-40451CE7BDA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444971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38" name="line_037">
              <a:extLst>
                <a:ext uri="{FF2B5EF4-FFF2-40B4-BE49-F238E27FC236}">
                  <ns2:creationId id="{738E17F9-AA12-4010-AEA4-4EC80F9D6705}"/>
                </a:ext>
              </a:extLst>
            </p:cNvPr>
            <p:cNvSpPr>
              <a:spLocks noGrp="1"/>
            </p:cNvSpPr>
            <p:nvPr/>
          </p:nvSpPr>
          <p:spPr>
            <a:xfrm>
              <a:off x="10823295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39" name="text_038">
              <a:extLst>
                <a:ext uri="{FF2B5EF4-FFF2-40B4-BE49-F238E27FC236}">
                  <ns2:creationId id="{3728DFA7-FA5E-4964-9F7A-25993D3D0CB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632795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75</a:t>
              </a:r>
            </a:p>
          </p:txBody>
        </p:sp>
        <p:sp>
          <p:nvSpPr>
            <p:cNvPr id="40" name="line_039">
              <a:extLst>
                <a:ext uri="{FF2B5EF4-FFF2-40B4-BE49-F238E27FC236}">
                  <ns2:creationId id="{70687624-E2A5-4E4E-BA0C-E1B3E3FECCDC}"/>
                </a:ext>
              </a:extLst>
            </p:cNvPr>
            <p:cNvSpPr>
              <a:spLocks noGrp="1"/>
            </p:cNvSpPr>
            <p:nvPr/>
          </p:nvSpPr>
          <p:spPr>
            <a:xfrm>
              <a:off x="12110104" y="18288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41" name="text_040">
              <a:extLst>
                <a:ext uri="{FF2B5EF4-FFF2-40B4-BE49-F238E27FC236}">
                  <ns2:creationId id="{C6C29706-9802-4AD8-A155-2846562548A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919604" y="18859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101</a:t>
              </a:r>
            </a:p>
          </p:txBody>
        </p:sp>
        <p:sp>
          <p:nvSpPr>
            <p:cNvPr id="42" name="line_041">
              <a:extLst>
                <a:ext uri="{FF2B5EF4-FFF2-40B4-BE49-F238E27FC236}">
                  <ns2:creationId id="{8B061A2B-B8E4-4D32-8E2B-A54B58F7B884}"/>
                </a:ext>
              </a:extLst>
            </p:cNvPr>
            <p:cNvSpPr>
              <a:spLocks noGrp="1"/>
            </p:cNvSpPr>
            <p:nvPr/>
          </p:nvSpPr>
          <p:spPr>
            <a:xfrm>
              <a:off x="7111346" y="4762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43" name="line_042">
              <a:extLst>
                <a:ext uri="{FF2B5EF4-FFF2-40B4-BE49-F238E27FC236}">
                  <ns2:creationId id="{D3443B76-3660-4470-A81D-907FC8AC2141}"/>
                </a:ext>
              </a:extLst>
            </p:cNvPr>
            <p:cNvSpPr>
              <a:spLocks noGrp="1"/>
            </p:cNvSpPr>
            <p:nvPr/>
          </p:nvSpPr>
          <p:spPr>
            <a:xfrm>
              <a:off x="9635471" y="4762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44" name="line_043">
              <a:extLst>
                <a:ext uri="{FF2B5EF4-FFF2-40B4-BE49-F238E27FC236}">
                  <ns2:creationId id="{1AFD9DFB-F8C6-4281-9BF9-85805117D787}"/>
                </a:ext>
              </a:extLst>
            </p:cNvPr>
            <p:cNvSpPr>
              <a:spLocks noGrp="1"/>
            </p:cNvSpPr>
            <p:nvPr/>
          </p:nvSpPr>
          <p:spPr>
            <a:xfrm>
              <a:off x="12110104" y="4762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46" name="text_045">
              <a:extLst>
                <a:ext uri="{FF2B5EF4-FFF2-40B4-BE49-F238E27FC236}">
                  <ns2:creationId id="{E95273D0-3723-41E1-9AAE-CFE60F427A98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43975" y="2095500"/>
              <a:ext cx="1333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(frame)</a:t>
              </a:r>
            </a:p>
          </p:txBody>
        </p:sp>
        <p:sp>
          <p:nvSpPr>
            <p:cNvPr id="47" name="text_046">
              <a:extLst>
                <a:ext uri="{FF2B5EF4-FFF2-40B4-BE49-F238E27FC236}">
                  <ns2:creationId id="{2116CAC9-9764-440D-A2CA-5562709B860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61950" y="2076450"/>
              <a:ext cx="53340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(c) RG-MTM-R, 2%</a:t>
              </a:r>
            </a:p>
          </p:txBody>
        </p:sp>
        <p:pic>
          <p:nvPicPr>
            <p:cNvPr id="48" name="">
              <a:extLst>
                <a:ext uri="{FF2B5EF4-FFF2-40B4-BE49-F238E27FC236}">
                  <ns2:creationId id="{7F8C3545-25B0-4B78-8706-9750288AD987}"/>
                </a:ext>
              </a:extLst>
            </p:cNvPr>
            <p:cNvPicPr>
              <a:picLocks noChangeAspect="1"/>
            </p:cNvPicPr>
            <p:nvPr/>
          </p:nvPicPr>
          <p:blipFill>
            <a:blip r:embed="Rb8703c6751794a98"/>
            <a:stretch/>
          </p:blipFill>
          <p:spPr>
            <a:xfrm>
              <a:off x="647700" y="2457450"/>
              <a:ext cx="5048250" cy="1352550"/>
            </a:xfrm>
            <a:prstGeom prst="rect">
              <a:avLst/>
            </a:prstGeom>
          </p:spPr>
        </p:pic>
        <p:sp>
          <p:nvSpPr>
            <p:cNvPr id="49" name="line_048">
              <a:extLst>
                <a:ext uri="{FF2B5EF4-FFF2-40B4-BE49-F238E27FC236}">
                  <ns2:creationId id="{27D299CB-C31A-4C0C-8CE5-31F8970EC4BD}"/>
                </a:ext>
              </a:extLst>
            </p:cNvPr>
            <p:cNvSpPr>
              <a:spLocks noGrp="1"/>
            </p:cNvSpPr>
            <p:nvPr/>
          </p:nvSpPr>
          <p:spPr>
            <a:xfrm>
              <a:off x="609600" y="38100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50" name="text_049">
              <a:extLst>
                <a:ext uri="{FF2B5EF4-FFF2-40B4-BE49-F238E27FC236}">
                  <ns2:creationId id="{42F2DB3C-24E3-4140-B231-686CE8006D2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375" y="371475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1" name="line_050">
              <a:extLst>
                <a:ext uri="{FF2B5EF4-FFF2-40B4-BE49-F238E27FC236}">
                  <ns2:creationId id="{E721F4D6-83E2-4FB0-A275-339EC5303738}"/>
                </a:ext>
              </a:extLst>
            </p:cNvPr>
            <p:cNvSpPr>
              <a:spLocks noGrp="1"/>
            </p:cNvSpPr>
            <p:nvPr/>
          </p:nvSpPr>
          <p:spPr>
            <a:xfrm>
              <a:off x="609600" y="31337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52" name="text_051">
              <a:extLst>
                <a:ext uri="{FF2B5EF4-FFF2-40B4-BE49-F238E27FC236}">
                  <ns2:creationId id="{E0F36864-52D9-419C-94C3-AA0248BB1B9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375" y="3038475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53" name="line_052">
              <a:extLst>
                <a:ext uri="{FF2B5EF4-FFF2-40B4-BE49-F238E27FC236}">
                  <ns2:creationId id="{126F8538-03D9-45F4-B7EC-2A6E0F8939DA}"/>
                </a:ext>
              </a:extLst>
            </p:cNvPr>
            <p:cNvSpPr>
              <a:spLocks noGrp="1"/>
            </p:cNvSpPr>
            <p:nvPr/>
          </p:nvSpPr>
          <p:spPr>
            <a:xfrm>
              <a:off x="609600" y="24574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54" name="text_053">
              <a:extLst>
                <a:ext uri="{FF2B5EF4-FFF2-40B4-BE49-F238E27FC236}">
                  <ns2:creationId id="{CA3E9716-27D2-470E-AAC3-C4F6D55C6B15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33375" y="236220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55" name="line_054">
              <a:extLst>
                <a:ext uri="{FF2B5EF4-FFF2-40B4-BE49-F238E27FC236}">
                  <ns2:creationId id="{D8C13444-9B5A-41D5-8B83-273B37A7FF43}"/>
                </a:ext>
              </a:extLst>
            </p:cNvPr>
            <p:cNvSpPr>
              <a:spLocks noGrp="1"/>
            </p:cNvSpPr>
            <p:nvPr/>
          </p:nvSpPr>
          <p:spPr>
            <a:xfrm>
              <a:off x="672446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56" name="text_055">
              <a:extLst>
                <a:ext uri="{FF2B5EF4-FFF2-40B4-BE49-F238E27FC236}">
                  <ns2:creationId id="{CEF63648-34BA-4192-B51D-A7C00554B63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81946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57" name="line_056">
              <a:extLst>
                <a:ext uri="{FF2B5EF4-FFF2-40B4-BE49-F238E27FC236}">
                  <ns2:creationId id="{161A6F31-322E-4950-85F7-4D7C42012B23}"/>
                </a:ext>
              </a:extLst>
            </p:cNvPr>
            <p:cNvSpPr>
              <a:spLocks noGrp="1"/>
            </p:cNvSpPr>
            <p:nvPr/>
          </p:nvSpPr>
          <p:spPr>
            <a:xfrm>
              <a:off x="1909763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58" name="text_057">
              <a:extLst>
                <a:ext uri="{FF2B5EF4-FFF2-40B4-BE49-F238E27FC236}">
                  <ns2:creationId id="{4B3FE683-8356-4899-B599-2E0CAEDA9CD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719263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59" name="line_058">
              <a:extLst>
                <a:ext uri="{FF2B5EF4-FFF2-40B4-BE49-F238E27FC236}">
                  <ns2:creationId id="{669FD478-4D69-42D8-A8F9-C5737FBE7986}"/>
                </a:ext>
              </a:extLst>
            </p:cNvPr>
            <p:cNvSpPr>
              <a:spLocks noGrp="1"/>
            </p:cNvSpPr>
            <p:nvPr/>
          </p:nvSpPr>
          <p:spPr>
            <a:xfrm>
              <a:off x="3196571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60" name="text_059">
              <a:extLst>
                <a:ext uri="{FF2B5EF4-FFF2-40B4-BE49-F238E27FC236}">
                  <ns2:creationId id="{C1490A32-AA6E-4D65-BC3C-81B4745D930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006071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61" name="line_060">
              <a:extLst>
                <a:ext uri="{FF2B5EF4-FFF2-40B4-BE49-F238E27FC236}">
                  <ns2:creationId id="{82BCA5DF-71D3-4730-B1B8-25380DFAC838}"/>
                </a:ext>
              </a:extLst>
            </p:cNvPr>
            <p:cNvSpPr>
              <a:spLocks noGrp="1"/>
            </p:cNvSpPr>
            <p:nvPr/>
          </p:nvSpPr>
          <p:spPr>
            <a:xfrm>
              <a:off x="4384395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62" name="text_061">
              <a:extLst>
                <a:ext uri="{FF2B5EF4-FFF2-40B4-BE49-F238E27FC236}">
                  <ns2:creationId id="{82D984A7-B625-4F77-9A90-F5C9A064F55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193895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75</a:t>
              </a:r>
            </a:p>
          </p:txBody>
        </p:sp>
        <p:sp>
          <p:nvSpPr>
            <p:cNvPr id="63" name="line_062">
              <a:extLst>
                <a:ext uri="{FF2B5EF4-FFF2-40B4-BE49-F238E27FC236}">
                  <ns2:creationId id="{C2F2F8E0-1D2B-4DC3-A93B-30EEBF465A18}"/>
                </a:ext>
              </a:extLst>
            </p:cNvPr>
            <p:cNvSpPr>
              <a:spLocks noGrp="1"/>
            </p:cNvSpPr>
            <p:nvPr/>
          </p:nvSpPr>
          <p:spPr>
            <a:xfrm>
              <a:off x="5671204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64" name="text_063">
              <a:extLst>
                <a:ext uri="{FF2B5EF4-FFF2-40B4-BE49-F238E27FC236}">
                  <ns2:creationId id="{AD6BF4E2-52CA-4BD1-B6CF-EB83469E8ED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480704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101</a:t>
              </a:r>
            </a:p>
          </p:txBody>
        </p:sp>
        <p:sp>
          <p:nvSpPr>
            <p:cNvPr id="65" name="line_064">
              <a:extLst>
                <a:ext uri="{FF2B5EF4-FFF2-40B4-BE49-F238E27FC236}">
                  <ns2:creationId id="{FEA47045-692D-430E-B22E-C1BE988347BF}"/>
                </a:ext>
              </a:extLst>
            </p:cNvPr>
            <p:cNvSpPr>
              <a:spLocks noGrp="1"/>
            </p:cNvSpPr>
            <p:nvPr/>
          </p:nvSpPr>
          <p:spPr>
            <a:xfrm>
              <a:off x="672446" y="24574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66" name="line_065">
              <a:extLst>
                <a:ext uri="{FF2B5EF4-FFF2-40B4-BE49-F238E27FC236}">
                  <ns2:creationId id="{FD904681-BEC5-4F09-894F-E3FA147D1A15}"/>
                </a:ext>
              </a:extLst>
            </p:cNvPr>
            <p:cNvSpPr>
              <a:spLocks noGrp="1"/>
            </p:cNvSpPr>
            <p:nvPr/>
          </p:nvSpPr>
          <p:spPr>
            <a:xfrm>
              <a:off x="3196571" y="24574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67" name="line_066">
              <a:extLst>
                <a:ext uri="{FF2B5EF4-FFF2-40B4-BE49-F238E27FC236}">
                  <ns2:creationId id="{0D22ECB9-EA24-4E1A-843E-5028B60AB29E}"/>
                </a:ext>
              </a:extLst>
            </p:cNvPr>
            <p:cNvSpPr>
              <a:spLocks noGrp="1"/>
            </p:cNvSpPr>
            <p:nvPr/>
          </p:nvSpPr>
          <p:spPr>
            <a:xfrm>
              <a:off x="5671204" y="24574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69" name="text_068">
              <a:extLst>
                <a:ext uri="{FF2B5EF4-FFF2-40B4-BE49-F238E27FC236}">
                  <ns2:creationId id="{FD3B7E66-F7A7-4EB2-B0BE-EA191BD1E12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2505075" y="4076700"/>
              <a:ext cx="1333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(frame)</a:t>
              </a:r>
            </a:p>
          </p:txBody>
        </p:sp>
        <p:sp>
          <p:nvSpPr>
            <p:cNvPr id="70" name="text_069">
              <a:extLst>
                <a:ext uri="{FF2B5EF4-FFF2-40B4-BE49-F238E27FC236}">
                  <ns2:creationId id="{30E6A09C-A474-454C-AE53-1668F96FDBB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800850" y="2076450"/>
              <a:ext cx="53340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(d) RG-MTM-R, 20%</a:t>
              </a:r>
            </a:p>
          </p:txBody>
        </p:sp>
        <p:pic>
          <p:nvPicPr>
            <p:cNvPr id="71" name="">
              <a:extLst>
                <a:ext uri="{FF2B5EF4-FFF2-40B4-BE49-F238E27FC236}">
                  <ns2:creationId id="{B44D8678-2330-4C20-8663-66A5EFF07BA3}"/>
                </a:ext>
              </a:extLst>
            </p:cNvPr>
            <p:cNvPicPr>
              <a:picLocks noChangeAspect="1"/>
            </p:cNvPicPr>
            <p:nvPr/>
          </p:nvPicPr>
          <p:blipFill>
            <a:blip r:embed="R138068ddb6b5406d"/>
            <a:stretch/>
          </p:blipFill>
          <p:spPr>
            <a:xfrm>
              <a:off x="7086600" y="2457450"/>
              <a:ext cx="5048250" cy="1352550"/>
            </a:xfrm>
            <a:prstGeom prst="rect">
              <a:avLst/>
            </a:prstGeom>
          </p:spPr>
        </p:pic>
        <p:sp>
          <p:nvSpPr>
            <p:cNvPr id="72" name="line_071">
              <a:extLst>
                <a:ext uri="{FF2B5EF4-FFF2-40B4-BE49-F238E27FC236}">
                  <ns2:creationId id="{71567291-8DAE-49A4-A91E-7AE4D8FCBD9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381000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73" name="text_072">
              <a:extLst>
                <a:ext uri="{FF2B5EF4-FFF2-40B4-BE49-F238E27FC236}">
                  <ns2:creationId id="{57D408CD-B186-4721-B5E3-BE5BB8CCEF1D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72275" y="371475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74" name="line_073">
              <a:extLst>
                <a:ext uri="{FF2B5EF4-FFF2-40B4-BE49-F238E27FC236}">
                  <ns2:creationId id="{274AD069-C3BA-43B6-BAC7-DD6E8DF95766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3133725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75" name="text_074">
              <a:extLst>
                <a:ext uri="{FF2B5EF4-FFF2-40B4-BE49-F238E27FC236}">
                  <ns2:creationId id="{66C42432-BD1B-4327-9EE0-0CA68CB93BBC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72275" y="3038475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0.5</a:t>
              </a:r>
            </a:p>
          </p:txBody>
        </p:sp>
        <p:sp>
          <p:nvSpPr>
            <p:cNvPr id="76" name="line_075">
              <a:extLst>
                <a:ext uri="{FF2B5EF4-FFF2-40B4-BE49-F238E27FC236}">
                  <ns2:creationId id="{B566ACA4-175E-4B55-BC20-5CEC44DCA050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2457450"/>
              <a:ext cx="38100" cy="95"/>
            </a:xfrm>
            <a:custGeom>
              <a:pathLst>
                <a:path w="38100" h="95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77" name="text_076">
              <a:extLst>
                <a:ext uri="{FF2B5EF4-FFF2-40B4-BE49-F238E27FC236}">
                  <ns2:creationId id="{9701DF8F-CFF6-47C9-89A4-3EEEAC329F5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72275" y="2362200"/>
              <a:ext cx="247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78" name="line_077">
              <a:extLst>
                <a:ext uri="{FF2B5EF4-FFF2-40B4-BE49-F238E27FC236}">
                  <ns2:creationId id="{FDB60AAA-FD31-418D-A78D-CB9B8D0436BD}"/>
                </a:ext>
              </a:extLst>
            </p:cNvPr>
            <p:cNvSpPr>
              <a:spLocks noGrp="1"/>
            </p:cNvSpPr>
            <p:nvPr/>
          </p:nvSpPr>
          <p:spPr>
            <a:xfrm>
              <a:off x="7111346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79" name="text_078">
              <a:extLst>
                <a:ext uri="{FF2B5EF4-FFF2-40B4-BE49-F238E27FC236}">
                  <ns2:creationId id="{A1CAB620-3565-469B-8487-CB6207A13540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920846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80" name="line_079">
              <a:extLst>
                <a:ext uri="{FF2B5EF4-FFF2-40B4-BE49-F238E27FC236}">
                  <ns2:creationId id="{D55E2353-CE59-4FE0-9C18-186BA2AE45F5}"/>
                </a:ext>
              </a:extLst>
            </p:cNvPr>
            <p:cNvSpPr>
              <a:spLocks noGrp="1"/>
            </p:cNvSpPr>
            <p:nvPr/>
          </p:nvSpPr>
          <p:spPr>
            <a:xfrm>
              <a:off x="8348663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81" name="text_080">
              <a:extLst>
                <a:ext uri="{FF2B5EF4-FFF2-40B4-BE49-F238E27FC236}">
                  <ns2:creationId id="{A4002257-4D2F-4721-87F7-C5928883210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158163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82" name="line_081">
              <a:extLst>
                <a:ext uri="{FF2B5EF4-FFF2-40B4-BE49-F238E27FC236}">
                  <ns2:creationId id="{7A75AE35-B703-4F67-B35C-D8154814A0FE}"/>
                </a:ext>
              </a:extLst>
            </p:cNvPr>
            <p:cNvSpPr>
              <a:spLocks noGrp="1"/>
            </p:cNvSpPr>
            <p:nvPr/>
          </p:nvSpPr>
          <p:spPr>
            <a:xfrm>
              <a:off x="9635471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83" name="text_082">
              <a:extLst>
                <a:ext uri="{FF2B5EF4-FFF2-40B4-BE49-F238E27FC236}">
                  <ns2:creationId id="{F4A28DFD-1145-44DB-96BA-491512ED308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9444971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51</a:t>
              </a:r>
            </a:p>
          </p:txBody>
        </p:sp>
        <p:sp>
          <p:nvSpPr>
            <p:cNvPr id="84" name="line_083">
              <a:extLst>
                <a:ext uri="{FF2B5EF4-FFF2-40B4-BE49-F238E27FC236}">
                  <ns2:creationId id="{FAB17A6A-4FB9-43C4-B01B-DBD3724BCB9B}"/>
                </a:ext>
              </a:extLst>
            </p:cNvPr>
            <p:cNvSpPr>
              <a:spLocks noGrp="1"/>
            </p:cNvSpPr>
            <p:nvPr/>
          </p:nvSpPr>
          <p:spPr>
            <a:xfrm>
              <a:off x="10823295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85" name="text_084">
              <a:extLst>
                <a:ext uri="{FF2B5EF4-FFF2-40B4-BE49-F238E27FC236}">
                  <ns2:creationId id="{77B0BDA2-404F-47E6-8FA5-186CC407543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0632795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75</a:t>
              </a:r>
            </a:p>
          </p:txBody>
        </p:sp>
        <p:sp>
          <p:nvSpPr>
            <p:cNvPr id="86" name="line_085">
              <a:extLst>
                <a:ext uri="{FF2B5EF4-FFF2-40B4-BE49-F238E27FC236}">
                  <ns2:creationId id="{8DB6B261-4CF6-42C4-BE15-0FF0AD645CDB}"/>
                </a:ext>
              </a:extLst>
            </p:cNvPr>
            <p:cNvSpPr>
              <a:spLocks noGrp="1"/>
            </p:cNvSpPr>
            <p:nvPr/>
          </p:nvSpPr>
          <p:spPr>
            <a:xfrm>
              <a:off x="12110104" y="381000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8000">
              <a:solidFill>
                <a:srgbClr val="7B8790"/>
              </a:solidFill>
              <a:prstDash val="solid"/>
            </a:ln>
          </p:spPr>
        </p:sp>
        <p:sp>
          <p:nvSpPr>
            <p:cNvPr id="87" name="text_086">
              <a:extLst>
                <a:ext uri="{FF2B5EF4-FFF2-40B4-BE49-F238E27FC236}">
                  <ns2:creationId id="{51E44707-F784-4E15-91DF-6EBC5D7777D3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1919604" y="3867150"/>
              <a:ext cx="381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945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101</a:t>
              </a:r>
            </a:p>
          </p:txBody>
        </p:sp>
        <p:sp>
          <p:nvSpPr>
            <p:cNvPr id="88" name="line_087">
              <a:extLst>
                <a:ext uri="{FF2B5EF4-FFF2-40B4-BE49-F238E27FC236}">
                  <ns2:creationId id="{90B96168-3CCF-4220-BCB2-6FF6207CD6E6}"/>
                </a:ext>
              </a:extLst>
            </p:cNvPr>
            <p:cNvSpPr>
              <a:spLocks noGrp="1"/>
            </p:cNvSpPr>
            <p:nvPr/>
          </p:nvSpPr>
          <p:spPr>
            <a:xfrm>
              <a:off x="7111346" y="24574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89" name="line_088">
              <a:extLst>
                <a:ext uri="{FF2B5EF4-FFF2-40B4-BE49-F238E27FC236}">
                  <ns2:creationId id="{A201F905-093F-4AC3-9781-564FB0C6D546}"/>
                </a:ext>
              </a:extLst>
            </p:cNvPr>
            <p:cNvSpPr>
              <a:spLocks noGrp="1"/>
            </p:cNvSpPr>
            <p:nvPr/>
          </p:nvSpPr>
          <p:spPr>
            <a:xfrm>
              <a:off x="9635471" y="24574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90" name="line_089">
              <a:extLst>
                <a:ext uri="{FF2B5EF4-FFF2-40B4-BE49-F238E27FC236}">
                  <ns2:creationId id="{F9EDF745-8F54-41DE-B28C-B116443C5E05}"/>
                </a:ext>
              </a:extLst>
            </p:cNvPr>
            <p:cNvSpPr>
              <a:spLocks noGrp="1"/>
            </p:cNvSpPr>
            <p:nvPr/>
          </p:nvSpPr>
          <p:spPr>
            <a:xfrm>
              <a:off x="12110104" y="2457450"/>
              <a:ext cx="95" cy="1352550"/>
            </a:xfrm>
            <a:custGeom>
              <a:pathLst>
                <a:path w="9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5600">
              <a:solidFill>
                <a:srgbClr val="7B8790"/>
              </a:solidFill>
              <a:prstDash val="dash"/>
            </a:ln>
          </p:spPr>
        </p:sp>
        <p:sp>
          <p:nvSpPr>
            <p:cNvPr id="92" name="text_091">
              <a:extLst>
                <a:ext uri="{FF2B5EF4-FFF2-40B4-BE49-F238E27FC236}">
                  <ns2:creationId id="{48A89672-975B-4B59-A5AD-B26D2076358A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943975" y="4076700"/>
              <a:ext cx="1333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008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Time (frame)</a:t>
              </a:r>
            </a:p>
          </p:txBody>
        </p:sp>
        <p:pic>
          <p:nvPicPr>
            <p:cNvPr id="93" name="">
              <a:extLst>
                <a:ext uri="{FF2B5EF4-FFF2-40B4-BE49-F238E27FC236}">
                  <ns2:creationId id="{0BD3CF15-B0DA-4A6F-ADB5-F41180AA0844}"/>
                </a:ext>
              </a:extLst>
            </p:cNvPr>
            <p:cNvPicPr>
              <a:picLocks noChangeAspect="1"/>
            </p:cNvPicPr>
            <p:nvPr/>
          </p:nvPicPr>
          <p:blipFill>
            <a:blip r:embed="R2b4eca6935d043f3"/>
            <a:stretch/>
          </p:blipFill>
          <p:spPr>
            <a:xfrm>
              <a:off x="4267200" y="4448175"/>
              <a:ext cx="4286250" cy="104775"/>
            </a:xfrm>
            <a:prstGeom prst="rect">
              <a:avLst/>
            </a:prstGeom>
          </p:spPr>
        </p:pic>
        <p:sp>
          <p:nvSpPr>
            <p:cNvPr id="94" name="text_093">
              <a:extLst>
                <a:ext uri="{FF2B5EF4-FFF2-40B4-BE49-F238E27FC236}">
                  <ns2:creationId id="{EE407924-CE5A-46D0-8870-B750F9952F9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3943350" y="4371975"/>
              <a:ext cx="2857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197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Q</a:t>
              </a:r>
            </a:p>
          </p:txBody>
        </p:sp>
        <p:sp>
          <p:nvSpPr>
            <p:cNvPr id="95" name="line_094">
              <a:extLst>
                <a:ext uri="{FF2B5EF4-FFF2-40B4-BE49-F238E27FC236}">
                  <ns2:creationId id="{432781C9-2174-42BD-8D34-B9F944F711AC}"/>
                </a:ext>
              </a:extLst>
            </p:cNvPr>
            <p:cNvSpPr>
              <a:spLocks noGrp="1"/>
            </p:cNvSpPr>
            <p:nvPr/>
          </p:nvSpPr>
          <p:spPr>
            <a:xfrm>
              <a:off x="4272374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96" name="text_095">
              <a:extLst>
                <a:ext uri="{FF2B5EF4-FFF2-40B4-BE49-F238E27FC236}">
                  <ns2:creationId id="{61106ADF-1D54-43D6-84A2-2992DD46C7D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015199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-20</a:t>
              </a:r>
            </a:p>
          </p:txBody>
        </p:sp>
        <p:sp>
          <p:nvSpPr>
            <p:cNvPr id="97" name="line_096">
              <a:extLst>
                <a:ext uri="{FF2B5EF4-FFF2-40B4-BE49-F238E27FC236}">
                  <ns2:creationId id="{160BACE5-0CC5-4E4E-BD09-65A5A767D4C3}"/>
                </a:ext>
              </a:extLst>
            </p:cNvPr>
            <p:cNvSpPr>
              <a:spLocks noGrp="1"/>
            </p:cNvSpPr>
            <p:nvPr/>
          </p:nvSpPr>
          <p:spPr>
            <a:xfrm>
              <a:off x="4948964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98" name="text_097">
              <a:extLst>
                <a:ext uri="{FF2B5EF4-FFF2-40B4-BE49-F238E27FC236}">
                  <ns2:creationId id="{AFC1F400-0836-4C52-9CCF-4DCD339F8FAE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691789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-1</a:t>
              </a:r>
            </a:p>
          </p:txBody>
        </p:sp>
        <p:sp>
          <p:nvSpPr>
            <p:cNvPr id="99" name="line_098">
              <a:extLst>
                <a:ext uri="{FF2B5EF4-FFF2-40B4-BE49-F238E27FC236}">
                  <ns2:creationId id="{6CECF6E9-A2BE-48C5-AB57-2A53E5900B5C}"/>
                </a:ext>
              </a:extLst>
            </p:cNvPr>
            <p:cNvSpPr>
              <a:spLocks noGrp="1"/>
            </p:cNvSpPr>
            <p:nvPr/>
          </p:nvSpPr>
          <p:spPr>
            <a:xfrm>
              <a:off x="5832500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100" name="text_099">
              <a:extLst>
                <a:ext uri="{FF2B5EF4-FFF2-40B4-BE49-F238E27FC236}">
                  <ns2:creationId id="{5690B890-D894-4D1F-8415-2A55AA10C254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5575325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-0.02</a:t>
              </a:r>
            </a:p>
          </p:txBody>
        </p:sp>
        <p:sp>
          <p:nvSpPr>
            <p:cNvPr id="101" name="line_100">
              <a:extLst>
                <a:ext uri="{FF2B5EF4-FFF2-40B4-BE49-F238E27FC236}">
                  <ns2:creationId id="{627E54DE-B44B-4134-BAD8-997D867164B2}"/>
                </a:ext>
              </a:extLst>
            </p:cNvPr>
            <p:cNvSpPr>
              <a:spLocks noGrp="1"/>
            </p:cNvSpPr>
            <p:nvPr/>
          </p:nvSpPr>
          <p:spPr>
            <a:xfrm>
              <a:off x="6410325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102" name="text_101">
              <a:extLst>
                <a:ext uri="{FF2B5EF4-FFF2-40B4-BE49-F238E27FC236}">
                  <ns2:creationId id="{30448FC9-BDEC-4AC5-84B3-360CC07A55A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153150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103" name="line_102">
              <a:extLst>
                <a:ext uri="{FF2B5EF4-FFF2-40B4-BE49-F238E27FC236}">
                  <ns2:creationId id="{588645EF-3FD6-4DDF-860C-AF7241A3B60D}"/>
                </a:ext>
              </a:extLst>
            </p:cNvPr>
            <p:cNvSpPr>
              <a:spLocks noGrp="1"/>
            </p:cNvSpPr>
            <p:nvPr/>
          </p:nvSpPr>
          <p:spPr>
            <a:xfrm>
              <a:off x="6988150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104" name="text_103">
              <a:extLst>
                <a:ext uri="{FF2B5EF4-FFF2-40B4-BE49-F238E27FC236}">
                  <ns2:creationId id="{D3C2A28E-FA25-4B67-BA73-71E1F71F61C6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6730975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0.02</a:t>
              </a:r>
            </a:p>
          </p:txBody>
        </p:sp>
        <p:sp>
          <p:nvSpPr>
            <p:cNvPr id="105" name="line_104">
              <a:extLst>
                <a:ext uri="{FF2B5EF4-FFF2-40B4-BE49-F238E27FC236}">
                  <ns2:creationId id="{FD22DC22-D361-49CC-8DF9-5F78CB46B712}"/>
                </a:ext>
              </a:extLst>
            </p:cNvPr>
            <p:cNvSpPr>
              <a:spLocks noGrp="1"/>
            </p:cNvSpPr>
            <p:nvPr/>
          </p:nvSpPr>
          <p:spPr>
            <a:xfrm>
              <a:off x="7871686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106" name="text_105">
              <a:extLst>
                <a:ext uri="{FF2B5EF4-FFF2-40B4-BE49-F238E27FC236}">
                  <ns2:creationId id="{0F605BAF-A6C3-453A-9ABE-D1D210D83BB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7614511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7" name="line_106">
              <a:extLst>
                <a:ext uri="{FF2B5EF4-FFF2-40B4-BE49-F238E27FC236}">
                  <ns2:creationId id="{C7074AED-0C7A-4EB5-94B7-00BDD40E59B7}"/>
                </a:ext>
              </a:extLst>
            </p:cNvPr>
            <p:cNvSpPr>
              <a:spLocks noGrp="1"/>
            </p:cNvSpPr>
            <p:nvPr/>
          </p:nvSpPr>
          <p:spPr>
            <a:xfrm>
              <a:off x="8548276" y="4552950"/>
              <a:ext cx="95" cy="38100"/>
            </a:xfrm>
            <a:custGeom>
              <a:pathLst>
                <a:path w="9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noFill/>
            <a:ln w="6400">
              <a:solidFill>
                <a:srgbClr val="7B8790"/>
              </a:solidFill>
              <a:prstDash val="solid"/>
            </a:ln>
          </p:spPr>
        </p:sp>
        <p:sp>
          <p:nvSpPr>
            <p:cNvPr id="108" name="text_107">
              <a:extLst>
                <a:ext uri="{FF2B5EF4-FFF2-40B4-BE49-F238E27FC236}">
                  <ns2:creationId id="{A98E53D8-175A-43DF-A5A8-0D3B49890C19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291101" y="4610100"/>
              <a:ext cx="5143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882" b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110" name="text_109">
              <a:extLst>
                <a:ext uri="{FF2B5EF4-FFF2-40B4-BE49-F238E27FC236}">
                  <ns2:creationId id="{475B1609-9660-4BF5-835D-9C095C6AF0AF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90500" y="5153025"/>
              <a:ext cx="67627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l">
                <a:def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86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(e) Three-dimensional source fields</a:t>
              </a:r>
            </a:p>
          </p:txBody>
        </p:sp>
        <p:sp>
          <p:nvSpPr>
            <p:cNvPr id="112" name="text_111">
              <a:extLst>
                <a:ext uri="{FF2B5EF4-FFF2-40B4-BE49-F238E27FC236}">
                  <ns2:creationId id="{6A606AA3-4C75-4940-9AFB-82B3BFDF77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171450" y="5400675"/>
              <a:ext cx="4000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0</a:t>
              </a:r>
            </a:p>
          </p:txBody>
        </p:sp>
        <p:pic>
          <p:nvPicPr>
            <p:cNvPr id="113" name="">
              <a:extLst>
                <a:ext uri="{FF2B5EF4-FFF2-40B4-BE49-F238E27FC236}">
                  <ns2:creationId id="{07A7D8B4-CBA3-4965-B8BD-15AFA6AF8F92}"/>
                </a:ext>
              </a:extLst>
            </p:cNvPr>
            <p:cNvPicPr>
              <a:picLocks noChangeAspect="1"/>
            </p:cNvPicPr>
            <p:nvPr/>
          </p:nvPicPr>
          <p:blipFill>
            <a:blip r:embed="R17bff3a3749c4f88"/>
            <a:stretch/>
          </p:blipFill>
          <p:spPr>
            <a:xfrm>
              <a:off x="171450" y="5581650"/>
              <a:ext cx="4000500" cy="2280285"/>
            </a:xfrm>
            <a:prstGeom prst="rect">
              <a:avLst/>
            </a:prstGeom>
          </p:spPr>
        </p:pic>
        <p:sp>
          <p:nvSpPr>
            <p:cNvPr id="114" name="Cylinder_f0_domain_edge_0_1">
              <a:extLst>
                <a:ext uri="{FF2B5EF4-FFF2-40B4-BE49-F238E27FC236}">
                  <ns2:creationId id="{24F8A28C-AB81-4D5B-AFF1-9DE2DE6D15C2}"/>
                </a:ext>
              </a:extLst>
            </p:cNvPr>
            <p:cNvSpPr>
              <a:spLocks noGrp="1"/>
            </p:cNvSpPr>
            <p:nvPr/>
          </p:nvSpPr>
          <p:spPr>
            <a:xfrm>
              <a:off x="932549" y="634836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15" name="Cylinder_f0_domain_edge_0_2">
              <a:extLst>
                <a:ext uri="{FF2B5EF4-FFF2-40B4-BE49-F238E27FC236}">
                  <ns2:creationId id="{91EB6341-5CDE-4CB4-9837-6AD973E7B09E}"/>
                </a:ext>
              </a:extLst>
            </p:cNvPr>
            <p:cNvSpPr>
              <a:spLocks noGrp="1"/>
            </p:cNvSpPr>
            <p:nvPr/>
          </p:nvSpPr>
          <p:spPr>
            <a:xfrm>
              <a:off x="932549" y="6653127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16" name="Cylinder_f0_domain_edge_0_4">
              <a:extLst>
                <a:ext uri="{FF2B5EF4-FFF2-40B4-BE49-F238E27FC236}">
                  <ns2:creationId id="{5D2D0068-C078-4B36-ADCB-742D012ACE5D}"/>
                </a:ext>
              </a:extLst>
            </p:cNvPr>
            <p:cNvSpPr>
              <a:spLocks noGrp="1"/>
            </p:cNvSpPr>
            <p:nvPr/>
          </p:nvSpPr>
          <p:spPr>
            <a:xfrm>
              <a:off x="932549" y="6943868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17" name="Cylinder_f0_domain_edge_1_3">
              <a:extLst>
                <a:ext uri="{FF2B5EF4-FFF2-40B4-BE49-F238E27FC236}">
                  <ns2:creationId id="{ABF81A1D-4F5D-466B-9A4B-E7EE95130AC0}"/>
                </a:ext>
              </a:extLst>
            </p:cNvPr>
            <p:cNvSpPr>
              <a:spLocks noGrp="1"/>
            </p:cNvSpPr>
            <p:nvPr/>
          </p:nvSpPr>
          <p:spPr>
            <a:xfrm>
              <a:off x="932549" y="6057627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18" name="Cylinder_f0_domain_edge_1_5">
              <a:extLst>
                <a:ext uri="{FF2B5EF4-FFF2-40B4-BE49-F238E27FC236}">
                  <ns2:creationId id="{6EE3CD32-D7E0-429C-B725-B08193BED29A}"/>
                </a:ext>
              </a:extLst>
            </p:cNvPr>
            <p:cNvSpPr>
              <a:spLocks noGrp="1"/>
            </p:cNvSpPr>
            <p:nvPr/>
          </p:nvSpPr>
          <p:spPr>
            <a:xfrm>
              <a:off x="932549" y="6348368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19" name="Cylinder_f0_domain_edge_2_3">
              <a:extLst>
                <a:ext uri="{FF2B5EF4-FFF2-40B4-BE49-F238E27FC236}">
                  <ns2:creationId id="{49FD129A-384F-475F-AA9B-F4F6FA2A2A56}"/>
                </a:ext>
              </a:extLst>
            </p:cNvPr>
            <p:cNvSpPr>
              <a:spLocks noGrp="1"/>
            </p:cNvSpPr>
            <p:nvPr/>
          </p:nvSpPr>
          <p:spPr>
            <a:xfrm>
              <a:off x="1294461" y="6057627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0" name="Cylinder_f0_domain_edge_2_6">
              <a:extLst>
                <a:ext uri="{FF2B5EF4-FFF2-40B4-BE49-F238E27FC236}">
                  <ns2:creationId id="{53F9C68E-FE3F-4B9C-AFE2-266E368B1201}"/>
                </a:ext>
              </a:extLst>
            </p:cNvPr>
            <p:cNvSpPr>
              <a:spLocks noGrp="1"/>
            </p:cNvSpPr>
            <p:nvPr/>
          </p:nvSpPr>
          <p:spPr>
            <a:xfrm>
              <a:off x="1294461" y="6653127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1" name="Cylinder_f0_domain_edge_3_7">
              <a:extLst>
                <a:ext uri="{FF2B5EF4-FFF2-40B4-BE49-F238E27FC236}">
                  <ns2:creationId id="{0030D258-E735-499B-97F6-479FF8AC338B}"/>
                </a:ext>
              </a:extLst>
            </p:cNvPr>
            <p:cNvSpPr>
              <a:spLocks noGrp="1"/>
            </p:cNvSpPr>
            <p:nvPr/>
          </p:nvSpPr>
          <p:spPr>
            <a:xfrm>
              <a:off x="1294461" y="6057627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2" name="Cylinder_f0_domain_edge_4_5">
              <a:extLst>
                <a:ext uri="{FF2B5EF4-FFF2-40B4-BE49-F238E27FC236}">
                  <ns2:creationId id="{6AF3B197-1634-42D9-B045-EB75D9F8A00B}"/>
                </a:ext>
              </a:extLst>
            </p:cNvPr>
            <p:cNvSpPr>
              <a:spLocks noGrp="1"/>
            </p:cNvSpPr>
            <p:nvPr/>
          </p:nvSpPr>
          <p:spPr>
            <a:xfrm>
              <a:off x="3110568" y="672882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3" name="Cylinder_f0_domain_edge_4_6">
              <a:extLst>
                <a:ext uri="{FF2B5EF4-FFF2-40B4-BE49-F238E27FC236}">
                  <ns2:creationId id="{E366F8FA-8213-419E-97D1-D153A1331658}"/>
                </a:ext>
              </a:extLst>
            </p:cNvPr>
            <p:cNvSpPr>
              <a:spLocks noGrp="1"/>
            </p:cNvSpPr>
            <p:nvPr/>
          </p:nvSpPr>
          <p:spPr>
            <a:xfrm>
              <a:off x="3110568" y="7033588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4" name="Cylinder_f0_domain_edge_5_7">
              <a:extLst>
                <a:ext uri="{FF2B5EF4-FFF2-40B4-BE49-F238E27FC236}">
                  <ns2:creationId id="{F26C717A-9208-4272-891B-FE1E433ABB42}"/>
                </a:ext>
              </a:extLst>
            </p:cNvPr>
            <p:cNvSpPr>
              <a:spLocks noGrp="1"/>
            </p:cNvSpPr>
            <p:nvPr/>
          </p:nvSpPr>
          <p:spPr>
            <a:xfrm>
              <a:off x="3110568" y="6438088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5" name="Cylinder_f0_domain_edge_6_7">
              <a:extLst>
                <a:ext uri="{FF2B5EF4-FFF2-40B4-BE49-F238E27FC236}">
                  <ns2:creationId id="{1558EC07-4693-44AA-802C-865EE08DC09C}"/>
                </a:ext>
              </a:extLst>
            </p:cNvPr>
            <p:cNvSpPr>
              <a:spLocks noGrp="1"/>
            </p:cNvSpPr>
            <p:nvPr/>
          </p:nvSpPr>
          <p:spPr>
            <a:xfrm>
              <a:off x="3472480" y="643808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6" name="text_125">
              <a:extLst>
                <a:ext uri="{FF2B5EF4-FFF2-40B4-BE49-F238E27FC236}">
                  <ns2:creationId id="{5F804E2E-7606-483C-8FBD-181752C403A7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4400550" y="5400675"/>
              <a:ext cx="4000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51</a:t>
              </a:r>
            </a:p>
          </p:txBody>
        </p:sp>
        <p:pic>
          <p:nvPicPr>
            <p:cNvPr id="127" name="">
              <a:extLst>
                <a:ext uri="{FF2B5EF4-FFF2-40B4-BE49-F238E27FC236}">
                  <ns2:creationId id="{7B64B92A-DDA6-43F9-9B00-D181BB0D9A4F}"/>
                </a:ext>
              </a:extLst>
            </p:cNvPr>
            <p:cNvPicPr>
              <a:picLocks noChangeAspect="1"/>
            </p:cNvPicPr>
            <p:nvPr/>
          </p:nvPicPr>
          <p:blipFill>
            <a:blip r:embed="Re4e1a71f2c4345da"/>
            <a:stretch/>
          </p:blipFill>
          <p:spPr>
            <a:xfrm>
              <a:off x="4400550" y="5581650"/>
              <a:ext cx="4000500" cy="2280285"/>
            </a:xfrm>
            <a:prstGeom prst="rect">
              <a:avLst/>
            </a:prstGeom>
          </p:spPr>
        </p:pic>
        <p:sp>
          <p:nvSpPr>
            <p:cNvPr id="128" name="Cylinder_f51_domain_edge_0_1">
              <a:extLst>
                <a:ext uri="{FF2B5EF4-FFF2-40B4-BE49-F238E27FC236}">
                  <ns2:creationId id="{1691E4EF-3268-4585-B2CD-BE38C7E27FB7}"/>
                </a:ext>
              </a:extLst>
            </p:cNvPr>
            <p:cNvSpPr>
              <a:spLocks noGrp="1"/>
            </p:cNvSpPr>
            <p:nvPr/>
          </p:nvSpPr>
          <p:spPr>
            <a:xfrm>
              <a:off x="5161649" y="634836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29" name="Cylinder_f51_domain_edge_0_2">
              <a:extLst>
                <a:ext uri="{FF2B5EF4-FFF2-40B4-BE49-F238E27FC236}">
                  <ns2:creationId id="{D6E2A6C7-1879-49CC-8B36-C2F00A5C7063}"/>
                </a:ext>
              </a:extLst>
            </p:cNvPr>
            <p:cNvSpPr>
              <a:spLocks noGrp="1"/>
            </p:cNvSpPr>
            <p:nvPr/>
          </p:nvSpPr>
          <p:spPr>
            <a:xfrm>
              <a:off x="5161649" y="6653127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0" name="Cylinder_f51_domain_edge_0_4">
              <a:extLst>
                <a:ext uri="{FF2B5EF4-FFF2-40B4-BE49-F238E27FC236}">
                  <ns2:creationId id="{11332E88-0413-4A5B-BA07-D15974F6C0BC}"/>
                </a:ext>
              </a:extLst>
            </p:cNvPr>
            <p:cNvSpPr>
              <a:spLocks noGrp="1"/>
            </p:cNvSpPr>
            <p:nvPr/>
          </p:nvSpPr>
          <p:spPr>
            <a:xfrm>
              <a:off x="5161649" y="6943868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1" name="Cylinder_f51_domain_edge_1_3">
              <a:extLst>
                <a:ext uri="{FF2B5EF4-FFF2-40B4-BE49-F238E27FC236}">
                  <ns2:creationId id="{A3254D56-6B45-473E-8E47-45BC25D22CB0}"/>
                </a:ext>
              </a:extLst>
            </p:cNvPr>
            <p:cNvSpPr>
              <a:spLocks noGrp="1"/>
            </p:cNvSpPr>
            <p:nvPr/>
          </p:nvSpPr>
          <p:spPr>
            <a:xfrm>
              <a:off x="5161649" y="6057627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2" name="Cylinder_f51_domain_edge_1_5">
              <a:extLst>
                <a:ext uri="{FF2B5EF4-FFF2-40B4-BE49-F238E27FC236}">
                  <ns2:creationId id="{19458D38-7D89-4103-BB71-FFB4D8272810}"/>
                </a:ext>
              </a:extLst>
            </p:cNvPr>
            <p:cNvSpPr>
              <a:spLocks noGrp="1"/>
            </p:cNvSpPr>
            <p:nvPr/>
          </p:nvSpPr>
          <p:spPr>
            <a:xfrm>
              <a:off x="5161649" y="6348368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3" name="Cylinder_f51_domain_edge_2_3">
              <a:extLst>
                <a:ext uri="{FF2B5EF4-FFF2-40B4-BE49-F238E27FC236}">
                  <ns2:creationId id="{D9838F9F-00A9-4A94-AE63-00F7C816981A}"/>
                </a:ext>
              </a:extLst>
            </p:cNvPr>
            <p:cNvSpPr>
              <a:spLocks noGrp="1"/>
            </p:cNvSpPr>
            <p:nvPr/>
          </p:nvSpPr>
          <p:spPr>
            <a:xfrm>
              <a:off x="5523561" y="6057627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4" name="Cylinder_f51_domain_edge_2_6">
              <a:extLst>
                <a:ext uri="{FF2B5EF4-FFF2-40B4-BE49-F238E27FC236}">
                  <ns2:creationId id="{49D0F9F4-DD09-4A4B-BCC5-8507A9ACFAD4}"/>
                </a:ext>
              </a:extLst>
            </p:cNvPr>
            <p:cNvSpPr>
              <a:spLocks noGrp="1"/>
            </p:cNvSpPr>
            <p:nvPr/>
          </p:nvSpPr>
          <p:spPr>
            <a:xfrm>
              <a:off x="5523561" y="6653127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5" name="Cylinder_f51_domain_edge_3_7">
              <a:extLst>
                <a:ext uri="{FF2B5EF4-FFF2-40B4-BE49-F238E27FC236}">
                  <ns2:creationId id="{09DA81C3-3AEA-4B57-A7B0-76BCC04451C0}"/>
                </a:ext>
              </a:extLst>
            </p:cNvPr>
            <p:cNvSpPr>
              <a:spLocks noGrp="1"/>
            </p:cNvSpPr>
            <p:nvPr/>
          </p:nvSpPr>
          <p:spPr>
            <a:xfrm>
              <a:off x="5523561" y="6057627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6" name="Cylinder_f51_domain_edge_4_5">
              <a:extLst>
                <a:ext uri="{FF2B5EF4-FFF2-40B4-BE49-F238E27FC236}">
                  <ns2:creationId id="{014904AA-3ED1-4FC0-A9A3-EA8C964DB33D}"/>
                </a:ext>
              </a:extLst>
            </p:cNvPr>
            <p:cNvSpPr>
              <a:spLocks noGrp="1"/>
            </p:cNvSpPr>
            <p:nvPr/>
          </p:nvSpPr>
          <p:spPr>
            <a:xfrm>
              <a:off x="7339668" y="672882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7" name="Cylinder_f51_domain_edge_4_6">
              <a:extLst>
                <a:ext uri="{FF2B5EF4-FFF2-40B4-BE49-F238E27FC236}">
                  <ns2:creationId id="{D0DA17B3-64D3-4EB7-BC5A-58BAAA83AA7C}"/>
                </a:ext>
              </a:extLst>
            </p:cNvPr>
            <p:cNvSpPr>
              <a:spLocks noGrp="1"/>
            </p:cNvSpPr>
            <p:nvPr/>
          </p:nvSpPr>
          <p:spPr>
            <a:xfrm>
              <a:off x="7339668" y="7033588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8" name="Cylinder_f51_domain_edge_5_7">
              <a:extLst>
                <a:ext uri="{FF2B5EF4-FFF2-40B4-BE49-F238E27FC236}">
                  <ns2:creationId id="{11E2FF85-84F0-4F6F-A61A-F0002DBFEAFA}"/>
                </a:ext>
              </a:extLst>
            </p:cNvPr>
            <p:cNvSpPr>
              <a:spLocks noGrp="1"/>
            </p:cNvSpPr>
            <p:nvPr/>
          </p:nvSpPr>
          <p:spPr>
            <a:xfrm>
              <a:off x="7339668" y="6438088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39" name="Cylinder_f51_domain_edge_6_7">
              <a:extLst>
                <a:ext uri="{FF2B5EF4-FFF2-40B4-BE49-F238E27FC236}">
                  <ns2:creationId id="{30823C00-B782-49B7-9993-2D683A25E170}"/>
                </a:ext>
              </a:extLst>
            </p:cNvPr>
            <p:cNvSpPr>
              <a:spLocks noGrp="1"/>
            </p:cNvSpPr>
            <p:nvPr/>
          </p:nvSpPr>
          <p:spPr>
            <a:xfrm>
              <a:off x="7701580" y="643808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0" name="text_139">
              <a:extLst>
                <a:ext uri="{FF2B5EF4-FFF2-40B4-BE49-F238E27FC236}">
                  <ns2:creationId id="{7CC19156-4517-4E6E-A6D4-AFCB8CCF17E1}"/>
                </a:ext>
              </a:extLst>
            </p:cNvPr>
            <p:cNvSpPr>
              <a:spLocks noGrp="1"/>
            </p:cNvSpPr>
            <p:nvPr/>
          </p:nvSpPr>
          <p:spPr>
            <a:xfrm rot="0">
              <a:off x="8629650" y="5400675"/>
              <a:ext cx="4000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60" b="1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Frame 101</a:t>
              </a:r>
            </a:p>
          </p:txBody>
        </p:sp>
        <p:pic>
          <p:nvPicPr>
            <p:cNvPr id="141" name="">
              <a:extLst>
                <a:ext uri="{FF2B5EF4-FFF2-40B4-BE49-F238E27FC236}">
                  <ns2:creationId id="{51B55DE2-3E67-44FF-BB19-9CD98481F8F9}"/>
                </a:ext>
              </a:extLst>
            </p:cNvPr>
            <p:cNvPicPr>
              <a:picLocks noChangeAspect="1"/>
            </p:cNvPicPr>
            <p:nvPr/>
          </p:nvPicPr>
          <p:blipFill>
            <a:blip r:embed="R64c7f2824b0b4d00"/>
            <a:stretch/>
          </p:blipFill>
          <p:spPr>
            <a:xfrm>
              <a:off x="8629650" y="5581650"/>
              <a:ext cx="4000500" cy="2280285"/>
            </a:xfrm>
            <a:prstGeom prst="rect">
              <a:avLst/>
            </a:prstGeom>
          </p:spPr>
        </p:pic>
        <p:sp>
          <p:nvSpPr>
            <p:cNvPr id="142" name="Cylinder_f101_domain_edge_0_1">
              <a:extLst>
                <a:ext uri="{FF2B5EF4-FFF2-40B4-BE49-F238E27FC236}">
                  <ns2:creationId id="{DE253973-A7D8-4B33-9933-A80F8D4A0712}"/>
                </a:ext>
              </a:extLst>
            </p:cNvPr>
            <p:cNvSpPr>
              <a:spLocks noGrp="1"/>
            </p:cNvSpPr>
            <p:nvPr/>
          </p:nvSpPr>
          <p:spPr>
            <a:xfrm>
              <a:off x="9390749" y="634836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3" name="Cylinder_f101_domain_edge_0_2">
              <a:extLst>
                <a:ext uri="{FF2B5EF4-FFF2-40B4-BE49-F238E27FC236}">
                  <ns2:creationId id="{4D2C84F0-8A29-43DD-A704-C8FE1B862F5B}"/>
                </a:ext>
              </a:extLst>
            </p:cNvPr>
            <p:cNvSpPr>
              <a:spLocks noGrp="1"/>
            </p:cNvSpPr>
            <p:nvPr/>
          </p:nvSpPr>
          <p:spPr>
            <a:xfrm>
              <a:off x="9390749" y="6653127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4" name="Cylinder_f101_domain_edge_0_4">
              <a:extLst>
                <a:ext uri="{FF2B5EF4-FFF2-40B4-BE49-F238E27FC236}">
                  <ns2:creationId id="{5535D498-7159-47BC-9630-CBB34231BA73}"/>
                </a:ext>
              </a:extLst>
            </p:cNvPr>
            <p:cNvSpPr>
              <a:spLocks noGrp="1"/>
            </p:cNvSpPr>
            <p:nvPr/>
          </p:nvSpPr>
          <p:spPr>
            <a:xfrm>
              <a:off x="9390749" y="6943868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5" name="Cylinder_f101_domain_edge_1_3">
              <a:extLst>
                <a:ext uri="{FF2B5EF4-FFF2-40B4-BE49-F238E27FC236}">
                  <ns2:creationId id="{CF2ABA1A-9CEE-4B01-B046-76EDCCE013D2}"/>
                </a:ext>
              </a:extLst>
            </p:cNvPr>
            <p:cNvSpPr>
              <a:spLocks noGrp="1"/>
            </p:cNvSpPr>
            <p:nvPr/>
          </p:nvSpPr>
          <p:spPr>
            <a:xfrm>
              <a:off x="9390749" y="6057627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6" name="Cylinder_f101_domain_edge_1_5">
              <a:extLst>
                <a:ext uri="{FF2B5EF4-FFF2-40B4-BE49-F238E27FC236}">
                  <ns2:creationId id="{4787266F-A46A-4B43-BE9F-D82892721A9E}"/>
                </a:ext>
              </a:extLst>
            </p:cNvPr>
            <p:cNvSpPr>
              <a:spLocks noGrp="1"/>
            </p:cNvSpPr>
            <p:nvPr/>
          </p:nvSpPr>
          <p:spPr>
            <a:xfrm>
              <a:off x="9390749" y="6348368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7" name="Cylinder_f101_domain_edge_2_3">
              <a:extLst>
                <a:ext uri="{FF2B5EF4-FFF2-40B4-BE49-F238E27FC236}">
                  <ns2:creationId id="{3E87F0D9-FF23-43AA-A3F4-50238D14D609}"/>
                </a:ext>
              </a:extLst>
            </p:cNvPr>
            <p:cNvSpPr>
              <a:spLocks noGrp="1"/>
            </p:cNvSpPr>
            <p:nvPr/>
          </p:nvSpPr>
          <p:spPr>
            <a:xfrm>
              <a:off x="9752661" y="6057627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8" name="Cylinder_f101_domain_edge_2_6">
              <a:extLst>
                <a:ext uri="{FF2B5EF4-FFF2-40B4-BE49-F238E27FC236}">
                  <ns2:creationId id="{97E1FA8A-6B1C-4092-ADDA-EB564C3B1AF0}"/>
                </a:ext>
              </a:extLst>
            </p:cNvPr>
            <p:cNvSpPr>
              <a:spLocks noGrp="1"/>
            </p:cNvSpPr>
            <p:nvPr/>
          </p:nvSpPr>
          <p:spPr>
            <a:xfrm>
              <a:off x="9752661" y="6653127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49" name="Cylinder_f101_domain_edge_3_7">
              <a:extLst>
                <a:ext uri="{FF2B5EF4-FFF2-40B4-BE49-F238E27FC236}">
                  <ns2:creationId id="{A5841936-903E-4AC3-ADEA-583DB65B65CF}"/>
                </a:ext>
              </a:extLst>
            </p:cNvPr>
            <p:cNvSpPr>
              <a:spLocks noGrp="1"/>
            </p:cNvSpPr>
            <p:nvPr/>
          </p:nvSpPr>
          <p:spPr>
            <a:xfrm>
              <a:off x="9752661" y="6057627"/>
              <a:ext cx="2178019" cy="380460"/>
            </a:xfrm>
            <a:custGeom>
              <a:pathLst>
                <a:path w="2178019" h="380460">
                  <a:moveTo>
                    <a:pt x="0" y="0"/>
                  </a:moveTo>
                  <a:lnTo>
                    <a:pt x="2178019" y="38046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50" name="Cylinder_f101_domain_edge_4_5">
              <a:extLst>
                <a:ext uri="{FF2B5EF4-FFF2-40B4-BE49-F238E27FC236}">
                  <ns2:creationId id="{60F12967-32DC-4590-94CE-702DED6207A0}"/>
                </a:ext>
              </a:extLst>
            </p:cNvPr>
            <p:cNvSpPr>
              <a:spLocks noGrp="1"/>
            </p:cNvSpPr>
            <p:nvPr/>
          </p:nvSpPr>
          <p:spPr>
            <a:xfrm>
              <a:off x="11568768" y="672882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51" name="Cylinder_f101_domain_edge_4_6">
              <a:extLst>
                <a:ext uri="{FF2B5EF4-FFF2-40B4-BE49-F238E27FC236}">
                  <ns2:creationId id="{694381F9-3FA8-411E-85B2-996AF5FD3868}"/>
                </a:ext>
              </a:extLst>
            </p:cNvPr>
            <p:cNvSpPr>
              <a:spLocks noGrp="1"/>
            </p:cNvSpPr>
            <p:nvPr/>
          </p:nvSpPr>
          <p:spPr>
            <a:xfrm>
              <a:off x="11568768" y="7033588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52" name="Cylinder_f101_domain_edge_5_7">
              <a:extLst>
                <a:ext uri="{FF2B5EF4-FFF2-40B4-BE49-F238E27FC236}">
                  <ns2:creationId id="{54EA9FD9-9AFB-4D74-9A22-0DD6CC1EB5F9}"/>
                </a:ext>
              </a:extLst>
            </p:cNvPr>
            <p:cNvSpPr>
              <a:spLocks noGrp="1"/>
            </p:cNvSpPr>
            <p:nvPr/>
          </p:nvSpPr>
          <p:spPr>
            <a:xfrm>
              <a:off x="11568768" y="6438088"/>
              <a:ext cx="361912" cy="290741"/>
            </a:xfrm>
            <a:custGeom>
              <a:pathLst>
                <a:path w="361912" h="290741">
                  <a:moveTo>
                    <a:pt x="0" y="290741"/>
                  </a:moveTo>
                  <a:lnTo>
                    <a:pt x="361912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  <p:sp>
          <p:nvSpPr>
            <p:cNvPr id="153" name="Cylinder_f101_domain_edge_6_7">
              <a:extLst>
                <a:ext uri="{FF2B5EF4-FFF2-40B4-BE49-F238E27FC236}">
                  <ns2:creationId id="{4A9B221A-4A68-42E8-AA88-E2EBE55C01AF}"/>
                </a:ext>
              </a:extLst>
            </p:cNvPr>
            <p:cNvSpPr>
              <a:spLocks noGrp="1"/>
            </p:cNvSpPr>
            <p:nvPr/>
          </p:nvSpPr>
          <p:spPr>
            <a:xfrm>
              <a:off x="11930680" y="6438088"/>
              <a:ext cx="95" cy="595500"/>
            </a:xfrm>
            <a:custGeom>
              <a:pathLst>
                <a:path w="95" h="595500">
                  <a:moveTo>
                    <a:pt x="0" y="595500"/>
                  </a:move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9AA6AE"/>
              </a:solidFill>
              <a:prstDash val="solid"/>
            </a:ln>
          </p:spPr>
        </p:sp>
      </p:grpSp>
    </p:spTree>
    <p:extLst>
      <p:ext uri="{BB962C8B-B14F-4D97-AF65-F5344CB8AC3E}">
        <ns4:creationId val="1422236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2026-10-21T02:42:01.6500000Z</dcterms:created>
  <dcterms:modified xsi:type="dcterms:W3CDTF">2026-10-21T02:42:01.6500000Z</dcterms:modified>
</coreProperties>
</file>