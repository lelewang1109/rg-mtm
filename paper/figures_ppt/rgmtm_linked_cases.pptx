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2ebc0848eb4870" /><Relationship Type="http://schemas.openxmlformats.org/officeDocument/2006/relationships/extended-properties" Target="/docProps/app.xml" Id="R87613f4a4fa24feb" /><Relationship Type="http://schemas.openxmlformats.org/officeDocument/2006/relationships/officeDocument" Target="/ppt/presentation.xml" Id="R296be95dae534d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15976ef6cb4e5e"/>
  </p:sldMasterIdLst>
  <p:notesMasterIdLst>
    <p:notesMasterId xmlns:r="http://schemas.openxmlformats.org/officeDocument/2006/relationships" r:id="Ra2be0683c6754c2c"/>
  </p:notesMasterIdLst>
  <p:sldIdLst>
    <p:sldId xmlns:r="http://schemas.openxmlformats.org/officeDocument/2006/relationships" id="256" r:id="Rdeb356881ac940d2"/>
  </p:sldIdLst>
  <p:sldSz cx="12801600" cy="679987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ef8eac17f24f17" /><Relationship Type="http://schemas.openxmlformats.org/officeDocument/2006/relationships/slideMaster" Target="/ppt/slideMasters/slideMaster1.xml" Id="R1b15976ef6cb4e5e" /><Relationship Type="http://schemas.openxmlformats.org/officeDocument/2006/relationships/notesMaster" Target="/ppt/notesMasters/notesMaster1.xml" Id="Ra2be0683c6754c2c" /><Relationship Type="http://schemas.openxmlformats.org/officeDocument/2006/relationships/presProps" Target="/ppt/presProps.xml" Id="R0f567fafc50a40ac" /><Relationship Type="http://schemas.openxmlformats.org/officeDocument/2006/relationships/tableStyles" Target="/ppt/tableStyles.xml" Id="Re26ca8864ccd44e5" /><Relationship Type="http://schemas.openxmlformats.org/officeDocument/2006/relationships/slide" Target="/ppt/slides/slide1.xml" Id="Rdeb356881ac940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6b1d38aa524c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0fae0a400f4add" /><Relationship Type="http://schemas.openxmlformats.org/officeDocument/2006/relationships/notesMaster" Target="/ppt/notesMasters/notesMaster1.xml" Id="R91303072b2724e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/Users/lele/Desktop/MergeTreeMaps/.codex-build/unified-style-20261021/backup/latex/figures/rgmtm_linked_cases.pdf. Retained scientific observations and plotting coordinates.</a:t>
            </a:r>
          </a:p>
          <a:p xmlns:a="http://schemas.openxmlformats.org/drawingml/2006/main"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 display names follow TMTM/ST-MTM: Storms (ERA5 source family), Wildfires, Ring, Gaussian, Tangaroa. Storms and Wildfires use this paper’s declared sampling and preprocessing. Gaussian denotes a local variant inspired by ST-MTM, not its original 128x128 input; the separate mirror-motion control is unchanged. Source keys, filenames, scientific media, geometry and numerical results are preserved. References: TMTM, Section 4.1 and Table 1; ST-MTM, Section 5.1 and Table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4aa5eacba4f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3d93082a944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1a20b5b7741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50481484948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f74eeea5d4f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292d1081344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21BE63-1A2B-46FE-B02E-E6BCE8CF6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68840"/>
            <a:ext cx="10241280" cy="9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4174A5-B56D-4DC5-BD2D-3285014D19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739929"/>
            <a:ext cx="8961120" cy="755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50B82C-8AD1-4F7F-9672-4449CA007F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833279"/>
            <a:ext cx="10241280" cy="113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0F519E-60F5-4FFE-9106-1663C18ABC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28879"/>
            <a:ext cx="11361420" cy="831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90F8B3-F6E9-40D0-821B-348BE01E5C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88853"/>
            <a:ext cx="11361420" cy="423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6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8879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109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3331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35528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3774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39961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42177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44394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8A88E3-4DD9-4E85-85DB-DDC136260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28879"/>
            <a:ext cx="11361420" cy="831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BA2678-1BD0-46CF-8E3C-A974E6203A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88853"/>
            <a:ext cx="5280660" cy="423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6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8879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109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3331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35528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3774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39961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42177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44394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D18DF9-33DC-42CB-9259-5E6B42485E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888853"/>
            <a:ext cx="5280660" cy="423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6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8879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109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3331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35528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3774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39961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42177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44394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F751E6-CA1C-46BE-A0B5-B9EB1280C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28879"/>
            <a:ext cx="11361420" cy="831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D41F58-A17E-487E-91AF-7C2A3700EE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88853"/>
            <a:ext cx="5280660" cy="423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6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8879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109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3331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35528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3774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39961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42177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44394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30810cb0214982" /><Relationship Type="http://schemas.openxmlformats.org/officeDocument/2006/relationships/slideLayout" Target="/ppt/slideLayouts/slideLayout1.xml" Id="R00b00ae92b0840df" /><Relationship Type="http://schemas.openxmlformats.org/officeDocument/2006/relationships/slideLayout" Target="/ppt/slideLayouts/slideLayout2.xml" Id="R8bb133a799af4842" /><Relationship Type="http://schemas.openxmlformats.org/officeDocument/2006/relationships/slideLayout" Target="/ppt/slideLayouts/slideLayout3.xml" Id="Ra96a80e14c44458d" /><Relationship Type="http://schemas.openxmlformats.org/officeDocument/2006/relationships/slideLayout" Target="/ppt/slideLayouts/slideLayout4.xml" Id="R9ad28e0704444145" /><Relationship Type="http://schemas.openxmlformats.org/officeDocument/2006/relationships/slideLayout" Target="/ppt/slideLayouts/slideLayout5.xml" Id="Rc1f1c07435f2480f" /><Relationship Type="http://schemas.openxmlformats.org/officeDocument/2006/relationships/slideLayout" Target="/ppt/slideLayouts/slideLayout6.xml" Id="R3d31ce39bab945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b00ae92b0840df"/>
    <p:sldLayoutId xmlns:r="http://schemas.openxmlformats.org/officeDocument/2006/relationships" id="2147483650" r:id="R8bb133a799af4842"/>
    <p:sldLayoutId xmlns:r="http://schemas.openxmlformats.org/officeDocument/2006/relationships" id="2147483651" r:id="Ra96a80e14c44458d"/>
    <p:sldLayoutId xmlns:r="http://schemas.openxmlformats.org/officeDocument/2006/relationships" id="2147483652" r:id="R9ad28e0704444145"/>
    <p:sldLayoutId xmlns:r="http://schemas.openxmlformats.org/officeDocument/2006/relationships" id="2147483653" r:id="Rc1f1c07435f2480f"/>
    <p:sldLayoutId xmlns:r="http://schemas.openxmlformats.org/officeDocument/2006/relationships" id="2147483654" r:id="R3d31ce39bab945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b0fe896da44f9" /><Relationship Type="http://schemas.openxmlformats.org/officeDocument/2006/relationships/image" Target="/ppt/media/image.png" Id="Rbb3c11449cc94488" /><Relationship Type="http://schemas.openxmlformats.org/officeDocument/2006/relationships/image" Target="/ppt/media/image.svg" Id="R282d1e1f0f334a16" /><Relationship Type="http://schemas.openxmlformats.org/officeDocument/2006/relationships/notesSlide" Target="/ppt/notesSlides/notesSlide1.xml" Id="R3997bd196edb4f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13256A-A247-43D1-A679-213581DCC4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c11449cc94488">
            <a:extLst>
              <a:ext uri="{96DAC541-7B7A-43D3-8B79-37D633B846F1}">
                <asvg:svgBlip xmlns:asvg="http://schemas.microsoft.com/office/drawing/2016/SVG/main" r:embed="R282d1e1f0f334a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801600" cy="6799870"/>
          </a:xfrm>
          <a:prstGeom xmlns:a="http://schemas.openxmlformats.org/drawingml/2006/main" prst="rect">
            <a:avLst/>
          </a:prstGeom>
        </p:spPr>
      </p:pic>
      <p:sp>
        <p:nvSpPr>
          <p:cNvPr id="2" name="Unified label: longitude / latitude">
            <a:extLst xmlns:a="http://schemas.openxmlformats.org/drawingml/2006/main">
              <a:ext uri="{FF2B5EF4-FFF2-40B4-BE49-F238E27FC236}">
                <a16:creationId xmlns:a16="http://schemas.microsoft.com/office/drawing/2014/main" id="{590AC932-8F7A-42FE-B0FB-7F8B34D9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692" y="2367351"/>
            <a:ext cx="188971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longitude / latitude</a:t>
            </a:r>
          </a:p>
        </p:txBody>
      </p:sp>
      <p:sp>
        <p:nvSpPr>
          <p:cNvPr id="3" name="Unified label: C">
            <a:extLst xmlns:a="http://schemas.openxmlformats.org/drawingml/2006/main">
              <a:ext uri="{FF2B5EF4-FFF2-40B4-BE49-F238E27FC236}">
                <a16:creationId xmlns:a16="http://schemas.microsoft.com/office/drawing/2014/main" id="{7D1BF707-E04B-456C-937A-B5477787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26" y="1196165"/>
            <a:ext cx="166885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" name="Unified label: A">
            <a:extLst xmlns:a="http://schemas.openxmlformats.org/drawingml/2006/main">
              <a:ext uri="{FF2B5EF4-FFF2-40B4-BE49-F238E27FC236}">
                <a16:creationId xmlns:a16="http://schemas.microsoft.com/office/drawing/2014/main" id="{77C0547B-BEE1-44E2-A4F5-BC4FCD35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804" y="708276"/>
            <a:ext cx="174422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Unified label: B">
            <a:extLst xmlns:a="http://schemas.openxmlformats.org/drawingml/2006/main">
              <a:ext uri="{FF2B5EF4-FFF2-40B4-BE49-F238E27FC236}">
                <a16:creationId xmlns:a16="http://schemas.microsoft.com/office/drawing/2014/main" id="{364A61F9-237F-45C1-BCB9-729AD9DE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4837" y="731064"/>
            <a:ext cx="172161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Unified label: (a) ERA5: step 48">
            <a:extLst xmlns:a="http://schemas.openxmlformats.org/drawingml/2006/main">
              <a:ext uri="{FF2B5EF4-FFF2-40B4-BE49-F238E27FC236}">
                <a16:creationId xmlns:a16="http://schemas.microsoft.com/office/drawing/2014/main" id="{C6AC69C2-0E01-4CE4-AEDE-A5F0144F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616" y="206300"/>
            <a:ext cx="1853373" cy="2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Storms: step 48</a:t>
            </a:r>
          </a:p>
        </p:txBody>
      </p:sp>
      <p:sp>
        <p:nvSpPr>
          <p:cNvPr id="7" name="Unified label: 960">
            <a:extLst xmlns:a="http://schemas.openxmlformats.org/drawingml/2006/main">
              <a:ext uri="{FF2B5EF4-FFF2-40B4-BE49-F238E27FC236}">
                <a16:creationId xmlns:a16="http://schemas.microsoft.com/office/drawing/2014/main" id="{A6D2C403-E13C-4905-886E-0E6EEB43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2037649"/>
            <a:ext cx="36242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960</a:t>
            </a:r>
          </a:p>
        </p:txBody>
      </p:sp>
      <p:sp>
        <p:nvSpPr>
          <p:cNvPr id="8" name="Unified label: 980">
            <a:extLst xmlns:a="http://schemas.openxmlformats.org/drawingml/2006/main">
              <a:ext uri="{FF2B5EF4-FFF2-40B4-BE49-F238E27FC236}">
                <a16:creationId xmlns:a16="http://schemas.microsoft.com/office/drawing/2014/main" id="{B69098F7-733B-4DFB-92A9-AB7985E2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1658722"/>
            <a:ext cx="36242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980</a:t>
            </a:r>
          </a:p>
        </p:txBody>
      </p:sp>
      <p:sp>
        <p:nvSpPr>
          <p:cNvPr id="9" name="Unified label: 1000">
            <a:extLst xmlns:a="http://schemas.openxmlformats.org/drawingml/2006/main">
              <a:ext uri="{FF2B5EF4-FFF2-40B4-BE49-F238E27FC236}">
                <a16:creationId xmlns:a16="http://schemas.microsoft.com/office/drawing/2014/main" id="{0A90064D-D3AA-4EFB-AF2B-AC58E2DE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1279795"/>
            <a:ext cx="473708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0" name="Unified label: 1020">
            <a:extLst xmlns:a="http://schemas.openxmlformats.org/drawingml/2006/main">
              <a:ext uri="{FF2B5EF4-FFF2-40B4-BE49-F238E27FC236}">
                <a16:creationId xmlns:a16="http://schemas.microsoft.com/office/drawing/2014/main" id="{5BA6ED78-566A-4EDE-A4A6-8BB418AE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900868"/>
            <a:ext cx="473708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1020</a:t>
            </a:r>
          </a:p>
        </p:txBody>
      </p:sp>
      <p:sp>
        <p:nvSpPr>
          <p:cNvPr id="11" name="Unified label: 1040">
            <a:extLst xmlns:a="http://schemas.openxmlformats.org/drawingml/2006/main">
              <a:ext uri="{FF2B5EF4-FFF2-40B4-BE49-F238E27FC236}">
                <a16:creationId xmlns:a16="http://schemas.microsoft.com/office/drawing/2014/main" id="{FADACF08-0FF4-47BB-8F99-BF96BE04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521940"/>
            <a:ext cx="473708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1040</a:t>
            </a:r>
          </a:p>
        </p:txBody>
      </p:sp>
      <p:sp>
        <p:nvSpPr>
          <p:cNvPr id="12" name="Unified label: hPa">
            <a:extLst xmlns:a="http://schemas.openxmlformats.org/drawingml/2006/main">
              <a:ext uri="{FF2B5EF4-FFF2-40B4-BE49-F238E27FC236}">
                <a16:creationId xmlns:a16="http://schemas.microsoft.com/office/drawing/2014/main" id="{6792788F-0962-4DA0-BDF9-DDC9F6EE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270389" y="1266355"/>
            <a:ext cx="368764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hPa</a:t>
            </a:r>
          </a:p>
        </p:txBody>
      </p:sp>
      <p:sp>
        <p:nvSpPr>
          <p:cNvPr id="13" name="Unified label: H = 8.4% axis">
            <a:extLst xmlns:a="http://schemas.openxmlformats.org/drawingml/2006/main">
              <a:ext uri="{FF2B5EF4-FFF2-40B4-BE49-F238E27FC236}">
                <a16:creationId xmlns:a16="http://schemas.microsoft.com/office/drawing/2014/main" id="{7641D207-8FED-4241-8A20-CA346F07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6402" y="2367351"/>
            <a:ext cx="1268787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 = 8.4% axis</a:t>
            </a:r>
          </a:p>
        </p:txBody>
      </p:sp>
      <p:sp>
        <p:nvSpPr>
          <p:cNvPr id="14" name="Unified label: q">
            <a:extLst xmlns:a="http://schemas.openxmlformats.org/drawingml/2006/main">
              <a:ext uri="{FF2B5EF4-FFF2-40B4-BE49-F238E27FC236}">
                <a16:creationId xmlns:a16="http://schemas.microsoft.com/office/drawing/2014/main" id="{A06538C7-0577-4E4A-8359-DC1E6F17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556" y="398143"/>
            <a:ext cx="148230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5" name="Unified label: u">
            <a:extLst xmlns:a="http://schemas.openxmlformats.org/drawingml/2006/main">
              <a:ext uri="{FF2B5EF4-FFF2-40B4-BE49-F238E27FC236}">
                <a16:creationId xmlns:a16="http://schemas.microsoft.com/office/drawing/2014/main" id="{E58547CD-A041-4C89-9B6F-78870FF2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556" y="2033296"/>
            <a:ext cx="148042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16" name="Unified label: Reference / tree anchors">
            <a:extLst xmlns:a="http://schemas.openxmlformats.org/drawingml/2006/main">
              <a:ext uri="{FF2B5EF4-FFF2-40B4-BE49-F238E27FC236}">
                <a16:creationId xmlns:a16="http://schemas.microsoft.com/office/drawing/2014/main" id="{7B3AA455-A9F1-4C14-BC91-FF97D87D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749" y="153714"/>
            <a:ext cx="2267657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/ tree anchors</a:t>
            </a:r>
          </a:p>
        </p:txBody>
      </p:sp>
      <p:sp>
        <p:nvSpPr>
          <p:cNvPr id="17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3C00FB5A-6D1D-4F6F-BD5A-EEB617C8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9644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8" name="Unified label: 45">
            <a:extLst xmlns:a="http://schemas.openxmlformats.org/drawingml/2006/main">
              <a:ext uri="{FF2B5EF4-FFF2-40B4-BE49-F238E27FC236}">
                <a16:creationId xmlns:a16="http://schemas.microsoft.com/office/drawing/2014/main" id="{80664A2F-76B5-4CAF-82E3-BD062C41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145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9" name="Unified label: 50">
            <a:extLst xmlns:a="http://schemas.openxmlformats.org/drawingml/2006/main">
              <a:ext uri="{FF2B5EF4-FFF2-40B4-BE49-F238E27FC236}">
                <a16:creationId xmlns:a16="http://schemas.microsoft.com/office/drawing/2014/main" id="{10420439-321F-47AB-A0B8-CC3CC125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2647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0" name="Unified label: 55">
            <a:extLst xmlns:a="http://schemas.openxmlformats.org/drawingml/2006/main">
              <a:ext uri="{FF2B5EF4-FFF2-40B4-BE49-F238E27FC236}">
                <a16:creationId xmlns:a16="http://schemas.microsoft.com/office/drawing/2014/main" id="{B2CB6831-C960-425E-B7CE-962C8A50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4148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21" name="Unified label: time step">
            <a:extLst xmlns:a="http://schemas.openxmlformats.org/drawingml/2006/main">
              <a:ext uri="{FF2B5EF4-FFF2-40B4-BE49-F238E27FC236}">
                <a16:creationId xmlns:a16="http://schemas.microsoft.com/office/drawing/2014/main" id="{72685A45-46ED-4A81-92B3-B1B1D834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4520" y="2696903"/>
            <a:ext cx="921747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step</a:t>
            </a:r>
          </a:p>
        </p:txBody>
      </p:sp>
      <p:sp>
        <p:nvSpPr>
          <p:cNvPr id="22" name="Unified label: step 48: position 8.9%">
            <a:extLst xmlns:a="http://schemas.openxmlformats.org/drawingml/2006/main">
              <a:ext uri="{FF2B5EF4-FFF2-40B4-BE49-F238E27FC236}">
                <a16:creationId xmlns:a16="http://schemas.microsoft.com/office/drawing/2014/main" id="{8141D787-3006-4332-98BC-57980504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6823" y="2058695"/>
            <a:ext cx="1918786" cy="22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48: position 8.9%</a:t>
            </a:r>
          </a:p>
        </p:txBody>
      </p:sp>
      <p:sp>
        <p:nvSpPr>
          <p:cNvPr id="23" name="Unified label: RG-MTM-P: 24/104 errors*">
            <a:extLst xmlns:a="http://schemas.openxmlformats.org/drawingml/2006/main">
              <a:ext uri="{FF2B5EF4-FFF2-40B4-BE49-F238E27FC236}">
                <a16:creationId xmlns:a16="http://schemas.microsoft.com/office/drawing/2014/main" id="{34E716AC-9326-49D5-9771-4B786475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2176" y="206300"/>
            <a:ext cx="2666402" cy="2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RG-MTM-P: 24/104 errors*</a:t>
            </a:r>
          </a:p>
        </p:txBody>
      </p:sp>
      <p:sp>
        <p:nvSpPr>
          <p:cNvPr id="24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1423EDE2-F42B-4986-86F1-A8D4C895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1079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5" name="Unified label: 45">
            <a:extLst xmlns:a="http://schemas.openxmlformats.org/drawingml/2006/main">
              <a:ext uri="{FF2B5EF4-FFF2-40B4-BE49-F238E27FC236}">
                <a16:creationId xmlns:a16="http://schemas.microsoft.com/office/drawing/2014/main" id="{450CBEB4-E3B0-4E7D-A817-2CF57271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2581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26" name="Unified label: 50">
            <a:extLst xmlns:a="http://schemas.openxmlformats.org/drawingml/2006/main">
              <a:ext uri="{FF2B5EF4-FFF2-40B4-BE49-F238E27FC236}">
                <a16:creationId xmlns:a16="http://schemas.microsoft.com/office/drawing/2014/main" id="{069DDF9C-D31A-421A-8958-AB69BE63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4082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7" name="Unified label: 55">
            <a:extLst xmlns:a="http://schemas.openxmlformats.org/drawingml/2006/main">
              <a:ext uri="{FF2B5EF4-FFF2-40B4-BE49-F238E27FC236}">
                <a16:creationId xmlns:a16="http://schemas.microsoft.com/office/drawing/2014/main" id="{FE4F2B96-5552-4E7C-9C3D-51F72067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5584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28" name="Unified label: time step">
            <a:extLst xmlns:a="http://schemas.openxmlformats.org/drawingml/2006/main">
              <a:ext uri="{FF2B5EF4-FFF2-40B4-BE49-F238E27FC236}">
                <a16:creationId xmlns:a16="http://schemas.microsoft.com/office/drawing/2014/main" id="{DE16D17A-1CAF-4178-95A0-8CF3676C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5956" y="2696903"/>
            <a:ext cx="921748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step</a:t>
            </a:r>
          </a:p>
        </p:txBody>
      </p:sp>
      <p:sp>
        <p:nvSpPr>
          <p:cNvPr id="29" name="Unified label: step 48: position 0.8%">
            <a:extLst xmlns:a="http://schemas.openxmlformats.org/drawingml/2006/main">
              <a:ext uri="{FF2B5EF4-FFF2-40B4-BE49-F238E27FC236}">
                <a16:creationId xmlns:a16="http://schemas.microsoft.com/office/drawing/2014/main" id="{67F8BE24-DBAE-4277-B2B8-4C2C2258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8259" y="1877665"/>
            <a:ext cx="1918786" cy="22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48: position 0.8%</a:t>
            </a:r>
          </a:p>
        </p:txBody>
      </p:sp>
      <p:sp>
        <p:nvSpPr>
          <p:cNvPr id="30" name="Unified label: merge error 12.6 hPa">
            <a:extLst xmlns:a="http://schemas.openxmlformats.org/drawingml/2006/main">
              <a:ext uri="{FF2B5EF4-FFF2-40B4-BE49-F238E27FC236}">
                <a16:creationId xmlns:a16="http://schemas.microsoft.com/office/drawing/2014/main" id="{A8132BF7-4483-4A19-A4FE-F4B18C21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625" y="2058695"/>
            <a:ext cx="1747674" cy="22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merge error 12.6 hPa</a:t>
            </a:r>
          </a:p>
        </p:txBody>
      </p:sp>
      <p:sp>
        <p:nvSpPr>
          <p:cNvPr id="31" name="Unified label: RG-MTM-R: 19/104 errors*">
            <a:extLst xmlns:a="http://schemas.openxmlformats.org/drawingml/2006/main">
              <a:ext uri="{FF2B5EF4-FFF2-40B4-BE49-F238E27FC236}">
                <a16:creationId xmlns:a16="http://schemas.microsoft.com/office/drawing/2014/main" id="{247D5CC2-D86A-4D8E-97B1-BE998147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7724" y="206300"/>
            <a:ext cx="2679088" cy="2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RG-MTM-R: 19/104 errors*</a:t>
            </a:r>
          </a:p>
        </p:txBody>
      </p:sp>
      <p:sp>
        <p:nvSpPr>
          <p:cNvPr id="32" name="Unified label: longitude / latitude">
            <a:extLst xmlns:a="http://schemas.openxmlformats.org/drawingml/2006/main">
              <a:ext uri="{FF2B5EF4-FFF2-40B4-BE49-F238E27FC236}">
                <a16:creationId xmlns:a16="http://schemas.microsoft.com/office/drawing/2014/main" id="{4BDBAD8E-3E6B-41A6-BDE5-AA5001CF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692" y="5519869"/>
            <a:ext cx="188971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longitude / latitude</a:t>
            </a:r>
          </a:p>
        </p:txBody>
      </p:sp>
      <p:sp>
        <p:nvSpPr>
          <p:cNvPr id="33" name="Unified label: C">
            <a:extLst xmlns:a="http://schemas.openxmlformats.org/drawingml/2006/main">
              <a:ext uri="{FF2B5EF4-FFF2-40B4-BE49-F238E27FC236}">
                <a16:creationId xmlns:a16="http://schemas.microsoft.com/office/drawing/2014/main" id="{AAFC7BA9-061D-4D70-8D9F-1CCC900D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311" y="4799044"/>
            <a:ext cx="166885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4" name="Unified label: A">
            <a:extLst xmlns:a="http://schemas.openxmlformats.org/drawingml/2006/main">
              <a:ext uri="{FF2B5EF4-FFF2-40B4-BE49-F238E27FC236}">
                <a16:creationId xmlns:a16="http://schemas.microsoft.com/office/drawing/2014/main" id="{DE7F53F4-A424-4ED2-86E3-80354802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7049" y="4498803"/>
            <a:ext cx="174422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5" name="Unified label: B">
            <a:extLst xmlns:a="http://schemas.openxmlformats.org/drawingml/2006/main">
              <a:ext uri="{FF2B5EF4-FFF2-40B4-BE49-F238E27FC236}">
                <a16:creationId xmlns:a16="http://schemas.microsoft.com/office/drawing/2014/main" id="{8BF0AC7D-57F7-4A8D-8D72-2916CEAE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90" y="4010914"/>
            <a:ext cx="172161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6" name="Unified label: (b) OLR: step 32">
            <a:extLst xmlns:a="http://schemas.openxmlformats.org/drawingml/2006/main">
              <a:ext uri="{FF2B5EF4-FFF2-40B4-BE49-F238E27FC236}">
                <a16:creationId xmlns:a16="http://schemas.microsoft.com/office/drawing/2014/main" id="{11E5A558-096B-4C65-87AA-9AD3A72A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002" y="3358819"/>
            <a:ext cx="1744351" cy="2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OLR: step 32</a:t>
            </a:r>
          </a:p>
        </p:txBody>
      </p:sp>
      <p:sp>
        <p:nvSpPr>
          <p:cNvPr id="37" name="Unified label: 150">
            <a:extLst xmlns:a="http://schemas.openxmlformats.org/drawingml/2006/main">
              <a:ext uri="{FF2B5EF4-FFF2-40B4-BE49-F238E27FC236}">
                <a16:creationId xmlns:a16="http://schemas.microsoft.com/office/drawing/2014/main" id="{85032488-1260-49EB-B016-E23A3983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5226932"/>
            <a:ext cx="36242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38" name="Unified label: 200">
            <a:extLst xmlns:a="http://schemas.openxmlformats.org/drawingml/2006/main">
              <a:ext uri="{FF2B5EF4-FFF2-40B4-BE49-F238E27FC236}">
                <a16:creationId xmlns:a16="http://schemas.microsoft.com/office/drawing/2014/main" id="{5EB21995-F797-49B9-B5BE-DBB7D4C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4691788"/>
            <a:ext cx="36242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9" name="Unified label: 250">
            <a:extLst xmlns:a="http://schemas.openxmlformats.org/drawingml/2006/main">
              <a:ext uri="{FF2B5EF4-FFF2-40B4-BE49-F238E27FC236}">
                <a16:creationId xmlns:a16="http://schemas.microsoft.com/office/drawing/2014/main" id="{6D49543C-0686-4E7D-9A73-8653C1C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4156643"/>
            <a:ext cx="36242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</a:t>
            </a:r>
          </a:p>
        </p:txBody>
      </p:sp>
      <p:sp>
        <p:nvSpPr>
          <p:cNvPr id="40" name="Unified label: 300">
            <a:extLst xmlns:a="http://schemas.openxmlformats.org/drawingml/2006/main">
              <a:ext uri="{FF2B5EF4-FFF2-40B4-BE49-F238E27FC236}">
                <a16:creationId xmlns:a16="http://schemas.microsoft.com/office/drawing/2014/main" id="{01CCBA2A-4662-4059-88F9-9BFE429E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3621498"/>
            <a:ext cx="36242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41" name="Unified label: W m−2">
            <a:extLst xmlns:a="http://schemas.openxmlformats.org/drawingml/2006/main">
              <a:ext uri="{FF2B5EF4-FFF2-40B4-BE49-F238E27FC236}">
                <a16:creationId xmlns:a16="http://schemas.microsoft.com/office/drawing/2014/main" id="{A3A9BFBD-5A7B-4456-B3B6-A6D44171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994276" y="4429709"/>
            <a:ext cx="654560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 m−2</a:t>
            </a:r>
          </a:p>
        </p:txBody>
      </p:sp>
      <p:sp>
        <p:nvSpPr>
          <p:cNvPr id="42" name="Unified label: H = 16.3% axis">
            <a:extLst xmlns:a="http://schemas.openxmlformats.org/drawingml/2006/main">
              <a:ext uri="{FF2B5EF4-FFF2-40B4-BE49-F238E27FC236}">
                <a16:creationId xmlns:a16="http://schemas.microsoft.com/office/drawing/2014/main" id="{EEDFAB1C-AA4F-4526-AAEC-5334E44F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0671" y="5519869"/>
            <a:ext cx="138007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 = 16.3% axis</a:t>
            </a:r>
          </a:p>
        </p:txBody>
      </p:sp>
      <p:sp>
        <p:nvSpPr>
          <p:cNvPr id="43" name="Unified label: q">
            <a:extLst xmlns:a="http://schemas.openxmlformats.org/drawingml/2006/main">
              <a:ext uri="{FF2B5EF4-FFF2-40B4-BE49-F238E27FC236}">
                <a16:creationId xmlns:a16="http://schemas.microsoft.com/office/drawing/2014/main" id="{4B1FB718-255E-4508-A53E-50CE8FA2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556" y="3550662"/>
            <a:ext cx="148230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44" name="Unified label: u">
            <a:extLst xmlns:a="http://schemas.openxmlformats.org/drawingml/2006/main">
              <a:ext uri="{FF2B5EF4-FFF2-40B4-BE49-F238E27FC236}">
                <a16:creationId xmlns:a16="http://schemas.microsoft.com/office/drawing/2014/main" id="{0A0C6AC8-FA05-4ACB-8BD8-EFC59CE9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556" y="5185814"/>
            <a:ext cx="148042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45" name="Unified label: Reference / tree anchors">
            <a:extLst xmlns:a="http://schemas.openxmlformats.org/drawingml/2006/main">
              <a:ext uri="{FF2B5EF4-FFF2-40B4-BE49-F238E27FC236}">
                <a16:creationId xmlns:a16="http://schemas.microsoft.com/office/drawing/2014/main" id="{4582F186-2EC6-4682-925D-A8FCF5F8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749" y="3306233"/>
            <a:ext cx="2267657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/ tree anchors</a:t>
            </a:r>
          </a:p>
        </p:txBody>
      </p:sp>
      <p:sp>
        <p:nvSpPr>
          <p:cNvPr id="46" name="Unified label: 30">
            <a:extLst xmlns:a="http://schemas.openxmlformats.org/drawingml/2006/main">
              <a:ext uri="{FF2B5EF4-FFF2-40B4-BE49-F238E27FC236}">
                <a16:creationId xmlns:a16="http://schemas.microsoft.com/office/drawing/2014/main" id="{1C8C699E-BF32-4E8C-8F3E-E3058F96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945" y="5573707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7" name="Unified label: 35">
            <a:extLst xmlns:a="http://schemas.openxmlformats.org/drawingml/2006/main">
              <a:ext uri="{FF2B5EF4-FFF2-40B4-BE49-F238E27FC236}">
                <a16:creationId xmlns:a16="http://schemas.microsoft.com/office/drawing/2014/main" id="{67027875-7E2D-4684-B731-5AE96690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2447" y="5573707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48" name="Unified label: time step">
            <a:extLst xmlns:a="http://schemas.openxmlformats.org/drawingml/2006/main">
              <a:ext uri="{FF2B5EF4-FFF2-40B4-BE49-F238E27FC236}">
                <a16:creationId xmlns:a16="http://schemas.microsoft.com/office/drawing/2014/main" id="{4FCE7669-E3C8-41E7-9CAF-CF45AE15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4520" y="5849421"/>
            <a:ext cx="921747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step</a:t>
            </a:r>
          </a:p>
        </p:txBody>
      </p:sp>
      <p:sp>
        <p:nvSpPr>
          <p:cNvPr id="49" name="Unified label: step 32: position 17.1%">
            <a:extLst xmlns:a="http://schemas.openxmlformats.org/drawingml/2006/main">
              <a:ext uri="{FF2B5EF4-FFF2-40B4-BE49-F238E27FC236}">
                <a16:creationId xmlns:a16="http://schemas.microsoft.com/office/drawing/2014/main" id="{6AB00925-4E22-4FFF-B74C-B3627418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4576" y="5211214"/>
            <a:ext cx="2006004" cy="22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32: position 17.1%</a:t>
            </a:r>
          </a:p>
        </p:txBody>
      </p:sp>
      <p:sp>
        <p:nvSpPr>
          <p:cNvPr id="50" name="Unified label: RG-MTM-P: 3/56 errors*">
            <a:extLst xmlns:a="http://schemas.openxmlformats.org/drawingml/2006/main">
              <a:ext uri="{FF2B5EF4-FFF2-40B4-BE49-F238E27FC236}">
                <a16:creationId xmlns:a16="http://schemas.microsoft.com/office/drawing/2014/main" id="{62AC1CA1-A717-4E1B-A1A1-3720624A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0462" y="3358819"/>
            <a:ext cx="2409594" cy="2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RG-MTM-P: 3/56 errors*</a:t>
            </a:r>
          </a:p>
        </p:txBody>
      </p:sp>
      <p:sp>
        <p:nvSpPr>
          <p:cNvPr id="51" name="Unified label: 30">
            <a:extLst xmlns:a="http://schemas.openxmlformats.org/drawingml/2006/main">
              <a:ext uri="{FF2B5EF4-FFF2-40B4-BE49-F238E27FC236}">
                <a16:creationId xmlns:a16="http://schemas.microsoft.com/office/drawing/2014/main" id="{B75AEE17-35D6-479E-B0DE-3B67F1FE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9380" y="5573707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2" name="Unified label: 35">
            <a:extLst xmlns:a="http://schemas.openxmlformats.org/drawingml/2006/main">
              <a:ext uri="{FF2B5EF4-FFF2-40B4-BE49-F238E27FC236}">
                <a16:creationId xmlns:a16="http://schemas.microsoft.com/office/drawing/2014/main" id="{A2DAF465-F05F-43D3-8DD1-5563792B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3882" y="5573707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3" name="Unified label: time step">
            <a:extLst xmlns:a="http://schemas.openxmlformats.org/drawingml/2006/main">
              <a:ext uri="{FF2B5EF4-FFF2-40B4-BE49-F238E27FC236}">
                <a16:creationId xmlns:a16="http://schemas.microsoft.com/office/drawing/2014/main" id="{A0B3446A-432F-4041-8333-EF8165B8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5956" y="5849421"/>
            <a:ext cx="921748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step</a:t>
            </a:r>
          </a:p>
        </p:txBody>
      </p:sp>
      <p:sp>
        <p:nvSpPr>
          <p:cNvPr id="54" name="Unified label: step 32: position 0.8%">
            <a:extLst xmlns:a="http://schemas.openxmlformats.org/drawingml/2006/main">
              <a:ext uri="{FF2B5EF4-FFF2-40B4-BE49-F238E27FC236}">
                <a16:creationId xmlns:a16="http://schemas.microsoft.com/office/drawing/2014/main" id="{F6FFE53F-F752-4BC0-B74B-58E153E2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8259" y="4983748"/>
            <a:ext cx="1918786" cy="22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32: position 0.8%</a:t>
            </a:r>
          </a:p>
        </p:txBody>
      </p:sp>
      <p:sp>
        <p:nvSpPr>
          <p:cNvPr id="55" name="Unified label: merge error 53.5 W m−2">
            <a:extLst xmlns:a="http://schemas.openxmlformats.org/drawingml/2006/main">
              <a:ext uri="{FF2B5EF4-FFF2-40B4-BE49-F238E27FC236}">
                <a16:creationId xmlns:a16="http://schemas.microsoft.com/office/drawing/2014/main" id="{803036EB-700C-4759-8F7A-9CB6B002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625" y="5187033"/>
            <a:ext cx="2001173" cy="22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merge error 53.5 W m−2</a:t>
            </a:r>
          </a:p>
        </p:txBody>
      </p:sp>
      <p:sp>
        <p:nvSpPr>
          <p:cNvPr id="56" name="Unified label: RG-MTM-R: 3/56 errors*">
            <a:extLst xmlns:a="http://schemas.openxmlformats.org/drawingml/2006/main">
              <a:ext uri="{FF2B5EF4-FFF2-40B4-BE49-F238E27FC236}">
                <a16:creationId xmlns:a16="http://schemas.microsoft.com/office/drawing/2014/main" id="{5BCCD0AD-4EDE-46C8-A015-6FDE6559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6009" y="3358819"/>
            <a:ext cx="2422280" cy="2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RG-MTM-R: 3/56 errors*</a:t>
            </a:r>
          </a:p>
        </p:txBody>
      </p:sp>
      <p:sp>
        <p:nvSpPr>
          <p:cNvPr id="57" name="Unified label: * Errors use the complete sequence, not just the displayed window. Scalar colors are shared within each row.">
            <a:extLst xmlns:a="http://schemas.openxmlformats.org/drawingml/2006/main">
              <a:ext uri="{FF2B5EF4-FFF2-40B4-BE49-F238E27FC236}">
                <a16:creationId xmlns:a16="http://schemas.microsoft.com/office/drawing/2014/main" id="{9A266A60-B881-436D-8519-FC801818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83826"/>
            <a:ext cx="10204455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* Errors use the complete sequence, not just the displayed window. Scalar colors are shared within each row.</a:t>
            </a:r>
          </a:p>
        </p:txBody>
      </p:sp>
    </p:spTree>
    <p:extLst>
      <p:ext uri="{BB962C8B-B14F-4D97-AF65-F5344CB8AC3E}">
        <p14:creationId xmlns:p14="http://schemas.microsoft.com/office/powerpoint/2010/main" val="656390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2026-10-21T02:42:01.6500000Z</dcterms:created>
  <dcterms:modified xsi:type="dcterms:W3CDTF">2026-10-21T02:42:01.6500000Z</dcterms:modified>
</coreProperties>
</file>