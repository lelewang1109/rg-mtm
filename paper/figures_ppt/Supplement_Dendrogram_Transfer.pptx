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9857425eaf45a5" /><Relationship Type="http://schemas.openxmlformats.org/officeDocument/2006/relationships/extended-properties" Target="/docProps/app.xml" Id="R1c79112c713f484c" /><Relationship Type="http://schemas.openxmlformats.org/officeDocument/2006/relationships/officeDocument" Target="/ppt/presentation.xml" Id="Recced92b582545bb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5c0cfa7bb0d543d1"/>
  </p:sldMasterIdLst>
  <p:notesMasterIdLst>
    <p:notesMasterId r:id="R398d5d2c323446bf"/>
  </p:notesMasterIdLst>
  <p:sldIdLst>
    <p:sldId id="256" r:id="R254d630eaec8440e"/>
  </p:sldIdLst>
  <p:sldSz cx="12801600" cy="420624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9f011cc6da4a2a" /><Relationship Type="http://schemas.openxmlformats.org/officeDocument/2006/relationships/slideMaster" Target="/ppt/slideMasters/slideMaster1.xml" Id="R5c0cfa7bb0d543d1" /><Relationship Type="http://schemas.openxmlformats.org/officeDocument/2006/relationships/notesMaster" Target="/ppt/notesMasters/notesMaster1.xml" Id="R398d5d2c323446bf" /><Relationship Type="http://schemas.openxmlformats.org/officeDocument/2006/relationships/presProps" Target="/ppt/presProps.xml" Id="R752bca38a6024999" /><Relationship Type="http://schemas.openxmlformats.org/officeDocument/2006/relationships/tableStyles" Target="/ppt/tableStyles.xml" Id="R9fbbd919003247f8" /><Relationship Type="http://schemas.openxmlformats.org/officeDocument/2006/relationships/slide" Target="/ppt/slides/slide1.xml" Id="R254d630eaec844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105033db684c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9ba5f99d8a4d21" /><Relationship Type="http://schemas.openxmlformats.org/officeDocument/2006/relationships/notesMaster" Target="/ppt/notesMasters/notesMaster1.xml" Id="Re4555f3c2cf148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/Users/lele/Desktop/MergeTreeMaps/.codex-build/unified-style-20261021/backup/latex/figures/Fig7.pdf. Retained scientific observations and plotting coordinates.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3bec186d1748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634b753bc1433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36e42bc6aa439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4ee185cbd546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397ba08618466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85046c29340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7E7092-BDCE-4CCB-A110-CD8D322C29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1589024"/>
            <a:ext cx="10241280" cy="607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9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78AA6EE-69FC-49E2-9471-0FA9BD9F55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2313432"/>
            <a:ext cx="8961120" cy="467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F8C211D-58FA-4D1A-B571-55485C80E9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1752600"/>
            <a:ext cx="10241280" cy="70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669E00-9B62-4F82-AF30-93E5433664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327152"/>
            <a:ext cx="11361420" cy="514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205575F-431B-49FA-8B1A-7DD44249E5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168400"/>
            <a:ext cx="11361420" cy="2617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0208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27152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4096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01040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87984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74928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61872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48816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35760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1B0644-CB4B-4C93-8173-06F6FC4842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327152"/>
            <a:ext cx="11361420" cy="514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9DA0D0-7A47-4559-9294-081C9D47FE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168400"/>
            <a:ext cx="5280660" cy="2617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0208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27152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4096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01040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87984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74928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61872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48816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35760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46676F1-3BB5-4B3B-A1F0-585748B09C4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168400"/>
            <a:ext cx="5280660" cy="2617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0208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27152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4096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01040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87984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74928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61872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48816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35760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CF5DE8-28E9-4C02-BC62-EC1BF58FA9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327152"/>
            <a:ext cx="11361420" cy="514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193200-8229-4C04-8EA2-89300FBB36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168400"/>
            <a:ext cx="5280660" cy="2617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0208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27152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4096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01040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87984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74928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61872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48816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35760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3957ad259e4e7e" /><Relationship Type="http://schemas.openxmlformats.org/officeDocument/2006/relationships/slideLayout" Target="/ppt/slideLayouts/slideLayout1.xml" Id="R25884b9af55b4149" /><Relationship Type="http://schemas.openxmlformats.org/officeDocument/2006/relationships/slideLayout" Target="/ppt/slideLayouts/slideLayout2.xml" Id="Reb67ac5cae754372" /><Relationship Type="http://schemas.openxmlformats.org/officeDocument/2006/relationships/slideLayout" Target="/ppt/slideLayouts/slideLayout3.xml" Id="Ref1904ba76f2493d" /><Relationship Type="http://schemas.openxmlformats.org/officeDocument/2006/relationships/slideLayout" Target="/ppt/slideLayouts/slideLayout4.xml" Id="R2c76af460dc3456e" /><Relationship Type="http://schemas.openxmlformats.org/officeDocument/2006/relationships/slideLayout" Target="/ppt/slideLayouts/slideLayout5.xml" Id="R91f126e5daf04a54" /><Relationship Type="http://schemas.openxmlformats.org/officeDocument/2006/relationships/slideLayout" Target="/ppt/slideLayouts/slideLayout6.xml" Id="Rfda0e94dc0df47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884b9af55b4149"/>
    <p:sldLayoutId xmlns:r="http://schemas.openxmlformats.org/officeDocument/2006/relationships" id="2147483650" r:id="Reb67ac5cae754372"/>
    <p:sldLayoutId xmlns:r="http://schemas.openxmlformats.org/officeDocument/2006/relationships" id="2147483651" r:id="Ref1904ba76f2493d"/>
    <p:sldLayoutId xmlns:r="http://schemas.openxmlformats.org/officeDocument/2006/relationships" id="2147483652" r:id="R2c76af460dc3456e"/>
    <p:sldLayoutId xmlns:r="http://schemas.openxmlformats.org/officeDocument/2006/relationships" id="2147483653" r:id="R91f126e5daf04a54"/>
    <p:sldLayoutId xmlns:r="http://schemas.openxmlformats.org/officeDocument/2006/relationships" id="2147483654" r:id="Rfda0e94dc0df47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697921f1854d0b" /><Relationship Type="http://schemas.openxmlformats.org/officeDocument/2006/relationships/image" Target="/ppt/media/image.png" Id="Rd681312d74c54f03" /><Relationship Type="http://schemas.openxmlformats.org/officeDocument/2006/relationships/image" Target="/ppt/media/image.svg" Id="R7f248ec14b8a4e22" /><Relationship Type="http://schemas.openxmlformats.org/officeDocument/2006/relationships/notesSlide" Target="/ppt/notesSlides/notesSlide1.xml" Id="R45ed3331fdff44dc" 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drawing/2016/SVG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40" name="">
            <a:extLst>
              <a:ext uri="{FF2B5EF4-FFF2-40B4-BE49-F238E27FC236}">
                <ns2:creationId id="{BB9110DA-0C49-41C4-99D4-F3F60FFB91B2}"/>
              </a:ext>
            </a:extLst>
          </p:cNvPr>
          <p:cNvPicPr>
            <a:picLocks noChangeAspect="1"/>
          </p:cNvPicPr>
          <p:nvPr/>
        </p:nvPicPr>
        <p:blipFill>
          <a:blip r:embed="Rd681312d74c54f03">
            <a:extLst>
              <a:ext uri="{96DAC541-7B7A-43D3-8B79-37D633B846F1}">
                <ns4:svgBlip r:embed="R7f248ec14b8a4e22"/>
              </a:ext>
            </a:extLst>
          </a:blip>
          <a:stretch/>
        </p:blipFill>
        <p:spPr>
          <a:xfrm>
            <a:off x="0" y="0"/>
            <a:ext cx="12801600" cy="4206240"/>
          </a:xfrm>
          <a:prstGeom prst="rect">
            <a:avLst/>
          </a:prstGeom>
        </p:spPr>
      </p:pic>
      <p:sp>
        <p:nvSpPr>
          <p:cNvPr id="2" name="Unified label: 0">
            <a:extLst>
              <a:ext uri="{FF2B5EF4-FFF2-40B4-BE49-F238E27FC236}">
                <ns2:creationId id="{D73252A6-3C05-4FB4-BC07-608850964923}"/>
              </a:ext>
            </a:extLst>
          </p:cNvPr>
          <p:cNvSpPr>
            <a:spLocks noGrp="1"/>
          </p:cNvSpPr>
          <p:nvPr/>
        </p:nvSpPr>
        <p:spPr>
          <a:xfrm rot="0">
            <a:off x="923525" y="3646901"/>
            <a:ext cx="133579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" name="Unified label: 5">
            <a:extLst>
              <a:ext uri="{FF2B5EF4-FFF2-40B4-BE49-F238E27FC236}">
                <ns2:creationId id="{D78B4A5D-7140-4766-A42F-54ED939B7123}"/>
              </a:ext>
            </a:extLst>
          </p:cNvPr>
          <p:cNvSpPr>
            <a:spLocks noGrp="1"/>
          </p:cNvSpPr>
          <p:nvPr/>
        </p:nvSpPr>
        <p:spPr>
          <a:xfrm rot="0">
            <a:off x="1600103" y="3646901"/>
            <a:ext cx="133579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Unified label: 10">
            <a:extLst>
              <a:ext uri="{FF2B5EF4-FFF2-40B4-BE49-F238E27FC236}">
                <ns2:creationId id="{8BCFF709-4203-40DE-9BA3-7F2656F0899F}"/>
              </a:ext>
            </a:extLst>
          </p:cNvPr>
          <p:cNvSpPr>
            <a:spLocks noGrp="1"/>
          </p:cNvSpPr>
          <p:nvPr/>
        </p:nvSpPr>
        <p:spPr>
          <a:xfrm rot="0">
            <a:off x="2224095" y="3646901"/>
            <a:ext cx="238582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Unified label: 15">
            <a:extLst>
              <a:ext uri="{FF2B5EF4-FFF2-40B4-BE49-F238E27FC236}">
                <ns2:creationId id="{EC0F3DC1-9F5F-4064-B737-E043AF9C2665}"/>
              </a:ext>
            </a:extLst>
          </p:cNvPr>
          <p:cNvSpPr>
            <a:spLocks noGrp="1"/>
          </p:cNvSpPr>
          <p:nvPr/>
        </p:nvSpPr>
        <p:spPr>
          <a:xfrm rot="0">
            <a:off x="2900673" y="3646901"/>
            <a:ext cx="238582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Unified label: 20">
            <a:extLst>
              <a:ext uri="{FF2B5EF4-FFF2-40B4-BE49-F238E27FC236}">
                <ns2:creationId id="{CBD8B712-D604-4A15-9529-E5B1A66A90F9}"/>
              </a:ext>
            </a:extLst>
          </p:cNvPr>
          <p:cNvSpPr>
            <a:spLocks noGrp="1"/>
          </p:cNvSpPr>
          <p:nvPr/>
        </p:nvSpPr>
        <p:spPr>
          <a:xfrm rot="0">
            <a:off x="3577251" y="3646901"/>
            <a:ext cx="238582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" name="Unified label: 25">
            <a:extLst>
              <a:ext uri="{FF2B5EF4-FFF2-40B4-BE49-F238E27FC236}">
                <ns2:creationId id="{76F42311-3891-417E-A79D-68DA9D2B2D16}"/>
              </a:ext>
            </a:extLst>
          </p:cNvPr>
          <p:cNvSpPr>
            <a:spLocks noGrp="1"/>
          </p:cNvSpPr>
          <p:nvPr/>
        </p:nvSpPr>
        <p:spPr>
          <a:xfrm rot="0">
            <a:off x="4253828" y="3646901"/>
            <a:ext cx="238582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" name="Unified label: time step (2 days)">
            <a:extLst>
              <a:ext uri="{FF2B5EF4-FFF2-40B4-BE49-F238E27FC236}">
                <ns2:creationId id="{163FCB5B-A3B9-4939-B892-1B9B8D348E43}"/>
              </a:ext>
            </a:extLst>
          </p:cNvPr>
          <p:cNvSpPr>
            <a:spLocks noGrp="1"/>
          </p:cNvSpPr>
          <p:nvPr/>
        </p:nvSpPr>
        <p:spPr>
          <a:xfrm rot="0">
            <a:off x="2088474" y="3907057"/>
            <a:ext cx="1728216" cy="24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step (2 days)</a:t>
            </a:r>
          </a:p>
        </p:txBody>
      </p:sp>
      <p:sp>
        <p:nvSpPr>
          <p:cNvPr id="9" name="Unified label: 0">
            <a:extLst>
              <a:ext uri="{FF2B5EF4-FFF2-40B4-BE49-F238E27FC236}">
                <ns2:creationId id="{F16D3B17-9419-4A5F-99FD-F1E21927C410}"/>
              </a:ext>
            </a:extLst>
          </p:cNvPr>
          <p:cNvSpPr>
            <a:spLocks noGrp="1"/>
          </p:cNvSpPr>
          <p:nvPr/>
        </p:nvSpPr>
        <p:spPr>
          <a:xfrm rot="0">
            <a:off x="650881" y="3425494"/>
            <a:ext cx="133579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Unified label: 200">
            <a:extLst>
              <a:ext uri="{FF2B5EF4-FFF2-40B4-BE49-F238E27FC236}">
                <ns2:creationId id="{63A525E2-8EBD-4F02-8DB3-A9B389441595}"/>
              </a:ext>
            </a:extLst>
          </p:cNvPr>
          <p:cNvSpPr>
            <a:spLocks noGrp="1"/>
          </p:cNvSpPr>
          <p:nvPr/>
        </p:nvSpPr>
        <p:spPr>
          <a:xfrm rot="0">
            <a:off x="440537" y="2810387"/>
            <a:ext cx="343586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1" name="Unified label: 400">
            <a:extLst>
              <a:ext uri="{FF2B5EF4-FFF2-40B4-BE49-F238E27FC236}">
                <ns2:creationId id="{D5CEA527-44EA-41D7-9368-97AB6E2C9F18}"/>
              </a:ext>
            </a:extLst>
          </p:cNvPr>
          <p:cNvSpPr>
            <a:spLocks noGrp="1"/>
          </p:cNvSpPr>
          <p:nvPr/>
        </p:nvSpPr>
        <p:spPr>
          <a:xfrm rot="0">
            <a:off x="440537" y="2195279"/>
            <a:ext cx="343586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2" name="Unified label: 600">
            <a:extLst>
              <a:ext uri="{FF2B5EF4-FFF2-40B4-BE49-F238E27FC236}">
                <ns2:creationId id="{D7D66F17-6E4F-46B8-9258-35D90A4AD4BB}"/>
              </a:ext>
            </a:extLst>
          </p:cNvPr>
          <p:cNvSpPr>
            <a:spLocks noGrp="1"/>
          </p:cNvSpPr>
          <p:nvPr/>
        </p:nvSpPr>
        <p:spPr>
          <a:xfrm rot="0">
            <a:off x="440537" y="1580172"/>
            <a:ext cx="343586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600</a:t>
            </a:r>
          </a:p>
        </p:txBody>
      </p:sp>
      <p:sp>
        <p:nvSpPr>
          <p:cNvPr id="13" name="Unified label: 800">
            <a:extLst>
              <a:ext uri="{FF2B5EF4-FFF2-40B4-BE49-F238E27FC236}">
                <ns2:creationId id="{B8AD9283-CECD-4488-A6E0-68CDBD3D37E4}"/>
              </a:ext>
            </a:extLst>
          </p:cNvPr>
          <p:cNvSpPr>
            <a:spLocks noGrp="1"/>
          </p:cNvSpPr>
          <p:nvPr/>
        </p:nvSpPr>
        <p:spPr>
          <a:xfrm rot="0">
            <a:off x="440537" y="965065"/>
            <a:ext cx="343586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800</a:t>
            </a:r>
          </a:p>
        </p:txBody>
      </p:sp>
      <p:sp>
        <p:nvSpPr>
          <p:cNvPr id="14" name="Unified label: 1000">
            <a:extLst>
              <a:ext uri="{FF2B5EF4-FFF2-40B4-BE49-F238E27FC236}">
                <ns2:creationId id="{B5503DBC-89DD-4E96-BEC5-7D79DC0397DC}"/>
              </a:ext>
            </a:extLst>
          </p:cNvPr>
          <p:cNvSpPr>
            <a:spLocks noGrp="1"/>
          </p:cNvSpPr>
          <p:nvPr/>
        </p:nvSpPr>
        <p:spPr>
          <a:xfrm rot="0">
            <a:off x="335365" y="349957"/>
            <a:ext cx="448589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5" name="Unified label: row (10-km cell)">
            <a:extLst>
              <a:ext uri="{FF2B5EF4-FFF2-40B4-BE49-F238E27FC236}">
                <ns2:creationId id="{286282ED-DA53-487A-A476-6489FB70D3CC}"/>
              </a:ext>
            </a:extLst>
          </p:cNvPr>
          <p:cNvSpPr>
            <a:spLocks noGrp="1"/>
          </p:cNvSpPr>
          <p:nvPr/>
        </p:nvSpPr>
        <p:spPr>
          <a:xfrm rot="16200000">
            <a:off x="-618560" y="1833509"/>
            <a:ext cx="1536192" cy="24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row (10-km cell)</a:t>
            </a:r>
          </a:p>
        </p:txBody>
      </p:sp>
      <p:sp>
        <p:nvSpPr>
          <p:cNvPr id="16" name="Unified label: (a) Hierarchy-consistent order">
            <a:extLst>
              <a:ext uri="{FF2B5EF4-FFF2-40B4-BE49-F238E27FC236}">
                <ns2:creationId id="{9C441CE6-AB8C-491E-A8A9-6158E4B51466}"/>
              </a:ext>
            </a:extLst>
          </p:cNvPr>
          <p:cNvSpPr>
            <a:spLocks noGrp="1"/>
          </p:cNvSpPr>
          <p:nvPr/>
        </p:nvSpPr>
        <p:spPr>
          <a:xfrm rot="0">
            <a:off x="648019" y="22342"/>
            <a:ext cx="4606561" cy="28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Hierarchy-consistent order</a:t>
            </a:r>
          </a:p>
        </p:txBody>
      </p:sp>
      <p:sp>
        <p:nvSpPr>
          <p:cNvPr id="17" name="Unified label: 0">
            <a:extLst>
              <a:ext uri="{FF2B5EF4-FFF2-40B4-BE49-F238E27FC236}">
                <ns2:creationId id="{9B887DAD-8DEC-4ACF-B220-61DEE3075F3D}"/>
              </a:ext>
            </a:extLst>
          </p:cNvPr>
          <p:cNvSpPr>
            <a:spLocks noGrp="1"/>
          </p:cNvSpPr>
          <p:nvPr/>
        </p:nvSpPr>
        <p:spPr>
          <a:xfrm rot="0">
            <a:off x="5120332" y="3646901"/>
            <a:ext cx="133579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" name="Unified label: 50">
            <a:extLst>
              <a:ext uri="{FF2B5EF4-FFF2-40B4-BE49-F238E27FC236}">
                <ns2:creationId id="{4359F761-C784-461E-8885-19A703D74127}"/>
              </a:ext>
            </a:extLst>
          </p:cNvPr>
          <p:cNvSpPr>
            <a:spLocks noGrp="1"/>
          </p:cNvSpPr>
          <p:nvPr/>
        </p:nvSpPr>
        <p:spPr>
          <a:xfrm rot="0">
            <a:off x="5625923" y="3646901"/>
            <a:ext cx="238582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9" name="Unified label: 100">
            <a:extLst>
              <a:ext uri="{FF2B5EF4-FFF2-40B4-BE49-F238E27FC236}">
                <ns2:creationId id="{7425A136-F727-4563-8B8E-CE3AB66909A8}"/>
              </a:ext>
            </a:extLst>
          </p:cNvPr>
          <p:cNvSpPr>
            <a:spLocks noGrp="1"/>
          </p:cNvSpPr>
          <p:nvPr/>
        </p:nvSpPr>
        <p:spPr>
          <a:xfrm rot="0">
            <a:off x="6131514" y="3646901"/>
            <a:ext cx="343586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0" name="Unified label: displacement (%)">
            <a:extLst>
              <a:ext uri="{FF2B5EF4-FFF2-40B4-BE49-F238E27FC236}">
                <ns2:creationId id="{07446C5A-1913-4A25-9FB5-4785A2C49A64}"/>
              </a:ext>
            </a:extLst>
          </p:cNvPr>
          <p:cNvSpPr>
            <a:spLocks noGrp="1"/>
          </p:cNvSpPr>
          <p:nvPr/>
        </p:nvSpPr>
        <p:spPr>
          <a:xfrm rot="0">
            <a:off x="4949648" y="3907057"/>
            <a:ext cx="1591082" cy="24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displacement (%)</a:t>
            </a:r>
          </a:p>
        </p:txBody>
      </p:sp>
      <p:sp>
        <p:nvSpPr>
          <p:cNvPr id="21" name="Unified label: τ*">
            <a:extLst>
              <a:ext uri="{FF2B5EF4-FFF2-40B4-BE49-F238E27FC236}">
                <ns2:creationId id="{D6C15AD5-692A-4AFD-933D-9CB9EE57B8ED}"/>
              </a:ext>
            </a:extLst>
          </p:cNvPr>
          <p:cNvSpPr>
            <a:spLocks noGrp="1"/>
          </p:cNvSpPr>
          <p:nvPr/>
        </p:nvSpPr>
        <p:spPr>
          <a:xfrm rot="0">
            <a:off x="5912082" y="3145814"/>
            <a:ext cx="216215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τ*</a:t>
            </a:r>
          </a:p>
        </p:txBody>
      </p:sp>
      <p:sp>
        <p:nvSpPr>
          <p:cNvPr id="22" name="Unified label: 0">
            <a:extLst>
              <a:ext uri="{FF2B5EF4-FFF2-40B4-BE49-F238E27FC236}">
                <ns2:creationId id="{11011B07-042E-4FB2-A2CE-2796DDA7CF6F}"/>
              </a:ext>
            </a:extLst>
          </p:cNvPr>
          <p:cNvSpPr>
            <a:spLocks noGrp="1"/>
          </p:cNvSpPr>
          <p:nvPr/>
        </p:nvSpPr>
        <p:spPr>
          <a:xfrm rot="0">
            <a:off x="7187602" y="3646901"/>
            <a:ext cx="133579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" name="Unified label: 5">
            <a:extLst>
              <a:ext uri="{FF2B5EF4-FFF2-40B4-BE49-F238E27FC236}">
                <ns2:creationId id="{D83E115A-4CA0-46EF-A0BA-7245E2263296}"/>
              </a:ext>
            </a:extLst>
          </p:cNvPr>
          <p:cNvSpPr>
            <a:spLocks noGrp="1"/>
          </p:cNvSpPr>
          <p:nvPr/>
        </p:nvSpPr>
        <p:spPr>
          <a:xfrm rot="0">
            <a:off x="7864179" y="3646901"/>
            <a:ext cx="133579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Unified label: 10">
            <a:extLst>
              <a:ext uri="{FF2B5EF4-FFF2-40B4-BE49-F238E27FC236}">
                <ns2:creationId id="{D8C499BF-FA38-4CFB-9AE2-CA88C51ADAE9}"/>
              </a:ext>
            </a:extLst>
          </p:cNvPr>
          <p:cNvSpPr>
            <a:spLocks noGrp="1"/>
          </p:cNvSpPr>
          <p:nvPr/>
        </p:nvSpPr>
        <p:spPr>
          <a:xfrm rot="0">
            <a:off x="8488171" y="3646901"/>
            <a:ext cx="238582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5" name="Unified label: 15">
            <a:extLst>
              <a:ext uri="{FF2B5EF4-FFF2-40B4-BE49-F238E27FC236}">
                <ns2:creationId id="{AFCA0EB5-6862-4A74-B592-44EB6E695C19}"/>
              </a:ext>
            </a:extLst>
          </p:cNvPr>
          <p:cNvSpPr>
            <a:spLocks noGrp="1"/>
          </p:cNvSpPr>
          <p:nvPr/>
        </p:nvSpPr>
        <p:spPr>
          <a:xfrm rot="0">
            <a:off x="9164749" y="3646901"/>
            <a:ext cx="238582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6" name="Unified label: 20">
            <a:extLst>
              <a:ext uri="{FF2B5EF4-FFF2-40B4-BE49-F238E27FC236}">
                <ns2:creationId id="{F42FD48F-E2ED-4F70-A450-42FD011E8D47}"/>
              </a:ext>
            </a:extLst>
          </p:cNvPr>
          <p:cNvSpPr>
            <a:spLocks noGrp="1"/>
          </p:cNvSpPr>
          <p:nvPr/>
        </p:nvSpPr>
        <p:spPr>
          <a:xfrm rot="0">
            <a:off x="9841327" y="3646901"/>
            <a:ext cx="238582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7" name="Unified label: 25">
            <a:extLst>
              <a:ext uri="{FF2B5EF4-FFF2-40B4-BE49-F238E27FC236}">
                <ns2:creationId id="{9C24D5A3-C161-4DFE-B01C-CC176594EE52}"/>
              </a:ext>
            </a:extLst>
          </p:cNvPr>
          <p:cNvSpPr>
            <a:spLocks noGrp="1"/>
          </p:cNvSpPr>
          <p:nvPr/>
        </p:nvSpPr>
        <p:spPr>
          <a:xfrm rot="0">
            <a:off x="10517905" y="3646901"/>
            <a:ext cx="238582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8" name="Unified label: time step (2 days)">
            <a:extLst>
              <a:ext uri="{FF2B5EF4-FFF2-40B4-BE49-F238E27FC236}">
                <ns2:creationId id="{EB4A93FC-2E96-460B-B29B-8096C2661D94}"/>
              </a:ext>
            </a:extLst>
          </p:cNvPr>
          <p:cNvSpPr>
            <a:spLocks noGrp="1"/>
          </p:cNvSpPr>
          <p:nvPr/>
        </p:nvSpPr>
        <p:spPr>
          <a:xfrm rot="0">
            <a:off x="8352551" y="3907057"/>
            <a:ext cx="1728216" cy="24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step (2 days)</a:t>
            </a:r>
          </a:p>
        </p:txBody>
      </p:sp>
      <p:sp>
        <p:nvSpPr>
          <p:cNvPr id="29" name="Unified label: 0">
            <a:extLst>
              <a:ext uri="{FF2B5EF4-FFF2-40B4-BE49-F238E27FC236}">
                <ns2:creationId id="{A5BCAE6C-ABBA-4850-895C-FD8F3E822A45}"/>
              </a:ext>
            </a:extLst>
          </p:cNvPr>
          <p:cNvSpPr>
            <a:spLocks noGrp="1"/>
          </p:cNvSpPr>
          <p:nvPr/>
        </p:nvSpPr>
        <p:spPr>
          <a:xfrm rot="0">
            <a:off x="6914958" y="3425494"/>
            <a:ext cx="133579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" name="Unified label: 200">
            <a:extLst>
              <a:ext uri="{FF2B5EF4-FFF2-40B4-BE49-F238E27FC236}">
                <ns2:creationId id="{0D73DEB9-35AE-4F0F-BE9B-46B567B54E3D}"/>
              </a:ext>
            </a:extLst>
          </p:cNvPr>
          <p:cNvSpPr>
            <a:spLocks noGrp="1"/>
          </p:cNvSpPr>
          <p:nvPr/>
        </p:nvSpPr>
        <p:spPr>
          <a:xfrm rot="0">
            <a:off x="6704614" y="2810387"/>
            <a:ext cx="343586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1" name="Unified label: 400">
            <a:extLst>
              <a:ext uri="{FF2B5EF4-FFF2-40B4-BE49-F238E27FC236}">
                <ns2:creationId id="{A5E91BD8-EE84-4E3D-8EF7-95532F27B914}"/>
              </a:ext>
            </a:extLst>
          </p:cNvPr>
          <p:cNvSpPr>
            <a:spLocks noGrp="1"/>
          </p:cNvSpPr>
          <p:nvPr/>
        </p:nvSpPr>
        <p:spPr>
          <a:xfrm rot="0">
            <a:off x="6704614" y="2195279"/>
            <a:ext cx="343586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32" name="Unified label: 600">
            <a:extLst>
              <a:ext uri="{FF2B5EF4-FFF2-40B4-BE49-F238E27FC236}">
                <ns2:creationId id="{085B14D7-D5C5-484E-8520-317FCDDF96A6}"/>
              </a:ext>
            </a:extLst>
          </p:cNvPr>
          <p:cNvSpPr>
            <a:spLocks noGrp="1"/>
          </p:cNvSpPr>
          <p:nvPr/>
        </p:nvSpPr>
        <p:spPr>
          <a:xfrm rot="0">
            <a:off x="6704614" y="1580172"/>
            <a:ext cx="343586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600</a:t>
            </a:r>
          </a:p>
        </p:txBody>
      </p:sp>
      <p:sp>
        <p:nvSpPr>
          <p:cNvPr id="33" name="Unified label: 800">
            <a:extLst>
              <a:ext uri="{FF2B5EF4-FFF2-40B4-BE49-F238E27FC236}">
                <ns2:creationId id="{0ED06234-040C-4318-87E0-27E69BC3D582}"/>
              </a:ext>
            </a:extLst>
          </p:cNvPr>
          <p:cNvSpPr>
            <a:spLocks noGrp="1"/>
          </p:cNvSpPr>
          <p:nvPr/>
        </p:nvSpPr>
        <p:spPr>
          <a:xfrm rot="0">
            <a:off x="6704614" y="965065"/>
            <a:ext cx="343586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800</a:t>
            </a:r>
          </a:p>
        </p:txBody>
      </p:sp>
      <p:sp>
        <p:nvSpPr>
          <p:cNvPr id="34" name="Unified label: 1000">
            <a:extLst>
              <a:ext uri="{FF2B5EF4-FFF2-40B4-BE49-F238E27FC236}">
                <ns2:creationId id="{8BFCAD3B-587B-463A-A955-B1CEAE5952DE}"/>
              </a:ext>
            </a:extLst>
          </p:cNvPr>
          <p:cNvSpPr>
            <a:spLocks noGrp="1"/>
          </p:cNvSpPr>
          <p:nvPr/>
        </p:nvSpPr>
        <p:spPr>
          <a:xfrm rot="0">
            <a:off x="6599442" y="349957"/>
            <a:ext cx="448590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35" name="Unified label: (b) Geographic reference order">
            <a:extLst>
              <a:ext uri="{FF2B5EF4-FFF2-40B4-BE49-F238E27FC236}">
                <ns2:creationId id="{2A04739A-F465-4BF4-8F2D-CB319E824891}"/>
              </a:ext>
            </a:extLst>
          </p:cNvPr>
          <p:cNvSpPr>
            <a:spLocks noGrp="1"/>
          </p:cNvSpPr>
          <p:nvPr/>
        </p:nvSpPr>
        <p:spPr>
          <a:xfrm rot="0">
            <a:off x="6939282" y="22342"/>
            <a:ext cx="4552537" cy="28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Geographic reference order</a:t>
            </a:r>
          </a:p>
        </p:txBody>
      </p:sp>
      <p:sp>
        <p:nvSpPr>
          <p:cNvPr id="36" name="Unified label: 0">
            <a:extLst>
              <a:ext uri="{FF2B5EF4-FFF2-40B4-BE49-F238E27FC236}">
                <ns2:creationId id="{D0BF3392-A0EE-4BB4-849C-C4FC135718FD}"/>
              </a:ext>
            </a:extLst>
          </p:cNvPr>
          <p:cNvSpPr>
            <a:spLocks noGrp="1"/>
          </p:cNvSpPr>
          <p:nvPr/>
        </p:nvSpPr>
        <p:spPr>
          <a:xfrm rot="0">
            <a:off x="11384409" y="3646901"/>
            <a:ext cx="133579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7" name="Unified label: 50">
            <a:extLst>
              <a:ext uri="{FF2B5EF4-FFF2-40B4-BE49-F238E27FC236}">
                <ns2:creationId id="{4CEB58C6-35E9-4283-9A2B-CA6396112107}"/>
              </a:ext>
            </a:extLst>
          </p:cNvPr>
          <p:cNvSpPr>
            <a:spLocks noGrp="1"/>
          </p:cNvSpPr>
          <p:nvPr/>
        </p:nvSpPr>
        <p:spPr>
          <a:xfrm rot="0">
            <a:off x="11890000" y="3646901"/>
            <a:ext cx="238582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8" name="Unified label: 100">
            <a:extLst>
              <a:ext uri="{FF2B5EF4-FFF2-40B4-BE49-F238E27FC236}">
                <ns2:creationId id="{88B44D12-A30E-4492-BE2D-EBDCCF5F43E5}"/>
              </a:ext>
            </a:extLst>
          </p:cNvPr>
          <p:cNvSpPr>
            <a:spLocks noGrp="1"/>
          </p:cNvSpPr>
          <p:nvPr/>
        </p:nvSpPr>
        <p:spPr>
          <a:xfrm rot="0">
            <a:off x="12395591" y="3646901"/>
            <a:ext cx="343586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9" name="Unified label: displacement (%)">
            <a:extLst>
              <a:ext uri="{FF2B5EF4-FFF2-40B4-BE49-F238E27FC236}">
                <ns2:creationId id="{85F6EE22-AAC5-4A76-BA97-140FF57478A6}"/>
              </a:ext>
            </a:extLst>
          </p:cNvPr>
          <p:cNvSpPr>
            <a:spLocks noGrp="1"/>
          </p:cNvSpPr>
          <p:nvPr/>
        </p:nvSpPr>
        <p:spPr>
          <a:xfrm rot="0">
            <a:off x="11210518" y="3907057"/>
            <a:ext cx="1591082" cy="24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displacement (%)</a:t>
            </a:r>
          </a:p>
        </p:txBody>
      </p:sp>
    </p:spTree>
    <p:extLst>
      <p:ext uri="{BB962C8B-B14F-4D97-AF65-F5344CB8AC3E}">
        <ns5:creationId val="16692048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2026-10-21T02:42:00.7180000Z</dcterms:created>
  <dcterms:modified xsi:type="dcterms:W3CDTF">2026-10-21T02:42:00.7180000Z</dcterms:modified>
</coreProperties>
</file>