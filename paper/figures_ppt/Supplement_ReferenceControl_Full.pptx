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e9935d9e5845b6" /><Relationship Type="http://schemas.openxmlformats.org/officeDocument/2006/relationships/extended-properties" Target="/docProps/app.xml" Id="R29cc1ba2f4b042d5" /><Relationship Type="http://schemas.openxmlformats.org/officeDocument/2006/relationships/officeDocument" Target="/ppt/presentation.xml" Id="R566fd749c40a4605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99faddfe0dbe4168"/>
  </p:sldMasterIdLst>
  <p:notesMasterIdLst>
    <p:notesMasterId r:id="R40afb89713404b24"/>
  </p:notesMasterIdLst>
  <p:sldIdLst>
    <p:sldId id="256" r:id="Raefad6e444df42c5"/>
  </p:sldIdLst>
  <p:sldSz cx="12801600" cy="6324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d26fcffd6449a5" /><Relationship Type="http://schemas.openxmlformats.org/officeDocument/2006/relationships/slideMaster" Target="/ppt/slideMasters/slideMaster1.xml" Id="R99faddfe0dbe4168" /><Relationship Type="http://schemas.openxmlformats.org/officeDocument/2006/relationships/notesMaster" Target="/ppt/notesMasters/notesMaster1.xml" Id="R40afb89713404b24" /><Relationship Type="http://schemas.openxmlformats.org/officeDocument/2006/relationships/presProps" Target="/ppt/presProps.xml" Id="Rcb9d8bb9ac064cfc" /><Relationship Type="http://schemas.openxmlformats.org/officeDocument/2006/relationships/tableStyles" Target="/ppt/tableStyles.xml" Id="R2b881fdf4c9a4a02" /><Relationship Type="http://schemas.openxmlformats.org/officeDocument/2006/relationships/slide" Target="/ppt/slides/slide1.xml" Id="Raefad6e444df42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e7076a68ec47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c530e253024924" /><Relationship Type="http://schemas.openxmlformats.org/officeDocument/2006/relationships/notesMaster" Target="/ppt/notesMasters/notesMaster1.xml" Id="Rc836595bdb0e48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source fields, projections and 64-frame trajectories are from frozen bisector_highres_x_three_methods.npz, SHA256 676c5d3b4c323d7cfbcd1b735e8bf63c0cba7955fa5dbcd25e1d4ed3c48afb6f. No experiment, calibration or smoothing rerun. Common fixed scalar range [0,1.05]. TMTM and ST-MTM use their native coordinate spans normalized to [0,1]; RG-MTM-R uses source x [0,120]. Scalar data are embedded images; x projections, references, guides, frames and Arial text are native editable objects. Source-field peak glyphs and trajectory overlays are omitted so the scalar field and temporal maps supply the visual evidence. Source rendering follows the field/map comparison in ST-MTM Figure 2 (local PDF page 4), adapted to this separate nonnegative bisector control. Truncated viridis [0.4,1] encodes the unchanged scalar domain [0,1.05].</a:t>
            </a:r>
          </a:p>
          <a:p xmlns:a="http://schemas.openxmlformats.org/drawingml/2006/main"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6 identity-label override: all A/B/C text is black, with no white halo. The saved scalar field and the blue/orange/green projection symbols remain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addb0263b04c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a21c6efde49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32211c6b34c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78da66bea43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713d52c7b643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ee26cb608d4d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F5EB42-77E7-4C84-BD84-93DEE3CF5F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389293"/>
            <a:ext cx="10241280" cy="913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4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62A5FB-1B5A-442C-9833-85C35A97C0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478530"/>
            <a:ext cx="8961120" cy="702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8A21DE-F5E0-4B8A-A622-F8C5B4F5FF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635250"/>
            <a:ext cx="10241280" cy="10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3886A2-CA80-4F46-B76F-67AF8E4344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91913"/>
            <a:ext cx="11361420" cy="773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E24C1D-EC1B-4C18-B17A-C2CC374096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756833"/>
            <a:ext cx="11361420" cy="3935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082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9191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7300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5410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3519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1628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9738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847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56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444328-BDF8-47E8-943E-18FFE51C7F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91913"/>
            <a:ext cx="11361420" cy="773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E1896C-F50C-4CFC-BC6E-DC53AB9B61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756833"/>
            <a:ext cx="5280660" cy="3935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082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9191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7300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5410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3519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1628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9738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847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56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E11103-1590-4A65-9A32-89B41F7631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756833"/>
            <a:ext cx="5280660" cy="3935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082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9191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7300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5410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3519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1628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9738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847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56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19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52458C-FF54-4329-9AB4-48E5C15907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91913"/>
            <a:ext cx="11361420" cy="773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6F0652-C097-487E-BC03-9552DEF01D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756833"/>
            <a:ext cx="5280660" cy="3935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082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9191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7300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5410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3519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1628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97380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8473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567" indent="-210820" algn="l">
              <a:lnSpc>
                <a:spcPct val="110000"/>
              </a:lnSpc>
              <a:spcBef>
                <a:spcPts val="0"/>
              </a:spcBef>
              <a:spcAft>
                <a:spcPts val="1107"/>
              </a:spcAft>
              <a:buChar char="•"/>
              <a:defRPr sz="20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ccaef710574e03" /><Relationship Type="http://schemas.openxmlformats.org/officeDocument/2006/relationships/slideLayout" Target="/ppt/slideLayouts/slideLayout1.xml" Id="R567a6bde9a42486a" /><Relationship Type="http://schemas.openxmlformats.org/officeDocument/2006/relationships/slideLayout" Target="/ppt/slideLayouts/slideLayout2.xml" Id="R1232fd1a2a73429f" /><Relationship Type="http://schemas.openxmlformats.org/officeDocument/2006/relationships/slideLayout" Target="/ppt/slideLayouts/slideLayout3.xml" Id="R49b64b8f468b4127" /><Relationship Type="http://schemas.openxmlformats.org/officeDocument/2006/relationships/slideLayout" Target="/ppt/slideLayouts/slideLayout4.xml" Id="R84e44dbf85f64fa0" /><Relationship Type="http://schemas.openxmlformats.org/officeDocument/2006/relationships/slideLayout" Target="/ppt/slideLayouts/slideLayout5.xml" Id="R3bd13a6504514fe9" /><Relationship Type="http://schemas.openxmlformats.org/officeDocument/2006/relationships/slideLayout" Target="/ppt/slideLayouts/slideLayout6.xml" Id="Rd71ca0d3d24349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7a6bde9a42486a"/>
    <p:sldLayoutId xmlns:r="http://schemas.openxmlformats.org/officeDocument/2006/relationships" id="2147483650" r:id="R1232fd1a2a73429f"/>
    <p:sldLayoutId xmlns:r="http://schemas.openxmlformats.org/officeDocument/2006/relationships" id="2147483651" r:id="R49b64b8f468b4127"/>
    <p:sldLayoutId xmlns:r="http://schemas.openxmlformats.org/officeDocument/2006/relationships" id="2147483652" r:id="R84e44dbf85f64fa0"/>
    <p:sldLayoutId xmlns:r="http://schemas.openxmlformats.org/officeDocument/2006/relationships" id="2147483653" r:id="R3bd13a6504514fe9"/>
    <p:sldLayoutId xmlns:r="http://schemas.openxmlformats.org/officeDocument/2006/relationships" id="2147483654" r:id="Rd71ca0d3d24349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da521b5504b7b" /><Relationship Type="http://schemas.openxmlformats.org/officeDocument/2006/relationships/image" Target="/ppt/media/image.png" Id="Re31f6a086a63419a" /><Relationship Type="http://schemas.openxmlformats.org/officeDocument/2006/relationships/image" Target="/ppt/media/image2.png" Id="R977e667ad3da4b58" /><Relationship Type="http://schemas.openxmlformats.org/officeDocument/2006/relationships/image" Target="/ppt/media/image3.png" Id="R979cb5438a71439c" /><Relationship Type="http://schemas.openxmlformats.org/officeDocument/2006/relationships/image" Target="/ppt/media/image4.png" Id="Rfe2055f96b5f404f" /><Relationship Type="http://schemas.openxmlformats.org/officeDocument/2006/relationships/image" Target="/ppt/media/image5.png" Id="R17e4c43aed1a4f27" /><Relationship Type="http://schemas.openxmlformats.org/officeDocument/2006/relationships/image" Target="/ppt/media/image6.png" Id="R3f4e7da8ce224d97" /><Relationship Type="http://schemas.openxmlformats.org/officeDocument/2006/relationships/image" Target="/ppt/media/image7.png" Id="R68720792861248a3" /><Relationship Type="http://schemas.openxmlformats.org/officeDocument/2006/relationships/image" Target="/ppt/media/image8.png" Id="R6b4d06adc5364dcc" /><Relationship Type="http://schemas.openxmlformats.org/officeDocument/2006/relationships/image" Target="/ppt/media/image9.png" Id="R0e7c4a6fcac04418" /><Relationship Type="http://schemas.openxmlformats.org/officeDocument/2006/relationships/image" Target="/ppt/media/image10.png" Id="R3e427929b0b04bba" /><Relationship Type="http://schemas.openxmlformats.org/officeDocument/2006/relationships/notesSlide" Target="/ppt/notesSlides/notesSlide1.xml" Id="Rd5df4f9386324fc2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84" name="(a) Source fields and x projections">
            <a:extLst>
              <a:ext uri="{FF2B5EF4-FFF2-40B4-BE49-F238E27FC236}">
                <ns2:creationId id="{9AC52198-D291-4059-B67D-5029ECEE6834}"/>
              </a:ext>
            </a:extLst>
          </p:cNvPr>
          <p:cNvSpPr>
            <a:spLocks noGrp="1"/>
          </p:cNvSpPr>
          <p:nvPr/>
        </p:nvSpPr>
        <p:spPr>
          <a:xfrm>
            <a:off x="171450" y="57150"/>
            <a:ext cx="69532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Source fields and x projections</a:t>
            </a:r>
          </a:p>
        </p:txBody>
      </p:sp>
      <p:pic>
        <p:nvPicPr>
          <p:cNvPr id="3" name="">
            <a:extLst>
              <a:ext uri="{FF2B5EF4-FFF2-40B4-BE49-F238E27FC236}">
                <ns2:creationId id="{1CACF375-5E53-4937-A482-5D4E059B10C8}"/>
              </a:ext>
            </a:extLst>
          </p:cNvPr>
          <p:cNvPicPr>
            <a:picLocks noChangeAspect="1"/>
          </p:cNvPicPr>
          <p:nvPr/>
        </p:nvPicPr>
        <p:blipFill>
          <a:blip r:embed="Re31f6a086a63419a"/>
          <a:stretch/>
        </p:blipFill>
        <p:spPr>
          <a:xfrm>
            <a:off x="10306050" y="104775"/>
            <a:ext cx="1676400" cy="85725"/>
          </a:xfrm>
          <a:prstGeom prst="rect">
            <a:avLst/>
          </a:prstGeom>
        </p:spPr>
      </p:pic>
      <p:sp>
        <p:nvSpPr>
          <p:cNvPr id="4" name="0">
            <a:extLst>
              <a:ext uri="{FF2B5EF4-FFF2-40B4-BE49-F238E27FC236}">
                <ns2:creationId id="{37232620-2D26-4CF1-B115-A72B7ED359A7}"/>
              </a:ext>
            </a:extLst>
          </p:cNvPr>
          <p:cNvSpPr>
            <a:spLocks noGrp="1"/>
          </p:cNvSpPr>
          <p:nvPr/>
        </p:nvSpPr>
        <p:spPr>
          <a:xfrm>
            <a:off x="10229850" y="209550"/>
            <a:ext cx="2476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1.05">
            <a:extLst>
              <a:ext uri="{FF2B5EF4-FFF2-40B4-BE49-F238E27FC236}">
                <ns2:creationId id="{C381897A-D392-492D-96A1-061EE9F4306A}"/>
              </a:ext>
            </a:extLst>
          </p:cNvPr>
          <p:cNvSpPr>
            <a:spLocks noGrp="1"/>
          </p:cNvSpPr>
          <p:nvPr/>
        </p:nvSpPr>
        <p:spPr>
          <a:xfrm>
            <a:off x="11734800" y="209550"/>
            <a:ext cx="49530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1.05</a:t>
            </a:r>
          </a:p>
        </p:txBody>
      </p:sp>
      <p:sp>
        <p:nvSpPr>
          <p:cNvPr id="6" name="t = 0">
            <a:extLst>
              <a:ext uri="{FF2B5EF4-FFF2-40B4-BE49-F238E27FC236}">
                <ns2:creationId id="{B272ADEF-3A22-4131-990E-B8B4A5F40872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1676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0</a:t>
            </a:r>
          </a:p>
        </p:txBody>
      </p:sp>
      <p:pic>
        <p:nvPicPr>
          <p:cNvPr id="7" name="">
            <a:extLst>
              <a:ext uri="{FF2B5EF4-FFF2-40B4-BE49-F238E27FC236}">
                <ns2:creationId id="{F0BE38F2-CE72-4BD6-8A6F-78207AD12BC5}"/>
              </a:ext>
            </a:extLst>
          </p:cNvPr>
          <p:cNvPicPr>
            <a:picLocks noChangeAspect="1"/>
          </p:cNvPicPr>
          <p:nvPr/>
        </p:nvPicPr>
        <p:blipFill>
          <a:blip r:embed="R977e667ad3da4b58"/>
          <a:stretch/>
        </p:blipFill>
        <p:spPr>
          <a:xfrm>
            <a:off x="857250" y="685800"/>
            <a:ext cx="1676400" cy="1676400"/>
          </a:xfrm>
          <a:prstGeom prst="rect">
            <a:avLst/>
          </a:prstGeom>
        </p:spPr>
      </p:pic>
      <p:sp>
        <p:nvSpPr>
          <p:cNvPr id="8" name="Scientific domain frame">
            <a:extLst>
              <a:ext uri="{FF2B5EF4-FFF2-40B4-BE49-F238E27FC236}">
                <ns2:creationId id="{B2FBD9B0-0256-4204-95BD-932DC2AED109}"/>
              </a:ext>
            </a:extLst>
          </p:cNvPr>
          <p:cNvSpPr>
            <a:spLocks noGrp="1"/>
          </p:cNvSpPr>
          <p:nvPr/>
        </p:nvSpPr>
        <p:spPr>
          <a:xfrm>
            <a:off x="857250" y="685800"/>
            <a:ext cx="1676400" cy="167640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9" name="Scientific path">
            <a:extLst>
              <a:ext uri="{FF2B5EF4-FFF2-40B4-BE49-F238E27FC236}">
                <ns2:creationId id="{91B99CBA-11B6-443A-BFA5-D75F72AC66D9}"/>
              </a:ext>
            </a:extLst>
          </p:cNvPr>
          <p:cNvSpPr>
            <a:spLocks noGrp="1"/>
          </p:cNvSpPr>
          <p:nvPr/>
        </p:nvSpPr>
        <p:spPr>
          <a:xfrm>
            <a:off x="1009650" y="819150"/>
            <a:ext cx="504825" cy="95"/>
          </a:xfrm>
          <a:custGeom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3335">
            <a:solidFill>
              <a:srgbClr val="E4EEF0"/>
            </a:solidFill>
            <a:prstDash val="solid"/>
          </a:ln>
        </p:spPr>
      </p:sp>
      <p:sp>
        <p:nvSpPr>
          <p:cNvPr id="10" name="Scientific path">
            <a:extLst>
              <a:ext uri="{FF2B5EF4-FFF2-40B4-BE49-F238E27FC236}">
                <ns2:creationId id="{F2AB7E58-516A-4859-AB07-B81DE2E83B9C}"/>
              </a:ext>
            </a:extLst>
          </p:cNvPr>
          <p:cNvSpPr>
            <a:spLocks noGrp="1"/>
          </p:cNvSpPr>
          <p:nvPr/>
        </p:nvSpPr>
        <p:spPr>
          <a:xfrm>
            <a:off x="1457325" y="790575"/>
            <a:ext cx="57150" cy="28575"/>
          </a:xfrm>
          <a:custGeom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/>
          <a:ln w="13335">
            <a:solidFill>
              <a:srgbClr val="E4EEF0"/>
            </a:solidFill>
            <a:prstDash val="solid"/>
          </a:ln>
        </p:spPr>
      </p:sp>
      <p:sp>
        <p:nvSpPr>
          <p:cNvPr id="11" name="Scientific path">
            <a:extLst>
              <a:ext uri="{FF2B5EF4-FFF2-40B4-BE49-F238E27FC236}">
                <ns2:creationId id="{EC9010CE-8EB9-420C-9E53-69C85BDEB0C5}"/>
              </a:ext>
            </a:extLst>
          </p:cNvPr>
          <p:cNvSpPr>
            <a:spLocks noGrp="1"/>
          </p:cNvSpPr>
          <p:nvPr/>
        </p:nvSpPr>
        <p:spPr>
          <a:xfrm>
            <a:off x="1457325" y="819150"/>
            <a:ext cx="57150" cy="28575"/>
          </a:xfrm>
          <a:custGeom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/>
          <a:ln w="13335">
            <a:solidFill>
              <a:srgbClr val="E4EEF0"/>
            </a:solidFill>
            <a:prstDash val="solid"/>
          </a:ln>
        </p:spPr>
      </p:sp>
      <p:sp>
        <p:nvSpPr>
          <p:cNvPr id="12" name="d = x">
            <a:extLst>
              <a:ext uri="{FF2B5EF4-FFF2-40B4-BE49-F238E27FC236}">
                <ns2:creationId id="{4926A974-7418-4641-A6B3-0B6903C3D8C4}"/>
              </a:ext>
            </a:extLst>
          </p:cNvPr>
          <p:cNvSpPr>
            <a:spLocks noGrp="1"/>
          </p:cNvSpPr>
          <p:nvPr/>
        </p:nvSpPr>
        <p:spPr>
          <a:xfrm>
            <a:off x="1047750" y="885825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= x</a:t>
            </a:r>
          </a:p>
        </p:txBody>
      </p:sp>
      <p:sp>
        <p:nvSpPr>
          <p:cNvPr id="17" name="Source identity A t0">
            <a:extLst>
              <a:ext uri="{FF2B5EF4-FFF2-40B4-BE49-F238E27FC236}">
                <ns2:creationId id="{24A3DFD5-BE58-42D2-8756-E9245BDBD0C8}"/>
              </a:ext>
            </a:extLst>
          </p:cNvPr>
          <p:cNvSpPr>
            <a:spLocks noGrp="1"/>
          </p:cNvSpPr>
          <p:nvPr/>
        </p:nvSpPr>
        <p:spPr>
          <a:xfrm>
            <a:off x="1222375" y="18637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" name="Source identity B t0">
            <a:extLst>
              <a:ext uri="{FF2B5EF4-FFF2-40B4-BE49-F238E27FC236}">
                <ns2:creationId id="{25147C35-C4A8-4651-8EC8-134436715E3C}"/>
              </a:ext>
            </a:extLst>
          </p:cNvPr>
          <p:cNvSpPr>
            <a:spLocks noGrp="1"/>
          </p:cNvSpPr>
          <p:nvPr/>
        </p:nvSpPr>
        <p:spPr>
          <a:xfrm>
            <a:off x="1501775" y="10255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7" name="Source identity C t0">
            <a:extLst>
              <a:ext uri="{FF2B5EF4-FFF2-40B4-BE49-F238E27FC236}">
                <ns2:creationId id="{2427D21B-DF0D-412A-B9C1-96B142C022FF}"/>
              </a:ext>
            </a:extLst>
          </p:cNvPr>
          <p:cNvSpPr>
            <a:spLocks noGrp="1"/>
          </p:cNvSpPr>
          <p:nvPr/>
        </p:nvSpPr>
        <p:spPr>
          <a:xfrm>
            <a:off x="2339975" y="7461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8" name="Scientific path">
            <a:extLst>
              <a:ext uri="{FF2B5EF4-FFF2-40B4-BE49-F238E27FC236}">
                <ns2:creationId id="{42EBCE20-49FB-4D59-935E-F0FEBD7E3B4D}"/>
              </a:ext>
            </a:extLst>
          </p:cNvPr>
          <p:cNvSpPr>
            <a:spLocks noGrp="1"/>
          </p:cNvSpPr>
          <p:nvPr/>
        </p:nvSpPr>
        <p:spPr>
          <a:xfrm>
            <a:off x="857250" y="2790825"/>
            <a:ext cx="1676400" cy="95"/>
          </a:xfrm>
          <a:custGeom>
            <a:pathLst>
              <a:path w="1676400" h="9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29" name="Scientific path">
            <a:extLst>
              <a:ext uri="{FF2B5EF4-FFF2-40B4-BE49-F238E27FC236}">
                <ns2:creationId id="{A4654520-0A8C-44D5-9451-5C829AEB89BE}"/>
              </a:ext>
            </a:extLst>
          </p:cNvPr>
          <p:cNvSpPr>
            <a:spLocks noGrp="1"/>
          </p:cNvSpPr>
          <p:nvPr/>
        </p:nvSpPr>
        <p:spPr>
          <a:xfrm>
            <a:off x="2476500" y="2762250"/>
            <a:ext cx="57150" cy="28575"/>
          </a:xfrm>
          <a:custGeom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30" name="Scientific path">
            <a:extLst>
              <a:ext uri="{FF2B5EF4-FFF2-40B4-BE49-F238E27FC236}">
                <ns2:creationId id="{E0951C91-497E-4EF5-939D-ADB40A343659}"/>
              </a:ext>
            </a:extLst>
          </p:cNvPr>
          <p:cNvSpPr>
            <a:spLocks noGrp="1"/>
          </p:cNvSpPr>
          <p:nvPr/>
        </p:nvSpPr>
        <p:spPr>
          <a:xfrm>
            <a:off x="2476500" y="2790825"/>
            <a:ext cx="57150" cy="28575"/>
          </a:xfrm>
          <a:custGeom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31" name="A exact x projection t0">
            <a:extLst>
              <a:ext uri="{FF2B5EF4-FFF2-40B4-BE49-F238E27FC236}">
                <ns2:creationId id="{32FF9D78-1E5B-4BE6-9A61-F8E5C35DA9FA}"/>
              </a:ext>
            </a:extLst>
          </p:cNvPr>
          <p:cNvSpPr>
            <a:spLocks noGrp="1"/>
          </p:cNvSpPr>
          <p:nvPr/>
        </p:nvSpPr>
        <p:spPr>
          <a:xfrm>
            <a:off x="1094740" y="2748915"/>
            <a:ext cx="83820" cy="83820"/>
          </a:xfrm>
          <a:prstGeom prst="ellipse">
            <a:avLst/>
          </a:prstGeom>
          <a:solidFill>
            <a:srgbClr val="0072B2"/>
          </a:solidFill>
          <a:ln w="15240">
            <a:solidFill>
              <a:srgbClr val="0072B2"/>
            </a:solidFill>
          </a:ln>
        </p:spPr>
      </p:sp>
      <p:sp>
        <p:nvSpPr>
          <p:cNvPr id="32" name="A">
            <a:extLst>
              <a:ext uri="{FF2B5EF4-FFF2-40B4-BE49-F238E27FC236}">
                <ns2:creationId id="{8C9CD00B-6737-4588-BFF8-6B308D9AF964}"/>
              </a:ext>
            </a:extLst>
          </p:cNvPr>
          <p:cNvSpPr>
            <a:spLocks noGrp="1"/>
          </p:cNvSpPr>
          <p:nvPr/>
        </p:nvSpPr>
        <p:spPr>
          <a:xfrm>
            <a:off x="10128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" name="20">
            <a:extLst>
              <a:ext uri="{FF2B5EF4-FFF2-40B4-BE49-F238E27FC236}">
                <ns2:creationId id="{2BA2AE67-01A6-4477-90CF-38DEE5C4C2EE}"/>
              </a:ext>
            </a:extLst>
          </p:cNvPr>
          <p:cNvSpPr>
            <a:spLocks noGrp="1"/>
          </p:cNvSpPr>
          <p:nvPr/>
        </p:nvSpPr>
        <p:spPr>
          <a:xfrm>
            <a:off x="8890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4" name="B exact x projection t0">
            <a:extLst>
              <a:ext uri="{FF2B5EF4-FFF2-40B4-BE49-F238E27FC236}">
                <ns2:creationId id="{C46FD7FA-BD16-4843-BBEE-E4943D04800A}"/>
              </a:ext>
            </a:extLst>
          </p:cNvPr>
          <p:cNvSpPr>
            <a:spLocks noGrp="1"/>
          </p:cNvSpPr>
          <p:nvPr/>
        </p:nvSpPr>
        <p:spPr>
          <a:xfrm>
            <a:off x="1374140" y="2748915"/>
            <a:ext cx="83820" cy="83820"/>
          </a:xfrm>
          <a:prstGeom prst="ellipse">
            <a:avLst/>
          </a:prstGeom>
          <a:solidFill>
            <a:srgbClr val="D55E00"/>
          </a:solidFill>
          <a:ln w="15240">
            <a:solidFill>
              <a:srgbClr val="D55E00"/>
            </a:solidFill>
          </a:ln>
        </p:spPr>
      </p:sp>
      <p:sp>
        <p:nvSpPr>
          <p:cNvPr id="35" name="B">
            <a:extLst>
              <a:ext uri="{FF2B5EF4-FFF2-40B4-BE49-F238E27FC236}">
                <ns2:creationId id="{894763F6-4F17-417B-8CF8-6E8E3B8E7CB4}"/>
              </a:ext>
            </a:extLst>
          </p:cNvPr>
          <p:cNvSpPr>
            <a:spLocks noGrp="1"/>
          </p:cNvSpPr>
          <p:nvPr/>
        </p:nvSpPr>
        <p:spPr>
          <a:xfrm>
            <a:off x="12922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6" name="40">
            <a:extLst>
              <a:ext uri="{FF2B5EF4-FFF2-40B4-BE49-F238E27FC236}">
                <ns2:creationId id="{AF1345C5-4C3C-4E17-831C-90F9BC417845}"/>
              </a:ext>
            </a:extLst>
          </p:cNvPr>
          <p:cNvSpPr>
            <a:spLocks noGrp="1"/>
          </p:cNvSpPr>
          <p:nvPr/>
        </p:nvSpPr>
        <p:spPr>
          <a:xfrm>
            <a:off x="11684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37" name="C exact x projection t0">
            <a:extLst>
              <a:ext uri="{FF2B5EF4-FFF2-40B4-BE49-F238E27FC236}">
                <ns2:creationId id="{9E5499DB-9901-48E0-9822-C0CE6509404D}"/>
              </a:ext>
            </a:extLst>
          </p:cNvPr>
          <p:cNvSpPr>
            <a:spLocks noGrp="1"/>
          </p:cNvSpPr>
          <p:nvPr/>
        </p:nvSpPr>
        <p:spPr>
          <a:xfrm>
            <a:off x="2212340" y="2748915"/>
            <a:ext cx="83820" cy="838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</p:sp>
      <p:sp>
        <p:nvSpPr>
          <p:cNvPr id="38" name="C">
            <a:extLst>
              <a:ext uri="{FF2B5EF4-FFF2-40B4-BE49-F238E27FC236}">
                <ns2:creationId id="{2A196E36-63C9-473D-B8DF-883C783AF468}"/>
              </a:ext>
            </a:extLst>
          </p:cNvPr>
          <p:cNvSpPr>
            <a:spLocks noGrp="1"/>
          </p:cNvSpPr>
          <p:nvPr/>
        </p:nvSpPr>
        <p:spPr>
          <a:xfrm>
            <a:off x="21304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9" name="100">
            <a:extLst>
              <a:ext uri="{FF2B5EF4-FFF2-40B4-BE49-F238E27FC236}">
                <ns2:creationId id="{6DB82269-83D5-4A5F-B102-ABE554612989}"/>
              </a:ext>
            </a:extLst>
          </p:cNvPr>
          <p:cNvSpPr>
            <a:spLocks noGrp="1"/>
          </p:cNvSpPr>
          <p:nvPr/>
        </p:nvSpPr>
        <p:spPr>
          <a:xfrm>
            <a:off x="20066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0" name="t = 12">
            <a:extLst>
              <a:ext uri="{FF2B5EF4-FFF2-40B4-BE49-F238E27FC236}">
                <ns2:creationId id="{3150B4BE-62C8-4D2B-8F23-3EFE0655CF40}"/>
              </a:ext>
            </a:extLst>
          </p:cNvPr>
          <p:cNvSpPr>
            <a:spLocks noGrp="1"/>
          </p:cNvSpPr>
          <p:nvPr/>
        </p:nvSpPr>
        <p:spPr>
          <a:xfrm>
            <a:off x="2800350" y="409575"/>
            <a:ext cx="1676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12</a:t>
            </a:r>
          </a:p>
        </p:txBody>
      </p:sp>
      <p:pic>
        <p:nvPicPr>
          <p:cNvPr id="41" name="">
            <a:extLst>
              <a:ext uri="{FF2B5EF4-FFF2-40B4-BE49-F238E27FC236}">
                <ns2:creationId id="{78A31139-EAEE-43F9-8B0F-6EF49B77C598}"/>
              </a:ext>
            </a:extLst>
          </p:cNvPr>
          <p:cNvPicPr>
            <a:picLocks noChangeAspect="1"/>
          </p:cNvPicPr>
          <p:nvPr/>
        </p:nvPicPr>
        <p:blipFill>
          <a:blip r:embed="R979cb5438a71439c"/>
          <a:stretch/>
        </p:blipFill>
        <p:spPr>
          <a:xfrm>
            <a:off x="2800350" y="685800"/>
            <a:ext cx="1676400" cy="1676400"/>
          </a:xfrm>
          <a:prstGeom prst="rect">
            <a:avLst/>
          </a:prstGeom>
        </p:spPr>
      </p:pic>
      <p:sp>
        <p:nvSpPr>
          <p:cNvPr id="42" name="Scientific domain frame">
            <a:extLst>
              <a:ext uri="{FF2B5EF4-FFF2-40B4-BE49-F238E27FC236}">
                <ns2:creationId id="{6822FAAE-F1FC-4ECF-B95C-C3DBC4784333}"/>
              </a:ext>
            </a:extLst>
          </p:cNvPr>
          <p:cNvSpPr>
            <a:spLocks noGrp="1"/>
          </p:cNvSpPr>
          <p:nvPr/>
        </p:nvSpPr>
        <p:spPr>
          <a:xfrm>
            <a:off x="2800350" y="685800"/>
            <a:ext cx="1676400" cy="167640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47" name="Source identity A t12">
            <a:extLst>
              <a:ext uri="{FF2B5EF4-FFF2-40B4-BE49-F238E27FC236}">
                <ns2:creationId id="{1BF398B3-2F05-4F1E-B0FC-76816A6BEA14}"/>
              </a:ext>
            </a:extLst>
          </p:cNvPr>
          <p:cNvSpPr>
            <a:spLocks noGrp="1"/>
          </p:cNvSpPr>
          <p:nvPr/>
        </p:nvSpPr>
        <p:spPr>
          <a:xfrm>
            <a:off x="3165475" y="18637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2" name="Source identity B t12">
            <a:extLst>
              <a:ext uri="{FF2B5EF4-FFF2-40B4-BE49-F238E27FC236}">
                <ns2:creationId id="{D72BCB1D-F5A0-4190-9822-8553F846CE59}"/>
              </a:ext>
            </a:extLst>
          </p:cNvPr>
          <p:cNvSpPr>
            <a:spLocks noGrp="1"/>
          </p:cNvSpPr>
          <p:nvPr/>
        </p:nvSpPr>
        <p:spPr>
          <a:xfrm>
            <a:off x="3549650" y="1130300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7" name="Source identity C t12">
            <a:extLst>
              <a:ext uri="{FF2B5EF4-FFF2-40B4-BE49-F238E27FC236}">
                <ns2:creationId id="{994720F7-F6DB-4CD1-9459-19C5AE26C236}"/>
              </a:ext>
            </a:extLst>
          </p:cNvPr>
          <p:cNvSpPr>
            <a:spLocks noGrp="1"/>
          </p:cNvSpPr>
          <p:nvPr/>
        </p:nvSpPr>
        <p:spPr>
          <a:xfrm>
            <a:off x="4283075" y="7461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8" name="Scientific path">
            <a:extLst>
              <a:ext uri="{FF2B5EF4-FFF2-40B4-BE49-F238E27FC236}">
                <ns2:creationId id="{418F954B-CE6E-451F-A6E6-933986C2D123}"/>
              </a:ext>
            </a:extLst>
          </p:cNvPr>
          <p:cNvSpPr>
            <a:spLocks noGrp="1"/>
          </p:cNvSpPr>
          <p:nvPr/>
        </p:nvSpPr>
        <p:spPr>
          <a:xfrm>
            <a:off x="2800350" y="2790825"/>
            <a:ext cx="1676400" cy="95"/>
          </a:xfrm>
          <a:custGeom>
            <a:pathLst>
              <a:path w="1676400" h="9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59" name="Scientific path">
            <a:extLst>
              <a:ext uri="{FF2B5EF4-FFF2-40B4-BE49-F238E27FC236}">
                <ns2:creationId id="{424AA644-BB98-4743-97A8-EC2C85AE7215}"/>
              </a:ext>
            </a:extLst>
          </p:cNvPr>
          <p:cNvSpPr>
            <a:spLocks noGrp="1"/>
          </p:cNvSpPr>
          <p:nvPr/>
        </p:nvSpPr>
        <p:spPr>
          <a:xfrm>
            <a:off x="4419600" y="2762250"/>
            <a:ext cx="57150" cy="28575"/>
          </a:xfrm>
          <a:custGeom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60" name="Scientific path">
            <a:extLst>
              <a:ext uri="{FF2B5EF4-FFF2-40B4-BE49-F238E27FC236}">
                <ns2:creationId id="{88962D4D-FBB2-4F69-B68F-41C2C6DC1620}"/>
              </a:ext>
            </a:extLst>
          </p:cNvPr>
          <p:cNvSpPr>
            <a:spLocks noGrp="1"/>
          </p:cNvSpPr>
          <p:nvPr/>
        </p:nvSpPr>
        <p:spPr>
          <a:xfrm>
            <a:off x="4419600" y="2790825"/>
            <a:ext cx="57150" cy="28575"/>
          </a:xfrm>
          <a:custGeom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61" name="A exact x projection t12">
            <a:extLst>
              <a:ext uri="{FF2B5EF4-FFF2-40B4-BE49-F238E27FC236}">
                <ns2:creationId id="{613B732B-61A7-41AA-A03B-8EF0C8A355BA}"/>
              </a:ext>
            </a:extLst>
          </p:cNvPr>
          <p:cNvSpPr>
            <a:spLocks noGrp="1"/>
          </p:cNvSpPr>
          <p:nvPr/>
        </p:nvSpPr>
        <p:spPr>
          <a:xfrm>
            <a:off x="3037840" y="2748915"/>
            <a:ext cx="83820" cy="83820"/>
          </a:xfrm>
          <a:prstGeom prst="ellipse">
            <a:avLst/>
          </a:prstGeom>
          <a:solidFill>
            <a:srgbClr val="0072B2"/>
          </a:solidFill>
          <a:ln w="15240">
            <a:solidFill>
              <a:srgbClr val="0072B2"/>
            </a:solidFill>
          </a:ln>
        </p:spPr>
      </p:sp>
      <p:sp>
        <p:nvSpPr>
          <p:cNvPr id="62" name="A">
            <a:extLst>
              <a:ext uri="{FF2B5EF4-FFF2-40B4-BE49-F238E27FC236}">
                <ns2:creationId id="{F89E8D4B-9448-4617-A548-FCA67AA18841}"/>
              </a:ext>
            </a:extLst>
          </p:cNvPr>
          <p:cNvSpPr>
            <a:spLocks noGrp="1"/>
          </p:cNvSpPr>
          <p:nvPr/>
        </p:nvSpPr>
        <p:spPr>
          <a:xfrm>
            <a:off x="29559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3" name="20">
            <a:extLst>
              <a:ext uri="{FF2B5EF4-FFF2-40B4-BE49-F238E27FC236}">
                <ns2:creationId id="{FF60313E-862A-46CE-B47D-48188FB8F623}"/>
              </a:ext>
            </a:extLst>
          </p:cNvPr>
          <p:cNvSpPr>
            <a:spLocks noGrp="1"/>
          </p:cNvSpPr>
          <p:nvPr/>
        </p:nvSpPr>
        <p:spPr>
          <a:xfrm>
            <a:off x="28321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4" name="B exact x projection t12">
            <a:extLst>
              <a:ext uri="{FF2B5EF4-FFF2-40B4-BE49-F238E27FC236}">
                <ns2:creationId id="{06192CE8-A965-4F96-8033-B08288A2F10C}"/>
              </a:ext>
            </a:extLst>
          </p:cNvPr>
          <p:cNvSpPr>
            <a:spLocks noGrp="1"/>
          </p:cNvSpPr>
          <p:nvPr/>
        </p:nvSpPr>
        <p:spPr>
          <a:xfrm>
            <a:off x="3422015" y="2748915"/>
            <a:ext cx="83820" cy="83820"/>
          </a:xfrm>
          <a:prstGeom prst="ellipse">
            <a:avLst/>
          </a:prstGeom>
          <a:solidFill>
            <a:srgbClr val="D55E00"/>
          </a:solidFill>
          <a:ln w="15240">
            <a:solidFill>
              <a:srgbClr val="D55E00"/>
            </a:solidFill>
          </a:ln>
        </p:spPr>
      </p:sp>
      <p:sp>
        <p:nvSpPr>
          <p:cNvPr id="65" name="B">
            <a:extLst>
              <a:ext uri="{FF2B5EF4-FFF2-40B4-BE49-F238E27FC236}">
                <ns2:creationId id="{DCF664C9-80CC-4620-A38A-934D6E7F0846}"/>
              </a:ext>
            </a:extLst>
          </p:cNvPr>
          <p:cNvSpPr>
            <a:spLocks noGrp="1"/>
          </p:cNvSpPr>
          <p:nvPr/>
        </p:nvSpPr>
        <p:spPr>
          <a:xfrm>
            <a:off x="3340100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6" name="47.5">
            <a:extLst>
              <a:ext uri="{FF2B5EF4-FFF2-40B4-BE49-F238E27FC236}">
                <ns2:creationId id="{B34A5F81-79C6-4A85-9014-2E6847A1EC06}"/>
              </a:ext>
            </a:extLst>
          </p:cNvPr>
          <p:cNvSpPr>
            <a:spLocks noGrp="1"/>
          </p:cNvSpPr>
          <p:nvPr/>
        </p:nvSpPr>
        <p:spPr>
          <a:xfrm>
            <a:off x="3216275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47.5</a:t>
            </a:r>
          </a:p>
        </p:txBody>
      </p:sp>
      <p:sp>
        <p:nvSpPr>
          <p:cNvPr id="67" name="C exact x projection t12">
            <a:extLst>
              <a:ext uri="{FF2B5EF4-FFF2-40B4-BE49-F238E27FC236}">
                <ns2:creationId id="{39012931-7309-4550-A75B-D52D89383DCC}"/>
              </a:ext>
            </a:extLst>
          </p:cNvPr>
          <p:cNvSpPr>
            <a:spLocks noGrp="1"/>
          </p:cNvSpPr>
          <p:nvPr/>
        </p:nvSpPr>
        <p:spPr>
          <a:xfrm>
            <a:off x="4155440" y="2748915"/>
            <a:ext cx="83820" cy="838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</p:sp>
      <p:sp>
        <p:nvSpPr>
          <p:cNvPr id="68" name="C">
            <a:extLst>
              <a:ext uri="{FF2B5EF4-FFF2-40B4-BE49-F238E27FC236}">
                <ns2:creationId id="{24DD0AC7-558A-4D3B-80F0-840EF63D4AAA}"/>
              </a:ext>
            </a:extLst>
          </p:cNvPr>
          <p:cNvSpPr>
            <a:spLocks noGrp="1"/>
          </p:cNvSpPr>
          <p:nvPr/>
        </p:nvSpPr>
        <p:spPr>
          <a:xfrm>
            <a:off x="40735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9" name="100">
            <a:extLst>
              <a:ext uri="{FF2B5EF4-FFF2-40B4-BE49-F238E27FC236}">
                <ns2:creationId id="{AED5B126-A6E6-40E3-A6E8-1922100E9C1E}"/>
              </a:ext>
            </a:extLst>
          </p:cNvPr>
          <p:cNvSpPr>
            <a:spLocks noGrp="1"/>
          </p:cNvSpPr>
          <p:nvPr/>
        </p:nvSpPr>
        <p:spPr>
          <a:xfrm>
            <a:off x="39497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0" name="t = 25">
            <a:extLst>
              <a:ext uri="{FF2B5EF4-FFF2-40B4-BE49-F238E27FC236}">
                <ns2:creationId id="{6DEA06C3-F2FD-4D5C-A3E1-891E3B0AADB5}"/>
              </a:ext>
            </a:extLst>
          </p:cNvPr>
          <p:cNvSpPr>
            <a:spLocks noGrp="1"/>
          </p:cNvSpPr>
          <p:nvPr/>
        </p:nvSpPr>
        <p:spPr>
          <a:xfrm>
            <a:off x="4743450" y="409575"/>
            <a:ext cx="1676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25</a:t>
            </a:r>
          </a:p>
        </p:txBody>
      </p:sp>
      <p:pic>
        <p:nvPicPr>
          <p:cNvPr id="71" name="">
            <a:extLst>
              <a:ext uri="{FF2B5EF4-FFF2-40B4-BE49-F238E27FC236}">
                <ns2:creationId id="{2FDA1361-5800-452E-A1D3-35184E921BC8}"/>
              </a:ext>
            </a:extLst>
          </p:cNvPr>
          <p:cNvPicPr>
            <a:picLocks noChangeAspect="1"/>
          </p:cNvPicPr>
          <p:nvPr/>
        </p:nvPicPr>
        <p:blipFill>
          <a:blip r:embed="Rfe2055f96b5f404f"/>
          <a:stretch/>
        </p:blipFill>
        <p:spPr>
          <a:xfrm>
            <a:off x="4743450" y="685800"/>
            <a:ext cx="1676400" cy="1676400"/>
          </a:xfrm>
          <a:prstGeom prst="rect">
            <a:avLst/>
          </a:prstGeom>
        </p:spPr>
      </p:pic>
      <p:sp>
        <p:nvSpPr>
          <p:cNvPr id="72" name="Scientific domain frame">
            <a:extLst>
              <a:ext uri="{FF2B5EF4-FFF2-40B4-BE49-F238E27FC236}">
                <ns2:creationId id="{26515932-25CF-4D00-8E69-9F245B353773}"/>
              </a:ext>
            </a:extLst>
          </p:cNvPr>
          <p:cNvSpPr>
            <a:spLocks noGrp="1"/>
          </p:cNvSpPr>
          <p:nvPr/>
        </p:nvSpPr>
        <p:spPr>
          <a:xfrm>
            <a:off x="4743450" y="685800"/>
            <a:ext cx="1676400" cy="167640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77" name="Source identity A t25">
            <a:extLst>
              <a:ext uri="{FF2B5EF4-FFF2-40B4-BE49-F238E27FC236}">
                <ns2:creationId id="{CF8E7695-301B-4FC1-8888-89A05138F6B1}"/>
              </a:ext>
            </a:extLst>
          </p:cNvPr>
          <p:cNvSpPr>
            <a:spLocks noGrp="1"/>
          </p:cNvSpPr>
          <p:nvPr/>
        </p:nvSpPr>
        <p:spPr>
          <a:xfrm>
            <a:off x="5108575" y="18637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2" name="Source identity B t25">
            <a:extLst>
              <a:ext uri="{FF2B5EF4-FFF2-40B4-BE49-F238E27FC236}">
                <ns2:creationId id="{F913784C-500C-4BCA-B768-0F37BDED8AA1}"/>
              </a:ext>
            </a:extLst>
          </p:cNvPr>
          <p:cNvSpPr>
            <a:spLocks noGrp="1"/>
          </p:cNvSpPr>
          <p:nvPr/>
        </p:nvSpPr>
        <p:spPr>
          <a:xfrm>
            <a:off x="5611495" y="124904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7" name="Source identity C t25">
            <a:extLst>
              <a:ext uri="{FF2B5EF4-FFF2-40B4-BE49-F238E27FC236}">
                <ns2:creationId id="{92B81EC0-193A-44F3-8AB9-565C0C3EF885}"/>
              </a:ext>
            </a:extLst>
          </p:cNvPr>
          <p:cNvSpPr>
            <a:spLocks noGrp="1"/>
          </p:cNvSpPr>
          <p:nvPr/>
        </p:nvSpPr>
        <p:spPr>
          <a:xfrm>
            <a:off x="6226175" y="7461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8" name="Scientific path">
            <a:extLst>
              <a:ext uri="{FF2B5EF4-FFF2-40B4-BE49-F238E27FC236}">
                <ns2:creationId id="{3FF5A61C-1A2C-406F-BEEB-29FBE3949953}"/>
              </a:ext>
            </a:extLst>
          </p:cNvPr>
          <p:cNvSpPr>
            <a:spLocks noGrp="1"/>
          </p:cNvSpPr>
          <p:nvPr/>
        </p:nvSpPr>
        <p:spPr>
          <a:xfrm>
            <a:off x="4743450" y="2790825"/>
            <a:ext cx="1676400" cy="95"/>
          </a:xfrm>
          <a:custGeom>
            <a:pathLst>
              <a:path w="1676400" h="9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89" name="Scientific path">
            <a:extLst>
              <a:ext uri="{FF2B5EF4-FFF2-40B4-BE49-F238E27FC236}">
                <ns2:creationId id="{8B7CEAAB-2DA5-429E-B281-EFDE15E66D0D}"/>
              </a:ext>
            </a:extLst>
          </p:cNvPr>
          <p:cNvSpPr>
            <a:spLocks noGrp="1"/>
          </p:cNvSpPr>
          <p:nvPr/>
        </p:nvSpPr>
        <p:spPr>
          <a:xfrm>
            <a:off x="6362700" y="2762250"/>
            <a:ext cx="57150" cy="28575"/>
          </a:xfrm>
          <a:custGeom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90" name="Scientific path">
            <a:extLst>
              <a:ext uri="{FF2B5EF4-FFF2-40B4-BE49-F238E27FC236}">
                <ns2:creationId id="{1A39648A-250F-4D62-91D7-467D03C2E283}"/>
              </a:ext>
            </a:extLst>
          </p:cNvPr>
          <p:cNvSpPr>
            <a:spLocks noGrp="1"/>
          </p:cNvSpPr>
          <p:nvPr/>
        </p:nvSpPr>
        <p:spPr>
          <a:xfrm>
            <a:off x="6362700" y="2790825"/>
            <a:ext cx="57150" cy="28575"/>
          </a:xfrm>
          <a:custGeom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91" name="A exact x projection t25">
            <a:extLst>
              <a:ext uri="{FF2B5EF4-FFF2-40B4-BE49-F238E27FC236}">
                <ns2:creationId id="{A16063BD-8778-47A5-B37F-5F6CB7565D35}"/>
              </a:ext>
            </a:extLst>
          </p:cNvPr>
          <p:cNvSpPr>
            <a:spLocks noGrp="1"/>
          </p:cNvSpPr>
          <p:nvPr/>
        </p:nvSpPr>
        <p:spPr>
          <a:xfrm>
            <a:off x="4980940" y="2748915"/>
            <a:ext cx="83820" cy="83820"/>
          </a:xfrm>
          <a:prstGeom prst="ellipse">
            <a:avLst/>
          </a:prstGeom>
          <a:solidFill>
            <a:srgbClr val="0072B2"/>
          </a:solidFill>
          <a:ln w="15240">
            <a:solidFill>
              <a:srgbClr val="0072B2"/>
            </a:solidFill>
          </a:ln>
        </p:spPr>
      </p:sp>
      <p:sp>
        <p:nvSpPr>
          <p:cNvPr id="92" name="A">
            <a:extLst>
              <a:ext uri="{FF2B5EF4-FFF2-40B4-BE49-F238E27FC236}">
                <ns2:creationId id="{45A2907E-47F5-48BF-BAFF-8458A7641BBA}"/>
              </a:ext>
            </a:extLst>
          </p:cNvPr>
          <p:cNvSpPr>
            <a:spLocks noGrp="1"/>
          </p:cNvSpPr>
          <p:nvPr/>
        </p:nvSpPr>
        <p:spPr>
          <a:xfrm>
            <a:off x="48990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3" name="20">
            <a:extLst>
              <a:ext uri="{FF2B5EF4-FFF2-40B4-BE49-F238E27FC236}">
                <ns2:creationId id="{2FC8065D-E7AB-45CA-823C-09C52862AD7F}"/>
              </a:ext>
            </a:extLst>
          </p:cNvPr>
          <p:cNvSpPr>
            <a:spLocks noGrp="1"/>
          </p:cNvSpPr>
          <p:nvPr/>
        </p:nvSpPr>
        <p:spPr>
          <a:xfrm>
            <a:off x="47752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4" name="B exact x projection t25">
            <a:extLst>
              <a:ext uri="{FF2B5EF4-FFF2-40B4-BE49-F238E27FC236}">
                <ns2:creationId id="{829AC507-59A4-4D6E-9641-6C3D0C3C7A15}"/>
              </a:ext>
            </a:extLst>
          </p:cNvPr>
          <p:cNvSpPr>
            <a:spLocks noGrp="1"/>
          </p:cNvSpPr>
          <p:nvPr/>
        </p:nvSpPr>
        <p:spPr>
          <a:xfrm>
            <a:off x="5483860" y="2748915"/>
            <a:ext cx="83820" cy="83820"/>
          </a:xfrm>
          <a:prstGeom prst="ellipse">
            <a:avLst/>
          </a:prstGeom>
          <a:solidFill>
            <a:srgbClr val="D55E00"/>
          </a:solidFill>
          <a:ln w="15240">
            <a:solidFill>
              <a:srgbClr val="D55E00"/>
            </a:solidFill>
          </a:ln>
        </p:spPr>
      </p:sp>
      <p:sp>
        <p:nvSpPr>
          <p:cNvPr id="95" name="B">
            <a:extLst>
              <a:ext uri="{FF2B5EF4-FFF2-40B4-BE49-F238E27FC236}">
                <ns2:creationId id="{B5C437CD-7D0D-4EF6-AABD-EF77553EFF13}"/>
              </a:ext>
            </a:extLst>
          </p:cNvPr>
          <p:cNvSpPr>
            <a:spLocks noGrp="1"/>
          </p:cNvSpPr>
          <p:nvPr/>
        </p:nvSpPr>
        <p:spPr>
          <a:xfrm>
            <a:off x="540194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6" name="56">
            <a:extLst>
              <a:ext uri="{FF2B5EF4-FFF2-40B4-BE49-F238E27FC236}">
                <ns2:creationId id="{C8DFA174-3150-4AA9-8453-8F136F7EED73}"/>
              </a:ext>
            </a:extLst>
          </p:cNvPr>
          <p:cNvSpPr>
            <a:spLocks noGrp="1"/>
          </p:cNvSpPr>
          <p:nvPr/>
        </p:nvSpPr>
        <p:spPr>
          <a:xfrm>
            <a:off x="527812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sp>
        <p:nvSpPr>
          <p:cNvPr id="97" name="C exact x projection t25">
            <a:extLst>
              <a:ext uri="{FF2B5EF4-FFF2-40B4-BE49-F238E27FC236}">
                <ns2:creationId id="{5AF0C3E7-8F5B-45A5-B5E8-8F492EE97A58}"/>
              </a:ext>
            </a:extLst>
          </p:cNvPr>
          <p:cNvSpPr>
            <a:spLocks noGrp="1"/>
          </p:cNvSpPr>
          <p:nvPr/>
        </p:nvSpPr>
        <p:spPr>
          <a:xfrm>
            <a:off x="6098540" y="2748915"/>
            <a:ext cx="83820" cy="838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</p:sp>
      <p:sp>
        <p:nvSpPr>
          <p:cNvPr id="98" name="C">
            <a:extLst>
              <a:ext uri="{FF2B5EF4-FFF2-40B4-BE49-F238E27FC236}">
                <ns2:creationId id="{BC34C997-8BF3-43A0-A7BE-477EE7C839D9}"/>
              </a:ext>
            </a:extLst>
          </p:cNvPr>
          <p:cNvSpPr>
            <a:spLocks noGrp="1"/>
          </p:cNvSpPr>
          <p:nvPr/>
        </p:nvSpPr>
        <p:spPr>
          <a:xfrm>
            <a:off x="60166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9" name="100">
            <a:extLst>
              <a:ext uri="{FF2B5EF4-FFF2-40B4-BE49-F238E27FC236}">
                <ns2:creationId id="{CECCF95D-77AB-4EA2-8D74-9483B15B271D}"/>
              </a:ext>
            </a:extLst>
          </p:cNvPr>
          <p:cNvSpPr>
            <a:spLocks noGrp="1"/>
          </p:cNvSpPr>
          <p:nvPr/>
        </p:nvSpPr>
        <p:spPr>
          <a:xfrm>
            <a:off x="58928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00" name="t = 38">
            <a:extLst>
              <a:ext uri="{FF2B5EF4-FFF2-40B4-BE49-F238E27FC236}">
                <ns2:creationId id="{A85D6DC9-B8CC-447A-AFD3-16F9E74071A6}"/>
              </a:ext>
            </a:extLst>
          </p:cNvPr>
          <p:cNvSpPr>
            <a:spLocks noGrp="1"/>
          </p:cNvSpPr>
          <p:nvPr/>
        </p:nvSpPr>
        <p:spPr>
          <a:xfrm>
            <a:off x="6686550" y="409575"/>
            <a:ext cx="1676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38</a:t>
            </a:r>
          </a:p>
        </p:txBody>
      </p:sp>
      <p:pic>
        <p:nvPicPr>
          <p:cNvPr id="101" name="">
            <a:extLst>
              <a:ext uri="{FF2B5EF4-FFF2-40B4-BE49-F238E27FC236}">
                <ns2:creationId id="{701D40CD-687E-45D8-A0C0-600F4604A453}"/>
              </a:ext>
            </a:extLst>
          </p:cNvPr>
          <p:cNvPicPr>
            <a:picLocks noChangeAspect="1"/>
          </p:cNvPicPr>
          <p:nvPr/>
        </p:nvPicPr>
        <p:blipFill>
          <a:blip r:embed="R17e4c43aed1a4f27"/>
          <a:stretch/>
        </p:blipFill>
        <p:spPr>
          <a:xfrm>
            <a:off x="6686550" y="685800"/>
            <a:ext cx="1676400" cy="1676400"/>
          </a:xfrm>
          <a:prstGeom prst="rect">
            <a:avLst/>
          </a:prstGeom>
        </p:spPr>
      </p:pic>
      <p:sp>
        <p:nvSpPr>
          <p:cNvPr id="102" name="Scientific domain frame">
            <a:extLst>
              <a:ext uri="{FF2B5EF4-FFF2-40B4-BE49-F238E27FC236}">
                <ns2:creationId id="{21BEDD1E-1264-4B94-93D3-992A0CE8E6A3}"/>
              </a:ext>
            </a:extLst>
          </p:cNvPr>
          <p:cNvSpPr>
            <a:spLocks noGrp="1"/>
          </p:cNvSpPr>
          <p:nvPr/>
        </p:nvSpPr>
        <p:spPr>
          <a:xfrm>
            <a:off x="6686550" y="685800"/>
            <a:ext cx="1676400" cy="167640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107" name="Source identity A t38">
            <a:extLst>
              <a:ext uri="{FF2B5EF4-FFF2-40B4-BE49-F238E27FC236}">
                <ns2:creationId id="{077877CB-5B24-42AD-A021-32D61FAB85A7}"/>
              </a:ext>
            </a:extLst>
          </p:cNvPr>
          <p:cNvSpPr>
            <a:spLocks noGrp="1"/>
          </p:cNvSpPr>
          <p:nvPr/>
        </p:nvSpPr>
        <p:spPr>
          <a:xfrm>
            <a:off x="7051675" y="18637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2" name="Source identity B t38">
            <a:extLst>
              <a:ext uri="{FF2B5EF4-FFF2-40B4-BE49-F238E27FC236}">
                <ns2:creationId id="{E71754BB-5D0B-41DF-A810-4D68FA2E825C}"/>
              </a:ext>
            </a:extLst>
          </p:cNvPr>
          <p:cNvSpPr>
            <a:spLocks noGrp="1"/>
          </p:cNvSpPr>
          <p:nvPr/>
        </p:nvSpPr>
        <p:spPr>
          <a:xfrm>
            <a:off x="7666355" y="136080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17" name="Source identity C t38">
            <a:extLst>
              <a:ext uri="{FF2B5EF4-FFF2-40B4-BE49-F238E27FC236}">
                <ns2:creationId id="{41424000-614E-4A30-A0EB-64A7EADE6034}"/>
              </a:ext>
            </a:extLst>
          </p:cNvPr>
          <p:cNvSpPr>
            <a:spLocks noGrp="1"/>
          </p:cNvSpPr>
          <p:nvPr/>
        </p:nvSpPr>
        <p:spPr>
          <a:xfrm>
            <a:off x="8169275" y="7461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8" name="Scientific path">
            <a:extLst>
              <a:ext uri="{FF2B5EF4-FFF2-40B4-BE49-F238E27FC236}">
                <ns2:creationId id="{EE61233D-A1BC-4284-A9EC-D69AF1D2583F}"/>
              </a:ext>
            </a:extLst>
          </p:cNvPr>
          <p:cNvSpPr>
            <a:spLocks noGrp="1"/>
          </p:cNvSpPr>
          <p:nvPr/>
        </p:nvSpPr>
        <p:spPr>
          <a:xfrm>
            <a:off x="6686550" y="2790825"/>
            <a:ext cx="1676400" cy="95"/>
          </a:xfrm>
          <a:custGeom>
            <a:pathLst>
              <a:path w="1676400" h="9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19" name="Scientific path">
            <a:extLst>
              <a:ext uri="{FF2B5EF4-FFF2-40B4-BE49-F238E27FC236}">
                <ns2:creationId id="{E2BCF2A9-D98C-4D42-9FF7-61C04E56EE0E}"/>
              </a:ext>
            </a:extLst>
          </p:cNvPr>
          <p:cNvSpPr>
            <a:spLocks noGrp="1"/>
          </p:cNvSpPr>
          <p:nvPr/>
        </p:nvSpPr>
        <p:spPr>
          <a:xfrm>
            <a:off x="8305800" y="2762250"/>
            <a:ext cx="57150" cy="28575"/>
          </a:xfrm>
          <a:custGeom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20" name="Scientific path">
            <a:extLst>
              <a:ext uri="{FF2B5EF4-FFF2-40B4-BE49-F238E27FC236}">
                <ns2:creationId id="{380BDFBC-B1CD-4935-BD8C-899502EA3998}"/>
              </a:ext>
            </a:extLst>
          </p:cNvPr>
          <p:cNvSpPr>
            <a:spLocks noGrp="1"/>
          </p:cNvSpPr>
          <p:nvPr/>
        </p:nvSpPr>
        <p:spPr>
          <a:xfrm>
            <a:off x="8305800" y="2790825"/>
            <a:ext cx="57150" cy="28575"/>
          </a:xfrm>
          <a:custGeom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21" name="A exact x projection t38">
            <a:extLst>
              <a:ext uri="{FF2B5EF4-FFF2-40B4-BE49-F238E27FC236}">
                <ns2:creationId id="{6706D342-C494-4C5A-A954-99FBC418CF20}"/>
              </a:ext>
            </a:extLst>
          </p:cNvPr>
          <p:cNvSpPr>
            <a:spLocks noGrp="1"/>
          </p:cNvSpPr>
          <p:nvPr/>
        </p:nvSpPr>
        <p:spPr>
          <a:xfrm>
            <a:off x="6924040" y="2748915"/>
            <a:ext cx="83820" cy="83820"/>
          </a:xfrm>
          <a:prstGeom prst="ellipse">
            <a:avLst/>
          </a:prstGeom>
          <a:solidFill>
            <a:srgbClr val="0072B2"/>
          </a:solidFill>
          <a:ln w="15240">
            <a:solidFill>
              <a:srgbClr val="0072B2"/>
            </a:solidFill>
          </a:ln>
        </p:spPr>
      </p:sp>
      <p:sp>
        <p:nvSpPr>
          <p:cNvPr id="122" name="A">
            <a:extLst>
              <a:ext uri="{FF2B5EF4-FFF2-40B4-BE49-F238E27FC236}">
                <ns2:creationId id="{607F2AD6-911C-4E43-B102-72C7F858892F}"/>
              </a:ext>
            </a:extLst>
          </p:cNvPr>
          <p:cNvSpPr>
            <a:spLocks noGrp="1"/>
          </p:cNvSpPr>
          <p:nvPr/>
        </p:nvSpPr>
        <p:spPr>
          <a:xfrm>
            <a:off x="68421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3" name="20">
            <a:extLst>
              <a:ext uri="{FF2B5EF4-FFF2-40B4-BE49-F238E27FC236}">
                <ns2:creationId id="{3BA3406F-5EB3-45EE-AA46-293A1706C88B}"/>
              </a:ext>
            </a:extLst>
          </p:cNvPr>
          <p:cNvSpPr>
            <a:spLocks noGrp="1"/>
          </p:cNvSpPr>
          <p:nvPr/>
        </p:nvSpPr>
        <p:spPr>
          <a:xfrm>
            <a:off x="67183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24" name="B exact x projection t38">
            <a:extLst>
              <a:ext uri="{FF2B5EF4-FFF2-40B4-BE49-F238E27FC236}">
                <ns2:creationId id="{F7FFA518-F49D-413C-A60D-1DCFFD5BD4A6}"/>
              </a:ext>
            </a:extLst>
          </p:cNvPr>
          <p:cNvSpPr>
            <a:spLocks noGrp="1"/>
          </p:cNvSpPr>
          <p:nvPr/>
        </p:nvSpPr>
        <p:spPr>
          <a:xfrm>
            <a:off x="7538720" y="2748915"/>
            <a:ext cx="83820" cy="83820"/>
          </a:xfrm>
          <a:prstGeom prst="ellipse">
            <a:avLst/>
          </a:prstGeom>
          <a:solidFill>
            <a:srgbClr val="D55E00"/>
          </a:solidFill>
          <a:ln w="15240">
            <a:solidFill>
              <a:srgbClr val="D55E00"/>
            </a:solidFill>
          </a:ln>
        </p:spPr>
      </p:sp>
      <p:sp>
        <p:nvSpPr>
          <p:cNvPr id="125" name="B">
            <a:extLst>
              <a:ext uri="{FF2B5EF4-FFF2-40B4-BE49-F238E27FC236}">
                <ns2:creationId id="{6AED0E90-8394-4D15-83D5-2FC5C4C51C83}"/>
              </a:ext>
            </a:extLst>
          </p:cNvPr>
          <p:cNvSpPr>
            <a:spLocks noGrp="1"/>
          </p:cNvSpPr>
          <p:nvPr/>
        </p:nvSpPr>
        <p:spPr>
          <a:xfrm>
            <a:off x="745680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6" name="64">
            <a:extLst>
              <a:ext uri="{FF2B5EF4-FFF2-40B4-BE49-F238E27FC236}">
                <ns2:creationId id="{81B0A127-641E-4294-8080-1E68ADB57147}"/>
              </a:ext>
            </a:extLst>
          </p:cNvPr>
          <p:cNvSpPr>
            <a:spLocks noGrp="1"/>
          </p:cNvSpPr>
          <p:nvPr/>
        </p:nvSpPr>
        <p:spPr>
          <a:xfrm>
            <a:off x="733298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127" name="C exact x projection t38">
            <a:extLst>
              <a:ext uri="{FF2B5EF4-FFF2-40B4-BE49-F238E27FC236}">
                <ns2:creationId id="{2FE5908C-F02F-4802-98CE-00EA967A7109}"/>
              </a:ext>
            </a:extLst>
          </p:cNvPr>
          <p:cNvSpPr>
            <a:spLocks noGrp="1"/>
          </p:cNvSpPr>
          <p:nvPr/>
        </p:nvSpPr>
        <p:spPr>
          <a:xfrm>
            <a:off x="8041640" y="2748915"/>
            <a:ext cx="83820" cy="838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</p:sp>
      <p:sp>
        <p:nvSpPr>
          <p:cNvPr id="128" name="C">
            <a:extLst>
              <a:ext uri="{FF2B5EF4-FFF2-40B4-BE49-F238E27FC236}">
                <ns2:creationId id="{88990D7B-B3CA-4F79-9187-1E74123EE6BD}"/>
              </a:ext>
            </a:extLst>
          </p:cNvPr>
          <p:cNvSpPr>
            <a:spLocks noGrp="1"/>
          </p:cNvSpPr>
          <p:nvPr/>
        </p:nvSpPr>
        <p:spPr>
          <a:xfrm>
            <a:off x="79597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9" name="100">
            <a:extLst>
              <a:ext uri="{FF2B5EF4-FFF2-40B4-BE49-F238E27FC236}">
                <ns2:creationId id="{238E57A9-0E8B-4A22-8253-45D8EBB22B70}"/>
              </a:ext>
            </a:extLst>
          </p:cNvPr>
          <p:cNvSpPr>
            <a:spLocks noGrp="1"/>
          </p:cNvSpPr>
          <p:nvPr/>
        </p:nvSpPr>
        <p:spPr>
          <a:xfrm>
            <a:off x="78359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0" name="t = 51">
            <a:extLst>
              <a:ext uri="{FF2B5EF4-FFF2-40B4-BE49-F238E27FC236}">
                <ns2:creationId id="{6A80D7F1-59AC-4FFA-BA3E-26AA611A4207}"/>
              </a:ext>
            </a:extLst>
          </p:cNvPr>
          <p:cNvSpPr>
            <a:spLocks noGrp="1"/>
          </p:cNvSpPr>
          <p:nvPr/>
        </p:nvSpPr>
        <p:spPr>
          <a:xfrm>
            <a:off x="8629650" y="409575"/>
            <a:ext cx="1676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51</a:t>
            </a:r>
          </a:p>
        </p:txBody>
      </p:sp>
      <p:pic>
        <p:nvPicPr>
          <p:cNvPr id="131" name="">
            <a:extLst>
              <a:ext uri="{FF2B5EF4-FFF2-40B4-BE49-F238E27FC236}">
                <ns2:creationId id="{909F927A-30DA-4BA6-8058-A515639F003E}"/>
              </a:ext>
            </a:extLst>
          </p:cNvPr>
          <p:cNvPicPr>
            <a:picLocks noChangeAspect="1"/>
          </p:cNvPicPr>
          <p:nvPr/>
        </p:nvPicPr>
        <p:blipFill>
          <a:blip r:embed="R3f4e7da8ce224d97"/>
          <a:stretch/>
        </p:blipFill>
        <p:spPr>
          <a:xfrm>
            <a:off x="8629650" y="685800"/>
            <a:ext cx="1676400" cy="1676400"/>
          </a:xfrm>
          <a:prstGeom prst="rect">
            <a:avLst/>
          </a:prstGeom>
        </p:spPr>
      </p:pic>
      <p:sp>
        <p:nvSpPr>
          <p:cNvPr id="132" name="Scientific domain frame">
            <a:extLst>
              <a:ext uri="{FF2B5EF4-FFF2-40B4-BE49-F238E27FC236}">
                <ns2:creationId id="{1D55A4A8-26E5-4C57-8298-BC6FAC5D8E31}"/>
              </a:ext>
            </a:extLst>
          </p:cNvPr>
          <p:cNvSpPr>
            <a:spLocks noGrp="1"/>
          </p:cNvSpPr>
          <p:nvPr/>
        </p:nvSpPr>
        <p:spPr>
          <a:xfrm>
            <a:off x="8629650" y="685800"/>
            <a:ext cx="1676400" cy="167640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137" name="Source identity A t51">
            <a:extLst>
              <a:ext uri="{FF2B5EF4-FFF2-40B4-BE49-F238E27FC236}">
                <ns2:creationId id="{AB6463BB-3F27-400F-A159-371CBE6E1F9A}"/>
              </a:ext>
            </a:extLst>
          </p:cNvPr>
          <p:cNvSpPr>
            <a:spLocks noGrp="1"/>
          </p:cNvSpPr>
          <p:nvPr/>
        </p:nvSpPr>
        <p:spPr>
          <a:xfrm>
            <a:off x="8994775" y="18637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2" name="Source identity B t51">
            <a:extLst>
              <a:ext uri="{FF2B5EF4-FFF2-40B4-BE49-F238E27FC236}">
                <ns2:creationId id="{EC481926-D946-4B4D-BB3D-612F64A1EF53}"/>
              </a:ext>
            </a:extLst>
          </p:cNvPr>
          <p:cNvSpPr>
            <a:spLocks noGrp="1"/>
          </p:cNvSpPr>
          <p:nvPr/>
        </p:nvSpPr>
        <p:spPr>
          <a:xfrm>
            <a:off x="9728200" y="1479550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7" name="Source identity C t51">
            <a:extLst>
              <a:ext uri="{FF2B5EF4-FFF2-40B4-BE49-F238E27FC236}">
                <ns2:creationId id="{6587AE40-1399-4978-B4FC-0C945F40BEAB}"/>
              </a:ext>
            </a:extLst>
          </p:cNvPr>
          <p:cNvSpPr>
            <a:spLocks noGrp="1"/>
          </p:cNvSpPr>
          <p:nvPr/>
        </p:nvSpPr>
        <p:spPr>
          <a:xfrm>
            <a:off x="10112375" y="7461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8" name="Scientific path">
            <a:extLst>
              <a:ext uri="{FF2B5EF4-FFF2-40B4-BE49-F238E27FC236}">
                <ns2:creationId id="{4572EDD6-3C1C-4EFA-80C7-D896ACB8752A}"/>
              </a:ext>
            </a:extLst>
          </p:cNvPr>
          <p:cNvSpPr>
            <a:spLocks noGrp="1"/>
          </p:cNvSpPr>
          <p:nvPr/>
        </p:nvSpPr>
        <p:spPr>
          <a:xfrm>
            <a:off x="8629650" y="2790825"/>
            <a:ext cx="1676400" cy="95"/>
          </a:xfrm>
          <a:custGeom>
            <a:pathLst>
              <a:path w="1676400" h="9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49" name="Scientific path">
            <a:extLst>
              <a:ext uri="{FF2B5EF4-FFF2-40B4-BE49-F238E27FC236}">
                <ns2:creationId id="{43DE4B32-2E7B-4E40-B520-6EA3068A80E4}"/>
              </a:ext>
            </a:extLst>
          </p:cNvPr>
          <p:cNvSpPr>
            <a:spLocks noGrp="1"/>
          </p:cNvSpPr>
          <p:nvPr/>
        </p:nvSpPr>
        <p:spPr>
          <a:xfrm>
            <a:off x="10248900" y="2762250"/>
            <a:ext cx="57150" cy="28575"/>
          </a:xfrm>
          <a:custGeom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50" name="Scientific path">
            <a:extLst>
              <a:ext uri="{FF2B5EF4-FFF2-40B4-BE49-F238E27FC236}">
                <ns2:creationId id="{6D72C126-F046-4750-87F9-7906504A58F9}"/>
              </a:ext>
            </a:extLst>
          </p:cNvPr>
          <p:cNvSpPr>
            <a:spLocks noGrp="1"/>
          </p:cNvSpPr>
          <p:nvPr/>
        </p:nvSpPr>
        <p:spPr>
          <a:xfrm>
            <a:off x="10248900" y="2790825"/>
            <a:ext cx="57150" cy="28575"/>
          </a:xfrm>
          <a:custGeom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51" name="A exact x projection t51">
            <a:extLst>
              <a:ext uri="{FF2B5EF4-FFF2-40B4-BE49-F238E27FC236}">
                <ns2:creationId id="{CA6AF1BB-32D4-4388-9ECF-DE0394371E78}"/>
              </a:ext>
            </a:extLst>
          </p:cNvPr>
          <p:cNvSpPr>
            <a:spLocks noGrp="1"/>
          </p:cNvSpPr>
          <p:nvPr/>
        </p:nvSpPr>
        <p:spPr>
          <a:xfrm>
            <a:off x="8867140" y="2748915"/>
            <a:ext cx="83820" cy="83820"/>
          </a:xfrm>
          <a:prstGeom prst="ellipse">
            <a:avLst/>
          </a:prstGeom>
          <a:solidFill>
            <a:srgbClr val="0072B2"/>
          </a:solidFill>
          <a:ln w="15240">
            <a:solidFill>
              <a:srgbClr val="0072B2"/>
            </a:solidFill>
          </a:ln>
        </p:spPr>
      </p:sp>
      <p:sp>
        <p:nvSpPr>
          <p:cNvPr id="152" name="A">
            <a:extLst>
              <a:ext uri="{FF2B5EF4-FFF2-40B4-BE49-F238E27FC236}">
                <ns2:creationId id="{D76C2719-ED13-4187-B9B2-DA1C7889CDBC}"/>
              </a:ext>
            </a:extLst>
          </p:cNvPr>
          <p:cNvSpPr>
            <a:spLocks noGrp="1"/>
          </p:cNvSpPr>
          <p:nvPr/>
        </p:nvSpPr>
        <p:spPr>
          <a:xfrm>
            <a:off x="87852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3" name="20">
            <a:extLst>
              <a:ext uri="{FF2B5EF4-FFF2-40B4-BE49-F238E27FC236}">
                <ns2:creationId id="{D13A958D-9D8B-48EB-9A01-6BB313009580}"/>
              </a:ext>
            </a:extLst>
          </p:cNvPr>
          <p:cNvSpPr>
            <a:spLocks noGrp="1"/>
          </p:cNvSpPr>
          <p:nvPr/>
        </p:nvSpPr>
        <p:spPr>
          <a:xfrm>
            <a:off x="86614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54" name="B exact x projection t51">
            <a:extLst>
              <a:ext uri="{FF2B5EF4-FFF2-40B4-BE49-F238E27FC236}">
                <ns2:creationId id="{B562E75C-9228-4E4D-8CB6-D7CBC1EFFA13}"/>
              </a:ext>
            </a:extLst>
          </p:cNvPr>
          <p:cNvSpPr>
            <a:spLocks noGrp="1"/>
          </p:cNvSpPr>
          <p:nvPr/>
        </p:nvSpPr>
        <p:spPr>
          <a:xfrm>
            <a:off x="9600565" y="2748915"/>
            <a:ext cx="83820" cy="83820"/>
          </a:xfrm>
          <a:prstGeom prst="ellipse">
            <a:avLst/>
          </a:prstGeom>
          <a:solidFill>
            <a:srgbClr val="D55E00"/>
          </a:solidFill>
          <a:ln w="15240">
            <a:solidFill>
              <a:srgbClr val="D55E00"/>
            </a:solidFill>
          </a:ln>
        </p:spPr>
      </p:sp>
      <p:sp>
        <p:nvSpPr>
          <p:cNvPr id="155" name="B">
            <a:extLst>
              <a:ext uri="{FF2B5EF4-FFF2-40B4-BE49-F238E27FC236}">
                <ns2:creationId id="{756FCE26-3070-4BE1-8C2A-04A9BE496161}"/>
              </a:ext>
            </a:extLst>
          </p:cNvPr>
          <p:cNvSpPr>
            <a:spLocks noGrp="1"/>
          </p:cNvSpPr>
          <p:nvPr/>
        </p:nvSpPr>
        <p:spPr>
          <a:xfrm>
            <a:off x="9518650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6" name="72.5">
            <a:extLst>
              <a:ext uri="{FF2B5EF4-FFF2-40B4-BE49-F238E27FC236}">
                <ns2:creationId id="{CD08590C-6760-4E48-BF4D-59B1504FFB06}"/>
              </a:ext>
            </a:extLst>
          </p:cNvPr>
          <p:cNvSpPr>
            <a:spLocks noGrp="1"/>
          </p:cNvSpPr>
          <p:nvPr/>
        </p:nvSpPr>
        <p:spPr>
          <a:xfrm>
            <a:off x="9394825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72.5</a:t>
            </a:r>
          </a:p>
        </p:txBody>
      </p:sp>
      <p:sp>
        <p:nvSpPr>
          <p:cNvPr id="157" name="C exact x projection t51">
            <a:extLst>
              <a:ext uri="{FF2B5EF4-FFF2-40B4-BE49-F238E27FC236}">
                <ns2:creationId id="{903BE3CE-A972-4DA9-ADD4-A4197CA0A2F8}"/>
              </a:ext>
            </a:extLst>
          </p:cNvPr>
          <p:cNvSpPr>
            <a:spLocks noGrp="1"/>
          </p:cNvSpPr>
          <p:nvPr/>
        </p:nvSpPr>
        <p:spPr>
          <a:xfrm>
            <a:off x="9984740" y="2748915"/>
            <a:ext cx="83820" cy="838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</p:sp>
      <p:sp>
        <p:nvSpPr>
          <p:cNvPr id="158" name="C">
            <a:extLst>
              <a:ext uri="{FF2B5EF4-FFF2-40B4-BE49-F238E27FC236}">
                <ns2:creationId id="{CBF1CA61-2F5D-44FA-99E0-B1323FB09659}"/>
              </a:ext>
            </a:extLst>
          </p:cNvPr>
          <p:cNvSpPr>
            <a:spLocks noGrp="1"/>
          </p:cNvSpPr>
          <p:nvPr/>
        </p:nvSpPr>
        <p:spPr>
          <a:xfrm>
            <a:off x="99028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9" name="100">
            <a:extLst>
              <a:ext uri="{FF2B5EF4-FFF2-40B4-BE49-F238E27FC236}">
                <ns2:creationId id="{75A3E8BF-4144-4F16-924F-C39B96344727}"/>
              </a:ext>
            </a:extLst>
          </p:cNvPr>
          <p:cNvSpPr>
            <a:spLocks noGrp="1"/>
          </p:cNvSpPr>
          <p:nvPr/>
        </p:nvSpPr>
        <p:spPr>
          <a:xfrm>
            <a:off x="97790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0" name="t = 63">
            <a:extLst>
              <a:ext uri="{FF2B5EF4-FFF2-40B4-BE49-F238E27FC236}">
                <ns2:creationId id="{F3E38087-65C7-454B-9CC6-16CE968A0C26}"/>
              </a:ext>
            </a:extLst>
          </p:cNvPr>
          <p:cNvSpPr>
            <a:spLocks noGrp="1"/>
          </p:cNvSpPr>
          <p:nvPr/>
        </p:nvSpPr>
        <p:spPr>
          <a:xfrm>
            <a:off x="10572750" y="409575"/>
            <a:ext cx="16764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 = 63</a:t>
            </a:r>
          </a:p>
        </p:txBody>
      </p:sp>
      <p:pic>
        <p:nvPicPr>
          <p:cNvPr id="161" name="">
            <a:extLst>
              <a:ext uri="{FF2B5EF4-FFF2-40B4-BE49-F238E27FC236}">
                <ns2:creationId id="{E90A951C-2546-441C-9E76-C79B6DDF83BE}"/>
              </a:ext>
            </a:extLst>
          </p:cNvPr>
          <p:cNvPicPr>
            <a:picLocks noChangeAspect="1"/>
          </p:cNvPicPr>
          <p:nvPr/>
        </p:nvPicPr>
        <p:blipFill>
          <a:blip r:embed="R68720792861248a3"/>
          <a:stretch/>
        </p:blipFill>
        <p:spPr>
          <a:xfrm>
            <a:off x="10572750" y="685800"/>
            <a:ext cx="1676400" cy="1676400"/>
          </a:xfrm>
          <a:prstGeom prst="rect">
            <a:avLst/>
          </a:prstGeom>
        </p:spPr>
      </p:pic>
      <p:sp>
        <p:nvSpPr>
          <p:cNvPr id="162" name="Scientific domain frame">
            <a:extLst>
              <a:ext uri="{FF2B5EF4-FFF2-40B4-BE49-F238E27FC236}">
                <ns2:creationId id="{04A94EBD-083E-455E-A94D-829F2A938B75}"/>
              </a:ext>
            </a:extLst>
          </p:cNvPr>
          <p:cNvSpPr>
            <a:spLocks noGrp="1"/>
          </p:cNvSpPr>
          <p:nvPr/>
        </p:nvSpPr>
        <p:spPr>
          <a:xfrm>
            <a:off x="10572750" y="685800"/>
            <a:ext cx="1676400" cy="167640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167" name="Source identity A t63">
            <a:extLst>
              <a:ext uri="{FF2B5EF4-FFF2-40B4-BE49-F238E27FC236}">
                <ns2:creationId id="{B6634178-D42B-43CD-BD98-A690558355BF}"/>
              </a:ext>
            </a:extLst>
          </p:cNvPr>
          <p:cNvSpPr>
            <a:spLocks noGrp="1"/>
          </p:cNvSpPr>
          <p:nvPr/>
        </p:nvSpPr>
        <p:spPr>
          <a:xfrm>
            <a:off x="10937875" y="18637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2" name="Source identity B t63">
            <a:extLst>
              <a:ext uri="{FF2B5EF4-FFF2-40B4-BE49-F238E27FC236}">
                <ns2:creationId id="{DDD8742A-D892-4AAB-95D6-35F389BA1C85}"/>
              </a:ext>
            </a:extLst>
          </p:cNvPr>
          <p:cNvSpPr>
            <a:spLocks noGrp="1"/>
          </p:cNvSpPr>
          <p:nvPr/>
        </p:nvSpPr>
        <p:spPr>
          <a:xfrm>
            <a:off x="11776075" y="15843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7" name="Source identity C t63">
            <a:extLst>
              <a:ext uri="{FF2B5EF4-FFF2-40B4-BE49-F238E27FC236}">
                <ns2:creationId id="{95385464-C0D1-4181-9F79-160ACC616D81}"/>
              </a:ext>
            </a:extLst>
          </p:cNvPr>
          <p:cNvSpPr>
            <a:spLocks noGrp="1"/>
          </p:cNvSpPr>
          <p:nvPr/>
        </p:nvSpPr>
        <p:spPr>
          <a:xfrm>
            <a:off x="12055475" y="7461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8" name="Scientific path">
            <a:extLst>
              <a:ext uri="{FF2B5EF4-FFF2-40B4-BE49-F238E27FC236}">
                <ns2:creationId id="{B1370A7C-C14F-4ECB-BEAC-7C2C45FBD6F2}"/>
              </a:ext>
            </a:extLst>
          </p:cNvPr>
          <p:cNvSpPr>
            <a:spLocks noGrp="1"/>
          </p:cNvSpPr>
          <p:nvPr/>
        </p:nvSpPr>
        <p:spPr>
          <a:xfrm>
            <a:off x="10572750" y="2790825"/>
            <a:ext cx="1676400" cy="95"/>
          </a:xfrm>
          <a:custGeom>
            <a:pathLst>
              <a:path w="1676400" h="95">
                <a:moveTo>
                  <a:pt x="0" y="0"/>
                </a:moveTo>
                <a:lnTo>
                  <a:pt x="167640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79" name="Scientific path">
            <a:extLst>
              <a:ext uri="{FF2B5EF4-FFF2-40B4-BE49-F238E27FC236}">
                <ns2:creationId id="{B9E8707F-F7EB-4471-BD5A-0990E66B4ABD}"/>
              </a:ext>
            </a:extLst>
          </p:cNvPr>
          <p:cNvSpPr>
            <a:spLocks noGrp="1"/>
          </p:cNvSpPr>
          <p:nvPr/>
        </p:nvSpPr>
        <p:spPr>
          <a:xfrm>
            <a:off x="12192000" y="2762250"/>
            <a:ext cx="57150" cy="28575"/>
          </a:xfrm>
          <a:custGeom>
            <a:pathLst>
              <a:path w="57150" h="28575">
                <a:moveTo>
                  <a:pt x="0" y="0"/>
                </a:moveTo>
                <a:lnTo>
                  <a:pt x="57150" y="28575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80" name="Scientific path">
            <a:extLst>
              <a:ext uri="{FF2B5EF4-FFF2-40B4-BE49-F238E27FC236}">
                <ns2:creationId id="{B1E68AEF-062B-4859-A37A-F2560420F200}"/>
              </a:ext>
            </a:extLst>
          </p:cNvPr>
          <p:cNvSpPr>
            <a:spLocks noGrp="1"/>
          </p:cNvSpPr>
          <p:nvPr/>
        </p:nvSpPr>
        <p:spPr>
          <a:xfrm>
            <a:off x="12192000" y="2790825"/>
            <a:ext cx="57150" cy="28575"/>
          </a:xfrm>
          <a:custGeom>
            <a:pathLst>
              <a:path w="57150" h="28575">
                <a:moveTo>
                  <a:pt x="0" y="28575"/>
                </a:moveTo>
                <a:lnTo>
                  <a:pt x="57150" y="0"/>
                </a:lnTo>
              </a:path>
            </a:pathLst>
          </a:custGeom>
          <a:noFill/>
          <a:ln w="10478">
            <a:solidFill>
              <a:srgbClr val="A7B3BD"/>
            </a:solidFill>
            <a:prstDash val="solid"/>
          </a:ln>
        </p:spPr>
      </p:sp>
      <p:sp>
        <p:nvSpPr>
          <p:cNvPr id="181" name="A exact x projection t63">
            <a:extLst>
              <a:ext uri="{FF2B5EF4-FFF2-40B4-BE49-F238E27FC236}">
                <ns2:creationId id="{245DF5DE-745E-4A45-B622-75DA4C10DBEC}"/>
              </a:ext>
            </a:extLst>
          </p:cNvPr>
          <p:cNvSpPr>
            <a:spLocks noGrp="1"/>
          </p:cNvSpPr>
          <p:nvPr/>
        </p:nvSpPr>
        <p:spPr>
          <a:xfrm>
            <a:off x="10810240" y="2748915"/>
            <a:ext cx="83820" cy="83820"/>
          </a:xfrm>
          <a:prstGeom prst="ellipse">
            <a:avLst/>
          </a:prstGeom>
          <a:solidFill>
            <a:srgbClr val="0072B2"/>
          </a:solidFill>
          <a:ln w="15240">
            <a:solidFill>
              <a:srgbClr val="0072B2"/>
            </a:solidFill>
          </a:ln>
        </p:spPr>
      </p:sp>
      <p:sp>
        <p:nvSpPr>
          <p:cNvPr id="182" name="A">
            <a:extLst>
              <a:ext uri="{FF2B5EF4-FFF2-40B4-BE49-F238E27FC236}">
                <ns2:creationId id="{8B35246D-A265-4848-A45F-6512F77B7B01}"/>
              </a:ext>
            </a:extLst>
          </p:cNvPr>
          <p:cNvSpPr>
            <a:spLocks noGrp="1"/>
          </p:cNvSpPr>
          <p:nvPr/>
        </p:nvSpPr>
        <p:spPr>
          <a:xfrm>
            <a:off x="107283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83" name="20">
            <a:extLst>
              <a:ext uri="{FF2B5EF4-FFF2-40B4-BE49-F238E27FC236}">
                <ns2:creationId id="{E2A32542-5083-4BE3-90F8-D80D2419931E}"/>
              </a:ext>
            </a:extLst>
          </p:cNvPr>
          <p:cNvSpPr>
            <a:spLocks noGrp="1"/>
          </p:cNvSpPr>
          <p:nvPr/>
        </p:nvSpPr>
        <p:spPr>
          <a:xfrm>
            <a:off x="106045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84" name="B exact x projection t63">
            <a:extLst>
              <a:ext uri="{FF2B5EF4-FFF2-40B4-BE49-F238E27FC236}">
                <ns2:creationId id="{FA004B35-632A-4910-B22C-9EB9BC30FFC7}"/>
              </a:ext>
            </a:extLst>
          </p:cNvPr>
          <p:cNvSpPr>
            <a:spLocks noGrp="1"/>
          </p:cNvSpPr>
          <p:nvPr/>
        </p:nvSpPr>
        <p:spPr>
          <a:xfrm>
            <a:off x="11648440" y="2748915"/>
            <a:ext cx="83820" cy="83820"/>
          </a:xfrm>
          <a:prstGeom prst="ellipse">
            <a:avLst/>
          </a:prstGeom>
          <a:solidFill>
            <a:srgbClr val="D55E00"/>
          </a:solidFill>
          <a:ln w="15240">
            <a:solidFill>
              <a:srgbClr val="D55E00"/>
            </a:solidFill>
          </a:ln>
        </p:spPr>
      </p:sp>
      <p:sp>
        <p:nvSpPr>
          <p:cNvPr id="185" name="B">
            <a:extLst>
              <a:ext uri="{FF2B5EF4-FFF2-40B4-BE49-F238E27FC236}">
                <ns2:creationId id="{EE34D481-8340-4A44-BB96-AC2C80F44B0E}"/>
              </a:ext>
            </a:extLst>
          </p:cNvPr>
          <p:cNvSpPr>
            <a:spLocks noGrp="1"/>
          </p:cNvSpPr>
          <p:nvPr/>
        </p:nvSpPr>
        <p:spPr>
          <a:xfrm>
            <a:off x="115665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6" name="80">
            <a:extLst>
              <a:ext uri="{FF2B5EF4-FFF2-40B4-BE49-F238E27FC236}">
                <ns2:creationId id="{ECA5A7E0-CF51-4D84-A180-F72AFC8B8A8C}"/>
              </a:ext>
            </a:extLst>
          </p:cNvPr>
          <p:cNvSpPr>
            <a:spLocks noGrp="1"/>
          </p:cNvSpPr>
          <p:nvPr/>
        </p:nvSpPr>
        <p:spPr>
          <a:xfrm>
            <a:off x="114427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187" name="C exact x projection t63">
            <a:extLst>
              <a:ext uri="{FF2B5EF4-FFF2-40B4-BE49-F238E27FC236}">
                <ns2:creationId id="{37469751-29D0-4490-8FC6-0272F9921DF8}"/>
              </a:ext>
            </a:extLst>
          </p:cNvPr>
          <p:cNvSpPr>
            <a:spLocks noGrp="1"/>
          </p:cNvSpPr>
          <p:nvPr/>
        </p:nvSpPr>
        <p:spPr>
          <a:xfrm>
            <a:off x="11927840" y="2748915"/>
            <a:ext cx="83820" cy="83820"/>
          </a:xfrm>
          <a:prstGeom prst="ellipse">
            <a:avLst/>
          </a:prstGeom>
          <a:solidFill>
            <a:srgbClr val="009E73"/>
          </a:solidFill>
          <a:ln w="15240">
            <a:solidFill>
              <a:srgbClr val="009E73"/>
            </a:solidFill>
          </a:ln>
        </p:spPr>
      </p:sp>
      <p:sp>
        <p:nvSpPr>
          <p:cNvPr id="188" name="C">
            <a:extLst>
              <a:ext uri="{FF2B5EF4-FFF2-40B4-BE49-F238E27FC236}">
                <ns2:creationId id="{F52189FD-9B0C-4847-8ECA-59E820D465D8}"/>
              </a:ext>
            </a:extLst>
          </p:cNvPr>
          <p:cNvSpPr>
            <a:spLocks noGrp="1"/>
          </p:cNvSpPr>
          <p:nvPr/>
        </p:nvSpPr>
        <p:spPr>
          <a:xfrm>
            <a:off x="11845925" y="250507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9" name="100">
            <a:extLst>
              <a:ext uri="{FF2B5EF4-FFF2-40B4-BE49-F238E27FC236}">
                <ns2:creationId id="{872569B2-2E18-42A0-A6EA-6E0DE9FAD79F}"/>
              </a:ext>
            </a:extLst>
          </p:cNvPr>
          <p:cNvSpPr>
            <a:spLocks noGrp="1"/>
          </p:cNvSpPr>
          <p:nvPr/>
        </p:nvSpPr>
        <p:spPr>
          <a:xfrm>
            <a:off x="11722100" y="289560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0" name="(b) TMTM">
            <a:extLst>
              <a:ext uri="{FF2B5EF4-FFF2-40B4-BE49-F238E27FC236}">
                <ns2:creationId id="{13AFB3CB-195B-4BA5-888B-0CA5094FF310}"/>
              </a:ext>
            </a:extLst>
          </p:cNvPr>
          <p:cNvSpPr>
            <a:spLocks noGrp="1"/>
          </p:cNvSpPr>
          <p:nvPr/>
        </p:nvSpPr>
        <p:spPr>
          <a:xfrm>
            <a:off x="704850" y="34099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TMTM</a:t>
            </a:r>
          </a:p>
        </p:txBody>
      </p:sp>
      <p:pic>
        <p:nvPicPr>
          <p:cNvPr id="192" name="">
            <a:extLst>
              <a:ext uri="{FF2B5EF4-FFF2-40B4-BE49-F238E27FC236}">
                <ns2:creationId id="{CC7D342D-5640-4C32-848A-E2D5B193299E}"/>
              </a:ext>
            </a:extLst>
          </p:cNvPr>
          <p:cNvPicPr>
            <a:picLocks noChangeAspect="1"/>
          </p:cNvPicPr>
          <p:nvPr/>
        </p:nvPicPr>
        <p:blipFill>
          <a:blip r:embed="R6b4d06adc5364dcc"/>
          <a:stretch/>
        </p:blipFill>
        <p:spPr>
          <a:xfrm>
            <a:off x="704850" y="3962400"/>
            <a:ext cx="3143250" cy="1619250"/>
          </a:xfrm>
          <a:prstGeom prst="rect">
            <a:avLst/>
          </a:prstGeom>
        </p:spPr>
      </p:pic>
      <p:sp>
        <p:nvSpPr>
          <p:cNvPr id="193" name="Snapshot time guide 12">
            <a:extLst>
              <a:ext uri="{FF2B5EF4-FFF2-40B4-BE49-F238E27FC236}">
                <ns2:creationId id="{9B94CD29-275D-4D5E-918B-F8DB718F5AD4}"/>
              </a:ext>
            </a:extLst>
          </p:cNvPr>
          <p:cNvSpPr>
            <a:spLocks noGrp="1"/>
          </p:cNvSpPr>
          <p:nvPr/>
        </p:nvSpPr>
        <p:spPr>
          <a:xfrm>
            <a:off x="1303564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194" name="Snapshot time guide 25">
            <a:extLst>
              <a:ext uri="{FF2B5EF4-FFF2-40B4-BE49-F238E27FC236}">
                <ns2:creationId id="{D093FFD8-9C95-45A5-A10F-DB7FDD20D703}"/>
              </a:ext>
            </a:extLst>
          </p:cNvPr>
          <p:cNvSpPr>
            <a:spLocks noGrp="1"/>
          </p:cNvSpPr>
          <p:nvPr/>
        </p:nvSpPr>
        <p:spPr>
          <a:xfrm>
            <a:off x="1952171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195" name="Snapshot time guide 38">
            <a:extLst>
              <a:ext uri="{FF2B5EF4-FFF2-40B4-BE49-F238E27FC236}">
                <ns2:creationId id="{86F84A92-3C15-48B1-8004-E55D69AF6BAD}"/>
              </a:ext>
            </a:extLst>
          </p:cNvPr>
          <p:cNvSpPr>
            <a:spLocks noGrp="1"/>
          </p:cNvSpPr>
          <p:nvPr/>
        </p:nvSpPr>
        <p:spPr>
          <a:xfrm>
            <a:off x="2600779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196" name="Snapshot time guide 51">
            <a:extLst>
              <a:ext uri="{FF2B5EF4-FFF2-40B4-BE49-F238E27FC236}">
                <ns2:creationId id="{0A3508C1-2781-48C5-91BB-6D4EA532877E}"/>
              </a:ext>
            </a:extLst>
          </p:cNvPr>
          <p:cNvSpPr>
            <a:spLocks noGrp="1"/>
          </p:cNvSpPr>
          <p:nvPr/>
        </p:nvSpPr>
        <p:spPr>
          <a:xfrm>
            <a:off x="3249386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197" name="A">
            <a:extLst>
              <a:ext uri="{FF2B5EF4-FFF2-40B4-BE49-F238E27FC236}">
                <ns2:creationId id="{61290144-4D7D-4254-8250-3C0F937E31F0}"/>
              </a:ext>
            </a:extLst>
          </p:cNvPr>
          <p:cNvSpPr>
            <a:spLocks noGrp="1"/>
          </p:cNvSpPr>
          <p:nvPr/>
        </p:nvSpPr>
        <p:spPr>
          <a:xfrm>
            <a:off x="3914775" y="4959243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8" name="B">
            <a:extLst>
              <a:ext uri="{FF2B5EF4-FFF2-40B4-BE49-F238E27FC236}">
                <ns2:creationId id="{BA29A57F-F0B8-433E-B411-887713F67192}"/>
              </a:ext>
            </a:extLst>
          </p:cNvPr>
          <p:cNvSpPr>
            <a:spLocks noGrp="1"/>
          </p:cNvSpPr>
          <p:nvPr/>
        </p:nvSpPr>
        <p:spPr>
          <a:xfrm>
            <a:off x="3914775" y="4657725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99" name="C">
            <a:extLst>
              <a:ext uri="{FF2B5EF4-FFF2-40B4-BE49-F238E27FC236}">
                <ns2:creationId id="{5A4262DB-1EE2-4630-9E96-4468FC7EE971}"/>
              </a:ext>
            </a:extLst>
          </p:cNvPr>
          <p:cNvSpPr>
            <a:spLocks noGrp="1"/>
          </p:cNvSpPr>
          <p:nvPr/>
        </p:nvSpPr>
        <p:spPr>
          <a:xfrm>
            <a:off x="3914775" y="4355761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00" name="Scientific domain frame">
            <a:extLst>
              <a:ext uri="{FF2B5EF4-FFF2-40B4-BE49-F238E27FC236}">
                <ns2:creationId id="{469726FD-3F64-4F8F-8852-ADC84CF1CB30}"/>
              </a:ext>
            </a:extLst>
          </p:cNvPr>
          <p:cNvSpPr>
            <a:spLocks noGrp="1"/>
          </p:cNvSpPr>
          <p:nvPr/>
        </p:nvSpPr>
        <p:spPr>
          <a:xfrm>
            <a:off x="704850" y="3962400"/>
            <a:ext cx="3143250" cy="161925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201" name="Scientific path">
            <a:extLst>
              <a:ext uri="{FF2B5EF4-FFF2-40B4-BE49-F238E27FC236}">
                <ns2:creationId id="{7BF6884F-D7E1-454D-B615-401CE40E1D4D}"/>
              </a:ext>
            </a:extLst>
          </p:cNvPr>
          <p:cNvSpPr>
            <a:spLocks noGrp="1"/>
          </p:cNvSpPr>
          <p:nvPr/>
        </p:nvSpPr>
        <p:spPr>
          <a:xfrm>
            <a:off x="704850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02" name="0">
            <a:extLst>
              <a:ext uri="{FF2B5EF4-FFF2-40B4-BE49-F238E27FC236}">
                <ns2:creationId id="{C268C6B5-5D1F-4D29-91CC-3875386457EB}"/>
              </a:ext>
            </a:extLst>
          </p:cNvPr>
          <p:cNvSpPr>
            <a:spLocks noGrp="1"/>
          </p:cNvSpPr>
          <p:nvPr/>
        </p:nvSpPr>
        <p:spPr>
          <a:xfrm>
            <a:off x="476250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3" name="Scientific path">
            <a:extLst>
              <a:ext uri="{FF2B5EF4-FFF2-40B4-BE49-F238E27FC236}">
                <ns2:creationId id="{950D715F-4BEB-45C5-AF71-EB99FD7EBA2E}"/>
              </a:ext>
            </a:extLst>
          </p:cNvPr>
          <p:cNvSpPr>
            <a:spLocks noGrp="1"/>
          </p:cNvSpPr>
          <p:nvPr/>
        </p:nvSpPr>
        <p:spPr>
          <a:xfrm>
            <a:off x="1303564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04" name="12">
            <a:extLst>
              <a:ext uri="{FF2B5EF4-FFF2-40B4-BE49-F238E27FC236}">
                <ns2:creationId id="{015864F2-3BF8-4A0C-A6A3-68998DA8404C}"/>
              </a:ext>
            </a:extLst>
          </p:cNvPr>
          <p:cNvSpPr>
            <a:spLocks noGrp="1"/>
          </p:cNvSpPr>
          <p:nvPr/>
        </p:nvSpPr>
        <p:spPr>
          <a:xfrm>
            <a:off x="1074964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05" name="Scientific path">
            <a:extLst>
              <a:ext uri="{FF2B5EF4-FFF2-40B4-BE49-F238E27FC236}">
                <ns2:creationId id="{2CBB1F32-8068-4008-9F34-5C730549DD3A}"/>
              </a:ext>
            </a:extLst>
          </p:cNvPr>
          <p:cNvSpPr>
            <a:spLocks noGrp="1"/>
          </p:cNvSpPr>
          <p:nvPr/>
        </p:nvSpPr>
        <p:spPr>
          <a:xfrm>
            <a:off x="1952171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06" name="25">
            <a:extLst>
              <a:ext uri="{FF2B5EF4-FFF2-40B4-BE49-F238E27FC236}">
                <ns2:creationId id="{15329D1D-826B-486B-BF0E-EF978BEA09E2}"/>
              </a:ext>
            </a:extLst>
          </p:cNvPr>
          <p:cNvSpPr>
            <a:spLocks noGrp="1"/>
          </p:cNvSpPr>
          <p:nvPr/>
        </p:nvSpPr>
        <p:spPr>
          <a:xfrm>
            <a:off x="1723571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07" name="Scientific path">
            <a:extLst>
              <a:ext uri="{FF2B5EF4-FFF2-40B4-BE49-F238E27FC236}">
                <ns2:creationId id="{B34CE0FA-1A98-4A51-9CAD-C894349A07F2}"/>
              </a:ext>
            </a:extLst>
          </p:cNvPr>
          <p:cNvSpPr>
            <a:spLocks noGrp="1"/>
          </p:cNvSpPr>
          <p:nvPr/>
        </p:nvSpPr>
        <p:spPr>
          <a:xfrm>
            <a:off x="2600779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08" name="38">
            <a:extLst>
              <a:ext uri="{FF2B5EF4-FFF2-40B4-BE49-F238E27FC236}">
                <ns2:creationId id="{5DEDF6C3-AA75-410B-A1D7-8125CC831326}"/>
              </a:ext>
            </a:extLst>
          </p:cNvPr>
          <p:cNvSpPr>
            <a:spLocks noGrp="1"/>
          </p:cNvSpPr>
          <p:nvPr/>
        </p:nvSpPr>
        <p:spPr>
          <a:xfrm>
            <a:off x="2372179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209" name="Scientific path">
            <a:extLst>
              <a:ext uri="{FF2B5EF4-FFF2-40B4-BE49-F238E27FC236}">
                <ns2:creationId id="{48B06EBD-9ECF-42A2-8C76-8D16527F7BA8}"/>
              </a:ext>
            </a:extLst>
          </p:cNvPr>
          <p:cNvSpPr>
            <a:spLocks noGrp="1"/>
          </p:cNvSpPr>
          <p:nvPr/>
        </p:nvSpPr>
        <p:spPr>
          <a:xfrm>
            <a:off x="3249386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10" name="51">
            <a:extLst>
              <a:ext uri="{FF2B5EF4-FFF2-40B4-BE49-F238E27FC236}">
                <ns2:creationId id="{836E5C6C-5FF6-4926-BC38-8F351CDDD5FB}"/>
              </a:ext>
            </a:extLst>
          </p:cNvPr>
          <p:cNvSpPr>
            <a:spLocks noGrp="1"/>
          </p:cNvSpPr>
          <p:nvPr/>
        </p:nvSpPr>
        <p:spPr>
          <a:xfrm>
            <a:off x="3020786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211" name="Scientific path">
            <a:extLst>
              <a:ext uri="{FF2B5EF4-FFF2-40B4-BE49-F238E27FC236}">
                <ns2:creationId id="{633A18F9-F932-4594-A418-12BADC043C6C}"/>
              </a:ext>
            </a:extLst>
          </p:cNvPr>
          <p:cNvSpPr>
            <a:spLocks noGrp="1"/>
          </p:cNvSpPr>
          <p:nvPr/>
        </p:nvSpPr>
        <p:spPr>
          <a:xfrm>
            <a:off x="3848100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12" name="63">
            <a:extLst>
              <a:ext uri="{FF2B5EF4-FFF2-40B4-BE49-F238E27FC236}">
                <ns2:creationId id="{090FCA8D-70CA-4BFC-995F-429209268FE0}"/>
              </a:ext>
            </a:extLst>
          </p:cNvPr>
          <p:cNvSpPr>
            <a:spLocks noGrp="1"/>
          </p:cNvSpPr>
          <p:nvPr/>
        </p:nvSpPr>
        <p:spPr>
          <a:xfrm>
            <a:off x="3619500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213" name="Scientific path">
            <a:extLst>
              <a:ext uri="{FF2B5EF4-FFF2-40B4-BE49-F238E27FC236}">
                <ns2:creationId id="{64BDC6B4-9227-4B8F-8EE8-F4199383D9F4}"/>
              </a:ext>
            </a:extLst>
          </p:cNvPr>
          <p:cNvSpPr>
            <a:spLocks noGrp="1"/>
          </p:cNvSpPr>
          <p:nvPr/>
        </p:nvSpPr>
        <p:spPr>
          <a:xfrm>
            <a:off x="666750" y="55816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14" name="0.0">
            <a:extLst>
              <a:ext uri="{FF2B5EF4-FFF2-40B4-BE49-F238E27FC236}">
                <ns2:creationId id="{0B69CF26-4C34-4D1F-84F5-D3F95C74E287}"/>
              </a:ext>
            </a:extLst>
          </p:cNvPr>
          <p:cNvSpPr>
            <a:spLocks noGrp="1"/>
          </p:cNvSpPr>
          <p:nvPr/>
        </p:nvSpPr>
        <p:spPr>
          <a:xfrm>
            <a:off x="161925" y="546735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15" name="Scientific path">
            <a:extLst>
              <a:ext uri="{FF2B5EF4-FFF2-40B4-BE49-F238E27FC236}">
                <ns2:creationId id="{DECD1A47-228F-4A20-A699-85F83177BC8A}"/>
              </a:ext>
            </a:extLst>
          </p:cNvPr>
          <p:cNvSpPr>
            <a:spLocks noGrp="1"/>
          </p:cNvSpPr>
          <p:nvPr/>
        </p:nvSpPr>
        <p:spPr>
          <a:xfrm>
            <a:off x="666750" y="47720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16" name="0.5">
            <a:extLst>
              <a:ext uri="{FF2B5EF4-FFF2-40B4-BE49-F238E27FC236}">
                <ns2:creationId id="{67B84D52-7E9F-4C38-8257-30B0A8EC896C}"/>
              </a:ext>
            </a:extLst>
          </p:cNvPr>
          <p:cNvSpPr>
            <a:spLocks noGrp="1"/>
          </p:cNvSpPr>
          <p:nvPr/>
        </p:nvSpPr>
        <p:spPr>
          <a:xfrm>
            <a:off x="161925" y="4657725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17" name="Scientific path">
            <a:extLst>
              <a:ext uri="{FF2B5EF4-FFF2-40B4-BE49-F238E27FC236}">
                <ns2:creationId id="{0402EA67-EC8D-4FFD-B401-084396FA5138}"/>
              </a:ext>
            </a:extLst>
          </p:cNvPr>
          <p:cNvSpPr>
            <a:spLocks noGrp="1"/>
          </p:cNvSpPr>
          <p:nvPr/>
        </p:nvSpPr>
        <p:spPr>
          <a:xfrm>
            <a:off x="666750" y="39624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18" name="1.0">
            <a:extLst>
              <a:ext uri="{FF2B5EF4-FFF2-40B4-BE49-F238E27FC236}">
                <ns2:creationId id="{A7EF2088-90C9-482C-92EC-03A72EE38B12}"/>
              </a:ext>
            </a:extLst>
          </p:cNvPr>
          <p:cNvSpPr>
            <a:spLocks noGrp="1"/>
          </p:cNvSpPr>
          <p:nvPr/>
        </p:nvSpPr>
        <p:spPr>
          <a:xfrm>
            <a:off x="161925" y="384810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219" name="Time">
            <a:extLst>
              <a:ext uri="{FF2B5EF4-FFF2-40B4-BE49-F238E27FC236}">
                <ns2:creationId id="{3513387C-1AA8-44C7-9BC5-A7FC80B8E8BE}"/>
              </a:ext>
            </a:extLst>
          </p:cNvPr>
          <p:cNvSpPr>
            <a:spLocks noGrp="1"/>
          </p:cNvSpPr>
          <p:nvPr/>
        </p:nvSpPr>
        <p:spPr>
          <a:xfrm>
            <a:off x="704850" y="5953125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220" name="(c) ST-MTM">
            <a:extLst>
              <a:ext uri="{FF2B5EF4-FFF2-40B4-BE49-F238E27FC236}">
                <ns2:creationId id="{134146D1-7D70-419A-ACA1-19D743CC14C1}"/>
              </a:ext>
            </a:extLst>
          </p:cNvPr>
          <p:cNvSpPr>
            <a:spLocks noGrp="1"/>
          </p:cNvSpPr>
          <p:nvPr/>
        </p:nvSpPr>
        <p:spPr>
          <a:xfrm>
            <a:off x="4943475" y="34099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ST-MTM</a:t>
            </a:r>
          </a:p>
        </p:txBody>
      </p:sp>
      <p:pic>
        <p:nvPicPr>
          <p:cNvPr id="222" name="">
            <a:extLst>
              <a:ext uri="{FF2B5EF4-FFF2-40B4-BE49-F238E27FC236}">
                <ns2:creationId id="{22FC2BC7-DC14-49C3-9617-9EF5037F4B29}"/>
              </a:ext>
            </a:extLst>
          </p:cNvPr>
          <p:cNvPicPr>
            <a:picLocks noChangeAspect="1"/>
          </p:cNvPicPr>
          <p:nvPr/>
        </p:nvPicPr>
        <p:blipFill>
          <a:blip r:embed="R0e7c4a6fcac04418"/>
          <a:stretch/>
        </p:blipFill>
        <p:spPr>
          <a:xfrm>
            <a:off x="4943475" y="3962400"/>
            <a:ext cx="3143250" cy="1619250"/>
          </a:xfrm>
          <a:prstGeom prst="rect">
            <a:avLst/>
          </a:prstGeom>
        </p:spPr>
      </p:pic>
      <p:sp>
        <p:nvSpPr>
          <p:cNvPr id="223" name="Snapshot time guide 12">
            <a:extLst>
              <a:ext uri="{FF2B5EF4-FFF2-40B4-BE49-F238E27FC236}">
                <ns2:creationId id="{3E8A330A-CD48-420D-8345-88E02B63C42A}"/>
              </a:ext>
            </a:extLst>
          </p:cNvPr>
          <p:cNvSpPr>
            <a:spLocks noGrp="1"/>
          </p:cNvSpPr>
          <p:nvPr/>
        </p:nvSpPr>
        <p:spPr>
          <a:xfrm>
            <a:off x="5542189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24" name="Snapshot time guide 25">
            <a:extLst>
              <a:ext uri="{FF2B5EF4-FFF2-40B4-BE49-F238E27FC236}">
                <ns2:creationId id="{01E14121-0207-41FD-81BF-295D0FFD21B6}"/>
              </a:ext>
            </a:extLst>
          </p:cNvPr>
          <p:cNvSpPr>
            <a:spLocks noGrp="1"/>
          </p:cNvSpPr>
          <p:nvPr/>
        </p:nvSpPr>
        <p:spPr>
          <a:xfrm>
            <a:off x="6190796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25" name="Snapshot time guide 38">
            <a:extLst>
              <a:ext uri="{FF2B5EF4-FFF2-40B4-BE49-F238E27FC236}">
                <ns2:creationId id="{492C9B69-0B84-4241-AAA8-2B1BAAA005B0}"/>
              </a:ext>
            </a:extLst>
          </p:cNvPr>
          <p:cNvSpPr>
            <a:spLocks noGrp="1"/>
          </p:cNvSpPr>
          <p:nvPr/>
        </p:nvSpPr>
        <p:spPr>
          <a:xfrm>
            <a:off x="6839404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26" name="Snapshot time guide 51">
            <a:extLst>
              <a:ext uri="{FF2B5EF4-FFF2-40B4-BE49-F238E27FC236}">
                <ns2:creationId id="{7AC11E77-33D8-4CB6-B206-DA7AA2B7EF00}"/>
              </a:ext>
            </a:extLst>
          </p:cNvPr>
          <p:cNvSpPr>
            <a:spLocks noGrp="1"/>
          </p:cNvSpPr>
          <p:nvPr/>
        </p:nvSpPr>
        <p:spPr>
          <a:xfrm>
            <a:off x="7488011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27" name="A">
            <a:extLst>
              <a:ext uri="{FF2B5EF4-FFF2-40B4-BE49-F238E27FC236}">
                <ns2:creationId id="{92EA564E-A065-44EC-ABDC-97227908403C}"/>
              </a:ext>
            </a:extLst>
          </p:cNvPr>
          <p:cNvSpPr>
            <a:spLocks noGrp="1"/>
          </p:cNvSpPr>
          <p:nvPr/>
        </p:nvSpPr>
        <p:spPr>
          <a:xfrm>
            <a:off x="8153400" y="5087746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8" name="B">
            <a:extLst>
              <a:ext uri="{FF2B5EF4-FFF2-40B4-BE49-F238E27FC236}">
                <ns2:creationId id="{95C9182F-C55D-4643-BD13-4BE0F4ED167B}"/>
              </a:ext>
            </a:extLst>
          </p:cNvPr>
          <p:cNvSpPr>
            <a:spLocks noGrp="1"/>
          </p:cNvSpPr>
          <p:nvPr/>
        </p:nvSpPr>
        <p:spPr>
          <a:xfrm>
            <a:off x="8153400" y="4657923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29" name="C">
            <a:extLst>
              <a:ext uri="{FF2B5EF4-FFF2-40B4-BE49-F238E27FC236}">
                <ns2:creationId id="{5AD1B18D-AB9D-4ACB-BA1D-9650ABE640A0}"/>
              </a:ext>
            </a:extLst>
          </p:cNvPr>
          <p:cNvSpPr>
            <a:spLocks noGrp="1"/>
          </p:cNvSpPr>
          <p:nvPr/>
        </p:nvSpPr>
        <p:spPr>
          <a:xfrm>
            <a:off x="8153400" y="4227704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0" name="Scientific domain frame">
            <a:extLst>
              <a:ext uri="{FF2B5EF4-FFF2-40B4-BE49-F238E27FC236}">
                <ns2:creationId id="{17577DC8-1D83-4CF0-8D48-100EEC821556}"/>
              </a:ext>
            </a:extLst>
          </p:cNvPr>
          <p:cNvSpPr>
            <a:spLocks noGrp="1"/>
          </p:cNvSpPr>
          <p:nvPr/>
        </p:nvSpPr>
        <p:spPr>
          <a:xfrm>
            <a:off x="4943475" y="3962400"/>
            <a:ext cx="3143250" cy="161925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231" name="Scientific path">
            <a:extLst>
              <a:ext uri="{FF2B5EF4-FFF2-40B4-BE49-F238E27FC236}">
                <ns2:creationId id="{7FB18DAA-87D1-4141-8677-C48AF1902168}"/>
              </a:ext>
            </a:extLst>
          </p:cNvPr>
          <p:cNvSpPr>
            <a:spLocks noGrp="1"/>
          </p:cNvSpPr>
          <p:nvPr/>
        </p:nvSpPr>
        <p:spPr>
          <a:xfrm>
            <a:off x="4943475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32" name="0">
            <a:extLst>
              <a:ext uri="{FF2B5EF4-FFF2-40B4-BE49-F238E27FC236}">
                <ns2:creationId id="{3F01A953-BFFE-44C1-8177-754B179BBABC}"/>
              </a:ext>
            </a:extLst>
          </p:cNvPr>
          <p:cNvSpPr>
            <a:spLocks noGrp="1"/>
          </p:cNvSpPr>
          <p:nvPr/>
        </p:nvSpPr>
        <p:spPr>
          <a:xfrm>
            <a:off x="4714875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3" name="Scientific path">
            <a:extLst>
              <a:ext uri="{FF2B5EF4-FFF2-40B4-BE49-F238E27FC236}">
                <ns2:creationId id="{A0BA59A9-6565-431A-8ADB-140CF4889FB2}"/>
              </a:ext>
            </a:extLst>
          </p:cNvPr>
          <p:cNvSpPr>
            <a:spLocks noGrp="1"/>
          </p:cNvSpPr>
          <p:nvPr/>
        </p:nvSpPr>
        <p:spPr>
          <a:xfrm>
            <a:off x="5542189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34" name="12">
            <a:extLst>
              <a:ext uri="{FF2B5EF4-FFF2-40B4-BE49-F238E27FC236}">
                <ns2:creationId id="{F47AC4B3-8AB3-413E-984D-7EEDF2C6F057}"/>
              </a:ext>
            </a:extLst>
          </p:cNvPr>
          <p:cNvSpPr>
            <a:spLocks noGrp="1"/>
          </p:cNvSpPr>
          <p:nvPr/>
        </p:nvSpPr>
        <p:spPr>
          <a:xfrm>
            <a:off x="5313589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35" name="Scientific path">
            <a:extLst>
              <a:ext uri="{FF2B5EF4-FFF2-40B4-BE49-F238E27FC236}">
                <ns2:creationId id="{E4510C4F-9FAF-4A14-A67D-A3FF70243E26}"/>
              </a:ext>
            </a:extLst>
          </p:cNvPr>
          <p:cNvSpPr>
            <a:spLocks noGrp="1"/>
          </p:cNvSpPr>
          <p:nvPr/>
        </p:nvSpPr>
        <p:spPr>
          <a:xfrm>
            <a:off x="6190796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36" name="25">
            <a:extLst>
              <a:ext uri="{FF2B5EF4-FFF2-40B4-BE49-F238E27FC236}">
                <ns2:creationId id="{96A2BD81-16F1-407F-B0CA-40507C6B54FC}"/>
              </a:ext>
            </a:extLst>
          </p:cNvPr>
          <p:cNvSpPr>
            <a:spLocks noGrp="1"/>
          </p:cNvSpPr>
          <p:nvPr/>
        </p:nvSpPr>
        <p:spPr>
          <a:xfrm>
            <a:off x="5962196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37" name="Scientific path">
            <a:extLst>
              <a:ext uri="{FF2B5EF4-FFF2-40B4-BE49-F238E27FC236}">
                <ns2:creationId id="{101F4545-2B77-4934-BC40-59EF493F11CD}"/>
              </a:ext>
            </a:extLst>
          </p:cNvPr>
          <p:cNvSpPr>
            <a:spLocks noGrp="1"/>
          </p:cNvSpPr>
          <p:nvPr/>
        </p:nvSpPr>
        <p:spPr>
          <a:xfrm>
            <a:off x="6839404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38" name="38">
            <a:extLst>
              <a:ext uri="{FF2B5EF4-FFF2-40B4-BE49-F238E27FC236}">
                <ns2:creationId id="{C33EFBA2-AE56-4E0D-AC0F-117B06DBACB5}"/>
              </a:ext>
            </a:extLst>
          </p:cNvPr>
          <p:cNvSpPr>
            <a:spLocks noGrp="1"/>
          </p:cNvSpPr>
          <p:nvPr/>
        </p:nvSpPr>
        <p:spPr>
          <a:xfrm>
            <a:off x="6610804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239" name="Scientific path">
            <a:extLst>
              <a:ext uri="{FF2B5EF4-FFF2-40B4-BE49-F238E27FC236}">
                <ns2:creationId id="{C390A630-49E6-45E0-9C7A-666442F2F21C}"/>
              </a:ext>
            </a:extLst>
          </p:cNvPr>
          <p:cNvSpPr>
            <a:spLocks noGrp="1"/>
          </p:cNvSpPr>
          <p:nvPr/>
        </p:nvSpPr>
        <p:spPr>
          <a:xfrm>
            <a:off x="7488011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40" name="51">
            <a:extLst>
              <a:ext uri="{FF2B5EF4-FFF2-40B4-BE49-F238E27FC236}">
                <ns2:creationId id="{2F70FE9B-38A7-4B24-9138-FA61DC9133DA}"/>
              </a:ext>
            </a:extLst>
          </p:cNvPr>
          <p:cNvSpPr>
            <a:spLocks noGrp="1"/>
          </p:cNvSpPr>
          <p:nvPr/>
        </p:nvSpPr>
        <p:spPr>
          <a:xfrm>
            <a:off x="7259411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241" name="Scientific path">
            <a:extLst>
              <a:ext uri="{FF2B5EF4-FFF2-40B4-BE49-F238E27FC236}">
                <ns2:creationId id="{0F605C4E-1246-4CF5-B2A0-3AF341957D91}"/>
              </a:ext>
            </a:extLst>
          </p:cNvPr>
          <p:cNvSpPr>
            <a:spLocks noGrp="1"/>
          </p:cNvSpPr>
          <p:nvPr/>
        </p:nvSpPr>
        <p:spPr>
          <a:xfrm>
            <a:off x="8086725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42" name="63">
            <a:extLst>
              <a:ext uri="{FF2B5EF4-FFF2-40B4-BE49-F238E27FC236}">
                <ns2:creationId id="{64EAC6FA-4B4E-4787-9268-E130B44961EC}"/>
              </a:ext>
            </a:extLst>
          </p:cNvPr>
          <p:cNvSpPr>
            <a:spLocks noGrp="1"/>
          </p:cNvSpPr>
          <p:nvPr/>
        </p:nvSpPr>
        <p:spPr>
          <a:xfrm>
            <a:off x="7858125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243" name="Scientific path">
            <a:extLst>
              <a:ext uri="{FF2B5EF4-FFF2-40B4-BE49-F238E27FC236}">
                <ns2:creationId id="{4EF1D4F5-4BAE-4D3C-B107-2E382BDA26CA}"/>
              </a:ext>
            </a:extLst>
          </p:cNvPr>
          <p:cNvSpPr>
            <a:spLocks noGrp="1"/>
          </p:cNvSpPr>
          <p:nvPr/>
        </p:nvSpPr>
        <p:spPr>
          <a:xfrm>
            <a:off x="4905375" y="55816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44" name="0.0">
            <a:extLst>
              <a:ext uri="{FF2B5EF4-FFF2-40B4-BE49-F238E27FC236}">
                <ns2:creationId id="{8B9EFB3D-69CE-4986-9869-272A16B1C2D6}"/>
              </a:ext>
            </a:extLst>
          </p:cNvPr>
          <p:cNvSpPr>
            <a:spLocks noGrp="1"/>
          </p:cNvSpPr>
          <p:nvPr/>
        </p:nvSpPr>
        <p:spPr>
          <a:xfrm>
            <a:off x="4400550" y="546735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45" name="Scientific path">
            <a:extLst>
              <a:ext uri="{FF2B5EF4-FFF2-40B4-BE49-F238E27FC236}">
                <ns2:creationId id="{17323A69-9543-492D-BA9F-BD23C3881F5F}"/>
              </a:ext>
            </a:extLst>
          </p:cNvPr>
          <p:cNvSpPr>
            <a:spLocks noGrp="1"/>
          </p:cNvSpPr>
          <p:nvPr/>
        </p:nvSpPr>
        <p:spPr>
          <a:xfrm>
            <a:off x="4905375" y="47720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46" name="0.5">
            <a:extLst>
              <a:ext uri="{FF2B5EF4-FFF2-40B4-BE49-F238E27FC236}">
                <ns2:creationId id="{EABC9453-EE56-4ED5-B1F4-B7CC193854D4}"/>
              </a:ext>
            </a:extLst>
          </p:cNvPr>
          <p:cNvSpPr>
            <a:spLocks noGrp="1"/>
          </p:cNvSpPr>
          <p:nvPr/>
        </p:nvSpPr>
        <p:spPr>
          <a:xfrm>
            <a:off x="4400550" y="4657725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47" name="Scientific path">
            <a:extLst>
              <a:ext uri="{FF2B5EF4-FFF2-40B4-BE49-F238E27FC236}">
                <ns2:creationId id="{24CBF89D-7FB9-4CBB-926C-178CA44B7B7B}"/>
              </a:ext>
            </a:extLst>
          </p:cNvPr>
          <p:cNvSpPr>
            <a:spLocks noGrp="1"/>
          </p:cNvSpPr>
          <p:nvPr/>
        </p:nvSpPr>
        <p:spPr>
          <a:xfrm>
            <a:off x="4905375" y="39624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48" name="1.0">
            <a:extLst>
              <a:ext uri="{FF2B5EF4-FFF2-40B4-BE49-F238E27FC236}">
                <ns2:creationId id="{3A38E3E7-63F4-4B66-9C63-3AF02E3068D3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249" name="Time">
            <a:extLst>
              <a:ext uri="{FF2B5EF4-FFF2-40B4-BE49-F238E27FC236}">
                <ns2:creationId id="{0A413B9C-6B27-4F94-AA87-89F557C09ADB}"/>
              </a:ext>
            </a:extLst>
          </p:cNvPr>
          <p:cNvSpPr>
            <a:spLocks noGrp="1"/>
          </p:cNvSpPr>
          <p:nvPr/>
        </p:nvSpPr>
        <p:spPr>
          <a:xfrm>
            <a:off x="4943475" y="5953125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250" name="(d) RG-MTM-R">
            <a:extLst>
              <a:ext uri="{FF2B5EF4-FFF2-40B4-BE49-F238E27FC236}">
                <ns2:creationId id="{91E91D84-9E04-4B90-ABFC-820FC41710B3}"/>
              </a:ext>
            </a:extLst>
          </p:cNvPr>
          <p:cNvSpPr>
            <a:spLocks noGrp="1"/>
          </p:cNvSpPr>
          <p:nvPr/>
        </p:nvSpPr>
        <p:spPr>
          <a:xfrm>
            <a:off x="9182100" y="340995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RG-MTM-R</a:t>
            </a:r>
          </a:p>
        </p:txBody>
      </p:sp>
      <p:pic>
        <p:nvPicPr>
          <p:cNvPr id="252" name="">
            <a:extLst>
              <a:ext uri="{FF2B5EF4-FFF2-40B4-BE49-F238E27FC236}">
                <ns2:creationId id="{EAD25CA2-16C7-49CE-9048-DCF3B8A7488C}"/>
              </a:ext>
            </a:extLst>
          </p:cNvPr>
          <p:cNvPicPr>
            <a:picLocks noChangeAspect="1"/>
          </p:cNvPicPr>
          <p:nvPr/>
        </p:nvPicPr>
        <p:blipFill>
          <a:blip r:embed="R3e427929b0b04bba"/>
          <a:stretch/>
        </p:blipFill>
        <p:spPr>
          <a:xfrm>
            <a:off x="9182100" y="3962400"/>
            <a:ext cx="3143250" cy="1619250"/>
          </a:xfrm>
          <a:prstGeom prst="rect">
            <a:avLst/>
          </a:prstGeom>
        </p:spPr>
      </p:pic>
      <p:sp>
        <p:nvSpPr>
          <p:cNvPr id="253" name="Snapshot time guide 12">
            <a:extLst>
              <a:ext uri="{FF2B5EF4-FFF2-40B4-BE49-F238E27FC236}">
                <ns2:creationId id="{86FC2D46-DAF0-43D7-8F75-A9CC49D82C3E}"/>
              </a:ext>
            </a:extLst>
          </p:cNvPr>
          <p:cNvSpPr>
            <a:spLocks noGrp="1"/>
          </p:cNvSpPr>
          <p:nvPr/>
        </p:nvSpPr>
        <p:spPr>
          <a:xfrm>
            <a:off x="9780814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54" name="Snapshot time guide 25">
            <a:extLst>
              <a:ext uri="{FF2B5EF4-FFF2-40B4-BE49-F238E27FC236}">
                <ns2:creationId id="{136ECBDF-92F2-410F-A65D-91E55B06E873}"/>
              </a:ext>
            </a:extLst>
          </p:cNvPr>
          <p:cNvSpPr>
            <a:spLocks noGrp="1"/>
          </p:cNvSpPr>
          <p:nvPr/>
        </p:nvSpPr>
        <p:spPr>
          <a:xfrm>
            <a:off x="10429421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55" name="Snapshot time guide 38">
            <a:extLst>
              <a:ext uri="{FF2B5EF4-FFF2-40B4-BE49-F238E27FC236}">
                <ns2:creationId id="{CA3B1BF6-6203-4C6A-99B1-D05B6E741D92}"/>
              </a:ext>
            </a:extLst>
          </p:cNvPr>
          <p:cNvSpPr>
            <a:spLocks noGrp="1"/>
          </p:cNvSpPr>
          <p:nvPr/>
        </p:nvSpPr>
        <p:spPr>
          <a:xfrm>
            <a:off x="11078029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56" name="Snapshot time guide 51">
            <a:extLst>
              <a:ext uri="{FF2B5EF4-FFF2-40B4-BE49-F238E27FC236}">
                <ns2:creationId id="{10992206-A84C-4808-A120-8136D4F6D766}"/>
              </a:ext>
            </a:extLst>
          </p:cNvPr>
          <p:cNvSpPr>
            <a:spLocks noGrp="1"/>
          </p:cNvSpPr>
          <p:nvPr/>
        </p:nvSpPr>
        <p:spPr>
          <a:xfrm>
            <a:off x="11726636" y="3962400"/>
            <a:ext cx="95" cy="1619250"/>
          </a:xfrm>
          <a:custGeom>
            <a:pathLst>
              <a:path w="95" h="1619250">
                <a:moveTo>
                  <a:pt x="0" y="1619250"/>
                </a:moveTo>
                <a:lnTo>
                  <a:pt x="0" y="0"/>
                </a:lnTo>
              </a:path>
            </a:pathLst>
          </a:custGeom>
          <a:noFill/>
          <a:ln w="5715">
            <a:solidFill>
              <a:srgbClr val="91ADB2"/>
            </a:solidFill>
            <a:prstDash val="dash"/>
          </a:ln>
        </p:spPr>
      </p:sp>
      <p:sp>
        <p:nvSpPr>
          <p:cNvPr id="257" name="A fixed source-x reference">
            <a:extLst>
              <a:ext uri="{FF2B5EF4-FFF2-40B4-BE49-F238E27FC236}">
                <ns2:creationId id="{D1D9EB65-E633-4A8F-AF18-859FA7311283}"/>
              </a:ext>
            </a:extLst>
          </p:cNvPr>
          <p:cNvSpPr>
            <a:spLocks noGrp="1"/>
          </p:cNvSpPr>
          <p:nvPr/>
        </p:nvSpPr>
        <p:spPr>
          <a:xfrm>
            <a:off x="9182100" y="5311775"/>
            <a:ext cx="3143250" cy="95"/>
          </a:xfrm>
          <a:custGeom>
            <a:pathLst>
              <a:path w="3143250" h="9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7620">
            <a:solidFill>
              <a:srgbClr val="D5E5E7"/>
            </a:solidFill>
            <a:prstDash val="dash"/>
          </a:ln>
        </p:spPr>
      </p:sp>
      <p:sp>
        <p:nvSpPr>
          <p:cNvPr id="258" name="C fixed source-x reference">
            <a:extLst>
              <a:ext uri="{FF2B5EF4-FFF2-40B4-BE49-F238E27FC236}">
                <ns2:creationId id="{C3D485EE-80F7-4C2B-8B8D-9F72A0310BB6}"/>
              </a:ext>
            </a:extLst>
          </p:cNvPr>
          <p:cNvSpPr>
            <a:spLocks noGrp="1"/>
          </p:cNvSpPr>
          <p:nvPr/>
        </p:nvSpPr>
        <p:spPr>
          <a:xfrm>
            <a:off x="9182100" y="4232275"/>
            <a:ext cx="3143250" cy="95"/>
          </a:xfrm>
          <a:custGeom>
            <a:pathLst>
              <a:path w="3143250" h="9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7620">
            <a:solidFill>
              <a:srgbClr val="D5E5E7"/>
            </a:solidFill>
            <a:prstDash val="dash"/>
          </a:ln>
        </p:spPr>
      </p:sp>
      <p:sp>
        <p:nvSpPr>
          <p:cNvPr id="259" name="A">
            <a:extLst>
              <a:ext uri="{FF2B5EF4-FFF2-40B4-BE49-F238E27FC236}">
                <ns2:creationId id="{11A05C74-FF83-4DEE-A552-A2359D383B07}"/>
              </a:ext>
            </a:extLst>
          </p:cNvPr>
          <p:cNvSpPr>
            <a:spLocks noGrp="1"/>
          </p:cNvSpPr>
          <p:nvPr/>
        </p:nvSpPr>
        <p:spPr>
          <a:xfrm>
            <a:off x="12392025" y="5211117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60" name="B">
            <a:extLst>
              <a:ext uri="{FF2B5EF4-FFF2-40B4-BE49-F238E27FC236}">
                <ns2:creationId id="{030244A0-C1A6-4B34-81D7-89235FDBBDBF}"/>
              </a:ext>
            </a:extLst>
          </p:cNvPr>
          <p:cNvSpPr>
            <a:spLocks noGrp="1"/>
          </p:cNvSpPr>
          <p:nvPr/>
        </p:nvSpPr>
        <p:spPr>
          <a:xfrm>
            <a:off x="12392025" y="4401294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61" name="C">
            <a:extLst>
              <a:ext uri="{FF2B5EF4-FFF2-40B4-BE49-F238E27FC236}">
                <ns2:creationId id="{C58A9148-2617-4191-8E92-2C15AB99C68B}"/>
              </a:ext>
            </a:extLst>
          </p:cNvPr>
          <p:cNvSpPr>
            <a:spLocks noGrp="1"/>
          </p:cNvSpPr>
          <p:nvPr/>
        </p:nvSpPr>
        <p:spPr>
          <a:xfrm>
            <a:off x="12392025" y="4104333"/>
            <a:ext cx="2476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62" name="Scientific domain frame">
            <a:extLst>
              <a:ext uri="{FF2B5EF4-FFF2-40B4-BE49-F238E27FC236}">
                <ns2:creationId id="{2451ECA5-124D-49FD-B63C-35019B9CFA69}"/>
              </a:ext>
            </a:extLst>
          </p:cNvPr>
          <p:cNvSpPr>
            <a:spLocks noGrp="1"/>
          </p:cNvSpPr>
          <p:nvPr/>
        </p:nvSpPr>
        <p:spPr>
          <a:xfrm>
            <a:off x="9182100" y="3962400"/>
            <a:ext cx="3143250" cy="1619250"/>
          </a:xfrm>
          <a:prstGeom prst="rect">
            <a:avLst/>
          </a:prstGeom>
          <a:noFill/>
          <a:ln w="7620">
            <a:solidFill>
              <a:srgbClr val="B7C1C9"/>
            </a:solidFill>
          </a:ln>
        </p:spPr>
      </p:sp>
      <p:sp>
        <p:nvSpPr>
          <p:cNvPr id="263" name="Scientific path">
            <a:extLst>
              <a:ext uri="{FF2B5EF4-FFF2-40B4-BE49-F238E27FC236}">
                <ns2:creationId id="{259A47B4-3B74-418B-9438-10B32F4CE0B7}"/>
              </a:ext>
            </a:extLst>
          </p:cNvPr>
          <p:cNvSpPr>
            <a:spLocks noGrp="1"/>
          </p:cNvSpPr>
          <p:nvPr/>
        </p:nvSpPr>
        <p:spPr>
          <a:xfrm>
            <a:off x="9182100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64" name="0">
            <a:extLst>
              <a:ext uri="{FF2B5EF4-FFF2-40B4-BE49-F238E27FC236}">
                <ns2:creationId id="{864065BB-4382-47E8-9839-1D78B1E23CF4}"/>
              </a:ext>
            </a:extLst>
          </p:cNvPr>
          <p:cNvSpPr>
            <a:spLocks noGrp="1"/>
          </p:cNvSpPr>
          <p:nvPr/>
        </p:nvSpPr>
        <p:spPr>
          <a:xfrm>
            <a:off x="8953500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5" name="Scientific path">
            <a:extLst>
              <a:ext uri="{FF2B5EF4-FFF2-40B4-BE49-F238E27FC236}">
                <ns2:creationId id="{4BEE843D-AD37-4361-BFE3-F2DE43B4CEF5}"/>
              </a:ext>
            </a:extLst>
          </p:cNvPr>
          <p:cNvSpPr>
            <a:spLocks noGrp="1"/>
          </p:cNvSpPr>
          <p:nvPr/>
        </p:nvSpPr>
        <p:spPr>
          <a:xfrm>
            <a:off x="9780814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66" name="12">
            <a:extLst>
              <a:ext uri="{FF2B5EF4-FFF2-40B4-BE49-F238E27FC236}">
                <ns2:creationId id="{79A28A7E-CD80-4780-8D82-341D19A30AE6}"/>
              </a:ext>
            </a:extLst>
          </p:cNvPr>
          <p:cNvSpPr>
            <a:spLocks noGrp="1"/>
          </p:cNvSpPr>
          <p:nvPr/>
        </p:nvSpPr>
        <p:spPr>
          <a:xfrm>
            <a:off x="9552214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67" name="Scientific path">
            <a:extLst>
              <a:ext uri="{FF2B5EF4-FFF2-40B4-BE49-F238E27FC236}">
                <ns2:creationId id="{9F7DF4BE-F4C5-4DA6-A629-477BB65ADBDE}"/>
              </a:ext>
            </a:extLst>
          </p:cNvPr>
          <p:cNvSpPr>
            <a:spLocks noGrp="1"/>
          </p:cNvSpPr>
          <p:nvPr/>
        </p:nvSpPr>
        <p:spPr>
          <a:xfrm>
            <a:off x="10429421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68" name="25">
            <a:extLst>
              <a:ext uri="{FF2B5EF4-FFF2-40B4-BE49-F238E27FC236}">
                <ns2:creationId id="{DA51FB67-1BA8-4147-B5D9-67F8B7B395AA}"/>
              </a:ext>
            </a:extLst>
          </p:cNvPr>
          <p:cNvSpPr>
            <a:spLocks noGrp="1"/>
          </p:cNvSpPr>
          <p:nvPr/>
        </p:nvSpPr>
        <p:spPr>
          <a:xfrm>
            <a:off x="10200821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69" name="Scientific path">
            <a:extLst>
              <a:ext uri="{FF2B5EF4-FFF2-40B4-BE49-F238E27FC236}">
                <ns2:creationId id="{741F7C04-1941-4C2A-A678-1264D457DDE1}"/>
              </a:ext>
            </a:extLst>
          </p:cNvPr>
          <p:cNvSpPr>
            <a:spLocks noGrp="1"/>
          </p:cNvSpPr>
          <p:nvPr/>
        </p:nvSpPr>
        <p:spPr>
          <a:xfrm>
            <a:off x="11078029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70" name="38">
            <a:extLst>
              <a:ext uri="{FF2B5EF4-FFF2-40B4-BE49-F238E27FC236}">
                <ns2:creationId id="{08D413F5-5D3D-4636-A63D-6273A10DB152}"/>
              </a:ext>
            </a:extLst>
          </p:cNvPr>
          <p:cNvSpPr>
            <a:spLocks noGrp="1"/>
          </p:cNvSpPr>
          <p:nvPr/>
        </p:nvSpPr>
        <p:spPr>
          <a:xfrm>
            <a:off x="10849429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271" name="Scientific path">
            <a:extLst>
              <a:ext uri="{FF2B5EF4-FFF2-40B4-BE49-F238E27FC236}">
                <ns2:creationId id="{576B6BF8-81D6-4ADB-BE55-3E969E5CA5AA}"/>
              </a:ext>
            </a:extLst>
          </p:cNvPr>
          <p:cNvSpPr>
            <a:spLocks noGrp="1"/>
          </p:cNvSpPr>
          <p:nvPr/>
        </p:nvSpPr>
        <p:spPr>
          <a:xfrm>
            <a:off x="11726636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72" name="51">
            <a:extLst>
              <a:ext uri="{FF2B5EF4-FFF2-40B4-BE49-F238E27FC236}">
                <ns2:creationId id="{918615DD-3C20-4E57-BA96-6C76040C85EF}"/>
              </a:ext>
            </a:extLst>
          </p:cNvPr>
          <p:cNvSpPr>
            <a:spLocks noGrp="1"/>
          </p:cNvSpPr>
          <p:nvPr/>
        </p:nvSpPr>
        <p:spPr>
          <a:xfrm>
            <a:off x="11498036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273" name="Scientific path">
            <a:extLst>
              <a:ext uri="{FF2B5EF4-FFF2-40B4-BE49-F238E27FC236}">
                <ns2:creationId id="{C92CB6F8-FE1D-4FB4-B135-7D788990B286}"/>
              </a:ext>
            </a:extLst>
          </p:cNvPr>
          <p:cNvSpPr>
            <a:spLocks noGrp="1"/>
          </p:cNvSpPr>
          <p:nvPr/>
        </p:nvSpPr>
        <p:spPr>
          <a:xfrm>
            <a:off x="12325350" y="558165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74" name="63">
            <a:extLst>
              <a:ext uri="{FF2B5EF4-FFF2-40B4-BE49-F238E27FC236}">
                <ns2:creationId id="{D8E89D86-8797-4E39-BA9B-92C7015BF512}"/>
              </a:ext>
            </a:extLst>
          </p:cNvPr>
          <p:cNvSpPr>
            <a:spLocks noGrp="1"/>
          </p:cNvSpPr>
          <p:nvPr/>
        </p:nvSpPr>
        <p:spPr>
          <a:xfrm>
            <a:off x="12096750" y="564832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275" name="Scientific path">
            <a:extLst>
              <a:ext uri="{FF2B5EF4-FFF2-40B4-BE49-F238E27FC236}">
                <ns2:creationId id="{A1BA4BD0-D088-44BF-8B6E-9E72A914E23B}"/>
              </a:ext>
            </a:extLst>
          </p:cNvPr>
          <p:cNvSpPr>
            <a:spLocks noGrp="1"/>
          </p:cNvSpPr>
          <p:nvPr/>
        </p:nvSpPr>
        <p:spPr>
          <a:xfrm>
            <a:off x="9144000" y="55816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76" name="0">
            <a:extLst>
              <a:ext uri="{FF2B5EF4-FFF2-40B4-BE49-F238E27FC236}">
                <ns2:creationId id="{1E7AB87D-A8E8-4F3C-B8DF-A0AA6BD3C3C3}"/>
              </a:ext>
            </a:extLst>
          </p:cNvPr>
          <p:cNvSpPr>
            <a:spLocks noGrp="1"/>
          </p:cNvSpPr>
          <p:nvPr/>
        </p:nvSpPr>
        <p:spPr>
          <a:xfrm>
            <a:off x="8639175" y="546735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7" name="Scientific path">
            <a:extLst>
              <a:ext uri="{FF2B5EF4-FFF2-40B4-BE49-F238E27FC236}">
                <ns2:creationId id="{E2AACE1C-E77C-4797-B1DB-F477B1591C76}"/>
              </a:ext>
            </a:extLst>
          </p:cNvPr>
          <p:cNvSpPr>
            <a:spLocks noGrp="1"/>
          </p:cNvSpPr>
          <p:nvPr/>
        </p:nvSpPr>
        <p:spPr>
          <a:xfrm>
            <a:off x="9144000" y="50419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78" name="40">
            <a:extLst>
              <a:ext uri="{FF2B5EF4-FFF2-40B4-BE49-F238E27FC236}">
                <ns2:creationId id="{098C41E5-06BB-4656-8BB0-225F643ED3E0}"/>
              </a:ext>
            </a:extLst>
          </p:cNvPr>
          <p:cNvSpPr>
            <a:spLocks noGrp="1"/>
          </p:cNvSpPr>
          <p:nvPr/>
        </p:nvSpPr>
        <p:spPr>
          <a:xfrm>
            <a:off x="8639175" y="492760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79" name="Scientific path">
            <a:extLst>
              <a:ext uri="{FF2B5EF4-FFF2-40B4-BE49-F238E27FC236}">
                <ns2:creationId id="{4F634A40-B249-49DC-87CB-5D58E714F939}"/>
              </a:ext>
            </a:extLst>
          </p:cNvPr>
          <p:cNvSpPr>
            <a:spLocks noGrp="1"/>
          </p:cNvSpPr>
          <p:nvPr/>
        </p:nvSpPr>
        <p:spPr>
          <a:xfrm>
            <a:off x="9144000" y="45021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80" name="80">
            <a:extLst>
              <a:ext uri="{FF2B5EF4-FFF2-40B4-BE49-F238E27FC236}">
                <ns2:creationId id="{25825A79-C98F-4BBA-8044-130C3BF4FB86}"/>
              </a:ext>
            </a:extLst>
          </p:cNvPr>
          <p:cNvSpPr>
            <a:spLocks noGrp="1"/>
          </p:cNvSpPr>
          <p:nvPr/>
        </p:nvSpPr>
        <p:spPr>
          <a:xfrm>
            <a:off x="8639175" y="438785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81" name="Scientific path">
            <a:extLst>
              <a:ext uri="{FF2B5EF4-FFF2-40B4-BE49-F238E27FC236}">
                <ns2:creationId id="{6732F5DD-80AD-420C-BEEA-5AF2D72803CA}"/>
              </a:ext>
            </a:extLst>
          </p:cNvPr>
          <p:cNvSpPr>
            <a:spLocks noGrp="1"/>
          </p:cNvSpPr>
          <p:nvPr/>
        </p:nvSpPr>
        <p:spPr>
          <a:xfrm>
            <a:off x="9144000" y="396240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82" name="120">
            <a:extLst>
              <a:ext uri="{FF2B5EF4-FFF2-40B4-BE49-F238E27FC236}">
                <ns2:creationId id="{E47E39BD-E4ED-456F-BDD7-B5F483B169AE}"/>
              </a:ext>
            </a:extLst>
          </p:cNvPr>
          <p:cNvSpPr>
            <a:spLocks noGrp="1"/>
          </p:cNvSpPr>
          <p:nvPr/>
        </p:nvSpPr>
        <p:spPr>
          <a:xfrm>
            <a:off x="8639175" y="3848100"/>
            <a:ext cx="4476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283" name="Time">
            <a:extLst>
              <a:ext uri="{FF2B5EF4-FFF2-40B4-BE49-F238E27FC236}">
                <ns2:creationId id="{7BFDA0CB-6987-48D6-BA83-0BBD68BA7371}"/>
              </a:ext>
            </a:extLst>
          </p:cNvPr>
          <p:cNvSpPr>
            <a:spLocks noGrp="1"/>
          </p:cNvSpPr>
          <p:nvPr/>
        </p:nvSpPr>
        <p:spPr>
          <a:xfrm>
            <a:off x="9182100" y="5953125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</p:spTree>
    <p:extLst>
      <p:ext uri="{BB962C8B-B14F-4D97-AF65-F5344CB8AC3E}">
        <ns4:creationId val="1837124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2026-10-21T10:52:50.8270000Z</dcterms:created>
  <dcterms:modified xsi:type="dcterms:W3CDTF">2026-10-21T10:52:50.8270000Z</dcterms:modified>
</coreProperties>
</file>