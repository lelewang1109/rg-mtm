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80d697df84c59" /><Relationship Type="http://schemas.openxmlformats.org/officeDocument/2006/relationships/extended-properties" Target="/docProps/app.xml" Id="Rbeba8877a2eb4303" /><Relationship Type="http://schemas.openxmlformats.org/officeDocument/2006/relationships/officeDocument" Target="/ppt/presentation.xml" Id="R58235a62004e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b91e0795a04489"/>
  </p:sldMasterIdLst>
  <p:notesMasterIdLst>
    <p:notesMasterId xmlns:r="http://schemas.openxmlformats.org/officeDocument/2006/relationships" r:id="Rd1cdba3794504c5a"/>
  </p:notesMasterIdLst>
  <p:sldIdLst>
    <p:sldId xmlns:r="http://schemas.openxmlformats.org/officeDocument/2006/relationships" id="256" r:id="Rd6d40e7f0bf54b39"/>
  </p:sldIdLst>
  <p:sldSz cx="13716000" cy="1181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88fef61d4448b" /><Relationship Type="http://schemas.openxmlformats.org/officeDocument/2006/relationships/slideMaster" Target="/ppt/slideMasters/slideMaster1.xml" Id="R33b91e0795a04489" /><Relationship Type="http://schemas.openxmlformats.org/officeDocument/2006/relationships/notesMaster" Target="/ppt/notesMasters/notesMaster1.xml" Id="Rd1cdba3794504c5a" /><Relationship Type="http://schemas.openxmlformats.org/officeDocument/2006/relationships/presProps" Target="/ppt/presProps.xml" Id="Ra8032f78eb974c41" /><Relationship Type="http://schemas.openxmlformats.org/officeDocument/2006/relationships/tableStyles" Target="/ppt/tableStyles.xml" Id="Rfb3a791016724a28" /><Relationship Type="http://schemas.openxmlformats.org/officeDocument/2006/relationships/slide" Target="/ppt/slides/slide1.xml" Id="Rd6d40e7f0bf54b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031aa5c6d14c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e69ca4d59e4394" /><Relationship Type="http://schemas.openxmlformats.org/officeDocument/2006/relationships/notesMaster" Target="/ppt/notesMasters/notesMaster1.xml" Id="Rc27adc097295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 "pm25_2000", "frames": 366, "selection_rule": "Among frames whose strongest 3-feature interleaving witness exceeds 2% L and whose three tracks coexist for at least 3 consecutive saved dates, choose the frame closest to the median witness obstruction; earliest tie. No error, motion, or gain criterion.", "candidate_frames": 35, "eligible_frames": 5, "median_witness_share": 0.10257453129283257, "candidates": [{"frame": 57, "date": "2000-02-27", "indices": [1, 3, 0], "tracks": [51, 53, 50], "witness_bound_share": 0.11864576520129538, "common_interval": [57, 57], "consecutive_frames": 1}, {"frame": 59, "date": "2000-02-29", "indices": [1, 3, 2], "tracks": [59, 56, 50], "witness_bound_share": 0.145126512428109, "common_interval": [59, 59], "consecutive_frames": 1}, {"frame": 68, "date": "2000-03-09", "indices": [0, 1, 3], "tracks": [67, 68, 59], "witness_bound_share": 0.020130089102266973, "common_interval": [68, 68], "consecutive_frames": 1}, {"frame": 71, "date": "2000-03-12", "indices": [1, 2, 0], "tracks": [72, 59, 71], "witness_bound_share": 0.100461221925475, "common_interval": [71, 71], "consecutive_frames": 1}, {"frame": 78, "date": "2000-03-19", "indices": [1, 2, 0], "tracks": [75, 59, 74], "witness_bound_share": 0.03972112084022017, "common_interval": [78, 78], "consecutive_frames": 1}, {"frame": 89, "date": "2000-03-30", "indices": [0, 2, 1], "tracks": [83, 82, 79], "witness_bound_share": 0.06126127507877781, "common_interval": [89, 89], "consecutive_frames": 1}, {"frame": 99, "date": "2000-04-09", "indices": [0, 2, 1], "tracks": [90, 89, 91], "witness_bound_share": 0.1645497806251511, "common_interval": [99, 99], "consecutive_frames": 1}, {"frame": 105, "date": "2000-04-15", "indices": [0, 1, 2], "tracks": [96, 97, 89], "witness_bound_share": 0.08227667864965493, "common_interval": [105, 106], "consecutive_frames": 2}, {"frame": 106, "date": "2000-04-16", "indices": [1, 2, 3], "tracks": [96, 97, 89], "witness_bound_share": 0.08562513626407582, "common_interval": [105, 106], "consecutive_frames": 2}, {"frame": 116, "date": "2000-04-26", "indices": [0, 4, 1], "tracks": [104, 97, 105], "witness_bound_share": 0.14671507112778534, "common_interval": [116, 116], "consecutive_frames": 1}, {"frame": 125, "date": "2000-05-05", "indices": [1, 3, 2], "tracks": [110, 114, 113], "witness_bound_share": 0.1290624318679621, "common_interval": [125, 125], "consecutive_frames": 1}, {"frame": 126, "date": "2000-05-06", "indices": [1, 3, 0], "tracks": [110, 116, 112], "witness_bound_share": 0.11899917565390755, "common_interval": [126, 126], "consecutive_frames": 1}, {"frame": 132, "date": "2000-05-12", "indices": [1, 2, 0], "tracks": [122, 123, 112], "witness_bound_share": 0.0676226632257989, "common_interval": [132, 132], "consecutive_frames": 1}, {"frame": 146, "date": "2000-05-26", "indices": [1, 2, 0], "tracks": [132, 122, 130], "witness_bound_share": 0.04873129904475394, "common_interval": [146, 146], "consecutive_frames": 1}, {"frame": 180, "date": "2000-06-29", "indices": [0, 2, 1], "tracks": [132, 144, 143], "witness_bound_share": 0.16260781147286274, "common_interval": [180, 180], "consecutive_frames": 1}, {"frame": 185, "date": "2000-07-04", "indices": [0, 2, 1], "tracks": [132, 147, 146], "witness_bound_share": 0.07750384920230999, "common_interval": [185, 187], "consecutive_frames": 3}, {"frame": 186, "date": "2000-07-05", "indices": [0, 2, 1], "tracks": [132, 147, 146], "witness_bound_share": 0.12111248502126526, "common_interval": [185, 187], "consecutive_frames": 3}, {"frame": 195, "date": "2000-07-14", "indices": [0, 2, 1], "tracks": [153, 146, 152], "witness_bound_share": 0.10257453129283257, "common_interval": [195, 197], "consecutive_frames": 3}, {"frame": 196, "date": "2000-07-15", "indices": [0, 2, 1], "tracks": [153, 146, 152], "witness_bound_share": 0.18043894429607085, "common_interval": [195, 197], "consecutive_frames": 3}, {"frame": 197, "date": "2000-07-16", "indices": [0, 2, 1], "tracks": [153, 154, 152], "witness_bound_share": 0.17267106768691734, "common_interval": [197, 197], "consecutive_frames": 1}, {"frame": 205, "date": "2000-07-24", "indices": [1, 2, 0], "tracks": [146, 157, 156], "witness_bound_share": 0.028958197069257816, "common_interval": [205, 205], "consecutive_frames": 1}, {"frame": 223, "date": "2000-08-11", "indices": [0, 3, 1], "tracks": [164, 165, 163], "witness_bound_share": 0.14954235474868316, "common_interval": [223, 223], "consecutive_frames": 1}, {"frame": 224, "date": "2000-08-12", "indices": [0, 2, 1], "tracks": [164, 158, 163], "witness_bound_share": 0.05861248502126494, "common_interval": [223, 224], "consecutive_frames": 2}, {"frame": 233, "date": "2000-08-21", "indices": [0, 3, 1], "tracks": [158, 170, 168], "witness_bound_share": 0.07397332135034518, "common_interval": [233, 233], "consecutive_frames": 1}, {"frame": 237, "date": "2000-08-25", "indices": [1, 3, 0], "tracks": [172, 174, 158], "witness_bound_share": 0.08315841644410643, "common_interval": [237, 237], "consecutive_frames": 1}, {"frame": 242, "date": "2000-08-30", "indices": [0, 2, 1], "tracks": [178, 174, 176], "witness_bound_share": 0.09710561096273759, "common_interval": [242, 242], "consecutive_frames": 1}, {"frame": 291, "date": "2000-10-18", "indices": [1, 2, 0], "tracks": [198, 203, 202], "witness_bound_share": 0.10893591943985323, "common_interval": [291, 291], "consecutive_frames": 1}, {"frame": 307, "date": "2000-11-03", "indices": [1, 2, 0], "tracks": [208, 198, 206], "witness_bound_share": 0.09480665468367891, "common_interval": [307, 307], "consecutive_frames": 1}, {"frame": 308, "date": "2000-11-04", "indices": [1, 2, 0], "tracks": [198, 209, 206], "witness_bound_share": 0.09321809598400267, "common_interval": [308, 309], "consecutive_frames": 2}, {"frame": 309, "date": "2000-11-05", "indices": [1, 4, 0], "tracks": [198, 211, 206], "witness_bound_share": 0.1108778885921416, "common_interval": [309, 309], "consecutive_frames": 1}, {"frame": 311, "date": "2000-11-07", "indices": [1, 2, 0], "tracks": [198, 212, 206], "witness_bound_share": 0.06956463237808728, "common_interval": [311, 311], "consecutive_frames": 1}, {"frame": 317, "date": "2000-11-13", "indices": [1, 2, 0], "tracks": [198, 216, 214], "witness_bound_share": 0.0669158423205744, "common_interval": [315, 317], "consecutive_frames": 3}, {"frame": 327, "date": "2000-11-23", "indices": [0, 2, 1], "tracks": [225, 224, 222], "witness_bound_share": 0.13524174977744002, "common_interval": [327, 328], "consecutive_frames": 2}, {"frame": 354, "date": "2000-12-20", "indices": [0, 1, 2], "tracks": [240, 241, 234], "witness_bound_share": 0.13135781147286307, "common_interval": [354, 355], "consecutive_frames": 2}, {"frame": 363, "date": "2000-12-29", "indices": [0, 2, 1], "tracks": [251, 234, 248], "witness_bound_share": 0.03813256214054377, "common_interval": [363, 363], "consecutive_frames": 1}], "selected": {"frame": 195, "date": "2000-07-14", "indices": [0, 2, 1], "tracks": [153, 146, 152], "witness_bound_share": 0.10257453129283257, "common_interval": [195, 197], "consecutive_frames": 3}, "local_window": [191, 202], "snapshot_frames": [193, 194, 195, 196, 197], "source_window": {"lon": [102, 114], "lat": [28, 38]}, "concentration_scales": {"annual_panel_a": [0, 165], "local_panels_bcd": [0, 100]}, "local_max_concentration": 81.18504185031695, "local_NMLE": [{"frame": 191, "date": "2000-07-10", "share": 0.0}, {"frame": 192, "date": "2000-07-11", "share": 0.0}, {"frame": 193, "date": "2000-07-12", "share": 0.0}, {"frame": 194, "date": "2000-07-13", "share": 0.0}, {"frame": 195, "date": "2000-07-14", "share": 0.011192097482450621}, {"frame": 196, "date": "2000-07-15", "share": 0.012491422624427628}, {"frame": 197, "date": "2000-07-16", "share": 0.03332004115957044}, {"frame": 198, "date": "2000-07-17", "share": 0.0}, {"frame": 199, "date": "2000-07-18", "share": 0.0}, {"frame": 200, "date": "2000-07-19", "share": 0.0}, {"frame": 201, "date": "2000-07-20", "share": 0.0}], "source_max": 281.70679108457335, "displayed_anchor_error": {"P": 0.14880906339640654, "R20": 0.008373065523806122}, "measured_NMLE": 0.011192097482450621, "scalar_normalization_range": 147.8858659252793, "pair_merges": [{"pair": "AB", "source": 25.93643493028604, "P": 25.93643493028604, "R20": 24.281281902573696}, {"pair": "AC", "source": 22.626128874861347, "P": 22.626128874861347, "R20": 24.281281902573696}, {"pair": "BC", "source": 22.626128874861347, "P": 22.626128874861347, "R20": 24.281281902573696}], "track_C_Jul14_to_15": [{"method": "reference", "change_L": 0.016242574123531917}, {"method": "P", "change_L": -0.3184371184371184}, {"method": "R20", "change_L": 0.03272283272283272}], "markers": [{"frame": 193, "date": "2000-07-12", "label": "B", "track": 146, "leaf": 468, "layout_xy": [47.80336928385022, 16.387979319297813], "lonlat": [108.73469387755102, 29.85551384381592], "reference": 0.2891963701725391, "anchor_P": 0.28083028083028083, "anchor_R20": 0.28083028083028083}, {"frame": 194, "date": "2000-07-13", "label": "B", "track": 146, "leaf": 2093, "layout_xy": [61.70980398460661, 73.3146443231745], "lonlat": [110.6938775510204, 36.60314462193435], "reference": 0.6292337720830314, "anchor_P": 0.6376068376068376, "anchor_R20": 0.6376068376068376}, {"frame": 194, "date": "2000-07-13", "label": "C", "track": 152, "leaf": 454, "layout_xy": [23.467108557526544, 16.387979319297813], "lonlat": [105.30612244897962, 29.85551384381592], "reference": 0.4078421353738342, "anchor_P": 0.39951159951159954, "anchor_R20": 0.39951159951159954}, {"frame": 195, "date": "2000-07-14", "label": "A", "track": 153, "leaf": 290, "layout_xy": [79.09284736055223, 9.487777500646105], "lonlat": [113.14285714285717, 29.070185313506308], "reference": 0.0872172716379102, "anchor_P": 0.07081807081807082, "anchor_R20": 0.07887667887667887}, {"frame": 195, "date": "2000-07-14", "label": "B", "track": 146, "leaf": 2093, "layout_xy": [61.70980398460661, 73.3146443231745], "lonlat": [110.6938775510204, 36.60314462193435], "reference": 0.6292337720830314, "anchor_P": 0.4942612942612943, "anchor_R20": 0.6376068376068376}, {"frame": 195, "date": "2000-07-14", "label": "C", "track": 152, "leaf": 553, "layout_xy": [25.205412895121093, 19.8380802286237], "lonlat": [105.55102040816328, 30.250495012532976], "reference": 0.4240847094973663, "anchor_P": 0.5728937728937729, "anchor_R20": 0.4158730158730159}, {"frame": 196, "date": "2000-07-15", "label": "A", "track": 153, "leaf": 190, "layout_xy": [75.61623868536313, 6.037676591320252], "lonlat": [112.65306122448982, 28.67976573811708], "reference": 0.07944939502875653, "anchor_P": 0.28205128205128205, "anchor_R20": 0.08766788766788766}, {"frame": 196, "date": "2000-07-15", "label": "B", "track": 146, "leaf": 2161, "layout_xy": [9.560673856770016, 76.76474523250033], "lonlat": [103.34693877551021, 37.03019851006583], "reference": 0.9081919691522886, "anchor_P": 0.8490842490842491, "anchor_R20": 0.8998778998778999}, {"frame": 196, "date": "2000-07-15", "label": "C", "track": 152, "leaf": 652, "layout_xy": [26.94371723271564, 23.288181137949554], "lonlat": [105.79591836734696, 30.647070610326907], "reference": 0.44032728362089824, "anchor_P": 0.25445665445665444, "anchor_R20": 0.4485958485958486}, {"frame": 197, "date": "2000-07-16", "label": "A", "track": 153, "leaf": 337, "layout_xy": [75.61623868536313, 11.212827955309049], "lonlat": [112.65306122448982, 29.26594961849858], "reference": 0.11652530248562187, "anchor_P": 0.29743589743589743, "anchor_R20": 0.11282051282051282}, {"frame": 197, "date": "2000-07-16", "label": "B", "track": 146, "leaf": 2191, "layout_xy": [61.70980398460661, 76.76474523250033], "lonlat": [110.6938775510204, 37.03019851006583], "reference": 0.6539510437209414, "anchor_P": 0.6554334554334554, "anchor_R20": 0.6593406593406593}, {"frame": 197, "date": "2000-07-16", "label": "C", "track": 152, "leaf": 599, "layout_xy": [19.990499882337307, 21.56313068328661], "lonlat": [104.81632653061224, 30.44858111473888], "reference": 0.46186743785945655, "anchor_P": 0.2644688644688645, "anchor_R20": 0.4534798534798535}], "annual_motion": {"P": "42/95", "R20": "47/95"}, "interpretation": "Selected mechanism witness, not an independently validated pollution episode or representative estimate. The concentration timestamps are 10:30; daily averaging is not established.", "source_sha256": {"/Users/lele/Desktop/MergeTreeMaps/RG-MTM/code/results/pm25_2000/dataset.pkl": "c6762bd2e5f9f974c9d0bd5ff7f2b6a3fd0bc40c95743d5d1da8af4b573033ee", "/Users/lele/Desktop/MergeTreeMaps/RG-MTM/code/results/pm25_2000/maps.npz": "f6b888c288107baf20c2b65b39ff7c8281346de5342ab3245624e632eeca0cb5", "/Users/lele/Desktop/MergeTreeMaps/RG-MTM/code/results/pm25_2000/landmarks.npz": "d386aabc5cb56206af09bc671750c724fc3ed7cfb01c8cd3a6fd88be93ea0720", "/Users/lele/Desktop/MergeTreeMaps/RG-MTM/data/geo/pm25_context/china_admin1.geojson": "82f37cad6a44cc48dcac7249e4eed411c47f5c46ca3d7a78668e7d5ad95a2187", "/Users/lele/Desktop/MergeTreeMaps/RG-MTM/data/geo/pm25_context/source.json": "e054976f1e6e06a1df9ebbc39196fc8a9253f0942cd8d6af4335471121f02bd5", "/Users/lele/Desktop/MergeTreeMaps/RG-MTM/paper/scripts/prepare_pm25_case.py": "a13875090a93808c754a4ed34c3dbadcd7731ca082cbd0570c808265dee11825", "/Users/lele/Desktop/MergeTreeMaps/RG-MTM/code/data/public_scalar/pm25_2000_20000101_20001231.nc": "44b8d32f0114f5befb5a55bf32e51406bf3f65884f9b4abc3b6bdcca93d11411"}}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beef16d8448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dde2d00934b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e56e352634f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73145d1f64da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b8a614bed4e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46c79f05e43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BD112B-7991-4F7B-823E-0C7C2E4D8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4461933"/>
            <a:ext cx="10972800" cy="1706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37E1F8-BD70-46E7-ADD4-3DA10C550C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6496050"/>
            <a:ext cx="9601200" cy="131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455D9A-673E-470D-AAC3-ABE7BB14E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4921250"/>
            <a:ext cx="10972800" cy="19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B22552-FC22-441E-AF8F-81E39591F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918633"/>
            <a:ext cx="12172950" cy="1443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4CA14E-00DE-47EB-96D6-03F0F44E4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3280833"/>
            <a:ext cx="12172950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B9EF49-F9A0-4759-BC2F-712CBD2D9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918633"/>
            <a:ext cx="12172950" cy="1443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A9703D-075C-4BE5-8353-79D485A4F6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3280833"/>
            <a:ext cx="5657850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D5443C-12D3-49B7-94C6-456AE604B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3280833"/>
            <a:ext cx="5657850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C45CFD-3342-4961-B15B-E47EB4DD8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918633"/>
            <a:ext cx="12172950" cy="1443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5A4B35-1909-45FE-B86B-B575CE6B3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3280833"/>
            <a:ext cx="5657850" cy="734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96932504124aca" /><Relationship Type="http://schemas.openxmlformats.org/officeDocument/2006/relationships/slideLayout" Target="/ppt/slideLayouts/slideLayout1.xml" Id="R1d5351dd86ce47e8" /><Relationship Type="http://schemas.openxmlformats.org/officeDocument/2006/relationships/slideLayout" Target="/ppt/slideLayouts/slideLayout2.xml" Id="R96dc863de0f94c51" /><Relationship Type="http://schemas.openxmlformats.org/officeDocument/2006/relationships/slideLayout" Target="/ppt/slideLayouts/slideLayout3.xml" Id="Rf5fd78af90034955" /><Relationship Type="http://schemas.openxmlformats.org/officeDocument/2006/relationships/slideLayout" Target="/ppt/slideLayouts/slideLayout4.xml" Id="R5254cd882d834363" /><Relationship Type="http://schemas.openxmlformats.org/officeDocument/2006/relationships/slideLayout" Target="/ppt/slideLayouts/slideLayout5.xml" Id="Re193449dd069465d" /><Relationship Type="http://schemas.openxmlformats.org/officeDocument/2006/relationships/slideLayout" Target="/ppt/slideLayouts/slideLayout6.xml" Id="R4cf6197a0975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5351dd86ce47e8"/>
    <p:sldLayoutId xmlns:r="http://schemas.openxmlformats.org/officeDocument/2006/relationships" id="2147483650" r:id="R96dc863de0f94c51"/>
    <p:sldLayoutId xmlns:r="http://schemas.openxmlformats.org/officeDocument/2006/relationships" id="2147483651" r:id="Rf5fd78af90034955"/>
    <p:sldLayoutId xmlns:r="http://schemas.openxmlformats.org/officeDocument/2006/relationships" id="2147483652" r:id="R5254cd882d834363"/>
    <p:sldLayoutId xmlns:r="http://schemas.openxmlformats.org/officeDocument/2006/relationships" id="2147483653" r:id="Re193449dd069465d"/>
    <p:sldLayoutId xmlns:r="http://schemas.openxmlformats.org/officeDocument/2006/relationships" id="2147483654" r:id="R4cf6197a0975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2768a06334c0d" /><Relationship Type="http://schemas.openxmlformats.org/officeDocument/2006/relationships/image" Target="/ppt/media/image.png" Id="R634ec7d678d64150" /><Relationship Type="http://schemas.openxmlformats.org/officeDocument/2006/relationships/image" Target="/ppt/media/image2.png" Id="R7d9cede297ea44c0" /><Relationship Type="http://schemas.openxmlformats.org/officeDocument/2006/relationships/image" Target="/ppt/media/image3.png" Id="R821bd0b9183f4d2f" /><Relationship Type="http://schemas.openxmlformats.org/officeDocument/2006/relationships/image" Target="/ppt/media/image4.png" Id="R2c61afc213a34f18" /><Relationship Type="http://schemas.openxmlformats.org/officeDocument/2006/relationships/image" Target="/ppt/media/image5.png" Id="R06ef78ef3ca9405c" /><Relationship Type="http://schemas.openxmlformats.org/officeDocument/2006/relationships/image" Target="/ppt/media/image6.png" Id="R64553e667f5b4856" /><Relationship Type="http://schemas.openxmlformats.org/officeDocument/2006/relationships/image" Target="/ppt/media/image7.png" Id="R76e2683e934a43b2" /><Relationship Type="http://schemas.openxmlformats.org/officeDocument/2006/relationships/image" Target="/ppt/media/image8.png" Id="R3e60a96477bc4da4" /><Relationship Type="http://schemas.openxmlformats.org/officeDocument/2006/relationships/image" Target="/ppt/media/image9.png" Id="R8eccc4fa42544053" /><Relationship Type="http://schemas.openxmlformats.org/officeDocument/2006/relationships/image" Target="/ppt/media/image10.png" Id="Re6a2d988a4c44be7" /><Relationship Type="http://schemas.openxmlformats.org/officeDocument/2006/relationships/image" Target="/ppt/media/image11.png" Id="Rdf8176ac84734054" /><Relationship Type="http://schemas.openxmlformats.org/officeDocument/2006/relationships/image" Target="/ppt/media/image12.png" Id="R018e3504b5ad4977" /><Relationship Type="http://schemas.openxmlformats.org/officeDocument/2006/relationships/notesSlide" Target="/ppt/notesSlides/notesSlide1.xml" Id="R3dfd93d1f5ad4a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2" name="text_000">
            <a:extLst xmlns:a="http://schemas.openxmlformats.org/drawingml/2006/main">
              <a:ext uri="{FF2B5EF4-FFF2-40B4-BE49-F238E27FC236}">
                <a16:creationId xmlns:a16="http://schemas.microsoft.com/office/drawing/2014/main" id="{D3C55D10-172A-4944-9CEE-FA25D67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38100"/>
            <a:ext cx="1285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PM2.5 in 2000: complete RG-MTM-R20 map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5BE09-3862-4560-88BE-14452D2F9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ec7d678d64150"/>
          <a:stretch xmlns:a="http://schemas.openxmlformats.org/drawingml/2006/main"/>
        </p:blipFill>
        <p:spPr>
          <a:xfrm xmlns:a="http://schemas.openxmlformats.org/drawingml/2006/main">
            <a:off x="762000" y="409579"/>
            <a:ext cx="12192000" cy="1381117"/>
          </a:xfrm>
          <a:prstGeom xmlns:a="http://schemas.openxmlformats.org/drawingml/2006/main" prst="rect">
            <a:avLst/>
          </a:prstGeom>
        </p:spPr>
      </p:pic>
      <p:sp>
        <p:nvSpPr>
          <p:cNvPr id="3" name="line_002">
            <a:extLst xmlns:a="http://schemas.openxmlformats.org/drawingml/2006/main">
              <a:ext uri="{FF2B5EF4-FFF2-40B4-BE49-F238E27FC236}">
                <a16:creationId xmlns:a16="http://schemas.microsoft.com/office/drawing/2014/main" id="{9CD5E512-883C-425A-A50B-3BDD7DA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AEE508EA-3529-48B3-B4F8-8EEDDE0B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1695450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line_004">
            <a:extLst xmlns:a="http://schemas.openxmlformats.org/drawingml/2006/main">
              <a:ext uri="{FF2B5EF4-FFF2-40B4-BE49-F238E27FC236}">
                <a16:creationId xmlns:a16="http://schemas.microsoft.com/office/drawing/2014/main" id="{75F2F5F8-0612-48EA-841B-C1B0F14C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0138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30E5926F-FE8A-41C6-874B-67FA033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1004888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7" name="line_006">
            <a:extLst xmlns:a="http://schemas.openxmlformats.org/drawingml/2006/main">
              <a:ext uri="{FF2B5EF4-FFF2-40B4-BE49-F238E27FC236}">
                <a16:creationId xmlns:a16="http://schemas.microsoft.com/office/drawing/2014/main" id="{4F9C5FEE-1A74-424C-9141-787684B4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96B5C0DB-030A-426D-B40D-9ED4C311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3143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line_008">
            <a:extLst xmlns:a="http://schemas.openxmlformats.org/drawingml/2006/main">
              <a:ext uri="{FF2B5EF4-FFF2-40B4-BE49-F238E27FC236}">
                <a16:creationId xmlns:a16="http://schemas.microsoft.com/office/drawing/2014/main" id="{DC4C0671-E07C-4733-B514-2797F3A6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56" y="17907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0E2D5232-3AE2-4A3F-A431-4AB8BA5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606" y="18573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Jan 1</a:t>
            </a:r>
          </a:p>
        </p:txBody>
      </p:sp>
      <p:sp>
        <p:nvSpPr>
          <p:cNvPr id="11" name="line_010">
            <a:extLst xmlns:a="http://schemas.openxmlformats.org/drawingml/2006/main">
              <a:ext uri="{FF2B5EF4-FFF2-40B4-BE49-F238E27FC236}">
                <a16:creationId xmlns:a16="http://schemas.microsoft.com/office/drawing/2014/main" id="{18A338A4-A47E-4732-9752-363AFD2C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907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2" name="text_011">
            <a:extLst xmlns:a="http://schemas.openxmlformats.org/drawingml/2006/main">
              <a:ext uri="{FF2B5EF4-FFF2-40B4-BE49-F238E27FC236}">
                <a16:creationId xmlns:a16="http://schemas.microsoft.com/office/drawing/2014/main" id="{AA0AC925-091A-412B-AECD-AAE018C1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8573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Apr 1</a:t>
            </a:r>
          </a:p>
        </p:txBody>
      </p:sp>
      <p:sp>
        <p:nvSpPr>
          <p:cNvPr id="13" name="line_012">
            <a:extLst xmlns:a="http://schemas.openxmlformats.org/drawingml/2006/main">
              <a:ext uri="{FF2B5EF4-FFF2-40B4-BE49-F238E27FC236}">
                <a16:creationId xmlns:a16="http://schemas.microsoft.com/office/drawing/2014/main" id="{C9E101F7-2F1A-444C-99AC-0DCA2C1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1344" y="17907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4" name="text_013">
            <a:extLst xmlns:a="http://schemas.openxmlformats.org/drawingml/2006/main">
              <a:ext uri="{FF2B5EF4-FFF2-40B4-BE49-F238E27FC236}">
                <a16:creationId xmlns:a16="http://schemas.microsoft.com/office/drawing/2014/main" id="{25AAE51D-303C-4FF5-AD71-B29B52C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1294" y="18573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</a:t>
            </a:r>
          </a:p>
        </p:txBody>
      </p:sp>
      <p:sp>
        <p:nvSpPr>
          <p:cNvPr id="15" name="line_014">
            <a:extLst xmlns:a="http://schemas.openxmlformats.org/drawingml/2006/main">
              <a:ext uri="{FF2B5EF4-FFF2-40B4-BE49-F238E27FC236}">
                <a16:creationId xmlns:a16="http://schemas.microsoft.com/office/drawing/2014/main" id="{A800572D-79AE-4A50-A2A0-1022A1B9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907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5805BD51-282A-44E6-A86A-8EDB43CC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18573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Oct 1</a:t>
            </a:r>
          </a:p>
        </p:txBody>
      </p:sp>
      <p:sp>
        <p:nvSpPr>
          <p:cNvPr id="17" name="line_016">
            <a:extLst xmlns:a="http://schemas.openxmlformats.org/drawingml/2006/main">
              <a:ext uri="{FF2B5EF4-FFF2-40B4-BE49-F238E27FC236}">
                <a16:creationId xmlns:a16="http://schemas.microsoft.com/office/drawing/2014/main" id="{EE482BAE-D014-4BC5-B883-916D0ADE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7344" y="17907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EE6EC6DC-1173-4B66-8A91-0C87656B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7294" y="18573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 31</a:t>
            </a:r>
          </a:p>
        </p:txBody>
      </p:sp>
      <p:sp>
        <p:nvSpPr>
          <p:cNvPr id="19" name="rect_018">
            <a:extLst xmlns:a="http://schemas.openxmlformats.org/drawingml/2006/main">
              <a:ext uri="{FF2B5EF4-FFF2-40B4-BE49-F238E27FC236}">
                <a16:creationId xmlns:a16="http://schemas.microsoft.com/office/drawing/2014/main" id="{48266364-61AF-486C-A433-E5865187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09575"/>
            <a:ext cx="1219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D744E60C-A3CF-4660-B4BE-87A4C829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1717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Normalized fixed reference position</a:t>
            </a:r>
          </a:p>
        </p:txBody>
      </p:sp>
      <p:sp>
        <p:nvSpPr>
          <p:cNvPr id="21" name="rect_020">
            <a:extLst xmlns:a="http://schemas.openxmlformats.org/drawingml/2006/main">
              <a:ext uri="{FF2B5EF4-FFF2-40B4-BE49-F238E27FC236}">
                <a16:creationId xmlns:a16="http://schemas.microsoft.com/office/drawing/2014/main" id="{F09FB3F7-C0E0-41CA-9A23-84C8F8D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492" y="409575"/>
            <a:ext cx="366426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2182B"/>
            </a:solidFill>
            <a:prstDash val="solid"/>
          </a:ln>
        </p:spPr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AC08E30E-6E93-478D-A94E-2CAE2786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3992" y="161925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B218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2182B"/>
                </a:solidFill>
                <a:latin typeface="Arial"/>
                <a:ea typeface="Arial"/>
                <a:cs typeface="Arial"/>
              </a:rPr>
              <a:t>Jul 10-20</a:t>
            </a:r>
          </a:p>
        </p:txBody>
      </p:sp>
      <p:sp>
        <p:nvSpPr>
          <p:cNvPr id="23" name="line_022">
            <a:extLst xmlns:a="http://schemas.openxmlformats.org/drawingml/2006/main">
              <a:ext uri="{FF2B5EF4-FFF2-40B4-BE49-F238E27FC236}">
                <a16:creationId xmlns:a16="http://schemas.microsoft.com/office/drawing/2014/main" id="{4FA17FA1-DF85-4032-81D6-FCCB9750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770" y="409575"/>
            <a:ext cx="95" cy="1381125"/>
          </a:xfrm>
          <a:custGeom xmlns:a="http://schemas.openxmlformats.org/drawingml/2006/main">
            <a:pathLst>
              <a:path w="9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dash"/>
          </a:ln>
        </p:spPr>
      </p:sp>
      <p:sp>
        <p:nvSpPr>
          <p:cNvPr id="24" name="line_023">
            <a:extLst xmlns:a="http://schemas.openxmlformats.org/drawingml/2006/main">
              <a:ext uri="{FF2B5EF4-FFF2-40B4-BE49-F238E27FC236}">
                <a16:creationId xmlns:a16="http://schemas.microsoft.com/office/drawing/2014/main" id="{C88FF49E-6F4C-4D5F-82CA-3E47AE6D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1082" y="409575"/>
            <a:ext cx="95" cy="1381125"/>
          </a:xfrm>
          <a:custGeom xmlns:a="http://schemas.openxmlformats.org/drawingml/2006/main">
            <a:pathLst>
              <a:path w="9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dash"/>
          </a:ln>
        </p:spPr>
      </p:sp>
      <p:sp>
        <p:nvSpPr>
          <p:cNvPr id="25" name="line_024">
            <a:extLst xmlns:a="http://schemas.openxmlformats.org/drawingml/2006/main">
              <a:ext uri="{FF2B5EF4-FFF2-40B4-BE49-F238E27FC236}">
                <a16:creationId xmlns:a16="http://schemas.microsoft.com/office/drawing/2014/main" id="{92C5F4B6-3872-4887-8B12-4AE020AE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393" y="409575"/>
            <a:ext cx="95" cy="1381125"/>
          </a:xfrm>
          <a:custGeom xmlns:a="http://schemas.openxmlformats.org/drawingml/2006/main">
            <a:pathLst>
              <a:path w="9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dash"/>
          </a:ln>
        </p:spPr>
      </p:sp>
      <p:sp>
        <p:nvSpPr>
          <p:cNvPr id="26" name="line_025">
            <a:extLst xmlns:a="http://schemas.openxmlformats.org/drawingml/2006/main">
              <a:ext uri="{FF2B5EF4-FFF2-40B4-BE49-F238E27FC236}">
                <a16:creationId xmlns:a16="http://schemas.microsoft.com/office/drawing/2014/main" id="{EE73EDE2-F0AA-412D-B370-4BEAE7B1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705" y="409575"/>
            <a:ext cx="95" cy="1381125"/>
          </a:xfrm>
          <a:custGeom xmlns:a="http://schemas.openxmlformats.org/drawingml/2006/main">
            <a:pathLst>
              <a:path w="9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dash"/>
          </a:ln>
        </p:spPr>
      </p:sp>
      <p:sp>
        <p:nvSpPr>
          <p:cNvPr id="27" name="line_026">
            <a:extLst xmlns:a="http://schemas.openxmlformats.org/drawingml/2006/main">
              <a:ext uri="{FF2B5EF4-FFF2-40B4-BE49-F238E27FC236}">
                <a16:creationId xmlns:a16="http://schemas.microsoft.com/office/drawing/2014/main" id="{2B51978F-A3BE-417B-9FDE-D7D09B59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016" y="409575"/>
            <a:ext cx="95" cy="1381125"/>
          </a:xfrm>
          <a:custGeom xmlns:a="http://schemas.openxmlformats.org/drawingml/2006/main">
            <a:pathLst>
              <a:path w="95" h="1381125">
                <a:moveTo>
                  <a:pt x="0" y="0"/>
                </a:moveTo>
                <a:lnTo>
                  <a:pt x="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dash"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16450-4A81-4BC1-B56E-B48CF45A6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cede297ea44c0"/>
          <a:stretch xmlns:a="http://schemas.openxmlformats.org/drawingml/2006/main"/>
        </p:blipFill>
        <p:spPr>
          <a:xfrm xmlns:a="http://schemas.openxmlformats.org/drawingml/2006/main">
            <a:off x="7715250" y="2238375"/>
            <a:ext cx="4857750" cy="123825"/>
          </a:xfrm>
          <a:prstGeom xmlns:a="http://schemas.openxmlformats.org/drawingml/2006/main" prst="rect">
            <a:avLst/>
          </a:prstGeom>
        </p:spPr>
      </p:pic>
      <p:sp>
        <p:nvSpPr>
          <p:cNvPr id="29" name="text_028">
            <a:extLst xmlns:a="http://schemas.openxmlformats.org/drawingml/2006/main">
              <a:ext uri="{FF2B5EF4-FFF2-40B4-BE49-F238E27FC236}">
                <a16:creationId xmlns:a16="http://schemas.microsoft.com/office/drawing/2014/main" id="{1C17921B-A12A-4D96-A2F4-AD2F0CA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3907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4528C496-7FE1-4808-AE02-0F3F40A6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8086" y="23907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31" name="text_030">
            <a:extLst xmlns:a="http://schemas.openxmlformats.org/drawingml/2006/main">
              <a:ext uri="{FF2B5EF4-FFF2-40B4-BE49-F238E27FC236}">
                <a16:creationId xmlns:a16="http://schemas.microsoft.com/office/drawing/2014/main" id="{D945B940-8D43-4B91-8143-429402F7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723" y="23907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394B912E-AF9E-4B8C-9CD3-BCB6E938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3359" y="23907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33" name="text_032">
            <a:extLst xmlns:a="http://schemas.openxmlformats.org/drawingml/2006/main">
              <a:ext uri="{FF2B5EF4-FFF2-40B4-BE49-F238E27FC236}">
                <a16:creationId xmlns:a16="http://schemas.microsoft.com/office/drawing/2014/main" id="{B6A45E34-8104-4846-ABD2-D41FA326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23907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</a:t>
            </a:r>
          </a:p>
        </p:txBody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0C6464F1-9A4F-467F-9B5E-DC0B0744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686050"/>
            <a:ext cx="485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Panel (a): concentration (ug m-3)</a:t>
            </a:r>
          </a:p>
        </p:txBody>
      </p:sp>
      <p:sp>
        <p:nvSpPr>
          <p:cNvPr id="35" name="text_034">
            <a:extLst xmlns:a="http://schemas.openxmlformats.org/drawingml/2006/main">
              <a:ext uri="{FF2B5EF4-FFF2-40B4-BE49-F238E27FC236}">
                <a16:creationId xmlns:a16="http://schemas.microsoft.com/office/drawing/2014/main" id="{A3BB4511-4DA9-450D-B014-99B6CA6C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2686050"/>
            <a:ext cx="733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Supplied concentration fields: Jul 12-16</a:t>
            </a:r>
          </a:p>
        </p:txBody>
      </p:sp>
      <p:sp>
        <p:nvSpPr>
          <p:cNvPr id="36" name="text_035">
            <a:extLst xmlns:a="http://schemas.openxmlformats.org/drawingml/2006/main">
              <a:ext uri="{FF2B5EF4-FFF2-40B4-BE49-F238E27FC236}">
                <a16:creationId xmlns:a16="http://schemas.microsoft.com/office/drawing/2014/main" id="{3AD4A2F2-3428-4073-8F66-4BCDFB57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9813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2000-07-12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592960-40A0-477C-8E0B-82BADF1663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bd0b9183f4d2f"/>
          <a:stretch xmlns:a="http://schemas.openxmlformats.org/drawingml/2006/main"/>
        </p:blipFill>
        <p:spPr>
          <a:xfrm xmlns:a="http://schemas.openxmlformats.org/drawingml/2006/main">
            <a:off x="666880" y="3257550"/>
            <a:ext cx="2238115" cy="2221308"/>
          </a:xfrm>
          <a:prstGeom xmlns:a="http://schemas.openxmlformats.org/drawingml/2006/main" prst="rect">
            <a:avLst/>
          </a:prstGeom>
        </p:spPr>
      </p:pic>
      <p:sp>
        <p:nvSpPr>
          <p:cNvPr id="38" name="rect_037">
            <a:extLst xmlns:a="http://schemas.openxmlformats.org/drawingml/2006/main">
              <a:ext uri="{FF2B5EF4-FFF2-40B4-BE49-F238E27FC236}">
                <a16:creationId xmlns:a16="http://schemas.microsoft.com/office/drawing/2014/main" id="{14A9E20B-C016-4C51-8D47-7CCFB3F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257550"/>
            <a:ext cx="2238375" cy="2221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A4726896-02E7-4577-97BD-51E3E506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86DE5756-1588-49AD-B69C-49A3C10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2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2791857D-AF79-4212-A2C8-35E226CE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42" name="text_041">
            <a:extLst xmlns:a="http://schemas.openxmlformats.org/drawingml/2006/main">
              <a:ext uri="{FF2B5EF4-FFF2-40B4-BE49-F238E27FC236}">
                <a16:creationId xmlns:a16="http://schemas.microsoft.com/office/drawing/2014/main" id="{EFD6466A-8EDF-4DA6-B228-EAC5DFC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5383608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3" name="text_042">
            <a:extLst xmlns:a="http://schemas.openxmlformats.org/drawingml/2006/main">
              <a:ext uri="{FF2B5EF4-FFF2-40B4-BE49-F238E27FC236}">
                <a16:creationId xmlns:a16="http://schemas.microsoft.com/office/drawing/2014/main" id="{9AE826DC-BB0D-4A17-979E-D8C507B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4241463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4" name="text_043">
            <a:extLst xmlns:a="http://schemas.openxmlformats.org/drawingml/2006/main">
              <a:ext uri="{FF2B5EF4-FFF2-40B4-BE49-F238E27FC236}">
                <a16:creationId xmlns:a16="http://schemas.microsoft.com/office/drawing/2014/main" id="{B0FF310B-6580-403F-8AA0-97451EC6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3162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45" name="ellipse_044">
            <a:extLst xmlns:a="http://schemas.openxmlformats.org/drawingml/2006/main">
              <a:ext uri="{FF2B5EF4-FFF2-40B4-BE49-F238E27FC236}">
                <a16:creationId xmlns:a16="http://schemas.microsoft.com/office/drawing/2014/main" id="{4AAAF4A4-7F40-420A-95AF-5646CCC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5831" y="49910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46" name="ellipse_045">
            <a:extLst xmlns:a="http://schemas.openxmlformats.org/drawingml/2006/main">
              <a:ext uri="{FF2B5EF4-FFF2-40B4-BE49-F238E27FC236}">
                <a16:creationId xmlns:a16="http://schemas.microsoft.com/office/drawing/2014/main" id="{7E19B136-DDBB-461D-833F-E316212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4881" y="50100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9ADADC6D-26A3-4000-905A-89521DC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9181" y="4819596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48" name="text_047">
            <a:extLst xmlns:a="http://schemas.openxmlformats.org/drawingml/2006/main">
              <a:ext uri="{FF2B5EF4-FFF2-40B4-BE49-F238E27FC236}">
                <a16:creationId xmlns:a16="http://schemas.microsoft.com/office/drawing/2014/main" id="{991EFB6D-C17B-47E2-A3EE-5C5C553A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29813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2000-07-13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2E52D0-D0BB-44CD-A709-CE885B4EA5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1afc213a34f18"/>
          <a:stretch xmlns:a="http://schemas.openxmlformats.org/drawingml/2006/main"/>
        </p:blipFill>
        <p:spPr>
          <a:xfrm xmlns:a="http://schemas.openxmlformats.org/drawingml/2006/main">
            <a:off x="3276730" y="3257550"/>
            <a:ext cx="2238115" cy="2221308"/>
          </a:xfrm>
          <a:prstGeom xmlns:a="http://schemas.openxmlformats.org/drawingml/2006/main" prst="rect">
            <a:avLst/>
          </a:prstGeom>
        </p:spPr>
      </p:pic>
      <p:sp>
        <p:nvSpPr>
          <p:cNvPr id="50" name="rect_049">
            <a:extLst xmlns:a="http://schemas.openxmlformats.org/drawingml/2006/main">
              <a:ext uri="{FF2B5EF4-FFF2-40B4-BE49-F238E27FC236}">
                <a16:creationId xmlns:a16="http://schemas.microsoft.com/office/drawing/2014/main" id="{1DE932A7-335D-46BC-ADAD-71758F60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3257550"/>
            <a:ext cx="2238375" cy="2221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51" name="text_050">
            <a:extLst xmlns:a="http://schemas.openxmlformats.org/drawingml/2006/main">
              <a:ext uri="{FF2B5EF4-FFF2-40B4-BE49-F238E27FC236}">
                <a16:creationId xmlns:a16="http://schemas.microsoft.com/office/drawing/2014/main" id="{ADE7102E-A204-4BCB-B9D7-E303205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52" name="text_051">
            <a:extLst xmlns:a="http://schemas.openxmlformats.org/drawingml/2006/main">
              <a:ext uri="{FF2B5EF4-FFF2-40B4-BE49-F238E27FC236}">
                <a16:creationId xmlns:a16="http://schemas.microsoft.com/office/drawing/2014/main" id="{8B482EA4-B481-4EC2-805A-E14F58F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7662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53" name="text_052">
            <a:extLst xmlns:a="http://schemas.openxmlformats.org/drawingml/2006/main">
              <a:ext uri="{FF2B5EF4-FFF2-40B4-BE49-F238E27FC236}">
                <a16:creationId xmlns:a16="http://schemas.microsoft.com/office/drawing/2014/main" id="{A2CF93D9-175E-4BCA-A792-6D894C28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6850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54" name="ellipse_053">
            <a:extLst xmlns:a="http://schemas.openxmlformats.org/drawingml/2006/main">
              <a:ext uri="{FF2B5EF4-FFF2-40B4-BE49-F238E27FC236}">
                <a16:creationId xmlns:a16="http://schemas.microsoft.com/office/drawing/2014/main" id="{78D2ADE5-6C19-4581-BA05-C5ABD299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130" y="34950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55" name="ellipse_054">
            <a:extLst xmlns:a="http://schemas.openxmlformats.org/drawingml/2006/main">
              <a:ext uri="{FF2B5EF4-FFF2-40B4-BE49-F238E27FC236}">
                <a16:creationId xmlns:a16="http://schemas.microsoft.com/office/drawing/2014/main" id="{BD7F6BC7-66D7-436B-90CF-DA92D2C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0180" y="35141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DF882FC4-F288-4953-A870-D05D4D2A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480" y="3323613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7" name="ellipse_056">
            <a:extLst xmlns:a="http://schemas.openxmlformats.org/drawingml/2006/main">
              <a:ext uri="{FF2B5EF4-FFF2-40B4-BE49-F238E27FC236}">
                <a16:creationId xmlns:a16="http://schemas.microsoft.com/office/drawing/2014/main" id="{C0D6D482-B640-4D7F-84CE-36F18DA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6145" y="499104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58" name="ellipse_057">
            <a:extLst xmlns:a="http://schemas.openxmlformats.org/drawingml/2006/main">
              <a:ext uri="{FF2B5EF4-FFF2-40B4-BE49-F238E27FC236}">
                <a16:creationId xmlns:a16="http://schemas.microsoft.com/office/drawing/2014/main" id="{AFB18527-44C8-4C42-97DE-CB3F8CE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5195" y="50100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59" name="text_058">
            <a:extLst xmlns:a="http://schemas.openxmlformats.org/drawingml/2006/main">
              <a:ext uri="{FF2B5EF4-FFF2-40B4-BE49-F238E27FC236}">
                <a16:creationId xmlns:a16="http://schemas.microsoft.com/office/drawing/2014/main" id="{C8F9516A-E3BB-4E6A-973F-F1FA7BFB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9495" y="4819596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text_059">
            <a:extLst xmlns:a="http://schemas.openxmlformats.org/drawingml/2006/main">
              <a:ext uri="{FF2B5EF4-FFF2-40B4-BE49-F238E27FC236}">
                <a16:creationId xmlns:a16="http://schemas.microsoft.com/office/drawing/2014/main" id="{09C5A20F-A67B-48B7-87DC-EAA0558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813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2000-07-14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B0384B-1E1A-4027-A93F-3C7E9DA47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f78ef3ca9405c"/>
          <a:stretch xmlns:a="http://schemas.openxmlformats.org/drawingml/2006/main"/>
        </p:blipFill>
        <p:spPr>
          <a:xfrm xmlns:a="http://schemas.openxmlformats.org/drawingml/2006/main">
            <a:off x="5886580" y="3257550"/>
            <a:ext cx="2238115" cy="2221308"/>
          </a:xfrm>
          <a:prstGeom xmlns:a="http://schemas.openxmlformats.org/drawingml/2006/main" prst="rect">
            <a:avLst/>
          </a:prstGeom>
        </p:spPr>
      </p:pic>
      <p:sp>
        <p:nvSpPr>
          <p:cNvPr id="62" name="rect_061">
            <a:extLst xmlns:a="http://schemas.openxmlformats.org/drawingml/2006/main">
              <a:ext uri="{FF2B5EF4-FFF2-40B4-BE49-F238E27FC236}">
                <a16:creationId xmlns:a16="http://schemas.microsoft.com/office/drawing/2014/main" id="{53C14E72-A4FE-4BB7-BCB1-96C6AD1A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257550"/>
            <a:ext cx="2238375" cy="2221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63" name="text_062">
            <a:extLst xmlns:a="http://schemas.openxmlformats.org/drawingml/2006/main">
              <a:ext uri="{FF2B5EF4-FFF2-40B4-BE49-F238E27FC236}">
                <a16:creationId xmlns:a16="http://schemas.microsoft.com/office/drawing/2014/main" id="{DEFEA433-0884-4625-94CC-36A66292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64" name="text_063">
            <a:extLst xmlns:a="http://schemas.openxmlformats.org/drawingml/2006/main">
              <a:ext uri="{FF2B5EF4-FFF2-40B4-BE49-F238E27FC236}">
                <a16:creationId xmlns:a16="http://schemas.microsoft.com/office/drawing/2014/main" id="{D04648F5-8F09-4BF2-BFA1-6F198DD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7512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65" name="text_064">
            <a:extLst xmlns:a="http://schemas.openxmlformats.org/drawingml/2006/main">
              <a:ext uri="{FF2B5EF4-FFF2-40B4-BE49-F238E27FC236}">
                <a16:creationId xmlns:a16="http://schemas.microsoft.com/office/drawing/2014/main" id="{C1CC5AE5-67FF-4179-85C2-5BF58827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66" name="ellipse_065">
            <a:extLst xmlns:a="http://schemas.openxmlformats.org/drawingml/2006/main">
              <a:ext uri="{FF2B5EF4-FFF2-40B4-BE49-F238E27FC236}">
                <a16:creationId xmlns:a16="http://schemas.microsoft.com/office/drawing/2014/main" id="{BF387C3F-6A40-45E5-A307-0AD4F3E9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791" y="517237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67" name="ellipse_066">
            <a:extLst xmlns:a="http://schemas.openxmlformats.org/drawingml/2006/main">
              <a:ext uri="{FF2B5EF4-FFF2-40B4-BE49-F238E27FC236}">
                <a16:creationId xmlns:a16="http://schemas.microsoft.com/office/drawing/2014/main" id="{CD7730C8-368E-41C3-8CB4-E5746E0C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841" y="5191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68" name="text_067">
            <a:extLst xmlns:a="http://schemas.openxmlformats.org/drawingml/2006/main">
              <a:ext uri="{FF2B5EF4-FFF2-40B4-BE49-F238E27FC236}">
                <a16:creationId xmlns:a16="http://schemas.microsoft.com/office/drawing/2014/main" id="{DE967262-13C3-4395-8EB6-9BF68F2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6341" y="5000928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9" name="ellipse_068">
            <a:extLst xmlns:a="http://schemas.openxmlformats.org/drawingml/2006/main">
              <a:ext uri="{FF2B5EF4-FFF2-40B4-BE49-F238E27FC236}">
                <a16:creationId xmlns:a16="http://schemas.microsoft.com/office/drawing/2014/main" id="{4C2C8984-0148-48D5-B183-D471D63E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0980" y="349506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70" name="ellipse_069">
            <a:extLst xmlns:a="http://schemas.openxmlformats.org/drawingml/2006/main">
              <a:ext uri="{FF2B5EF4-FFF2-40B4-BE49-F238E27FC236}">
                <a16:creationId xmlns:a16="http://schemas.microsoft.com/office/drawing/2014/main" id="{CE22789C-E2DB-4FA5-8555-AD56CC19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0030" y="35141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71" name="text_070">
            <a:extLst xmlns:a="http://schemas.openxmlformats.org/drawingml/2006/main">
              <a:ext uri="{FF2B5EF4-FFF2-40B4-BE49-F238E27FC236}">
                <a16:creationId xmlns:a16="http://schemas.microsoft.com/office/drawing/2014/main" id="{B8129221-CD1C-4194-9F3F-EC039A84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4330" y="3323613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2" name="ellipse_071">
            <a:extLst xmlns:a="http://schemas.openxmlformats.org/drawingml/2006/main">
              <a:ext uri="{FF2B5EF4-FFF2-40B4-BE49-F238E27FC236}">
                <a16:creationId xmlns:a16="http://schemas.microsoft.com/office/drawing/2014/main" id="{92410581-DC4B-4475-8749-D8886F33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1676" y="490038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73" name="ellipse_072">
            <a:extLst xmlns:a="http://schemas.openxmlformats.org/drawingml/2006/main">
              <a:ext uri="{FF2B5EF4-FFF2-40B4-BE49-F238E27FC236}">
                <a16:creationId xmlns:a16="http://schemas.microsoft.com/office/drawing/2014/main" id="{696C6930-7D2C-47B6-9E66-25620DA5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0726" y="491943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74" name="text_073">
            <a:extLst xmlns:a="http://schemas.openxmlformats.org/drawingml/2006/main">
              <a:ext uri="{FF2B5EF4-FFF2-40B4-BE49-F238E27FC236}">
                <a16:creationId xmlns:a16="http://schemas.microsoft.com/office/drawing/2014/main" id="{9DBA9532-83A8-4206-A150-D8B6E95B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5026" y="4728931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5" name="rect_074">
            <a:extLst xmlns:a="http://schemas.openxmlformats.org/drawingml/2006/main">
              <a:ext uri="{FF2B5EF4-FFF2-40B4-BE49-F238E27FC236}">
                <a16:creationId xmlns:a16="http://schemas.microsoft.com/office/drawing/2014/main" id="{C8116C1F-FC8F-493C-B933-56C80092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257550"/>
            <a:ext cx="2238375" cy="2221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2182B"/>
            </a:solidFill>
            <a:prstDash val="solid"/>
          </a:ln>
        </p:spPr>
      </p:sp>
      <p:sp>
        <p:nvSpPr>
          <p:cNvPr id="76" name="text_075">
            <a:extLst xmlns:a="http://schemas.openxmlformats.org/drawingml/2006/main">
              <a:ext uri="{FF2B5EF4-FFF2-40B4-BE49-F238E27FC236}">
                <a16:creationId xmlns:a16="http://schemas.microsoft.com/office/drawing/2014/main" id="{94E4F6D6-5BE1-4E0F-BB8A-FB414234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9813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2000-07-15</a:t>
            </a:r>
          </a:p>
        </p:txBody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36A67D-3876-420F-A375-01B4A13A7D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53e667f5b4856"/>
          <a:stretch xmlns:a="http://schemas.openxmlformats.org/drawingml/2006/main"/>
        </p:blipFill>
        <p:spPr>
          <a:xfrm xmlns:a="http://schemas.openxmlformats.org/drawingml/2006/main">
            <a:off x="8496430" y="3257550"/>
            <a:ext cx="2238115" cy="2221308"/>
          </a:xfrm>
          <a:prstGeom xmlns:a="http://schemas.openxmlformats.org/drawingml/2006/main" prst="rect">
            <a:avLst/>
          </a:prstGeom>
        </p:spPr>
      </p:pic>
      <p:sp>
        <p:nvSpPr>
          <p:cNvPr id="78" name="rect_077">
            <a:extLst xmlns:a="http://schemas.openxmlformats.org/drawingml/2006/main">
              <a:ext uri="{FF2B5EF4-FFF2-40B4-BE49-F238E27FC236}">
                <a16:creationId xmlns:a16="http://schemas.microsoft.com/office/drawing/2014/main" id="{D3209288-C1A2-4664-8CFE-2FC3EFDC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3257550"/>
            <a:ext cx="2238375" cy="2221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79" name="text_078">
            <a:extLst xmlns:a="http://schemas.openxmlformats.org/drawingml/2006/main">
              <a:ext uri="{FF2B5EF4-FFF2-40B4-BE49-F238E27FC236}">
                <a16:creationId xmlns:a16="http://schemas.microsoft.com/office/drawing/2014/main" id="{40F1AAA5-9180-41E8-A2CC-AB70D181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80" name="text_079">
            <a:extLst xmlns:a="http://schemas.openxmlformats.org/drawingml/2006/main">
              <a:ext uri="{FF2B5EF4-FFF2-40B4-BE49-F238E27FC236}">
                <a16:creationId xmlns:a16="http://schemas.microsoft.com/office/drawing/2014/main" id="{35C15768-309A-4C7C-964B-FC48227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7362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81" name="text_080">
            <a:extLst xmlns:a="http://schemas.openxmlformats.org/drawingml/2006/main">
              <a:ext uri="{FF2B5EF4-FFF2-40B4-BE49-F238E27FC236}">
                <a16:creationId xmlns:a16="http://schemas.microsoft.com/office/drawing/2014/main" id="{FA9DC965-7A2C-4F30-AD1B-0E07430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6550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82" name="ellipse_081">
            <a:extLst xmlns:a="http://schemas.openxmlformats.org/drawingml/2006/main">
              <a:ext uri="{FF2B5EF4-FFF2-40B4-BE49-F238E27FC236}">
                <a16:creationId xmlns:a16="http://schemas.microsoft.com/office/drawing/2014/main" id="{ADF850AE-9FEF-4849-A8E3-76A7CD35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6279" y="526304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83" name="ellipse_082">
            <a:extLst xmlns:a="http://schemas.openxmlformats.org/drawingml/2006/main">
              <a:ext uri="{FF2B5EF4-FFF2-40B4-BE49-F238E27FC236}">
                <a16:creationId xmlns:a16="http://schemas.microsoft.com/office/drawing/2014/main" id="{F38CAF6B-F127-4082-B828-54DB7FD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329" y="528209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84" name="text_083">
            <a:extLst xmlns:a="http://schemas.openxmlformats.org/drawingml/2006/main">
              <a:ext uri="{FF2B5EF4-FFF2-40B4-BE49-F238E27FC236}">
                <a16:creationId xmlns:a16="http://schemas.microsoft.com/office/drawing/2014/main" id="{BA265CA0-EF33-4C2A-970B-CAC5CAB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9629" y="5091593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5" name="ellipse_084">
            <a:extLst xmlns:a="http://schemas.openxmlformats.org/drawingml/2006/main">
              <a:ext uri="{FF2B5EF4-FFF2-40B4-BE49-F238E27FC236}">
                <a16:creationId xmlns:a16="http://schemas.microsoft.com/office/drawing/2014/main" id="{6808496F-4324-4034-8E35-94D3341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0396" y="340439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86" name="ellipse_085">
            <a:extLst xmlns:a="http://schemas.openxmlformats.org/drawingml/2006/main">
              <a:ext uri="{FF2B5EF4-FFF2-40B4-BE49-F238E27FC236}">
                <a16:creationId xmlns:a16="http://schemas.microsoft.com/office/drawing/2014/main" id="{4C52C49F-6AC5-4904-9E08-9DBCF234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9446" y="34234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87" name="text_086">
            <a:extLst xmlns:a="http://schemas.openxmlformats.org/drawingml/2006/main">
              <a:ext uri="{FF2B5EF4-FFF2-40B4-BE49-F238E27FC236}">
                <a16:creationId xmlns:a16="http://schemas.microsoft.com/office/drawing/2014/main" id="{E2C2404B-88D6-498B-998F-5665A27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3746" y="3232948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8" name="ellipse_087">
            <a:extLst xmlns:a="http://schemas.openxmlformats.org/drawingml/2006/main">
              <a:ext uri="{FF2B5EF4-FFF2-40B4-BE49-F238E27FC236}">
                <a16:creationId xmlns:a16="http://schemas.microsoft.com/office/drawing/2014/main" id="{24FFD6FC-13CD-4A94-999B-9E0A0680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7207" y="48097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89" name="ellipse_088">
            <a:extLst xmlns:a="http://schemas.openxmlformats.org/drawingml/2006/main">
              <a:ext uri="{FF2B5EF4-FFF2-40B4-BE49-F238E27FC236}">
                <a16:creationId xmlns:a16="http://schemas.microsoft.com/office/drawing/2014/main" id="{C139E2EB-1470-45A2-BFC6-8E2EB242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6257" y="48287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90" name="text_089">
            <a:extLst xmlns:a="http://schemas.openxmlformats.org/drawingml/2006/main">
              <a:ext uri="{FF2B5EF4-FFF2-40B4-BE49-F238E27FC236}">
                <a16:creationId xmlns:a16="http://schemas.microsoft.com/office/drawing/2014/main" id="{36AB4493-AC65-4F90-B203-3B354CD2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80557" y="463826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1" name="text_090">
            <a:extLst xmlns:a="http://schemas.openxmlformats.org/drawingml/2006/main">
              <a:ext uri="{FF2B5EF4-FFF2-40B4-BE49-F238E27FC236}">
                <a16:creationId xmlns:a16="http://schemas.microsoft.com/office/drawing/2014/main" id="{67089FD0-28E0-449C-8794-DE425E42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0900" y="2981325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2000-07-16</a:t>
            </a:r>
          </a:p>
        </p:txBody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155EC1-22E8-4090-A7C3-BB21D19BAA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2683e934a43b2"/>
          <a:stretch xmlns:a="http://schemas.openxmlformats.org/drawingml/2006/main"/>
        </p:blipFill>
        <p:spPr>
          <a:xfrm xmlns:a="http://schemas.openxmlformats.org/drawingml/2006/main">
            <a:off x="11106280" y="3257550"/>
            <a:ext cx="2238115" cy="2221308"/>
          </a:xfrm>
          <a:prstGeom xmlns:a="http://schemas.openxmlformats.org/drawingml/2006/main" prst="rect">
            <a:avLst/>
          </a:prstGeom>
        </p:spPr>
      </p:pic>
      <p:sp>
        <p:nvSpPr>
          <p:cNvPr id="93" name="rect_092">
            <a:extLst xmlns:a="http://schemas.openxmlformats.org/drawingml/2006/main">
              <a:ext uri="{FF2B5EF4-FFF2-40B4-BE49-F238E27FC236}">
                <a16:creationId xmlns:a16="http://schemas.microsoft.com/office/drawing/2014/main" id="{59EF1925-CB13-4DB2-99F5-CFDB0F6D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06150" y="3257550"/>
            <a:ext cx="2238375" cy="2221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94" name="text_093">
            <a:extLst xmlns:a="http://schemas.openxmlformats.org/drawingml/2006/main">
              <a:ext uri="{FF2B5EF4-FFF2-40B4-BE49-F238E27FC236}">
                <a16:creationId xmlns:a16="http://schemas.microsoft.com/office/drawing/2014/main" id="{0FDCF44D-D09E-4804-83C9-7528ACA0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8025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95" name="text_094">
            <a:extLst xmlns:a="http://schemas.openxmlformats.org/drawingml/2006/main">
              <a:ext uri="{FF2B5EF4-FFF2-40B4-BE49-F238E27FC236}">
                <a16:creationId xmlns:a16="http://schemas.microsoft.com/office/drawing/2014/main" id="{A1D7B4AA-B60C-4C51-A67C-ACCBFA3C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87212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96" name="text_095">
            <a:extLst xmlns:a="http://schemas.openxmlformats.org/drawingml/2006/main">
              <a:ext uri="{FF2B5EF4-FFF2-40B4-BE49-F238E27FC236}">
                <a16:creationId xmlns:a16="http://schemas.microsoft.com/office/drawing/2014/main" id="{A4CBDFF8-FE35-4A9A-B759-8CD22092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6400" y="5526483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97" name="ellipse_096">
            <a:extLst xmlns:a="http://schemas.openxmlformats.org/drawingml/2006/main">
              <a:ext uri="{FF2B5EF4-FFF2-40B4-BE49-F238E27FC236}">
                <a16:creationId xmlns:a16="http://schemas.microsoft.com/office/drawing/2014/main" id="{3E518BB4-67B6-448C-BE1F-24A40262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6129" y="512704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98" name="ellipse_097">
            <a:extLst xmlns:a="http://schemas.openxmlformats.org/drawingml/2006/main">
              <a:ext uri="{FF2B5EF4-FFF2-40B4-BE49-F238E27FC236}">
                <a16:creationId xmlns:a16="http://schemas.microsoft.com/office/drawing/2014/main" id="{EF0EADA1-99FD-4A51-9FAC-1045D36B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5179" y="514609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99" name="text_098">
            <a:extLst xmlns:a="http://schemas.openxmlformats.org/drawingml/2006/main">
              <a:ext uri="{FF2B5EF4-FFF2-40B4-BE49-F238E27FC236}">
                <a16:creationId xmlns:a16="http://schemas.microsoft.com/office/drawing/2014/main" id="{C71CF814-2D44-48AB-8664-FBE6FCCF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9479" y="495559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0" name="ellipse_099">
            <a:extLst xmlns:a="http://schemas.openxmlformats.org/drawingml/2006/main">
              <a:ext uri="{FF2B5EF4-FFF2-40B4-BE49-F238E27FC236}">
                <a16:creationId xmlns:a16="http://schemas.microsoft.com/office/drawing/2014/main" id="{D6FBCF14-8164-4E56-A6F1-6EF3CAEF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0680" y="340439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01" name="ellipse_100">
            <a:extLst xmlns:a="http://schemas.openxmlformats.org/drawingml/2006/main">
              <a:ext uri="{FF2B5EF4-FFF2-40B4-BE49-F238E27FC236}">
                <a16:creationId xmlns:a16="http://schemas.microsoft.com/office/drawing/2014/main" id="{2ED39B18-8C19-477B-8E73-E060B6EE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9730" y="342344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02" name="text_101">
            <a:extLst xmlns:a="http://schemas.openxmlformats.org/drawingml/2006/main">
              <a:ext uri="{FF2B5EF4-FFF2-40B4-BE49-F238E27FC236}">
                <a16:creationId xmlns:a16="http://schemas.microsoft.com/office/drawing/2014/main" id="{D027E063-93B5-4268-9D2B-1CFFE151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4030" y="3232948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3" name="ellipse_102">
            <a:extLst xmlns:a="http://schemas.openxmlformats.org/drawingml/2006/main">
              <a:ext uri="{FF2B5EF4-FFF2-40B4-BE49-F238E27FC236}">
                <a16:creationId xmlns:a16="http://schemas.microsoft.com/office/drawing/2014/main" id="{04CF6E88-8504-48BF-B2FD-4C437A47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4333" y="485504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04" name="ellipse_103">
            <a:extLst xmlns:a="http://schemas.openxmlformats.org/drawingml/2006/main">
              <a:ext uri="{FF2B5EF4-FFF2-40B4-BE49-F238E27FC236}">
                <a16:creationId xmlns:a16="http://schemas.microsoft.com/office/drawing/2014/main" id="{A7C7B884-1776-4D77-8DBF-A5B5D56F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3383" y="487409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05" name="text_104">
            <a:extLst xmlns:a="http://schemas.openxmlformats.org/drawingml/2006/main">
              <a:ext uri="{FF2B5EF4-FFF2-40B4-BE49-F238E27FC236}">
                <a16:creationId xmlns:a16="http://schemas.microsoft.com/office/drawing/2014/main" id="{3977C819-1F5B-4DD7-94F5-B8246921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7683" y="4683598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6" name="text_105">
            <a:extLst xmlns:a="http://schemas.openxmlformats.org/drawingml/2006/main">
              <a:ext uri="{FF2B5EF4-FFF2-40B4-BE49-F238E27FC236}">
                <a16:creationId xmlns:a16="http://schemas.microsoft.com/office/drawing/2014/main" id="{F8F5CEB4-2332-4ECD-98B1-ED515EE5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5812233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Longitude (degrees E); latitude (degrees N). All five dates share the local 0-100 concentration scale.</a:t>
            </a:r>
          </a:p>
        </p:txBody>
      </p:sp>
      <p:sp>
        <p:nvSpPr>
          <p:cNvPr id="107" name="text_106">
            <a:extLst xmlns:a="http://schemas.openxmlformats.org/drawingml/2006/main">
              <a:ext uri="{FF2B5EF4-FFF2-40B4-BE49-F238E27FC236}">
                <a16:creationId xmlns:a16="http://schemas.microsoft.com/office/drawing/2014/main" id="{3CC02ADC-2599-4C77-95AF-8AC9AB1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" y="60579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Jul 14: supplied field and actual analysis input</a:t>
            </a:r>
          </a:p>
        </p:txBody>
      </p:sp>
      <p:sp>
        <p:nvSpPr>
          <p:cNvPr id="108" name="text_107">
            <a:extLst xmlns:a="http://schemas.openxmlformats.org/drawingml/2006/main">
              <a:ext uri="{FF2B5EF4-FFF2-40B4-BE49-F238E27FC236}">
                <a16:creationId xmlns:a16="http://schemas.microsoft.com/office/drawing/2014/main" id="{9A6D6B32-ABE6-44F6-9833-6F96BA24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63341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Supplied grid</a:t>
            </a:r>
          </a:p>
        </p:txBody>
      </p:sp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39E71A-CD55-443E-93F0-89A19DFCB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0a96477bc4da4"/>
          <a:stretch xmlns:a="http://schemas.openxmlformats.org/drawingml/2006/main"/>
        </p:blipFill>
        <p:spPr>
          <a:xfrm xmlns:a="http://schemas.openxmlformats.org/drawingml/2006/main">
            <a:off x="666888" y="6581775"/>
            <a:ext cx="2380974" cy="2363094"/>
          </a:xfrm>
          <a:prstGeom xmlns:a="http://schemas.openxmlformats.org/drawingml/2006/main" prst="rect">
            <a:avLst/>
          </a:prstGeom>
        </p:spPr>
      </p:pic>
      <p:sp>
        <p:nvSpPr>
          <p:cNvPr id="110" name="rect_109">
            <a:extLst xmlns:a="http://schemas.openxmlformats.org/drawingml/2006/main">
              <a:ext uri="{FF2B5EF4-FFF2-40B4-BE49-F238E27FC236}">
                <a16:creationId xmlns:a16="http://schemas.microsoft.com/office/drawing/2014/main" id="{7C1460FE-0AAE-48B2-97D7-F998275F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6581775"/>
            <a:ext cx="2381250" cy="236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111" name="text_110">
            <a:extLst xmlns:a="http://schemas.openxmlformats.org/drawingml/2006/main">
              <a:ext uri="{FF2B5EF4-FFF2-40B4-BE49-F238E27FC236}">
                <a16:creationId xmlns:a16="http://schemas.microsoft.com/office/drawing/2014/main" id="{BC7A85D1-6CFE-43DC-BFD3-75DD276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8992494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112" name="text_111">
            <a:extLst xmlns:a="http://schemas.openxmlformats.org/drawingml/2006/main">
              <a:ext uri="{FF2B5EF4-FFF2-40B4-BE49-F238E27FC236}">
                <a16:creationId xmlns:a16="http://schemas.microsoft.com/office/drawing/2014/main" id="{959515EE-38B0-4859-8BB3-855B082D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8992494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113" name="text_112">
            <a:extLst xmlns:a="http://schemas.openxmlformats.org/drawingml/2006/main">
              <a:ext uri="{FF2B5EF4-FFF2-40B4-BE49-F238E27FC236}">
                <a16:creationId xmlns:a16="http://schemas.microsoft.com/office/drawing/2014/main" id="{F879D2CC-4265-40E6-ACC2-B3968281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9875" y="8992494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114" name="text_113">
            <a:extLst xmlns:a="http://schemas.openxmlformats.org/drawingml/2006/main">
              <a:ext uri="{FF2B5EF4-FFF2-40B4-BE49-F238E27FC236}">
                <a16:creationId xmlns:a16="http://schemas.microsoft.com/office/drawing/2014/main" id="{34405F10-A328-41DB-A0B2-8343CDD9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8849619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15" name="text_114">
            <a:extLst xmlns:a="http://schemas.openxmlformats.org/drawingml/2006/main">
              <a:ext uri="{FF2B5EF4-FFF2-40B4-BE49-F238E27FC236}">
                <a16:creationId xmlns:a16="http://schemas.microsoft.com/office/drawing/2014/main" id="{FEA4ADC6-3570-416A-AC9C-6B13CF80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7634571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16" name="text_115">
            <a:extLst xmlns:a="http://schemas.openxmlformats.org/drawingml/2006/main">
              <a:ext uri="{FF2B5EF4-FFF2-40B4-BE49-F238E27FC236}">
                <a16:creationId xmlns:a16="http://schemas.microsoft.com/office/drawing/2014/main" id="{CCF534B1-5244-478D-9092-AAEE17F0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" y="6486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17" name="ellipse_116">
            <a:extLst xmlns:a="http://schemas.openxmlformats.org/drawingml/2006/main">
              <a:ext uri="{FF2B5EF4-FFF2-40B4-BE49-F238E27FC236}">
                <a16:creationId xmlns:a16="http://schemas.microsoft.com/office/drawing/2014/main" id="{788BECD7-50A8-49FA-98E8-F49FA4FE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0761" y="862247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18" name="ellipse_117">
            <a:extLst xmlns:a="http://schemas.openxmlformats.org/drawingml/2006/main">
              <a:ext uri="{FF2B5EF4-FFF2-40B4-BE49-F238E27FC236}">
                <a16:creationId xmlns:a16="http://schemas.microsoft.com/office/drawing/2014/main" id="{D6FDB9FB-23B6-48BA-8788-EBFDC60E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811" y="86415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19" name="text_118">
            <a:extLst xmlns:a="http://schemas.openxmlformats.org/drawingml/2006/main">
              <a:ext uri="{FF2B5EF4-FFF2-40B4-BE49-F238E27FC236}">
                <a16:creationId xmlns:a16="http://schemas.microsoft.com/office/drawing/2014/main" id="{4066C855-441E-48D5-AA33-639294D1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9311" y="8451024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0" name="ellipse_119">
            <a:extLst xmlns:a="http://schemas.openxmlformats.org/drawingml/2006/main">
              <a:ext uri="{FF2B5EF4-FFF2-40B4-BE49-F238E27FC236}">
                <a16:creationId xmlns:a16="http://schemas.microsoft.com/office/drawing/2014/main" id="{3982A67B-A1F7-4C08-B6B0-062AA429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791" y="683809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21" name="ellipse_120">
            <a:extLst xmlns:a="http://schemas.openxmlformats.org/drawingml/2006/main">
              <a:ext uri="{FF2B5EF4-FFF2-40B4-BE49-F238E27FC236}">
                <a16:creationId xmlns:a16="http://schemas.microsoft.com/office/drawing/2014/main" id="{43AF488B-EF97-4334-97D6-34E1108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3841" y="68571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22" name="text_121">
            <a:extLst xmlns:a="http://schemas.openxmlformats.org/drawingml/2006/main">
              <a:ext uri="{FF2B5EF4-FFF2-40B4-BE49-F238E27FC236}">
                <a16:creationId xmlns:a16="http://schemas.microsoft.com/office/drawing/2014/main" id="{5764DA6D-E76A-4688-BF52-8ECEA532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8141" y="6666647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3" name="ellipse_122">
            <a:extLst xmlns:a="http://schemas.openxmlformats.org/drawingml/2006/main">
              <a:ext uri="{FF2B5EF4-FFF2-40B4-BE49-F238E27FC236}">
                <a16:creationId xmlns:a16="http://schemas.microsoft.com/office/drawing/2014/main" id="{72D87BDE-9D98-4719-A521-1B8E7719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256" y="83331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24" name="ellipse_123">
            <a:extLst xmlns:a="http://schemas.openxmlformats.org/drawingml/2006/main">
              <a:ext uri="{FF2B5EF4-FFF2-40B4-BE49-F238E27FC236}">
                <a16:creationId xmlns:a16="http://schemas.microsoft.com/office/drawing/2014/main" id="{44EA6251-5D6C-4879-8352-B05DE4AF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306" y="83521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25" name="text_124">
            <a:extLst xmlns:a="http://schemas.openxmlformats.org/drawingml/2006/main">
              <a:ext uri="{FF2B5EF4-FFF2-40B4-BE49-F238E27FC236}">
                <a16:creationId xmlns:a16="http://schemas.microsoft.com/office/drawing/2014/main" id="{23A07277-11C7-4F9D-B32C-BEE04822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606" y="816166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text_125">
            <a:extLst xmlns:a="http://schemas.openxmlformats.org/drawingml/2006/main">
              <a:ext uri="{FF2B5EF4-FFF2-40B4-BE49-F238E27FC236}">
                <a16:creationId xmlns:a16="http://schemas.microsoft.com/office/drawing/2014/main" id="{31BCCCCC-BC61-4B45-A5CB-5AC31B8E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8525" y="63341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Analysis: 100 km smoothing</a:t>
            </a:r>
          </a:p>
        </p:txBody>
      </p:sp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FE5EE2C-1B6A-495F-80F0-3B65EDE107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cc4fa42544053"/>
          <a:stretch xmlns:a="http://schemas.openxmlformats.org/drawingml/2006/main"/>
        </p:blipFill>
        <p:spPr>
          <a:xfrm xmlns:a="http://schemas.openxmlformats.org/drawingml/2006/main">
            <a:off x="3581538" y="6581775"/>
            <a:ext cx="2380974" cy="2363094"/>
          </a:xfrm>
          <a:prstGeom xmlns:a="http://schemas.openxmlformats.org/drawingml/2006/main" prst="rect">
            <a:avLst/>
          </a:prstGeom>
        </p:spPr>
      </p:pic>
      <p:sp>
        <p:nvSpPr>
          <p:cNvPr id="128" name="rect_127">
            <a:extLst xmlns:a="http://schemas.openxmlformats.org/drawingml/2006/main">
              <a:ext uri="{FF2B5EF4-FFF2-40B4-BE49-F238E27FC236}">
                <a16:creationId xmlns:a16="http://schemas.microsoft.com/office/drawing/2014/main" id="{C32AD2DD-F480-4787-85E7-C72AD7B0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1400" y="6581775"/>
            <a:ext cx="2381250" cy="2363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129" name="text_128">
            <a:extLst xmlns:a="http://schemas.openxmlformats.org/drawingml/2006/main">
              <a:ext uri="{FF2B5EF4-FFF2-40B4-BE49-F238E27FC236}">
                <a16:creationId xmlns:a16="http://schemas.microsoft.com/office/drawing/2014/main" id="{0DA5FD37-4B92-48EF-BE96-A6B3E2D1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3275" y="8992494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</a:t>
            </a:r>
          </a:p>
        </p:txBody>
      </p:sp>
      <p:sp>
        <p:nvSpPr>
          <p:cNvPr id="130" name="text_129">
            <a:extLst xmlns:a="http://schemas.openxmlformats.org/drawingml/2006/main">
              <a:ext uri="{FF2B5EF4-FFF2-40B4-BE49-F238E27FC236}">
                <a16:creationId xmlns:a16="http://schemas.microsoft.com/office/drawing/2014/main" id="{BDF373F2-F9A0-474F-82EF-886D4D41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8992494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</a:t>
            </a:r>
          </a:p>
        </p:txBody>
      </p:sp>
      <p:sp>
        <p:nvSpPr>
          <p:cNvPr id="131" name="text_130">
            <a:extLst xmlns:a="http://schemas.openxmlformats.org/drawingml/2006/main">
              <a:ext uri="{FF2B5EF4-FFF2-40B4-BE49-F238E27FC236}">
                <a16:creationId xmlns:a16="http://schemas.microsoft.com/office/drawing/2014/main" id="{FC2E42F3-23D5-458A-969A-62E5EF84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525" y="8992494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132" name="text_131">
            <a:extLst xmlns:a="http://schemas.openxmlformats.org/drawingml/2006/main">
              <a:ext uri="{FF2B5EF4-FFF2-40B4-BE49-F238E27FC236}">
                <a16:creationId xmlns:a16="http://schemas.microsoft.com/office/drawing/2014/main" id="{4B009EF1-3D8F-479B-B71E-8E49BF87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8849619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33" name="text_132">
            <a:extLst xmlns:a="http://schemas.openxmlformats.org/drawingml/2006/main">
              <a:ext uri="{FF2B5EF4-FFF2-40B4-BE49-F238E27FC236}">
                <a16:creationId xmlns:a16="http://schemas.microsoft.com/office/drawing/2014/main" id="{261DB45C-0B98-4E9F-906C-7563C995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7634571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134" name="text_133">
            <a:extLst xmlns:a="http://schemas.openxmlformats.org/drawingml/2006/main">
              <a:ext uri="{FF2B5EF4-FFF2-40B4-BE49-F238E27FC236}">
                <a16:creationId xmlns:a16="http://schemas.microsoft.com/office/drawing/2014/main" id="{80EBAC21-1643-496F-B71B-32A9D55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8975" y="6486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35" name="ellipse_134">
            <a:extLst xmlns:a="http://schemas.openxmlformats.org/drawingml/2006/main">
              <a:ext uri="{FF2B5EF4-FFF2-40B4-BE49-F238E27FC236}">
                <a16:creationId xmlns:a16="http://schemas.microsoft.com/office/drawing/2014/main" id="{204E0AAE-84DA-4780-9F26-AF89AF9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411" y="862247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36" name="ellipse_135">
            <a:extLst xmlns:a="http://schemas.openxmlformats.org/drawingml/2006/main">
              <a:ext uri="{FF2B5EF4-FFF2-40B4-BE49-F238E27FC236}">
                <a16:creationId xmlns:a16="http://schemas.microsoft.com/office/drawing/2014/main" id="{6765B562-CB71-4581-B63B-B029746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4461" y="864152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37" name="text_136">
            <a:extLst xmlns:a="http://schemas.openxmlformats.org/drawingml/2006/main">
              <a:ext uri="{FF2B5EF4-FFF2-40B4-BE49-F238E27FC236}">
                <a16:creationId xmlns:a16="http://schemas.microsoft.com/office/drawing/2014/main" id="{B58C31BC-29AD-42D9-B00F-85E76550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3961" y="8451024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ellipse_137">
            <a:extLst xmlns:a="http://schemas.openxmlformats.org/drawingml/2006/main">
              <a:ext uri="{FF2B5EF4-FFF2-40B4-BE49-F238E27FC236}">
                <a16:creationId xmlns:a16="http://schemas.microsoft.com/office/drawing/2014/main" id="{9E3792A7-DDF0-428B-9AE4-147D321B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9441" y="683809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39" name="ellipse_138">
            <a:extLst xmlns:a="http://schemas.openxmlformats.org/drawingml/2006/main">
              <a:ext uri="{FF2B5EF4-FFF2-40B4-BE49-F238E27FC236}">
                <a16:creationId xmlns:a16="http://schemas.microsoft.com/office/drawing/2014/main" id="{BFC474CF-E87A-40AD-991C-8A016662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8491" y="68571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40" name="text_139">
            <a:extLst xmlns:a="http://schemas.openxmlformats.org/drawingml/2006/main">
              <a:ext uri="{FF2B5EF4-FFF2-40B4-BE49-F238E27FC236}">
                <a16:creationId xmlns:a16="http://schemas.microsoft.com/office/drawing/2014/main" id="{130D3F99-2A71-4D24-B323-344B2B30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2791" y="6666647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1" name="ellipse_140">
            <a:extLst xmlns:a="http://schemas.openxmlformats.org/drawingml/2006/main">
              <a:ext uri="{FF2B5EF4-FFF2-40B4-BE49-F238E27FC236}">
                <a16:creationId xmlns:a16="http://schemas.microsoft.com/office/drawing/2014/main" id="{9D6C56E4-67A8-43C0-B79B-025B05C5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8906" y="83331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42" name="ellipse_141">
            <a:extLst xmlns:a="http://schemas.openxmlformats.org/drawingml/2006/main">
              <a:ext uri="{FF2B5EF4-FFF2-40B4-BE49-F238E27FC236}">
                <a16:creationId xmlns:a16="http://schemas.microsoft.com/office/drawing/2014/main" id="{353A8213-442C-43AC-B228-33631853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7956" y="83521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43" name="text_142">
            <a:extLst xmlns:a="http://schemas.openxmlformats.org/drawingml/2006/main">
              <a:ext uri="{FF2B5EF4-FFF2-40B4-BE49-F238E27FC236}">
                <a16:creationId xmlns:a16="http://schemas.microsoft.com/office/drawing/2014/main" id="{4826A8C5-A686-4EAD-9D05-8A0F49D3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256" y="816166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4" name="line_143">
            <a:extLst xmlns:a="http://schemas.openxmlformats.org/drawingml/2006/main">
              <a:ext uri="{FF2B5EF4-FFF2-40B4-BE49-F238E27FC236}">
                <a16:creationId xmlns:a16="http://schemas.microsoft.com/office/drawing/2014/main" id="{8EA5A697-52DC-4928-B9C7-B448B26C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840" y="7983995"/>
            <a:ext cx="267935" cy="393732"/>
          </a:xfrm>
          <a:custGeom xmlns:a="http://schemas.openxmlformats.org/drawingml/2006/main">
            <a:pathLst>
              <a:path w="267935" h="393732">
                <a:moveTo>
                  <a:pt x="267935" y="39373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5" name="line_144">
            <a:extLst xmlns:a="http://schemas.openxmlformats.org/drawingml/2006/main">
              <a:ext uri="{FF2B5EF4-FFF2-40B4-BE49-F238E27FC236}">
                <a16:creationId xmlns:a16="http://schemas.microsoft.com/office/drawing/2014/main" id="{5DCA3818-9FFF-4E45-BEE4-6A947A16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840" y="7983995"/>
            <a:ext cx="92960" cy="51953"/>
          </a:xfrm>
          <a:custGeom xmlns:a="http://schemas.openxmlformats.org/drawingml/2006/main">
            <a:pathLst>
              <a:path w="92960" h="51953">
                <a:moveTo>
                  <a:pt x="0" y="0"/>
                </a:moveTo>
                <a:lnTo>
                  <a:pt x="92960" y="5195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6" name="line_145">
            <a:extLst xmlns:a="http://schemas.openxmlformats.org/drawingml/2006/main">
              <a:ext uri="{FF2B5EF4-FFF2-40B4-BE49-F238E27FC236}">
                <a16:creationId xmlns:a16="http://schemas.microsoft.com/office/drawing/2014/main" id="{298CB40D-3D30-4AB7-AFD8-096D1D78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840" y="7983995"/>
            <a:ext cx="14214" cy="105540"/>
          </a:xfrm>
          <a:custGeom xmlns:a="http://schemas.openxmlformats.org/drawingml/2006/main">
            <a:pathLst>
              <a:path w="14214" h="105540">
                <a:moveTo>
                  <a:pt x="0" y="0"/>
                </a:moveTo>
                <a:lnTo>
                  <a:pt x="14214" y="1055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47" name="text_146">
            <a:extLst xmlns:a="http://schemas.openxmlformats.org/drawingml/2006/main">
              <a:ext uri="{FF2B5EF4-FFF2-40B4-BE49-F238E27FC236}">
                <a16:creationId xmlns:a16="http://schemas.microsoft.com/office/drawing/2014/main" id="{805743DE-00A7-4414-A0B9-62956482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1765" y="775539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48" name="text_147">
            <a:extLst xmlns:a="http://schemas.openxmlformats.org/drawingml/2006/main">
              <a:ext uri="{FF2B5EF4-FFF2-40B4-BE49-F238E27FC236}">
                <a16:creationId xmlns:a16="http://schemas.microsoft.com/office/drawing/2014/main" id="{6AAC3C0E-24B8-43F5-9193-1E851F2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6057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Jul 10-20: same tracks, same fixed reference</a:t>
            </a:r>
          </a:p>
        </p:txBody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1E5E7C5-D581-40DE-9161-42BB34B7E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d988a4c44be7"/>
          <a:stretch xmlns:a="http://schemas.openxmlformats.org/drawingml/2006/main"/>
        </p:blipFill>
        <p:spPr>
          <a:xfrm xmlns:a="http://schemas.openxmlformats.org/drawingml/2006/main">
            <a:off x="7381901" y="6619875"/>
            <a:ext cx="5810199" cy="962025"/>
          </a:xfrm>
          <a:prstGeom xmlns:a="http://schemas.openxmlformats.org/drawingml/2006/main" prst="rect">
            <a:avLst/>
          </a:prstGeom>
        </p:spPr>
      </p:pic>
      <p:sp>
        <p:nvSpPr>
          <p:cNvPr id="150" name="line_149">
            <a:extLst xmlns:a="http://schemas.openxmlformats.org/drawingml/2006/main">
              <a:ext uri="{FF2B5EF4-FFF2-40B4-BE49-F238E27FC236}">
                <a16:creationId xmlns:a16="http://schemas.microsoft.com/office/drawing/2014/main" id="{F3F7481A-1F2A-40DA-BDFE-BBFD6E42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7581900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1" name="text_150">
            <a:extLst xmlns:a="http://schemas.openxmlformats.org/drawingml/2006/main">
              <a:ext uri="{FF2B5EF4-FFF2-40B4-BE49-F238E27FC236}">
                <a16:creationId xmlns:a16="http://schemas.microsoft.com/office/drawing/2014/main" id="{3D168670-7BC2-41FB-9AA9-3750E06E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7486650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2" name="line_151">
            <a:extLst xmlns:a="http://schemas.openxmlformats.org/drawingml/2006/main">
              <a:ext uri="{FF2B5EF4-FFF2-40B4-BE49-F238E27FC236}">
                <a16:creationId xmlns:a16="http://schemas.microsoft.com/office/drawing/2014/main" id="{10480758-CD92-4760-B662-0026EAC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7100888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3" name="text_152">
            <a:extLst xmlns:a="http://schemas.openxmlformats.org/drawingml/2006/main">
              <a:ext uri="{FF2B5EF4-FFF2-40B4-BE49-F238E27FC236}">
                <a16:creationId xmlns:a16="http://schemas.microsoft.com/office/drawing/2014/main" id="{5F528F95-9C8B-4AE0-8FEA-43BB5F3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7005638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54" name="line_153">
            <a:extLst xmlns:a="http://schemas.openxmlformats.org/drawingml/2006/main">
              <a:ext uri="{FF2B5EF4-FFF2-40B4-BE49-F238E27FC236}">
                <a16:creationId xmlns:a16="http://schemas.microsoft.com/office/drawing/2014/main" id="{186FBD19-11C9-4A9F-988F-4FC3BF2B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6619875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5" name="text_154">
            <a:extLst xmlns:a="http://schemas.openxmlformats.org/drawingml/2006/main">
              <a:ext uri="{FF2B5EF4-FFF2-40B4-BE49-F238E27FC236}">
                <a16:creationId xmlns:a16="http://schemas.microsoft.com/office/drawing/2014/main" id="{94AAFAD9-17C9-4301-9CBA-4D579E2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65246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6" name="line_155">
            <a:extLst xmlns:a="http://schemas.openxmlformats.org/drawingml/2006/main">
              <a:ext uri="{FF2B5EF4-FFF2-40B4-BE49-F238E27FC236}">
                <a16:creationId xmlns:a16="http://schemas.microsoft.com/office/drawing/2014/main" id="{A438E0A6-39E3-4DDA-830D-4CF33783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75819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7" name="text_156">
            <a:extLst xmlns:a="http://schemas.openxmlformats.org/drawingml/2006/main">
              <a:ext uri="{FF2B5EF4-FFF2-40B4-BE49-F238E27FC236}">
                <a16:creationId xmlns:a16="http://schemas.microsoft.com/office/drawing/2014/main" id="{6B137E01-6354-4E64-964A-CD534C33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927" y="7648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07-10</a:t>
            </a:r>
          </a:p>
        </p:txBody>
      </p:sp>
      <p:sp>
        <p:nvSpPr>
          <p:cNvPr id="158" name="line_157">
            <a:extLst xmlns:a="http://schemas.openxmlformats.org/drawingml/2006/main">
              <a:ext uri="{FF2B5EF4-FFF2-40B4-BE49-F238E27FC236}">
                <a16:creationId xmlns:a16="http://schemas.microsoft.com/office/drawing/2014/main" id="{2248C4AE-7553-4F16-A37C-4EADA4B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386" y="75819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59" name="text_158">
            <a:extLst xmlns:a="http://schemas.openxmlformats.org/drawingml/2006/main">
              <a:ext uri="{FF2B5EF4-FFF2-40B4-BE49-F238E27FC236}">
                <a16:creationId xmlns:a16="http://schemas.microsoft.com/office/drawing/2014/main" id="{58469F42-5B5F-4ABD-A7F3-8676793A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336" y="7648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07-12</a:t>
            </a:r>
          </a:p>
        </p:txBody>
      </p:sp>
      <p:sp>
        <p:nvSpPr>
          <p:cNvPr id="160" name="line_159">
            <a:extLst xmlns:a="http://schemas.openxmlformats.org/drawingml/2006/main">
              <a:ext uri="{FF2B5EF4-FFF2-40B4-BE49-F238E27FC236}">
                <a16:creationId xmlns:a16="http://schemas.microsoft.com/office/drawing/2014/main" id="{B82C96CF-8CA6-4990-89D4-0AFE707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75819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1" name="text_160">
            <a:extLst xmlns:a="http://schemas.openxmlformats.org/drawingml/2006/main">
              <a:ext uri="{FF2B5EF4-FFF2-40B4-BE49-F238E27FC236}">
                <a16:creationId xmlns:a16="http://schemas.microsoft.com/office/drawing/2014/main" id="{D4541297-ACB8-4862-9C62-DB7C1203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8745" y="7648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07-14</a:t>
            </a:r>
          </a:p>
        </p:txBody>
      </p:sp>
      <p:sp>
        <p:nvSpPr>
          <p:cNvPr id="162" name="line_161">
            <a:extLst xmlns:a="http://schemas.openxmlformats.org/drawingml/2006/main">
              <a:ext uri="{FF2B5EF4-FFF2-40B4-BE49-F238E27FC236}">
                <a16:creationId xmlns:a16="http://schemas.microsoft.com/office/drawing/2014/main" id="{EEB72001-7A50-4D57-A767-0AB276D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205" y="75819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3" name="text_162">
            <a:extLst xmlns:a="http://schemas.openxmlformats.org/drawingml/2006/main">
              <a:ext uri="{FF2B5EF4-FFF2-40B4-BE49-F238E27FC236}">
                <a16:creationId xmlns:a16="http://schemas.microsoft.com/office/drawing/2014/main" id="{3625E43A-C3E2-41DC-9C38-3D439B3F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155" y="7648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07-16</a:t>
            </a:r>
          </a:p>
        </p:txBody>
      </p:sp>
      <p:sp>
        <p:nvSpPr>
          <p:cNvPr id="164" name="line_163">
            <a:extLst xmlns:a="http://schemas.openxmlformats.org/drawingml/2006/main">
              <a:ext uri="{FF2B5EF4-FFF2-40B4-BE49-F238E27FC236}">
                <a16:creationId xmlns:a16="http://schemas.microsoft.com/office/drawing/2014/main" id="{39E33497-D6A3-4BDA-9569-D85705F0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614" y="75819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5" name="text_164">
            <a:extLst xmlns:a="http://schemas.openxmlformats.org/drawingml/2006/main">
              <a:ext uri="{FF2B5EF4-FFF2-40B4-BE49-F238E27FC236}">
                <a16:creationId xmlns:a16="http://schemas.microsoft.com/office/drawing/2014/main" id="{1BB88141-FBFD-43A0-8D6A-8B1E14CE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1564" y="7648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07-18</a:t>
            </a:r>
          </a:p>
        </p:txBody>
      </p:sp>
      <p:sp>
        <p:nvSpPr>
          <p:cNvPr id="166" name="line_165">
            <a:extLst xmlns:a="http://schemas.openxmlformats.org/drawingml/2006/main">
              <a:ext uri="{FF2B5EF4-FFF2-40B4-BE49-F238E27FC236}">
                <a16:creationId xmlns:a16="http://schemas.microsoft.com/office/drawing/2014/main" id="{38144E1F-A3F5-4F69-9202-FD3D63B9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023" y="75819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67" name="text_166">
            <a:extLst xmlns:a="http://schemas.openxmlformats.org/drawingml/2006/main">
              <a:ext uri="{FF2B5EF4-FFF2-40B4-BE49-F238E27FC236}">
                <a16:creationId xmlns:a16="http://schemas.microsoft.com/office/drawing/2014/main" id="{CD663FE1-08EA-48D1-A753-3B246CF9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7973" y="7648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07-20</a:t>
            </a:r>
          </a:p>
        </p:txBody>
      </p:sp>
      <p:sp>
        <p:nvSpPr>
          <p:cNvPr id="168" name="rect_167">
            <a:extLst xmlns:a="http://schemas.openxmlformats.org/drawingml/2006/main">
              <a:ext uri="{FF2B5EF4-FFF2-40B4-BE49-F238E27FC236}">
                <a16:creationId xmlns:a16="http://schemas.microsoft.com/office/drawing/2014/main" id="{04ABEB31-BDF5-4C2C-83C6-8BAD703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6619875"/>
            <a:ext cx="5810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169" name="text_168">
            <a:extLst xmlns:a="http://schemas.openxmlformats.org/drawingml/2006/main">
              <a:ext uri="{FF2B5EF4-FFF2-40B4-BE49-F238E27FC236}">
                <a16:creationId xmlns:a16="http://schemas.microsoft.com/office/drawing/2014/main" id="{36E05C8A-A5EE-4E5A-BF23-752AC31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634365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RG-MTM-P (source hierarchy)</a:t>
            </a:r>
          </a:p>
        </p:txBody>
      </p:sp>
      <p:sp>
        <p:nvSpPr>
          <p:cNvPr id="170" name="path_169">
            <a:extLst xmlns:a="http://schemas.openxmlformats.org/drawingml/2006/main">
              <a:ext uri="{FF2B5EF4-FFF2-40B4-BE49-F238E27FC236}">
                <a16:creationId xmlns:a16="http://schemas.microsoft.com/office/drawing/2014/main" id="{CB137838-39E0-414C-BE24-C03257DC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7469800"/>
            <a:ext cx="1056409" cy="35668"/>
          </a:xfrm>
          <a:custGeom xmlns:a="http://schemas.openxmlformats.org/drawingml/2006/main">
            <a:pathLst>
              <a:path w="1056409" h="35668">
                <a:moveTo>
                  <a:pt x="0" y="28195"/>
                </a:moveTo>
                <a:lnTo>
                  <a:pt x="528205" y="35668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861">
            <a:solidFill>
              <a:srgbClr val="FFFFFF"/>
            </a:solidFill>
            <a:prstDash val="dash"/>
          </a:ln>
        </p:spPr>
      </p:sp>
      <p:sp>
        <p:nvSpPr>
          <p:cNvPr id="171" name="path_170">
            <a:extLst xmlns:a="http://schemas.openxmlformats.org/drawingml/2006/main">
              <a:ext uri="{FF2B5EF4-FFF2-40B4-BE49-F238E27FC236}">
                <a16:creationId xmlns:a16="http://schemas.microsoft.com/office/drawing/2014/main" id="{9EC3DC8A-292D-4B48-A1D3-F0DA447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7469800"/>
            <a:ext cx="1056409" cy="35668"/>
          </a:xfrm>
          <a:custGeom xmlns:a="http://schemas.openxmlformats.org/drawingml/2006/main">
            <a:pathLst>
              <a:path w="1056409" h="35668">
                <a:moveTo>
                  <a:pt x="0" y="28195"/>
                </a:moveTo>
                <a:lnTo>
                  <a:pt x="528205" y="35668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0072B2"/>
            </a:solidFill>
            <a:prstDash val="dash"/>
          </a:ln>
        </p:spPr>
      </p:sp>
      <p:sp>
        <p:nvSpPr>
          <p:cNvPr id="172" name="path_171">
            <a:extLst xmlns:a="http://schemas.openxmlformats.org/drawingml/2006/main">
              <a:ext uri="{FF2B5EF4-FFF2-40B4-BE49-F238E27FC236}">
                <a16:creationId xmlns:a16="http://schemas.microsoft.com/office/drawing/2014/main" id="{ED9A060B-43C0-4BF0-9CDC-BAC8A79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7295759"/>
            <a:ext cx="1056409" cy="218012"/>
          </a:xfrm>
          <a:custGeom xmlns:a="http://schemas.openxmlformats.org/drawingml/2006/main">
            <a:pathLst>
              <a:path w="1056409" h="218012">
                <a:moveTo>
                  <a:pt x="0" y="218012"/>
                </a:moveTo>
                <a:lnTo>
                  <a:pt x="528205" y="14800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FFFFFF"/>
            </a:solidFill>
            <a:prstDash val="solid"/>
          </a:ln>
        </p:spPr>
      </p:sp>
      <p:sp>
        <p:nvSpPr>
          <p:cNvPr id="173" name="path_172">
            <a:extLst xmlns:a="http://schemas.openxmlformats.org/drawingml/2006/main">
              <a:ext uri="{FF2B5EF4-FFF2-40B4-BE49-F238E27FC236}">
                <a16:creationId xmlns:a16="http://schemas.microsoft.com/office/drawing/2014/main" id="{E48C8913-05C1-45A6-B3D9-5F585DA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7295759"/>
            <a:ext cx="1056409" cy="218012"/>
          </a:xfrm>
          <a:custGeom xmlns:a="http://schemas.openxmlformats.org/drawingml/2006/main">
            <a:pathLst>
              <a:path w="1056409" h="218012">
                <a:moveTo>
                  <a:pt x="0" y="218012"/>
                </a:moveTo>
                <a:lnTo>
                  <a:pt x="528205" y="14800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solid"/>
          </a:ln>
        </p:spPr>
      </p:sp>
      <p:sp>
        <p:nvSpPr>
          <p:cNvPr id="174" name="ellipse_173">
            <a:extLst xmlns:a="http://schemas.openxmlformats.org/drawingml/2006/main">
              <a:ext uri="{FF2B5EF4-FFF2-40B4-BE49-F238E27FC236}">
                <a16:creationId xmlns:a16="http://schemas.microsoft.com/office/drawing/2014/main" id="{329E48CF-678C-4391-A08C-3CE52DC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363" y="7482339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75" name="ellipse_174">
            <a:extLst xmlns:a="http://schemas.openxmlformats.org/drawingml/2006/main">
              <a:ext uri="{FF2B5EF4-FFF2-40B4-BE49-F238E27FC236}">
                <a16:creationId xmlns:a16="http://schemas.microsoft.com/office/drawing/2014/main" id="{F2C6E2E9-D2F5-44C0-8917-349BCC7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568" y="7279127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76" name="ellipse_175">
            <a:extLst xmlns:a="http://schemas.openxmlformats.org/drawingml/2006/main">
              <a:ext uri="{FF2B5EF4-FFF2-40B4-BE49-F238E27FC236}">
                <a16:creationId xmlns:a16="http://schemas.microsoft.com/office/drawing/2014/main" id="{EFEB1332-AB50-45FC-9C88-3B8BCE21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772" y="7264327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177" name="text_176">
            <a:extLst xmlns:a="http://schemas.openxmlformats.org/drawingml/2006/main">
              <a:ext uri="{FF2B5EF4-FFF2-40B4-BE49-F238E27FC236}">
                <a16:creationId xmlns:a16="http://schemas.microsoft.com/office/drawing/2014/main" id="{15BC65FC-8137-41CC-BD4C-503AC299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0195" y="7256596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8" name="path_177">
            <a:extLst xmlns:a="http://schemas.openxmlformats.org/drawingml/2006/main">
              <a:ext uri="{FF2B5EF4-FFF2-40B4-BE49-F238E27FC236}">
                <a16:creationId xmlns:a16="http://schemas.microsoft.com/office/drawing/2014/main" id="{4FC8E5B6-146D-4519-894D-2C963684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6683738"/>
            <a:ext cx="5282045" cy="752090"/>
          </a:xfrm>
          <a:custGeom xmlns:a="http://schemas.openxmlformats.org/drawingml/2006/main">
            <a:pathLst>
              <a:path w="5282045" h="752090">
                <a:moveTo>
                  <a:pt x="0" y="553372"/>
                </a:moveTo>
                <a:lnTo>
                  <a:pt x="528205" y="0"/>
                </a:lnTo>
                <a:lnTo>
                  <a:pt x="1056409" y="619948"/>
                </a:lnTo>
                <a:lnTo>
                  <a:pt x="1584614" y="292823"/>
                </a:lnTo>
                <a:lnTo>
                  <a:pt x="2112818" y="292823"/>
                </a:lnTo>
                <a:lnTo>
                  <a:pt x="2641023" y="24459"/>
                </a:lnTo>
                <a:lnTo>
                  <a:pt x="3169227" y="269045"/>
                </a:lnTo>
                <a:lnTo>
                  <a:pt x="3697432" y="750394"/>
                </a:lnTo>
                <a:lnTo>
                  <a:pt x="4225636" y="752090"/>
                </a:lnTo>
                <a:lnTo>
                  <a:pt x="4753841" y="493238"/>
                </a:lnTo>
                <a:lnTo>
                  <a:pt x="5282045" y="473196"/>
                </a:lnTo>
              </a:path>
            </a:pathLst>
          </a:custGeom>
          <a:noFill xmlns:a="http://schemas.openxmlformats.org/drawingml/2006/main"/>
          <a:ln xmlns:a="http://schemas.openxmlformats.org/drawingml/2006/main" w="32861">
            <a:solidFill>
              <a:srgbClr val="FFFFFF"/>
            </a:solidFill>
            <a:prstDash val="dash"/>
          </a:ln>
        </p:spPr>
      </p:sp>
      <p:sp>
        <p:nvSpPr>
          <p:cNvPr id="179" name="path_178">
            <a:extLst xmlns:a="http://schemas.openxmlformats.org/drawingml/2006/main">
              <a:ext uri="{FF2B5EF4-FFF2-40B4-BE49-F238E27FC236}">
                <a16:creationId xmlns:a16="http://schemas.microsoft.com/office/drawing/2014/main" id="{3CC1E24A-17C2-4CC6-8C28-8BCEBEB2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6683738"/>
            <a:ext cx="5282045" cy="752090"/>
          </a:xfrm>
          <a:custGeom xmlns:a="http://schemas.openxmlformats.org/drawingml/2006/main">
            <a:pathLst>
              <a:path w="5282045" h="752090">
                <a:moveTo>
                  <a:pt x="0" y="553372"/>
                </a:moveTo>
                <a:lnTo>
                  <a:pt x="528205" y="0"/>
                </a:lnTo>
                <a:lnTo>
                  <a:pt x="1056409" y="619948"/>
                </a:lnTo>
                <a:lnTo>
                  <a:pt x="1584614" y="292823"/>
                </a:lnTo>
                <a:lnTo>
                  <a:pt x="2112818" y="292823"/>
                </a:lnTo>
                <a:lnTo>
                  <a:pt x="2641023" y="24459"/>
                </a:lnTo>
                <a:lnTo>
                  <a:pt x="3169227" y="269045"/>
                </a:lnTo>
                <a:lnTo>
                  <a:pt x="3697432" y="750394"/>
                </a:lnTo>
                <a:lnTo>
                  <a:pt x="4225636" y="752090"/>
                </a:lnTo>
                <a:lnTo>
                  <a:pt x="4753841" y="493238"/>
                </a:lnTo>
                <a:lnTo>
                  <a:pt x="5282045" y="473196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D55E00"/>
            </a:solidFill>
            <a:prstDash val="dash"/>
          </a:ln>
        </p:spPr>
      </p:sp>
      <p:sp>
        <p:nvSpPr>
          <p:cNvPr id="180" name="path_179">
            <a:extLst xmlns:a="http://schemas.openxmlformats.org/drawingml/2006/main">
              <a:ext uri="{FF2B5EF4-FFF2-40B4-BE49-F238E27FC236}">
                <a16:creationId xmlns:a16="http://schemas.microsoft.com/office/drawing/2014/main" id="{9234E296-CD09-4FAC-9EB7-441AF5AA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6740157"/>
            <a:ext cx="5282045" cy="703606"/>
          </a:xfrm>
          <a:custGeom xmlns:a="http://schemas.openxmlformats.org/drawingml/2006/main">
            <a:pathLst>
              <a:path w="5282045" h="703606">
                <a:moveTo>
                  <a:pt x="0" y="496870"/>
                </a:moveTo>
                <a:lnTo>
                  <a:pt x="528205" y="0"/>
                </a:lnTo>
                <a:lnTo>
                  <a:pt x="1056409" y="571577"/>
                </a:lnTo>
                <a:lnTo>
                  <a:pt x="1584614" y="228349"/>
                </a:lnTo>
                <a:lnTo>
                  <a:pt x="2112818" y="366251"/>
                </a:lnTo>
                <a:lnTo>
                  <a:pt x="2641023" y="24902"/>
                </a:lnTo>
                <a:lnTo>
                  <a:pt x="3169227" y="211199"/>
                </a:lnTo>
                <a:lnTo>
                  <a:pt x="3697432" y="701961"/>
                </a:lnTo>
                <a:lnTo>
                  <a:pt x="4225636" y="703606"/>
                </a:lnTo>
                <a:lnTo>
                  <a:pt x="4753841" y="428741"/>
                </a:lnTo>
                <a:lnTo>
                  <a:pt x="5282045" y="41582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FFFFFF"/>
            </a:solidFill>
            <a:prstDash val="solid"/>
          </a:ln>
        </p:spPr>
      </p:sp>
      <p:sp>
        <p:nvSpPr>
          <p:cNvPr id="181" name="path_180">
            <a:extLst xmlns:a="http://schemas.openxmlformats.org/drawingml/2006/main">
              <a:ext uri="{FF2B5EF4-FFF2-40B4-BE49-F238E27FC236}">
                <a16:creationId xmlns:a16="http://schemas.microsoft.com/office/drawing/2014/main" id="{CF2867C9-E2CE-4893-B340-DF02D9D2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6740157"/>
            <a:ext cx="5282045" cy="703606"/>
          </a:xfrm>
          <a:custGeom xmlns:a="http://schemas.openxmlformats.org/drawingml/2006/main">
            <a:pathLst>
              <a:path w="5282045" h="703606">
                <a:moveTo>
                  <a:pt x="0" y="496870"/>
                </a:moveTo>
                <a:lnTo>
                  <a:pt x="528205" y="0"/>
                </a:lnTo>
                <a:lnTo>
                  <a:pt x="1056409" y="571577"/>
                </a:lnTo>
                <a:lnTo>
                  <a:pt x="1584614" y="228349"/>
                </a:lnTo>
                <a:lnTo>
                  <a:pt x="2112818" y="366251"/>
                </a:lnTo>
                <a:lnTo>
                  <a:pt x="2641023" y="24902"/>
                </a:lnTo>
                <a:lnTo>
                  <a:pt x="3169227" y="211199"/>
                </a:lnTo>
                <a:lnTo>
                  <a:pt x="3697432" y="701961"/>
                </a:lnTo>
                <a:lnTo>
                  <a:pt x="4225636" y="703606"/>
                </a:lnTo>
                <a:lnTo>
                  <a:pt x="4753841" y="428741"/>
                </a:lnTo>
                <a:lnTo>
                  <a:pt x="5282045" y="41582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D55E00"/>
            </a:solidFill>
            <a:prstDash val="solid"/>
          </a:ln>
        </p:spPr>
      </p:sp>
      <p:sp>
        <p:nvSpPr>
          <p:cNvPr id="182" name="ellipse_181">
            <a:extLst xmlns:a="http://schemas.openxmlformats.org/drawingml/2006/main">
              <a:ext uri="{FF2B5EF4-FFF2-40B4-BE49-F238E27FC236}">
                <a16:creationId xmlns:a16="http://schemas.microsoft.com/office/drawing/2014/main" id="{2E9CFD28-AB1F-4FB4-B57C-22748E97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363" y="7074976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83" name="ellipse_182">
            <a:extLst xmlns:a="http://schemas.openxmlformats.org/drawingml/2006/main">
              <a:ext uri="{FF2B5EF4-FFF2-40B4-BE49-F238E27FC236}">
                <a16:creationId xmlns:a16="http://schemas.microsoft.com/office/drawing/2014/main" id="{70FED8E2-E2CD-47BB-8C5F-5EF37EE4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568" y="6733627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84" name="ellipse_183">
            <a:extLst xmlns:a="http://schemas.openxmlformats.org/drawingml/2006/main">
              <a:ext uri="{FF2B5EF4-FFF2-40B4-BE49-F238E27FC236}">
                <a16:creationId xmlns:a16="http://schemas.microsoft.com/office/drawing/2014/main" id="{5872A21E-5872-4681-B676-65408393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772" y="6919924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85" name="text_184">
            <a:extLst xmlns:a="http://schemas.openxmlformats.org/drawingml/2006/main">
              <a:ext uri="{FF2B5EF4-FFF2-40B4-BE49-F238E27FC236}">
                <a16:creationId xmlns:a16="http://schemas.microsoft.com/office/drawing/2014/main" id="{97485937-7278-4005-832B-4AFB59F8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4045" y="7058783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86" name="path_185">
            <a:extLst xmlns:a="http://schemas.openxmlformats.org/drawingml/2006/main">
              <a:ext uri="{FF2B5EF4-FFF2-40B4-BE49-F238E27FC236}">
                <a16:creationId xmlns:a16="http://schemas.microsoft.com/office/drawing/2014/main" id="{64677322-85B0-433C-ACDC-2671D54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7133156"/>
            <a:ext cx="2641023" cy="56390"/>
          </a:xfrm>
          <a:custGeom xmlns:a="http://schemas.openxmlformats.org/drawingml/2006/main">
            <a:pathLst>
              <a:path w="2641023" h="56390">
                <a:moveTo>
                  <a:pt x="0" y="56390"/>
                </a:moveTo>
                <a:lnTo>
                  <a:pt x="528205" y="40764"/>
                </a:lnTo>
                <a:lnTo>
                  <a:pt x="1056409" y="25139"/>
                </a:lnTo>
                <a:lnTo>
                  <a:pt x="1584614" y="4416"/>
                </a:lnTo>
                <a:lnTo>
                  <a:pt x="2112818" y="11889"/>
                </a:lnTo>
                <a:lnTo>
                  <a:pt x="2641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861">
            <a:solidFill>
              <a:srgbClr val="FFFFFF"/>
            </a:solidFill>
            <a:prstDash val="dash"/>
          </a:ln>
        </p:spPr>
      </p:sp>
      <p:sp>
        <p:nvSpPr>
          <p:cNvPr id="187" name="path_186">
            <a:extLst xmlns:a="http://schemas.openxmlformats.org/drawingml/2006/main">
              <a:ext uri="{FF2B5EF4-FFF2-40B4-BE49-F238E27FC236}">
                <a16:creationId xmlns:a16="http://schemas.microsoft.com/office/drawing/2014/main" id="{DB4FA094-9178-4897-844A-C57B83A4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7133156"/>
            <a:ext cx="2641023" cy="56390"/>
          </a:xfrm>
          <a:custGeom xmlns:a="http://schemas.openxmlformats.org/drawingml/2006/main">
            <a:pathLst>
              <a:path w="2641023" h="56390">
                <a:moveTo>
                  <a:pt x="0" y="56390"/>
                </a:moveTo>
                <a:lnTo>
                  <a:pt x="528205" y="40764"/>
                </a:lnTo>
                <a:lnTo>
                  <a:pt x="1056409" y="25139"/>
                </a:lnTo>
                <a:lnTo>
                  <a:pt x="1584614" y="4416"/>
                </a:lnTo>
                <a:lnTo>
                  <a:pt x="2112818" y="11889"/>
                </a:lnTo>
                <a:lnTo>
                  <a:pt x="2641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009E73"/>
            </a:solidFill>
            <a:prstDash val="dash"/>
          </a:ln>
        </p:spPr>
      </p:sp>
      <p:sp>
        <p:nvSpPr>
          <p:cNvPr id="188" name="path_187">
            <a:extLst xmlns:a="http://schemas.openxmlformats.org/drawingml/2006/main">
              <a:ext uri="{FF2B5EF4-FFF2-40B4-BE49-F238E27FC236}">
                <a16:creationId xmlns:a16="http://schemas.microsoft.com/office/drawing/2014/main" id="{59D0AF5C-A6B3-4A4F-9538-B1F3D7D0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7030762"/>
            <a:ext cx="2641023" cy="306344"/>
          </a:xfrm>
          <a:custGeom xmlns:a="http://schemas.openxmlformats.org/drawingml/2006/main">
            <a:pathLst>
              <a:path w="2641023" h="306344">
                <a:moveTo>
                  <a:pt x="0" y="166798"/>
                </a:moveTo>
                <a:lnTo>
                  <a:pt x="528205" y="0"/>
                </a:lnTo>
                <a:lnTo>
                  <a:pt x="1056409" y="306344"/>
                </a:lnTo>
                <a:lnTo>
                  <a:pt x="1584614" y="296712"/>
                </a:lnTo>
                <a:lnTo>
                  <a:pt x="2112818" y="110181"/>
                </a:lnTo>
                <a:lnTo>
                  <a:pt x="2641023" y="94441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FFFFFF"/>
            </a:solidFill>
            <a:prstDash val="solid"/>
          </a:ln>
        </p:spPr>
      </p:sp>
      <p:sp>
        <p:nvSpPr>
          <p:cNvPr id="189" name="path_188">
            <a:extLst xmlns:a="http://schemas.openxmlformats.org/drawingml/2006/main">
              <a:ext uri="{FF2B5EF4-FFF2-40B4-BE49-F238E27FC236}">
                <a16:creationId xmlns:a16="http://schemas.microsoft.com/office/drawing/2014/main" id="{209480FD-3EE1-44AD-9708-5100ADAB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7030762"/>
            <a:ext cx="2641023" cy="306344"/>
          </a:xfrm>
          <a:custGeom xmlns:a="http://schemas.openxmlformats.org/drawingml/2006/main">
            <a:pathLst>
              <a:path w="2641023" h="306344">
                <a:moveTo>
                  <a:pt x="0" y="166798"/>
                </a:moveTo>
                <a:lnTo>
                  <a:pt x="528205" y="0"/>
                </a:lnTo>
                <a:lnTo>
                  <a:pt x="1056409" y="306344"/>
                </a:lnTo>
                <a:lnTo>
                  <a:pt x="1584614" y="296712"/>
                </a:lnTo>
                <a:lnTo>
                  <a:pt x="2112818" y="110181"/>
                </a:lnTo>
                <a:lnTo>
                  <a:pt x="2641023" y="94441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9E73"/>
            </a:solidFill>
            <a:prstDash val="solid"/>
          </a:ln>
        </p:spPr>
      </p:sp>
      <p:sp>
        <p:nvSpPr>
          <p:cNvPr id="190" name="ellipse_189">
            <a:extLst xmlns:a="http://schemas.openxmlformats.org/drawingml/2006/main">
              <a:ext uri="{FF2B5EF4-FFF2-40B4-BE49-F238E27FC236}">
                <a16:creationId xmlns:a16="http://schemas.microsoft.com/office/drawing/2014/main" id="{A4DD2A01-5AA3-4BE4-B2A1-2E4292D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363" y="6999329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91" name="ellipse_190">
            <a:extLst xmlns:a="http://schemas.openxmlformats.org/drawingml/2006/main">
              <a:ext uri="{FF2B5EF4-FFF2-40B4-BE49-F238E27FC236}">
                <a16:creationId xmlns:a16="http://schemas.microsoft.com/office/drawing/2014/main" id="{3083BEBA-2488-4606-9A97-913E9C0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568" y="7305674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92" name="ellipse_191">
            <a:extLst xmlns:a="http://schemas.openxmlformats.org/drawingml/2006/main">
              <a:ext uri="{FF2B5EF4-FFF2-40B4-BE49-F238E27FC236}">
                <a16:creationId xmlns:a16="http://schemas.microsoft.com/office/drawing/2014/main" id="{76DB68B1-17C3-4123-8AFF-FEF1BAB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772" y="7296042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193" name="text_192">
            <a:extLst xmlns:a="http://schemas.openxmlformats.org/drawingml/2006/main">
              <a:ext uri="{FF2B5EF4-FFF2-40B4-BE49-F238E27FC236}">
                <a16:creationId xmlns:a16="http://schemas.microsoft.com/office/drawing/2014/main" id="{93185CD7-20F1-4EDC-B15E-32FE028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0195" y="6773587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4" name="line_193">
            <a:extLst xmlns:a="http://schemas.openxmlformats.org/drawingml/2006/main">
              <a:ext uri="{FF2B5EF4-FFF2-40B4-BE49-F238E27FC236}">
                <a16:creationId xmlns:a16="http://schemas.microsoft.com/office/drawing/2014/main" id="{BDA31795-DD98-404A-ABA8-D8816F7E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6619875"/>
            <a:ext cx="95" cy="962025"/>
          </a:xfrm>
          <a:custGeom xmlns:a="http://schemas.openxmlformats.org/drawingml/2006/main">
            <a:pathLst>
              <a:path w="95" h="962025">
                <a:moveTo>
                  <a:pt x="0" y="0"/>
                </a:moveTo>
                <a:lnTo>
                  <a:pt x="0" y="9620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dash"/>
          </a:ln>
        </p:spPr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3E0B773E-252F-47BF-BF69-EAC51DE1C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176ac84734054"/>
          <a:stretch xmlns:a="http://schemas.openxmlformats.org/drawingml/2006/main"/>
        </p:blipFill>
        <p:spPr>
          <a:xfrm xmlns:a="http://schemas.openxmlformats.org/drawingml/2006/main">
            <a:off x="7381901" y="8210550"/>
            <a:ext cx="5810199" cy="962025"/>
          </a:xfrm>
          <a:prstGeom xmlns:a="http://schemas.openxmlformats.org/drawingml/2006/main" prst="rect">
            <a:avLst/>
          </a:prstGeom>
        </p:spPr>
      </p:pic>
      <p:sp>
        <p:nvSpPr>
          <p:cNvPr id="196" name="line_195">
            <a:extLst xmlns:a="http://schemas.openxmlformats.org/drawingml/2006/main">
              <a:ext uri="{FF2B5EF4-FFF2-40B4-BE49-F238E27FC236}">
                <a16:creationId xmlns:a16="http://schemas.microsoft.com/office/drawing/2014/main" id="{4179D573-4E3A-48F1-AD4C-61BFC606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9172575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97" name="text_196">
            <a:extLst xmlns:a="http://schemas.openxmlformats.org/drawingml/2006/main">
              <a:ext uri="{FF2B5EF4-FFF2-40B4-BE49-F238E27FC236}">
                <a16:creationId xmlns:a16="http://schemas.microsoft.com/office/drawing/2014/main" id="{B4479979-B648-4563-B30D-F6222416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9077325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8" name="line_197">
            <a:extLst xmlns:a="http://schemas.openxmlformats.org/drawingml/2006/main">
              <a:ext uri="{FF2B5EF4-FFF2-40B4-BE49-F238E27FC236}">
                <a16:creationId xmlns:a16="http://schemas.microsoft.com/office/drawing/2014/main" id="{49F73766-7C35-430E-A6C9-5AB687E8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691563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199" name="text_198">
            <a:extLst xmlns:a="http://schemas.openxmlformats.org/drawingml/2006/main">
              <a:ext uri="{FF2B5EF4-FFF2-40B4-BE49-F238E27FC236}">
                <a16:creationId xmlns:a16="http://schemas.microsoft.com/office/drawing/2014/main" id="{D66F6118-81F9-4D75-B8D9-9A7E093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8596313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00" name="line_199">
            <a:extLst xmlns:a="http://schemas.openxmlformats.org/drawingml/2006/main">
              <a:ext uri="{FF2B5EF4-FFF2-40B4-BE49-F238E27FC236}">
                <a16:creationId xmlns:a16="http://schemas.microsoft.com/office/drawing/2014/main" id="{B4BB3A4C-F9BC-4E3B-9C15-15B5F310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210550"/>
            <a:ext cx="38100" cy="95"/>
          </a:xfrm>
          <a:custGeom xmlns:a="http://schemas.openxmlformats.org/drawingml/2006/main"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1" name="text_200">
            <a:extLst xmlns:a="http://schemas.openxmlformats.org/drawingml/2006/main">
              <a:ext uri="{FF2B5EF4-FFF2-40B4-BE49-F238E27FC236}">
                <a16:creationId xmlns:a16="http://schemas.microsoft.com/office/drawing/2014/main" id="{26F76B9A-A2F9-44C2-81B2-2FA3FAE0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8115300"/>
            <a:ext cx="276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2" name="line_201">
            <a:extLst xmlns:a="http://schemas.openxmlformats.org/drawingml/2006/main">
              <a:ext uri="{FF2B5EF4-FFF2-40B4-BE49-F238E27FC236}">
                <a16:creationId xmlns:a16="http://schemas.microsoft.com/office/drawing/2014/main" id="{FBE7AF30-917D-484B-9286-814325A7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91725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3" name="text_202">
            <a:extLst xmlns:a="http://schemas.openxmlformats.org/drawingml/2006/main">
              <a:ext uri="{FF2B5EF4-FFF2-40B4-BE49-F238E27FC236}">
                <a16:creationId xmlns:a16="http://schemas.microsoft.com/office/drawing/2014/main" id="{1AB708D3-A7D7-4ECB-A180-01D400C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5927" y="9239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07-10</a:t>
            </a:r>
          </a:p>
        </p:txBody>
      </p:sp>
      <p:sp>
        <p:nvSpPr>
          <p:cNvPr id="204" name="line_203">
            <a:extLst xmlns:a="http://schemas.openxmlformats.org/drawingml/2006/main">
              <a:ext uri="{FF2B5EF4-FFF2-40B4-BE49-F238E27FC236}">
                <a16:creationId xmlns:a16="http://schemas.microsoft.com/office/drawing/2014/main" id="{0A2FE326-F90B-41CC-A503-78BB150D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386" y="91725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5" name="text_204">
            <a:extLst xmlns:a="http://schemas.openxmlformats.org/drawingml/2006/main">
              <a:ext uri="{FF2B5EF4-FFF2-40B4-BE49-F238E27FC236}">
                <a16:creationId xmlns:a16="http://schemas.microsoft.com/office/drawing/2014/main" id="{EEB3E5E5-6AA5-4F96-9D08-79CC8239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336" y="9239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07-12</a:t>
            </a:r>
          </a:p>
        </p:txBody>
      </p:sp>
      <p:sp>
        <p:nvSpPr>
          <p:cNvPr id="206" name="line_205">
            <a:extLst xmlns:a="http://schemas.openxmlformats.org/drawingml/2006/main">
              <a:ext uri="{FF2B5EF4-FFF2-40B4-BE49-F238E27FC236}">
                <a16:creationId xmlns:a16="http://schemas.microsoft.com/office/drawing/2014/main" id="{122F8FF8-E9BF-45DB-8DFB-B55E3D1E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91725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7" name="text_206">
            <a:extLst xmlns:a="http://schemas.openxmlformats.org/drawingml/2006/main">
              <a:ext uri="{FF2B5EF4-FFF2-40B4-BE49-F238E27FC236}">
                <a16:creationId xmlns:a16="http://schemas.microsoft.com/office/drawing/2014/main" id="{4F4CC0C3-F32C-4914-A19F-0B49F8AB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8745" y="9239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07-14</a:t>
            </a:r>
          </a:p>
        </p:txBody>
      </p:sp>
      <p:sp>
        <p:nvSpPr>
          <p:cNvPr id="208" name="line_207">
            <a:extLst xmlns:a="http://schemas.openxmlformats.org/drawingml/2006/main">
              <a:ext uri="{FF2B5EF4-FFF2-40B4-BE49-F238E27FC236}">
                <a16:creationId xmlns:a16="http://schemas.microsoft.com/office/drawing/2014/main" id="{4D6F0CB5-5EC7-47D1-BD93-2B4A133B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205" y="91725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09" name="text_208">
            <a:extLst xmlns:a="http://schemas.openxmlformats.org/drawingml/2006/main">
              <a:ext uri="{FF2B5EF4-FFF2-40B4-BE49-F238E27FC236}">
                <a16:creationId xmlns:a16="http://schemas.microsoft.com/office/drawing/2014/main" id="{DDE2C25D-CD13-4B0B-AC80-C7BD5D1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155" y="9239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07-16</a:t>
            </a:r>
          </a:p>
        </p:txBody>
      </p:sp>
      <p:sp>
        <p:nvSpPr>
          <p:cNvPr id="210" name="line_209">
            <a:extLst xmlns:a="http://schemas.openxmlformats.org/drawingml/2006/main">
              <a:ext uri="{FF2B5EF4-FFF2-40B4-BE49-F238E27FC236}">
                <a16:creationId xmlns:a16="http://schemas.microsoft.com/office/drawing/2014/main" id="{51E19357-B7D0-43BE-B907-28F99B9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614" y="91725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11" name="text_210">
            <a:extLst xmlns:a="http://schemas.openxmlformats.org/drawingml/2006/main">
              <a:ext uri="{FF2B5EF4-FFF2-40B4-BE49-F238E27FC236}">
                <a16:creationId xmlns:a16="http://schemas.microsoft.com/office/drawing/2014/main" id="{1AFE5CCB-DBCE-42F1-90FF-90A2D955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71564" y="9239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07-18</a:t>
            </a:r>
          </a:p>
        </p:txBody>
      </p:sp>
      <p:sp>
        <p:nvSpPr>
          <p:cNvPr id="212" name="line_211">
            <a:extLst xmlns:a="http://schemas.openxmlformats.org/drawingml/2006/main">
              <a:ext uri="{FF2B5EF4-FFF2-40B4-BE49-F238E27FC236}">
                <a16:creationId xmlns:a16="http://schemas.microsoft.com/office/drawing/2014/main" id="{EB0315F3-0CFD-4CC4-BF40-B7C91DE8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023" y="9172575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000000"/>
            </a:solidFill>
            <a:prstDash val="solid"/>
          </a:ln>
        </p:spPr>
      </p:sp>
      <p:sp>
        <p:nvSpPr>
          <p:cNvPr id="213" name="text_212">
            <a:extLst xmlns:a="http://schemas.openxmlformats.org/drawingml/2006/main">
              <a:ext uri="{FF2B5EF4-FFF2-40B4-BE49-F238E27FC236}">
                <a16:creationId xmlns:a16="http://schemas.microsoft.com/office/drawing/2014/main" id="{E1D510EA-C4EF-4D34-8328-2D7F0088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7973" y="92392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07-20</a:t>
            </a:r>
          </a:p>
        </p:txBody>
      </p:sp>
      <p:sp>
        <p:nvSpPr>
          <p:cNvPr id="214" name="rect_213">
            <a:extLst xmlns:a="http://schemas.openxmlformats.org/drawingml/2006/main">
              <a:ext uri="{FF2B5EF4-FFF2-40B4-BE49-F238E27FC236}">
                <a16:creationId xmlns:a16="http://schemas.microsoft.com/office/drawing/2014/main" id="{787CA21D-058D-44FC-AE98-456B9B28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8210550"/>
            <a:ext cx="58102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A7278"/>
            </a:solidFill>
            <a:prstDash val="solid"/>
          </a:ln>
        </p:spPr>
      </p:sp>
      <p:sp>
        <p:nvSpPr>
          <p:cNvPr id="215" name="text_214">
            <a:extLst xmlns:a="http://schemas.openxmlformats.org/drawingml/2006/main">
              <a:ext uri="{FF2B5EF4-FFF2-40B4-BE49-F238E27FC236}">
                <a16:creationId xmlns:a16="http://schemas.microsoft.com/office/drawing/2014/main" id="{545CE4F2-FE22-4F0B-A831-FB4469EA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934325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RG-MTM-R20</a:t>
            </a:r>
          </a:p>
        </p:txBody>
      </p:sp>
      <p:sp>
        <p:nvSpPr>
          <p:cNvPr id="216" name="path_215">
            <a:extLst xmlns:a="http://schemas.openxmlformats.org/drawingml/2006/main">
              <a:ext uri="{FF2B5EF4-FFF2-40B4-BE49-F238E27FC236}">
                <a16:creationId xmlns:a16="http://schemas.microsoft.com/office/drawing/2014/main" id="{5CEC51B0-5BF2-4821-B9F3-71C2C41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9060475"/>
            <a:ext cx="1056409" cy="35668"/>
          </a:xfrm>
          <a:custGeom xmlns:a="http://schemas.openxmlformats.org/drawingml/2006/main">
            <a:pathLst>
              <a:path w="1056409" h="35668">
                <a:moveTo>
                  <a:pt x="0" y="28195"/>
                </a:moveTo>
                <a:lnTo>
                  <a:pt x="528205" y="35668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861">
            <a:solidFill>
              <a:srgbClr val="FFFFFF"/>
            </a:solidFill>
            <a:prstDash val="dash"/>
          </a:ln>
        </p:spPr>
      </p:sp>
      <p:sp>
        <p:nvSpPr>
          <p:cNvPr id="217" name="path_216">
            <a:extLst xmlns:a="http://schemas.openxmlformats.org/drawingml/2006/main">
              <a:ext uri="{FF2B5EF4-FFF2-40B4-BE49-F238E27FC236}">
                <a16:creationId xmlns:a16="http://schemas.microsoft.com/office/drawing/2014/main" id="{714DE3E9-5BC6-4361-AA53-63EBBEBD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9060475"/>
            <a:ext cx="1056409" cy="35668"/>
          </a:xfrm>
          <a:custGeom xmlns:a="http://schemas.openxmlformats.org/drawingml/2006/main">
            <a:pathLst>
              <a:path w="1056409" h="35668">
                <a:moveTo>
                  <a:pt x="0" y="28195"/>
                </a:moveTo>
                <a:lnTo>
                  <a:pt x="528205" y="35668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0072B2"/>
            </a:solidFill>
            <a:prstDash val="dash"/>
          </a:ln>
        </p:spPr>
      </p:sp>
      <p:sp>
        <p:nvSpPr>
          <p:cNvPr id="218" name="path_217">
            <a:extLst xmlns:a="http://schemas.openxmlformats.org/drawingml/2006/main">
              <a:ext uri="{FF2B5EF4-FFF2-40B4-BE49-F238E27FC236}">
                <a16:creationId xmlns:a16="http://schemas.microsoft.com/office/drawing/2014/main" id="{B527AC6E-B509-47B3-8C0E-C5926D2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9064039"/>
            <a:ext cx="1056409" cy="32655"/>
          </a:xfrm>
          <a:custGeom xmlns:a="http://schemas.openxmlformats.org/drawingml/2006/main">
            <a:pathLst>
              <a:path w="1056409" h="32655">
                <a:moveTo>
                  <a:pt x="0" y="32655"/>
                </a:moveTo>
                <a:lnTo>
                  <a:pt x="528205" y="24197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FFFFFF"/>
            </a:solidFill>
            <a:prstDash val="solid"/>
          </a:ln>
        </p:spPr>
      </p:sp>
      <p:sp>
        <p:nvSpPr>
          <p:cNvPr id="219" name="path_218">
            <a:extLst xmlns:a="http://schemas.openxmlformats.org/drawingml/2006/main">
              <a:ext uri="{FF2B5EF4-FFF2-40B4-BE49-F238E27FC236}">
                <a16:creationId xmlns:a16="http://schemas.microsoft.com/office/drawing/2014/main" id="{BC00735A-C242-4073-B8CF-8238C85F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9064039"/>
            <a:ext cx="1056409" cy="32655"/>
          </a:xfrm>
          <a:custGeom xmlns:a="http://schemas.openxmlformats.org/drawingml/2006/main">
            <a:pathLst>
              <a:path w="1056409" h="32655">
                <a:moveTo>
                  <a:pt x="0" y="32655"/>
                </a:moveTo>
                <a:lnTo>
                  <a:pt x="528205" y="24197"/>
                </a:lnTo>
                <a:lnTo>
                  <a:pt x="10564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72B2"/>
            </a:solidFill>
            <a:prstDash val="solid"/>
          </a:ln>
        </p:spPr>
      </p:sp>
      <p:sp>
        <p:nvSpPr>
          <p:cNvPr id="220" name="ellipse_219">
            <a:extLst xmlns:a="http://schemas.openxmlformats.org/drawingml/2006/main">
              <a:ext uri="{FF2B5EF4-FFF2-40B4-BE49-F238E27FC236}">
                <a16:creationId xmlns:a16="http://schemas.microsoft.com/office/drawing/2014/main" id="{8496735F-B0A7-4A81-90DE-C2654FC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363" y="9065261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21" name="ellipse_220">
            <a:extLst xmlns:a="http://schemas.openxmlformats.org/drawingml/2006/main">
              <a:ext uri="{FF2B5EF4-FFF2-40B4-BE49-F238E27FC236}">
                <a16:creationId xmlns:a16="http://schemas.microsoft.com/office/drawing/2014/main" id="{6513A9DA-386B-442F-A2C9-BE3552B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568" y="9056804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22" name="ellipse_221">
            <a:extLst xmlns:a="http://schemas.openxmlformats.org/drawingml/2006/main">
              <a:ext uri="{FF2B5EF4-FFF2-40B4-BE49-F238E27FC236}">
                <a16:creationId xmlns:a16="http://schemas.microsoft.com/office/drawing/2014/main" id="{BD017648-F60D-430E-980A-5D160B9D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772" y="9032606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72B2"/>
            </a:solidFill>
            <a:prstDash val="solid"/>
          </a:ln>
        </p:spPr>
      </p:sp>
      <p:sp>
        <p:nvSpPr>
          <p:cNvPr id="223" name="text_222">
            <a:extLst xmlns:a="http://schemas.openxmlformats.org/drawingml/2006/main">
              <a:ext uri="{FF2B5EF4-FFF2-40B4-BE49-F238E27FC236}">
                <a16:creationId xmlns:a16="http://schemas.microsoft.com/office/drawing/2014/main" id="{3ADE644B-0872-4677-B8B5-5BDD8EA4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0195" y="8839519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4" name="path_223">
            <a:extLst xmlns:a="http://schemas.openxmlformats.org/drawingml/2006/main">
              <a:ext uri="{FF2B5EF4-FFF2-40B4-BE49-F238E27FC236}">
                <a16:creationId xmlns:a16="http://schemas.microsoft.com/office/drawing/2014/main" id="{4EBF944C-810B-4AD9-B6E6-EE9B9AA0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8274413"/>
            <a:ext cx="5282045" cy="752090"/>
          </a:xfrm>
          <a:custGeom xmlns:a="http://schemas.openxmlformats.org/drawingml/2006/main">
            <a:pathLst>
              <a:path w="5282045" h="752090">
                <a:moveTo>
                  <a:pt x="0" y="553372"/>
                </a:moveTo>
                <a:lnTo>
                  <a:pt x="528205" y="0"/>
                </a:lnTo>
                <a:lnTo>
                  <a:pt x="1056409" y="619948"/>
                </a:lnTo>
                <a:lnTo>
                  <a:pt x="1584614" y="292823"/>
                </a:lnTo>
                <a:lnTo>
                  <a:pt x="2112818" y="292823"/>
                </a:lnTo>
                <a:lnTo>
                  <a:pt x="2641023" y="24459"/>
                </a:lnTo>
                <a:lnTo>
                  <a:pt x="3169227" y="269045"/>
                </a:lnTo>
                <a:lnTo>
                  <a:pt x="3697432" y="750394"/>
                </a:lnTo>
                <a:lnTo>
                  <a:pt x="4225636" y="752090"/>
                </a:lnTo>
                <a:lnTo>
                  <a:pt x="4753841" y="493238"/>
                </a:lnTo>
                <a:lnTo>
                  <a:pt x="5282045" y="473196"/>
                </a:lnTo>
              </a:path>
            </a:pathLst>
          </a:custGeom>
          <a:noFill xmlns:a="http://schemas.openxmlformats.org/drawingml/2006/main"/>
          <a:ln xmlns:a="http://schemas.openxmlformats.org/drawingml/2006/main" w="32861">
            <a:solidFill>
              <a:srgbClr val="FFFFFF"/>
            </a:solidFill>
            <a:prstDash val="dash"/>
          </a:ln>
        </p:spPr>
      </p:sp>
      <p:sp>
        <p:nvSpPr>
          <p:cNvPr id="225" name="path_224">
            <a:extLst xmlns:a="http://schemas.openxmlformats.org/drawingml/2006/main">
              <a:ext uri="{FF2B5EF4-FFF2-40B4-BE49-F238E27FC236}">
                <a16:creationId xmlns:a16="http://schemas.microsoft.com/office/drawing/2014/main" id="{CF4DAC96-9281-43DD-957B-83EABA2F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8274413"/>
            <a:ext cx="5282045" cy="752090"/>
          </a:xfrm>
          <a:custGeom xmlns:a="http://schemas.openxmlformats.org/drawingml/2006/main">
            <a:pathLst>
              <a:path w="5282045" h="752090">
                <a:moveTo>
                  <a:pt x="0" y="553372"/>
                </a:moveTo>
                <a:lnTo>
                  <a:pt x="528205" y="0"/>
                </a:lnTo>
                <a:lnTo>
                  <a:pt x="1056409" y="619948"/>
                </a:lnTo>
                <a:lnTo>
                  <a:pt x="1584614" y="292823"/>
                </a:lnTo>
                <a:lnTo>
                  <a:pt x="2112818" y="292823"/>
                </a:lnTo>
                <a:lnTo>
                  <a:pt x="2641023" y="24459"/>
                </a:lnTo>
                <a:lnTo>
                  <a:pt x="3169227" y="269045"/>
                </a:lnTo>
                <a:lnTo>
                  <a:pt x="3697432" y="750394"/>
                </a:lnTo>
                <a:lnTo>
                  <a:pt x="4225636" y="752090"/>
                </a:lnTo>
                <a:lnTo>
                  <a:pt x="4753841" y="493238"/>
                </a:lnTo>
                <a:lnTo>
                  <a:pt x="5282045" y="473196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D55E00"/>
            </a:solidFill>
            <a:prstDash val="dash"/>
          </a:ln>
        </p:spPr>
      </p:sp>
      <p:sp>
        <p:nvSpPr>
          <p:cNvPr id="226" name="path_225">
            <a:extLst xmlns:a="http://schemas.openxmlformats.org/drawingml/2006/main">
              <a:ext uri="{FF2B5EF4-FFF2-40B4-BE49-F238E27FC236}">
                <a16:creationId xmlns:a16="http://schemas.microsoft.com/office/drawing/2014/main" id="{2DEFBE2F-199F-42C2-84D2-4E838E03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8306870"/>
            <a:ext cx="5282045" cy="727568"/>
          </a:xfrm>
          <a:custGeom xmlns:a="http://schemas.openxmlformats.org/drawingml/2006/main">
            <a:pathLst>
              <a:path w="5282045" h="727568">
                <a:moveTo>
                  <a:pt x="0" y="520833"/>
                </a:moveTo>
                <a:lnTo>
                  <a:pt x="528205" y="23963"/>
                </a:lnTo>
                <a:lnTo>
                  <a:pt x="1056409" y="595539"/>
                </a:lnTo>
                <a:lnTo>
                  <a:pt x="1584614" y="252311"/>
                </a:lnTo>
                <a:lnTo>
                  <a:pt x="2112818" y="252311"/>
                </a:lnTo>
                <a:lnTo>
                  <a:pt x="2641023" y="0"/>
                </a:lnTo>
                <a:lnTo>
                  <a:pt x="3169227" y="231403"/>
                </a:lnTo>
                <a:lnTo>
                  <a:pt x="3697432" y="725924"/>
                </a:lnTo>
                <a:lnTo>
                  <a:pt x="4225636" y="727568"/>
                </a:lnTo>
                <a:lnTo>
                  <a:pt x="4753841" y="452704"/>
                </a:lnTo>
                <a:lnTo>
                  <a:pt x="5282045" y="439783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FFFFFF"/>
            </a:solidFill>
            <a:prstDash val="solid"/>
          </a:ln>
        </p:spPr>
      </p:sp>
      <p:sp>
        <p:nvSpPr>
          <p:cNvPr id="227" name="path_226">
            <a:extLst xmlns:a="http://schemas.openxmlformats.org/drawingml/2006/main">
              <a:ext uri="{FF2B5EF4-FFF2-40B4-BE49-F238E27FC236}">
                <a16:creationId xmlns:a16="http://schemas.microsoft.com/office/drawing/2014/main" id="{70E1670F-2E92-48B6-BE45-C28F4690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977" y="8306870"/>
            <a:ext cx="5282045" cy="727568"/>
          </a:xfrm>
          <a:custGeom xmlns:a="http://schemas.openxmlformats.org/drawingml/2006/main">
            <a:pathLst>
              <a:path w="5282045" h="727568">
                <a:moveTo>
                  <a:pt x="0" y="520833"/>
                </a:moveTo>
                <a:lnTo>
                  <a:pt x="528205" y="23963"/>
                </a:lnTo>
                <a:lnTo>
                  <a:pt x="1056409" y="595539"/>
                </a:lnTo>
                <a:lnTo>
                  <a:pt x="1584614" y="252311"/>
                </a:lnTo>
                <a:lnTo>
                  <a:pt x="2112818" y="252311"/>
                </a:lnTo>
                <a:lnTo>
                  <a:pt x="2641023" y="0"/>
                </a:lnTo>
                <a:lnTo>
                  <a:pt x="3169227" y="231403"/>
                </a:lnTo>
                <a:lnTo>
                  <a:pt x="3697432" y="725924"/>
                </a:lnTo>
                <a:lnTo>
                  <a:pt x="4225636" y="727568"/>
                </a:lnTo>
                <a:lnTo>
                  <a:pt x="4753841" y="452704"/>
                </a:lnTo>
                <a:lnTo>
                  <a:pt x="5282045" y="43978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D55E00"/>
            </a:solidFill>
            <a:prstDash val="solid"/>
          </a:ln>
        </p:spPr>
      </p:sp>
      <p:sp>
        <p:nvSpPr>
          <p:cNvPr id="228" name="ellipse_227">
            <a:extLst xmlns:a="http://schemas.openxmlformats.org/drawingml/2006/main">
              <a:ext uri="{FF2B5EF4-FFF2-40B4-BE49-F238E27FC236}">
                <a16:creationId xmlns:a16="http://schemas.microsoft.com/office/drawing/2014/main" id="{276DA097-29F9-4DBE-96B1-930C9035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363" y="8527749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229" name="ellipse_228">
            <a:extLst xmlns:a="http://schemas.openxmlformats.org/drawingml/2006/main">
              <a:ext uri="{FF2B5EF4-FFF2-40B4-BE49-F238E27FC236}">
                <a16:creationId xmlns:a16="http://schemas.microsoft.com/office/drawing/2014/main" id="{EE71417A-3B80-46F0-B584-C239F277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568" y="8275437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230" name="ellipse_229">
            <a:extLst xmlns:a="http://schemas.openxmlformats.org/drawingml/2006/main">
              <a:ext uri="{FF2B5EF4-FFF2-40B4-BE49-F238E27FC236}">
                <a16:creationId xmlns:a16="http://schemas.microsoft.com/office/drawing/2014/main" id="{9A652AB8-C60C-4E23-8A20-8AC36925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772" y="8506840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231" name="text_230">
            <a:extLst xmlns:a="http://schemas.openxmlformats.org/drawingml/2006/main">
              <a:ext uri="{FF2B5EF4-FFF2-40B4-BE49-F238E27FC236}">
                <a16:creationId xmlns:a16="http://schemas.microsoft.com/office/drawing/2014/main" id="{C35B1463-BC0C-416F-AC1B-153C6BB3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4045" y="8511556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2" name="path_231">
            <a:extLst xmlns:a="http://schemas.openxmlformats.org/drawingml/2006/main">
              <a:ext uri="{FF2B5EF4-FFF2-40B4-BE49-F238E27FC236}">
                <a16:creationId xmlns:a16="http://schemas.microsoft.com/office/drawing/2014/main" id="{43B9DF1C-4C60-499C-AC6C-623D5C66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8723831"/>
            <a:ext cx="2641023" cy="56390"/>
          </a:xfrm>
          <a:custGeom xmlns:a="http://schemas.openxmlformats.org/drawingml/2006/main">
            <a:pathLst>
              <a:path w="2641023" h="56390">
                <a:moveTo>
                  <a:pt x="0" y="56390"/>
                </a:moveTo>
                <a:lnTo>
                  <a:pt x="528205" y="40764"/>
                </a:lnTo>
                <a:lnTo>
                  <a:pt x="1056409" y="25139"/>
                </a:lnTo>
                <a:lnTo>
                  <a:pt x="1584614" y="4416"/>
                </a:lnTo>
                <a:lnTo>
                  <a:pt x="2112818" y="11889"/>
                </a:lnTo>
                <a:lnTo>
                  <a:pt x="2641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861">
            <a:solidFill>
              <a:srgbClr val="FFFFFF"/>
            </a:solidFill>
            <a:prstDash val="dash"/>
          </a:ln>
        </p:spPr>
      </p:sp>
      <p:sp>
        <p:nvSpPr>
          <p:cNvPr id="233" name="path_232">
            <a:extLst xmlns:a="http://schemas.openxmlformats.org/drawingml/2006/main">
              <a:ext uri="{FF2B5EF4-FFF2-40B4-BE49-F238E27FC236}">
                <a16:creationId xmlns:a16="http://schemas.microsoft.com/office/drawing/2014/main" id="{81E2196F-30F1-4597-9E9D-92C210EB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8723831"/>
            <a:ext cx="2641023" cy="56390"/>
          </a:xfrm>
          <a:custGeom xmlns:a="http://schemas.openxmlformats.org/drawingml/2006/main">
            <a:pathLst>
              <a:path w="2641023" h="56390">
                <a:moveTo>
                  <a:pt x="0" y="56390"/>
                </a:moveTo>
                <a:lnTo>
                  <a:pt x="528205" y="40764"/>
                </a:lnTo>
                <a:lnTo>
                  <a:pt x="1056409" y="25139"/>
                </a:lnTo>
                <a:lnTo>
                  <a:pt x="1584614" y="4416"/>
                </a:lnTo>
                <a:lnTo>
                  <a:pt x="2112818" y="11889"/>
                </a:lnTo>
                <a:lnTo>
                  <a:pt x="2641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811">
            <a:solidFill>
              <a:srgbClr val="009E73"/>
            </a:solidFill>
            <a:prstDash val="dash"/>
          </a:ln>
        </p:spPr>
      </p:sp>
      <p:sp>
        <p:nvSpPr>
          <p:cNvPr id="234" name="path_233">
            <a:extLst xmlns:a="http://schemas.openxmlformats.org/drawingml/2006/main">
              <a:ext uri="{FF2B5EF4-FFF2-40B4-BE49-F238E27FC236}">
                <a16:creationId xmlns:a16="http://schemas.microsoft.com/office/drawing/2014/main" id="{6AF0A5A1-A4D2-4EFB-ADF1-BF94F1B6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8715877"/>
            <a:ext cx="2641023" cy="72357"/>
          </a:xfrm>
          <a:custGeom xmlns:a="http://schemas.openxmlformats.org/drawingml/2006/main">
            <a:pathLst>
              <a:path w="2641023" h="72357">
                <a:moveTo>
                  <a:pt x="0" y="72357"/>
                </a:moveTo>
                <a:lnTo>
                  <a:pt x="528205" y="56617"/>
                </a:lnTo>
                <a:lnTo>
                  <a:pt x="1056409" y="25137"/>
                </a:lnTo>
                <a:lnTo>
                  <a:pt x="1584614" y="20439"/>
                </a:lnTo>
                <a:lnTo>
                  <a:pt x="2112818" y="11746"/>
                </a:lnTo>
                <a:lnTo>
                  <a:pt x="2641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FFFFFF"/>
            </a:solidFill>
            <a:prstDash val="solid"/>
          </a:ln>
        </p:spPr>
      </p:sp>
      <p:sp>
        <p:nvSpPr>
          <p:cNvPr id="235" name="path_234">
            <a:extLst xmlns:a="http://schemas.openxmlformats.org/drawingml/2006/main">
              <a:ext uri="{FF2B5EF4-FFF2-40B4-BE49-F238E27FC236}">
                <a16:creationId xmlns:a16="http://schemas.microsoft.com/office/drawing/2014/main" id="{DD2B0530-4F7B-457E-9714-37A1C62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0591" y="8715877"/>
            <a:ext cx="2641023" cy="72357"/>
          </a:xfrm>
          <a:custGeom xmlns:a="http://schemas.openxmlformats.org/drawingml/2006/main">
            <a:pathLst>
              <a:path w="2641023" h="72357">
                <a:moveTo>
                  <a:pt x="0" y="72357"/>
                </a:moveTo>
                <a:lnTo>
                  <a:pt x="528205" y="56617"/>
                </a:lnTo>
                <a:lnTo>
                  <a:pt x="1056409" y="25137"/>
                </a:lnTo>
                <a:lnTo>
                  <a:pt x="1584614" y="20439"/>
                </a:lnTo>
                <a:lnTo>
                  <a:pt x="2112818" y="11746"/>
                </a:lnTo>
                <a:lnTo>
                  <a:pt x="26410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09E73"/>
            </a:solidFill>
            <a:prstDash val="solid"/>
          </a:ln>
        </p:spPr>
      </p:sp>
      <p:sp>
        <p:nvSpPr>
          <p:cNvPr id="236" name="ellipse_235">
            <a:extLst xmlns:a="http://schemas.openxmlformats.org/drawingml/2006/main">
              <a:ext uri="{FF2B5EF4-FFF2-40B4-BE49-F238E27FC236}">
                <a16:creationId xmlns:a16="http://schemas.microsoft.com/office/drawing/2014/main" id="{04C56CA3-775D-446D-B777-F3D82801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7363" y="8741062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237" name="ellipse_236">
            <a:extLst xmlns:a="http://schemas.openxmlformats.org/drawingml/2006/main">
              <a:ext uri="{FF2B5EF4-FFF2-40B4-BE49-F238E27FC236}">
                <a16:creationId xmlns:a16="http://schemas.microsoft.com/office/drawing/2014/main" id="{69F8C03F-5FB1-40C2-98F9-E5C0548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5568" y="8709582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238" name="ellipse_237">
            <a:extLst xmlns:a="http://schemas.openxmlformats.org/drawingml/2006/main">
              <a:ext uri="{FF2B5EF4-FFF2-40B4-BE49-F238E27FC236}">
                <a16:creationId xmlns:a16="http://schemas.microsoft.com/office/drawing/2014/main" id="{E862B7C0-EB37-4839-B6B9-E27CD674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3772" y="8704884"/>
            <a:ext cx="62865" cy="6286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239" name="text_238">
            <a:extLst xmlns:a="http://schemas.openxmlformats.org/drawingml/2006/main">
              <a:ext uri="{FF2B5EF4-FFF2-40B4-BE49-F238E27FC236}">
                <a16:creationId xmlns:a16="http://schemas.microsoft.com/office/drawing/2014/main" id="{987A2AA8-E452-45AA-AAFF-FF6058BB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30195" y="8515320"/>
            <a:ext cx="238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40" name="line_239">
            <a:extLst xmlns:a="http://schemas.openxmlformats.org/drawingml/2006/main">
              <a:ext uri="{FF2B5EF4-FFF2-40B4-BE49-F238E27FC236}">
                <a16:creationId xmlns:a16="http://schemas.microsoft.com/office/drawing/2014/main" id="{CD557000-7873-4859-9631-65012C0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795" y="8210550"/>
            <a:ext cx="95" cy="962025"/>
          </a:xfrm>
          <a:custGeom xmlns:a="http://schemas.openxmlformats.org/drawingml/2006/main">
            <a:pathLst>
              <a:path w="95" h="962025">
                <a:moveTo>
                  <a:pt x="0" y="0"/>
                </a:moveTo>
                <a:lnTo>
                  <a:pt x="0" y="96202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000000"/>
            </a:solidFill>
            <a:prstDash val="dash"/>
          </a:ln>
        </p:spPr>
      </p:sp>
      <p:pic>
        <p:nvPic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DC95479B-D94A-4F31-AAB0-FB90C2FBC3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e3504b5ad4977"/>
          <a:stretch xmlns:a="http://schemas.openxmlformats.org/drawingml/2006/main"/>
        </p:blipFill>
        <p:spPr>
          <a:xfrm xmlns:a="http://schemas.openxmlformats.org/drawingml/2006/main">
            <a:off x="3333750" y="9725025"/>
            <a:ext cx="6858000" cy="123825"/>
          </a:xfrm>
          <a:prstGeom xmlns:a="http://schemas.openxmlformats.org/drawingml/2006/main" prst="rect">
            <a:avLst/>
          </a:prstGeom>
        </p:spPr>
      </p:pic>
      <p:sp>
        <p:nvSpPr>
          <p:cNvPr id="242" name="text_241">
            <a:extLst xmlns:a="http://schemas.openxmlformats.org/drawingml/2006/main">
              <a:ext uri="{FF2B5EF4-FFF2-40B4-BE49-F238E27FC236}">
                <a16:creationId xmlns:a16="http://schemas.microsoft.com/office/drawing/2014/main" id="{BD4EB667-BE98-4EE4-B9CA-D884C537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98869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3" name="text_242">
            <a:extLst xmlns:a="http://schemas.openxmlformats.org/drawingml/2006/main">
              <a:ext uri="{FF2B5EF4-FFF2-40B4-BE49-F238E27FC236}">
                <a16:creationId xmlns:a16="http://schemas.microsoft.com/office/drawing/2014/main" id="{6FD99CE0-24A6-4395-8076-AE240162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98869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4" name="text_243">
            <a:extLst xmlns:a="http://schemas.openxmlformats.org/drawingml/2006/main">
              <a:ext uri="{FF2B5EF4-FFF2-40B4-BE49-F238E27FC236}">
                <a16:creationId xmlns:a16="http://schemas.microsoft.com/office/drawing/2014/main" id="{4A9D4F8E-DB50-4C3F-B977-2EF2F1A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98869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45" name="text_244">
            <a:extLst xmlns:a="http://schemas.openxmlformats.org/drawingml/2006/main">
              <a:ext uri="{FF2B5EF4-FFF2-40B4-BE49-F238E27FC236}">
                <a16:creationId xmlns:a16="http://schemas.microsoft.com/office/drawing/2014/main" id="{653FF27F-FF99-438A-8412-9C7F321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9125" y="98869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46" name="text_245">
            <a:extLst xmlns:a="http://schemas.openxmlformats.org/drawingml/2006/main">
              <a:ext uri="{FF2B5EF4-FFF2-40B4-BE49-F238E27FC236}">
                <a16:creationId xmlns:a16="http://schemas.microsoft.com/office/drawing/2014/main" id="{A5AA5923-467A-4B8C-8980-F9A5A476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25" y="9886950"/>
            <a:ext cx="476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47" name="text_246">
            <a:extLst xmlns:a="http://schemas.openxmlformats.org/drawingml/2006/main">
              <a:ext uri="{FF2B5EF4-FFF2-40B4-BE49-F238E27FC236}">
                <a16:creationId xmlns:a16="http://schemas.microsoft.com/office/drawing/2014/main" id="{4D07B057-FF90-48C8-B2F9-7BD7621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01441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Panels (b,c,d): concentration (ug m-3), shared 0-100 scale</a:t>
            </a:r>
          </a:p>
        </p:txBody>
      </p:sp>
      <p:sp>
        <p:nvSpPr>
          <p:cNvPr id="248" name="text_247">
            <a:extLst xmlns:a="http://schemas.openxmlformats.org/drawingml/2006/main">
              <a:ext uri="{FF2B5EF4-FFF2-40B4-BE49-F238E27FC236}">
                <a16:creationId xmlns:a16="http://schemas.microsoft.com/office/drawing/2014/main" id="{1C59B712-BB79-4DC5-BF84-AC4AA12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0391775"/>
            <a:ext cx="1257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A=153, B=146, C=152: extrema of the processed field, projected onto both source views.</a:t>
            </a:r>
          </a:p>
        </p:txBody>
      </p:sp>
      <p:sp>
        <p:nvSpPr>
          <p:cNvPr id="249" name="text_248">
            <a:extLst xmlns:a="http://schemas.openxmlformats.org/drawingml/2006/main">
              <a:ext uri="{FF2B5EF4-FFF2-40B4-BE49-F238E27FC236}">
                <a16:creationId xmlns:a16="http://schemas.microsoft.com/office/drawing/2014/main" id="{35E9AF70-E9FE-4E9B-AA17-08C90A19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0687050"/>
            <a:ext cx="1257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Solid traces: saved anchors. Dashed traces: fixed references. Gaps retain saved births and deaths.</a:t>
            </a:r>
          </a:p>
        </p:txBody>
      </p:sp>
      <p:sp>
        <p:nvSpPr>
          <p:cNvPr id="250" name="text_249">
            <a:extLst xmlns:a="http://schemas.openxmlformats.org/drawingml/2006/main">
              <a:ext uri="{FF2B5EF4-FFF2-40B4-BE49-F238E27FC236}">
                <a16:creationId xmlns:a16="http://schemas.microsoft.com/office/drawing/2014/main" id="{5EA2E7F1-0848-416C-8F7D-E1542D68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0982325"/>
            <a:ext cx="1257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Jul 14: max displayed anchor error  P 14.88% L  to  R20 0.84% L; measured NMLE 1.12% (window max 3.33%).</a:t>
            </a:r>
          </a:p>
        </p:txBody>
      </p:sp>
      <p:sp>
        <p:nvSpPr>
          <p:cNvPr id="251" name="text_250">
            <a:extLst xmlns:a="http://schemas.openxmlformats.org/drawingml/2006/main">
              <a:ext uri="{FF2B5EF4-FFF2-40B4-BE49-F238E27FC236}">
                <a16:creationId xmlns:a16="http://schemas.microsoft.com/office/drawing/2014/main" id="{61C8F8A4-5BCA-4ACF-B662-74249137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1277600"/>
            <a:ext cx="1257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Pair merge levels (ug m-3): source = P  AB 25.94, AC 22.63, BC 22.63; R20  AB = AC = BC = 24.28.</a:t>
            </a:r>
          </a:p>
        </p:txBody>
      </p:sp>
    </p:spTree>
    <p:extLst>
      <p:ext uri="{BB962C8B-B14F-4D97-AF65-F5344CB8AC3E}">
        <p14:creationId xmlns:p14="http://schemas.microsoft.com/office/powerpoint/2010/main" val="73640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2026-10-23T09:36:45.6350000Z</dcterms:created>
  <dcterms:modified xsi:type="dcterms:W3CDTF">2026-10-23T09:36:45.6350000Z</dcterms:modified>
</coreProperties>
</file>