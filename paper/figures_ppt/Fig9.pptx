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71c2324974180" /><Relationship Type="http://schemas.openxmlformats.org/officeDocument/2006/relationships/extended-properties" Target="/docProps/app.xml" Id="Rd4051eda46fa4829" /><Relationship Type="http://schemas.openxmlformats.org/officeDocument/2006/relationships/officeDocument" Target="/ppt/presentation.xml" Id="R3a0256d7e7824715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5f1af7187e974575"/>
  </p:sldMasterIdLst>
  <p:notesMasterIdLst>
    <p:notesMasterId ns1:id="R8653614689a04db4"/>
  </p:notesMasterIdLst>
  <p:sldIdLst>
    <p:sldId id="256" ns1:id="R448d58312ca34320"/>
  </p:sldIdLst>
  <p:sldSz cx="10953750" cy="590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5d87718524fe9" /><Relationship Type="http://schemas.openxmlformats.org/officeDocument/2006/relationships/slideMaster" Target="/ppt/slideMasters/slideMaster1.xml" Id="R5f1af7187e974575" /><Relationship Type="http://schemas.openxmlformats.org/officeDocument/2006/relationships/notesMaster" Target="/ppt/notesMasters/notesMaster1.xml" Id="R8653614689a04db4" /><Relationship Type="http://schemas.openxmlformats.org/officeDocument/2006/relationships/presProps" Target="/ppt/presProps.xml" Id="R8c1617c4c0b1422a" /><Relationship Type="http://schemas.openxmlformats.org/officeDocument/2006/relationships/tableStyles" Target="/ppt/tableStyles.xml" Id="Re583186e2a5a4a34" /><Relationship Type="http://schemas.openxmlformats.org/officeDocument/2006/relationships/slide" Target="/ppt/slides/slide1.xml" Id="R448d58312ca3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555c28281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1431b244645f9" /><Relationship Type="http://schemas.openxmlformats.org/officeDocument/2006/relationships/notesMaster" Target="/ppt/notesMasters/notesMaster1.xml" Id="R1817946fac6446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{"dataset":"Benzene (reconstructed potential)","source":"02-RG-MTM/results/paper1_suite/benzene-potential-reconstructed2d","model":"OPLS-AA 12-site Coulomb potential; carbon -0.115e and hydrogen +0.115e; atomic geometry from the public Inviwo cube header. No density samples used.","charge_source":"https://zarbi.chem.yale.edu/doc/boss49.pdf, January 2013, Table1 p67.","geometry_source":"https://github.com/inviwo/modules/blob/6152a00ab100ec10c1eb36f078fb42dc949010ab/molvis/gaussian/data/volumes/benzene-dens.cube.xz","scope":"21 parallel 61x61 static 2-D sections, z=-2 to2 bohr. Section z is not physical time. Reconstructed model, not TMTM original potential or exact electronic structure.","maps":"Full saved profiles interpolated onto32768 common map coordinates, then rendered with nearest-neighbor display sampling. No artificial extremum or track overlays.","normalization":{"normalization":"shared symmetric logarithmic","linthresh_potential_au":0.07842339515686035,"vmin":-2.2076358795166016,"vmax":2.2076358795166016,"scalar_arrays_modified":false,"minima_markers":"all retained leaves, including boundary leaves","source_slice_indices":[0,5,10,15,20],"map_sampling":"full maps interpolated onto 32768 common display coordinates","physical_time":false},"all_leaves":"Includes four boundary extrema per section. Boundary sensitivity and internal-leaf diagnostics are in Supplement S9.","R_equivalence":"R2,R20,R100 have identical measured metrics. Fig12 shows R2; the complete table keeps all three."}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bbbcaa15845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2a591ea8a48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7a29fbe0e42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623f6bd2548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070fa5d9a4e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9f6fa9b3e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E60F2-573B-477F-8AEF-C55642B78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05947"/>
            <a:ext cx="10241280" cy="1034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829866-6AA9-48FA-9E58-1D3BFC0C91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939540"/>
            <a:ext cx="8961120" cy="795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9B9E35-A862-44C3-B1D6-ABA6E0E29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984500"/>
            <a:ext cx="10241280" cy="11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888E80-EA20-4205-988C-86D536269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A1E28E-0F9E-4767-89A1-A9319A564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1136142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30F557-81AC-4F55-A3CF-C275D8FA5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4D8D9-9F6F-4AF1-974D-E0B3F41B9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05ED96-DF93-496E-9811-16802001FE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0D23E2-795C-4E78-AA9D-B6F00756C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C10D42-C969-485A-B24A-D777D4726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03f62acb64ea7" /><Relationship Type="http://schemas.openxmlformats.org/officeDocument/2006/relationships/slideLayout" Target="/ppt/slideLayouts/slideLayout1.xml" Id="Rbf0ee5be009c4de4" /><Relationship Type="http://schemas.openxmlformats.org/officeDocument/2006/relationships/slideLayout" Target="/ppt/slideLayouts/slideLayout2.xml" Id="Rd58a26a9788e4f29" /><Relationship Type="http://schemas.openxmlformats.org/officeDocument/2006/relationships/slideLayout" Target="/ppt/slideLayouts/slideLayout3.xml" Id="Rbe6f0dc44f124cb4" /><Relationship Type="http://schemas.openxmlformats.org/officeDocument/2006/relationships/slideLayout" Target="/ppt/slideLayouts/slideLayout4.xml" Id="R20c56b678534464f" /><Relationship Type="http://schemas.openxmlformats.org/officeDocument/2006/relationships/slideLayout" Target="/ppt/slideLayouts/slideLayout5.xml" Id="Re9a7ff18e6ca4638" /><Relationship Type="http://schemas.openxmlformats.org/officeDocument/2006/relationships/slideLayout" Target="/ppt/slideLayouts/slideLayout6.xml" Id="R8d459480b0f6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ee5be009c4de4"/>
    <p:sldLayoutId xmlns:r="http://schemas.openxmlformats.org/officeDocument/2006/relationships" id="2147483650" r:id="Rd58a26a9788e4f29"/>
    <p:sldLayoutId xmlns:r="http://schemas.openxmlformats.org/officeDocument/2006/relationships" id="2147483651" r:id="Rbe6f0dc44f124cb4"/>
    <p:sldLayoutId xmlns:r="http://schemas.openxmlformats.org/officeDocument/2006/relationships" id="2147483652" r:id="R20c56b678534464f"/>
    <p:sldLayoutId xmlns:r="http://schemas.openxmlformats.org/officeDocument/2006/relationships" id="2147483653" r:id="Re9a7ff18e6ca4638"/>
    <p:sldLayoutId xmlns:r="http://schemas.openxmlformats.org/officeDocument/2006/relationships" id="2147483654" r:id="R8d459480b0f6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29a73450db741c6" /><ns0:Relationship Type="http://schemas.openxmlformats.org/officeDocument/2006/relationships/image" Target="/ppt/media/image.png" Id="R9ab9c0fb85204372" /><ns0:Relationship Type="http://schemas.openxmlformats.org/officeDocument/2006/relationships/image" Target="/ppt/media/image2.png" Id="R78fb98d9a8af476e" /><ns0:Relationship Type="http://schemas.openxmlformats.org/officeDocument/2006/relationships/image" Target="/ppt/media/image3.png" Id="R407d650ddf1440f5" /><ns0:Relationship Type="http://schemas.openxmlformats.org/officeDocument/2006/relationships/image" Target="/ppt/media/image4.png" Id="Rca544ad4d86345a5" /><ns0:Relationship Type="http://schemas.openxmlformats.org/officeDocument/2006/relationships/image" Target="/ppt/media/image5.png" Id="R9ff658b3385f4164" /><ns0:Relationship Type="http://schemas.openxmlformats.org/officeDocument/2006/relationships/image" Target="/ppt/media/image6.png" Id="R2004a92c0b3a4cac" /><ns0:Relationship Type="http://schemas.openxmlformats.org/officeDocument/2006/relationships/image" Target="/ppt/media/image7.png" Id="R355e38ca7c6b4f69" /><ns0:Relationship Type="http://schemas.openxmlformats.org/officeDocument/2006/relationships/image" Target="/ppt/media/image8.png" Id="R010b6224ce034ffe" /><ns0:Relationship Type="http://schemas.openxmlformats.org/officeDocument/2006/relationships/image" Target="/ppt/media/image9.png" Id="R0171dcdb745a43db" /><ns0:Relationship Type="http://schemas.openxmlformats.org/officeDocument/2006/relationships/notesSlide" Target="/ppt/notesSlides/notesSlide1.xml" Id="R9a6e1f0861cf459b" /><ns0:Relationship Id="addedSource100064" Type="http://schemas.openxmlformats.org/officeDocument/2006/relationships/image" Target="/ppt/media/added_source_100064.png" /><ns0:Relationship Id="addedSource100073" Type="http://schemas.openxmlformats.org/officeDocument/2006/relationships/image" Target="/ppt/media/added_source_100073.png" /><ns0:Relationship Id="addedSource100079" Type="http://schemas.openxmlformats.org/officeDocument/2006/relationships/image" Target="/ppt/media/added_source_100079.png" /><ns0:Relationship Id="addedSource100085" Type="http://schemas.openxmlformats.org/officeDocument/2006/relationships/image" Target="/ppt/media/added_source_100085.png" /><ns0:Relationship Id="addedSource100091" Type="http://schemas.openxmlformats.org/officeDocument/2006/relationships/image" Target="/ppt/media/added_source_100091.png" /></ns0: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text_020">
            <a:extLst>
              <a:ext uri="{FF2B5EF4-FFF2-40B4-BE49-F238E27FC236}">
                <ns2:creationId id="{6A7B34B2-AE0C-44A0-8FBC-3A52CF9C01C0}"/>
              </a:ext>
            </a:extLst>
          </p:cNvPr>
          <p:cNvSpPr>
            <a:spLocks noGrp="1"/>
          </p:cNvSpPr>
          <p:nvPr/>
        </p:nvSpPr>
        <p:spPr>
          <a:xfrm rot="0">
            <a:off x="385645" y="57250"/>
            <a:ext cx="5231106" cy="1908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RG-MTM-P</a:t>
            </a:r>
          </a:p>
        </p:txBody>
      </p:sp>
      <p:pic>
        <p:nvPicPr>
          <p:cNvPr id="22" name="">
            <a:extLst>
              <a:ext uri="{FF2B5EF4-FFF2-40B4-BE49-F238E27FC236}">
                <ns2:creationId id="{D3E264DE-009A-428C-B6ED-9BC0D8950F6C}"/>
              </a:ext>
            </a:extLst>
          </p:cNvPr>
          <p:cNvPicPr>
            <a:picLocks noChangeAspect="1"/>
          </p:cNvPicPr>
          <p:nvPr/>
        </p:nvPicPr>
        <p:blipFill>
          <a:blip ns3:embed="R78fb98d9a8af476e"/>
          <a:stretch/>
        </p:blipFill>
        <p:spPr>
          <a:xfrm>
            <a:off x="730133" y="362580"/>
            <a:ext cx="4299715" cy="1558455"/>
          </a:xfrm>
          <a:prstGeom prst="rect">
            <a:avLst/>
          </a:prstGeom>
        </p:spPr>
      </p:pic>
      <p:sp>
        <p:nvSpPr>
          <p:cNvPr id="24" name="line_023">
            <a:extLst>
              <a:ext uri="{FF2B5EF4-FFF2-40B4-BE49-F238E27FC236}">
                <ns2:creationId id="{483AE966-A424-467A-8AF0-1014DA5A9727}"/>
              </a:ext>
            </a:extLst>
          </p:cNvPr>
          <p:cNvSpPr>
            <a:spLocks noGrp="1"/>
          </p:cNvSpPr>
          <p:nvPr/>
        </p:nvSpPr>
        <p:spPr>
          <a:xfrm>
            <a:off x="679097" y="1921035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5" name="text_024">
            <a:extLst>
              <a:ext uri="{FF2B5EF4-FFF2-40B4-BE49-F238E27FC236}">
                <ns2:creationId id="{3379A288-070A-46F9-815F-C58A53C95F25}"/>
              </a:ext>
            </a:extLst>
          </p:cNvPr>
          <p:cNvSpPr>
            <a:spLocks noGrp="1"/>
          </p:cNvSpPr>
          <p:nvPr/>
        </p:nvSpPr>
        <p:spPr>
          <a:xfrm rot="0">
            <a:off x="321851" y="1857424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line_025">
            <a:extLst>
              <a:ext uri="{FF2B5EF4-FFF2-40B4-BE49-F238E27FC236}">
                <ns2:creationId id="{F4DEA0C2-05BE-40C5-9299-6BA5CE0B6AFC}"/>
              </a:ext>
            </a:extLst>
          </p:cNvPr>
          <p:cNvSpPr>
            <a:spLocks noGrp="1"/>
          </p:cNvSpPr>
          <p:nvPr/>
        </p:nvSpPr>
        <p:spPr>
          <a:xfrm>
            <a:off x="679097" y="1141808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CAEA8DE6-9157-48C4-A7FF-57F0245E8847}"/>
              </a:ext>
            </a:extLst>
          </p:cNvPr>
          <p:cNvSpPr>
            <a:spLocks noGrp="1"/>
          </p:cNvSpPr>
          <p:nvPr/>
        </p:nvSpPr>
        <p:spPr>
          <a:xfrm rot="0">
            <a:off x="321851" y="1078197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line_027">
            <a:extLst>
              <a:ext uri="{FF2B5EF4-FFF2-40B4-BE49-F238E27FC236}">
                <ns2:creationId id="{FD658DCD-7AA6-4CD6-9818-7D6BA8D90257}"/>
              </a:ext>
            </a:extLst>
          </p:cNvPr>
          <p:cNvSpPr>
            <a:spLocks noGrp="1"/>
          </p:cNvSpPr>
          <p:nvPr/>
        </p:nvSpPr>
        <p:spPr>
          <a:xfrm>
            <a:off x="679097" y="362580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9" name="text_028">
            <a:extLst>
              <a:ext uri="{FF2B5EF4-FFF2-40B4-BE49-F238E27FC236}">
                <ns2:creationId id="{3608DAF3-32FF-4956-B05A-1E1E6487B266}"/>
              </a:ext>
            </a:extLst>
          </p:cNvPr>
          <p:cNvSpPr>
            <a:spLocks noGrp="1"/>
          </p:cNvSpPr>
          <p:nvPr/>
        </p:nvSpPr>
        <p:spPr>
          <a:xfrm rot="0">
            <a:off x="321851" y="298969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line_029">
            <a:extLst>
              <a:ext uri="{FF2B5EF4-FFF2-40B4-BE49-F238E27FC236}">
                <ns2:creationId id="{57FAFCB8-4792-452A-BB50-AD5DF858E68F}"/>
              </a:ext>
            </a:extLst>
          </p:cNvPr>
          <p:cNvSpPr>
            <a:spLocks noGrp="1"/>
          </p:cNvSpPr>
          <p:nvPr/>
        </p:nvSpPr>
        <p:spPr>
          <a:xfrm>
            <a:off x="832507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F1EA7C36-5DA7-4B23-B01D-C8DC8565153D}"/>
              </a:ext>
            </a:extLst>
          </p:cNvPr>
          <p:cNvSpPr>
            <a:spLocks noGrp="1"/>
          </p:cNvSpPr>
          <p:nvPr/>
        </p:nvSpPr>
        <p:spPr>
          <a:xfrm rot="0">
            <a:off x="577331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0B7D3F44-E28F-434A-8B1D-558D70BFBED6}"/>
              </a:ext>
            </a:extLst>
          </p:cNvPr>
          <p:cNvSpPr>
            <a:spLocks noGrp="1"/>
          </p:cNvSpPr>
          <p:nvPr/>
        </p:nvSpPr>
        <p:spPr>
          <a:xfrm>
            <a:off x="1856248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AB1DA385-544D-4DD8-85D1-3EF6DF3EDC69}"/>
              </a:ext>
            </a:extLst>
          </p:cNvPr>
          <p:cNvSpPr>
            <a:spLocks noGrp="1"/>
          </p:cNvSpPr>
          <p:nvPr/>
        </p:nvSpPr>
        <p:spPr>
          <a:xfrm rot="0">
            <a:off x="1601073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34" name="line_033">
            <a:extLst>
              <a:ext uri="{FF2B5EF4-FFF2-40B4-BE49-F238E27FC236}">
                <ns2:creationId id="{21454A42-885B-442C-8A79-BBAAD8E104CF}"/>
              </a:ext>
            </a:extLst>
          </p:cNvPr>
          <p:cNvSpPr>
            <a:spLocks noGrp="1"/>
          </p:cNvSpPr>
          <p:nvPr/>
        </p:nvSpPr>
        <p:spPr>
          <a:xfrm>
            <a:off x="2879990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5" name="text_034">
            <a:extLst>
              <a:ext uri="{FF2B5EF4-FFF2-40B4-BE49-F238E27FC236}">
                <ns2:creationId id="{B0CDB234-5121-4ED5-8BD0-F608DF60034E}"/>
              </a:ext>
            </a:extLst>
          </p:cNvPr>
          <p:cNvSpPr>
            <a:spLocks noGrp="1"/>
          </p:cNvSpPr>
          <p:nvPr/>
        </p:nvSpPr>
        <p:spPr>
          <a:xfrm rot="0">
            <a:off x="2624814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line_035">
            <a:extLst>
              <a:ext uri="{FF2B5EF4-FFF2-40B4-BE49-F238E27FC236}">
                <ns2:creationId id="{4F23F330-F017-4795-952C-A4DCE89243A9}"/>
              </a:ext>
            </a:extLst>
          </p:cNvPr>
          <p:cNvSpPr>
            <a:spLocks noGrp="1"/>
          </p:cNvSpPr>
          <p:nvPr/>
        </p:nvSpPr>
        <p:spPr>
          <a:xfrm>
            <a:off x="3903731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EDD1A34C-8A03-4235-9258-1F011F506450}"/>
              </a:ext>
            </a:extLst>
          </p:cNvPr>
          <p:cNvSpPr>
            <a:spLocks noGrp="1"/>
          </p:cNvSpPr>
          <p:nvPr/>
        </p:nvSpPr>
        <p:spPr>
          <a:xfrm rot="0">
            <a:off x="3648555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line_037">
            <a:extLst>
              <a:ext uri="{FF2B5EF4-FFF2-40B4-BE49-F238E27FC236}">
                <ns2:creationId id="{88A9C42A-0B03-4E63-8BE3-56A81C8A6C86}"/>
              </a:ext>
            </a:extLst>
          </p:cNvPr>
          <p:cNvSpPr>
            <a:spLocks noGrp="1"/>
          </p:cNvSpPr>
          <p:nvPr/>
        </p:nvSpPr>
        <p:spPr>
          <a:xfrm>
            <a:off x="4927472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0F71FB9F-6685-48C0-B908-9A079F0FBFB8}"/>
              </a:ext>
            </a:extLst>
          </p:cNvPr>
          <p:cNvSpPr>
            <a:spLocks noGrp="1"/>
          </p:cNvSpPr>
          <p:nvPr/>
        </p:nvSpPr>
        <p:spPr>
          <a:xfrm rot="0">
            <a:off x="4672297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text_039">
            <a:extLst>
              <a:ext uri="{FF2B5EF4-FFF2-40B4-BE49-F238E27FC236}">
                <ns2:creationId id="{08DEFF67-DABD-4D8A-AB24-B726D65E263F}"/>
              </a:ext>
            </a:extLst>
          </p:cNvPr>
          <p:cNvSpPr>
            <a:spLocks noGrp="1"/>
          </p:cNvSpPr>
          <p:nvPr/>
        </p:nvSpPr>
        <p:spPr>
          <a:xfrm rot="0">
            <a:off x="730133" y="2111867"/>
            <a:ext cx="4299715" cy="152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sp>
        <p:nvSpPr>
          <p:cNvPr id="41" name="text_040">
            <a:extLst>
              <a:ext uri="{FF2B5EF4-FFF2-40B4-BE49-F238E27FC236}">
                <ns2:creationId id="{26995DD1-D47D-40B7-9F49-119A9A83A207}"/>
              </a:ext>
            </a:extLst>
          </p:cNvPr>
          <p:cNvSpPr>
            <a:spLocks noGrp="1"/>
          </p:cNvSpPr>
          <p:nvPr/>
        </p:nvSpPr>
        <p:spPr>
          <a:xfrm rot="0">
            <a:off x="5767270" y="57250"/>
            <a:ext cx="5000625" cy="1908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RG-MTM-R</a:t>
            </a:r>
          </a:p>
        </p:txBody>
      </p:sp>
      <p:pic>
        <p:nvPicPr>
          <p:cNvPr id="42" name="">
            <a:extLst>
              <a:ext uri="{FF2B5EF4-FFF2-40B4-BE49-F238E27FC236}">
                <ns2:creationId id="{2C6C8430-A371-4E01-A108-61FFC06ED227}"/>
              </a:ext>
            </a:extLst>
          </p:cNvPr>
          <p:cNvPicPr>
            <a:picLocks noChangeAspect="1"/>
          </p:cNvPicPr>
          <p:nvPr/>
        </p:nvPicPr>
        <p:blipFill>
          <a:blip ns3:embed="R407d650ddf1440f5"/>
          <a:stretch/>
        </p:blipFill>
        <p:spPr>
          <a:xfrm>
            <a:off x="6111758" y="362580"/>
            <a:ext cx="4299715" cy="1558455"/>
          </a:xfrm>
          <a:prstGeom prst="rect">
            <a:avLst/>
          </a:prstGeom>
        </p:spPr>
      </p:pic>
      <p:sp>
        <p:nvSpPr>
          <p:cNvPr id="44" name="line_043">
            <a:extLst>
              <a:ext uri="{FF2B5EF4-FFF2-40B4-BE49-F238E27FC236}">
                <ns2:creationId id="{0D665376-1005-4D0A-950D-D0A534D8B805}"/>
              </a:ext>
            </a:extLst>
          </p:cNvPr>
          <p:cNvSpPr>
            <a:spLocks noGrp="1"/>
          </p:cNvSpPr>
          <p:nvPr/>
        </p:nvSpPr>
        <p:spPr>
          <a:xfrm>
            <a:off x="6060722" y="1921035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5" name="text_044">
            <a:extLst>
              <a:ext uri="{FF2B5EF4-FFF2-40B4-BE49-F238E27FC236}">
                <ns2:creationId id="{DA8893A5-95C0-4E33-AB6C-09F2F4A0A31E}"/>
              </a:ext>
            </a:extLst>
          </p:cNvPr>
          <p:cNvSpPr>
            <a:spLocks noGrp="1"/>
          </p:cNvSpPr>
          <p:nvPr/>
        </p:nvSpPr>
        <p:spPr>
          <a:xfrm rot="0">
            <a:off x="5703476" y="1857424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line_045">
            <a:extLst>
              <a:ext uri="{FF2B5EF4-FFF2-40B4-BE49-F238E27FC236}">
                <ns2:creationId id="{7AE0F7E4-DD81-4C40-937E-F14C58E130D8}"/>
              </a:ext>
            </a:extLst>
          </p:cNvPr>
          <p:cNvSpPr>
            <a:spLocks noGrp="1"/>
          </p:cNvSpPr>
          <p:nvPr/>
        </p:nvSpPr>
        <p:spPr>
          <a:xfrm>
            <a:off x="6060722" y="1141808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7" name="text_046">
            <a:extLst>
              <a:ext uri="{FF2B5EF4-FFF2-40B4-BE49-F238E27FC236}">
                <ns2:creationId id="{41B9AD45-9B7A-4CE5-8D33-16A3F959631D}"/>
              </a:ext>
            </a:extLst>
          </p:cNvPr>
          <p:cNvSpPr>
            <a:spLocks noGrp="1"/>
          </p:cNvSpPr>
          <p:nvPr/>
        </p:nvSpPr>
        <p:spPr>
          <a:xfrm rot="0">
            <a:off x="5703476" y="1078197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8" name="line_047">
            <a:extLst>
              <a:ext uri="{FF2B5EF4-FFF2-40B4-BE49-F238E27FC236}">
                <ns2:creationId id="{B7385921-282C-47E6-8F63-5FEDA79DBF5E}"/>
              </a:ext>
            </a:extLst>
          </p:cNvPr>
          <p:cNvSpPr>
            <a:spLocks noGrp="1"/>
          </p:cNvSpPr>
          <p:nvPr/>
        </p:nvSpPr>
        <p:spPr>
          <a:xfrm>
            <a:off x="6060722" y="362580"/>
            <a:ext cx="51035" cy="63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9" name="text_048">
            <a:extLst>
              <a:ext uri="{FF2B5EF4-FFF2-40B4-BE49-F238E27FC236}">
                <ns2:creationId id="{6FFFB2E4-5473-4195-A595-90004DF505C4}"/>
              </a:ext>
            </a:extLst>
          </p:cNvPr>
          <p:cNvSpPr>
            <a:spLocks noGrp="1"/>
          </p:cNvSpPr>
          <p:nvPr/>
        </p:nvSpPr>
        <p:spPr>
          <a:xfrm rot="0">
            <a:off x="5703476" y="298969"/>
            <a:ext cx="318970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" name="line_049">
            <a:extLst>
              <a:ext uri="{FF2B5EF4-FFF2-40B4-BE49-F238E27FC236}">
                <ns2:creationId id="{6E4DC7FE-966F-43F1-8C20-688ED754606C}"/>
              </a:ext>
            </a:extLst>
          </p:cNvPr>
          <p:cNvSpPr>
            <a:spLocks noGrp="1"/>
          </p:cNvSpPr>
          <p:nvPr/>
        </p:nvSpPr>
        <p:spPr>
          <a:xfrm>
            <a:off x="6214132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1" name="text_050">
            <a:extLst>
              <a:ext uri="{FF2B5EF4-FFF2-40B4-BE49-F238E27FC236}">
                <ns2:creationId id="{9FD13F13-45FF-496D-A5A6-3AD7FFED5666}"/>
              </a:ext>
            </a:extLst>
          </p:cNvPr>
          <p:cNvSpPr>
            <a:spLocks noGrp="1"/>
          </p:cNvSpPr>
          <p:nvPr/>
        </p:nvSpPr>
        <p:spPr>
          <a:xfrm rot="0">
            <a:off x="5958956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52" name="line_051">
            <a:extLst>
              <a:ext uri="{FF2B5EF4-FFF2-40B4-BE49-F238E27FC236}">
                <ns2:creationId id="{F013F8F1-402C-4BB0-86DE-003CA54824C1}"/>
              </a:ext>
            </a:extLst>
          </p:cNvPr>
          <p:cNvSpPr>
            <a:spLocks noGrp="1"/>
          </p:cNvSpPr>
          <p:nvPr/>
        </p:nvSpPr>
        <p:spPr>
          <a:xfrm>
            <a:off x="7237873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3" name="text_052">
            <a:extLst>
              <a:ext uri="{FF2B5EF4-FFF2-40B4-BE49-F238E27FC236}">
                <ns2:creationId id="{B098B61F-28E7-4819-BED9-D9093C1E677C}"/>
              </a:ext>
            </a:extLst>
          </p:cNvPr>
          <p:cNvSpPr>
            <a:spLocks noGrp="1"/>
          </p:cNvSpPr>
          <p:nvPr/>
        </p:nvSpPr>
        <p:spPr>
          <a:xfrm rot="0">
            <a:off x="6982698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54" name="line_053">
            <a:extLst>
              <a:ext uri="{FF2B5EF4-FFF2-40B4-BE49-F238E27FC236}">
                <ns2:creationId id="{E94B1503-D08B-422E-A933-C72F1BE9E5C8}"/>
              </a:ext>
            </a:extLst>
          </p:cNvPr>
          <p:cNvSpPr>
            <a:spLocks noGrp="1"/>
          </p:cNvSpPr>
          <p:nvPr/>
        </p:nvSpPr>
        <p:spPr>
          <a:xfrm>
            <a:off x="8261615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5" name="text_054">
            <a:extLst>
              <a:ext uri="{FF2B5EF4-FFF2-40B4-BE49-F238E27FC236}">
                <ns2:creationId id="{555E992E-50A6-407E-A6F1-E80DEC911201}"/>
              </a:ext>
            </a:extLst>
          </p:cNvPr>
          <p:cNvSpPr>
            <a:spLocks noGrp="1"/>
          </p:cNvSpPr>
          <p:nvPr/>
        </p:nvSpPr>
        <p:spPr>
          <a:xfrm rot="0">
            <a:off x="8006439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line_055">
            <a:extLst>
              <a:ext uri="{FF2B5EF4-FFF2-40B4-BE49-F238E27FC236}">
                <ns2:creationId id="{71C6774E-C907-4CCF-825C-638FDCF0315E}"/>
              </a:ext>
            </a:extLst>
          </p:cNvPr>
          <p:cNvSpPr>
            <a:spLocks noGrp="1"/>
          </p:cNvSpPr>
          <p:nvPr/>
        </p:nvSpPr>
        <p:spPr>
          <a:xfrm>
            <a:off x="9285356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7" name="text_056">
            <a:extLst>
              <a:ext uri="{FF2B5EF4-FFF2-40B4-BE49-F238E27FC236}">
                <ns2:creationId id="{CB23701C-E65F-4550-AE50-78694E5B389A}"/>
              </a:ext>
            </a:extLst>
          </p:cNvPr>
          <p:cNvSpPr>
            <a:spLocks noGrp="1"/>
          </p:cNvSpPr>
          <p:nvPr/>
        </p:nvSpPr>
        <p:spPr>
          <a:xfrm rot="0">
            <a:off x="9030180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line_057">
            <a:extLst>
              <a:ext uri="{FF2B5EF4-FFF2-40B4-BE49-F238E27FC236}">
                <ns2:creationId id="{9FF01D34-BFB7-4C3D-8515-174898354709}"/>
              </a:ext>
            </a:extLst>
          </p:cNvPr>
          <p:cNvSpPr>
            <a:spLocks noGrp="1"/>
          </p:cNvSpPr>
          <p:nvPr/>
        </p:nvSpPr>
        <p:spPr>
          <a:xfrm>
            <a:off x="10309097" y="1921035"/>
            <a:ext cx="127" cy="25444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9" name="text_058">
            <a:extLst>
              <a:ext uri="{FF2B5EF4-FFF2-40B4-BE49-F238E27FC236}">
                <ns2:creationId id="{74FD5164-A937-48C9-A634-7A9A3F43B374}"/>
              </a:ext>
            </a:extLst>
          </p:cNvPr>
          <p:cNvSpPr>
            <a:spLocks noGrp="1"/>
          </p:cNvSpPr>
          <p:nvPr/>
        </p:nvSpPr>
        <p:spPr>
          <a:xfrm rot="0">
            <a:off x="10053922" y="1959202"/>
            <a:ext cx="510352" cy="139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text_059">
            <a:extLst>
              <a:ext uri="{FF2B5EF4-FFF2-40B4-BE49-F238E27FC236}">
                <ns2:creationId id="{713A7F62-99E4-48BA-BEC7-8C50F83FBEF8}"/>
              </a:ext>
            </a:extLst>
          </p:cNvPr>
          <p:cNvSpPr>
            <a:spLocks noGrp="1"/>
          </p:cNvSpPr>
          <p:nvPr/>
        </p:nvSpPr>
        <p:spPr>
          <a:xfrm rot="0">
            <a:off x="6111758" y="2111867"/>
            <a:ext cx="4299715" cy="152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pic>
        <p:nvPicPr>
          <p:cNvPr id="61" name="">
            <a:extLst>
              <a:ext uri="{FF2B5EF4-FFF2-40B4-BE49-F238E27FC236}">
                <ns2:creationId id="{061DEA8B-6D72-4843-B11A-5B70452C3E56}"/>
              </a:ext>
            </a:extLst>
          </p:cNvPr>
          <p:cNvPicPr>
            <a:picLocks noChangeAspect="1"/>
          </p:cNvPicPr>
          <p:nvPr/>
        </p:nvPicPr>
        <p:blipFill>
          <a:blip ns3:embed="Rca544ad4d86345a5"/>
          <a:stretch/>
        </p:blipFill>
        <p:spPr>
          <a:xfrm>
            <a:off x="3769938" y="2381250"/>
            <a:ext cx="4482353" cy="104775"/>
          </a:xfrm>
          <a:prstGeom prst="rect">
            <a:avLst/>
          </a:prstGeom>
        </p:spPr>
      </p:pic>
      <p:sp>
        <p:nvSpPr>
          <p:cNvPr id="62" name="text_061">
            <a:extLst>
              <a:ext uri="{FF2B5EF4-FFF2-40B4-BE49-F238E27FC236}">
                <ns2:creationId id="{AABD7244-8303-4067-BA7A-6027E47884E7}"/>
              </a:ext>
            </a:extLst>
          </p:cNvPr>
          <p:cNvSpPr>
            <a:spLocks noGrp="1"/>
          </p:cNvSpPr>
          <p:nvPr/>
        </p:nvSpPr>
        <p:spPr>
          <a:xfrm rot="0">
            <a:off x="2496950" y="2276475"/>
            <a:ext cx="118334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(a.u.)</a:t>
            </a:r>
          </a:p>
        </p:txBody>
      </p:sp>
      <p:sp>
        <p:nvSpPr>
          <p:cNvPr id="63" name="line_062">
            <a:extLst>
              <a:ext uri="{FF2B5EF4-FFF2-40B4-BE49-F238E27FC236}">
                <ns2:creationId id="{B72413DC-30D0-4619-8659-380F5E036DCF}"/>
              </a:ext>
            </a:extLst>
          </p:cNvPr>
          <p:cNvSpPr>
            <a:spLocks noGrp="1"/>
          </p:cNvSpPr>
          <p:nvPr/>
        </p:nvSpPr>
        <p:spPr>
          <a:xfrm>
            <a:off x="3807486" y="2486025"/>
            <a:ext cx="89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>
              <a:ext uri="{FF2B5EF4-FFF2-40B4-BE49-F238E27FC236}">
                <ns2:creationId id="{8AAA3D4A-8961-46A2-9E2B-FA6A3A8D39F4}"/>
              </a:ext>
            </a:extLst>
          </p:cNvPr>
          <p:cNvSpPr>
            <a:spLocks noGrp="1"/>
          </p:cNvSpPr>
          <p:nvPr/>
        </p:nvSpPr>
        <p:spPr>
          <a:xfrm rot="0">
            <a:off x="3565438" y="2571750"/>
            <a:ext cx="48409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65" name="line_064">
            <a:extLst>
              <a:ext uri="{FF2B5EF4-FFF2-40B4-BE49-F238E27FC236}">
                <ns2:creationId id="{D8C17690-5DA1-498A-A1CC-D5B897259F17}"/>
              </a:ext>
            </a:extLst>
          </p:cNvPr>
          <p:cNvSpPr>
            <a:spLocks noGrp="1"/>
          </p:cNvSpPr>
          <p:nvPr/>
        </p:nvSpPr>
        <p:spPr>
          <a:xfrm>
            <a:off x="4946220" y="2486025"/>
            <a:ext cx="89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6" name="text_065">
            <a:extLst>
              <a:ext uri="{FF2B5EF4-FFF2-40B4-BE49-F238E27FC236}">
                <ns2:creationId id="{5847CCDC-9E95-4061-822F-36606AFA41D2}"/>
              </a:ext>
            </a:extLst>
          </p:cNvPr>
          <p:cNvSpPr>
            <a:spLocks noGrp="1"/>
          </p:cNvSpPr>
          <p:nvPr/>
        </p:nvSpPr>
        <p:spPr>
          <a:xfrm rot="0">
            <a:off x="4704174" y="2571750"/>
            <a:ext cx="48409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-0.1</a:t>
            </a:r>
          </a:p>
        </p:txBody>
      </p:sp>
      <p:sp>
        <p:nvSpPr>
          <p:cNvPr id="67" name="line_066">
            <a:extLst>
              <a:ext uri="{FF2B5EF4-FFF2-40B4-BE49-F238E27FC236}">
                <ns2:creationId id="{FC91B5B4-5245-4B52-9BF5-20F37BDE408A}"/>
              </a:ext>
            </a:extLst>
          </p:cNvPr>
          <p:cNvSpPr>
            <a:spLocks noGrp="1"/>
          </p:cNvSpPr>
          <p:nvPr/>
        </p:nvSpPr>
        <p:spPr>
          <a:xfrm>
            <a:off x="6011116" y="2486025"/>
            <a:ext cx="89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8" name="text_067">
            <a:extLst>
              <a:ext uri="{FF2B5EF4-FFF2-40B4-BE49-F238E27FC236}">
                <ns2:creationId id="{3AB30FDA-7FAB-4118-8BB2-A58524A3BC55}"/>
              </a:ext>
            </a:extLst>
          </p:cNvPr>
          <p:cNvSpPr>
            <a:spLocks noGrp="1"/>
          </p:cNvSpPr>
          <p:nvPr/>
        </p:nvSpPr>
        <p:spPr>
          <a:xfrm rot="0">
            <a:off x="5769068" y="2571750"/>
            <a:ext cx="48409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9" name="line_068">
            <a:extLst>
              <a:ext uri="{FF2B5EF4-FFF2-40B4-BE49-F238E27FC236}">
                <ns2:creationId id="{CA27A769-3072-4E6B-A336-DB929E900302}"/>
              </a:ext>
            </a:extLst>
          </p:cNvPr>
          <p:cNvSpPr>
            <a:spLocks noGrp="1"/>
          </p:cNvSpPr>
          <p:nvPr/>
        </p:nvSpPr>
        <p:spPr>
          <a:xfrm>
            <a:off x="7076010" y="2486025"/>
            <a:ext cx="89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0" name="text_069">
            <a:extLst>
              <a:ext uri="{FF2B5EF4-FFF2-40B4-BE49-F238E27FC236}">
                <ns2:creationId id="{E4C82042-3FC5-49F9-A284-8458AC48638A}"/>
              </a:ext>
            </a:extLst>
          </p:cNvPr>
          <p:cNvSpPr>
            <a:spLocks noGrp="1"/>
          </p:cNvSpPr>
          <p:nvPr/>
        </p:nvSpPr>
        <p:spPr>
          <a:xfrm rot="0">
            <a:off x="6833964" y="2571750"/>
            <a:ext cx="48409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1" name="line_070">
            <a:extLst>
              <a:ext uri="{FF2B5EF4-FFF2-40B4-BE49-F238E27FC236}">
                <ns2:creationId id="{C3E17595-7FA7-4C3C-8A74-C703492AAB2E}"/>
              </a:ext>
            </a:extLst>
          </p:cNvPr>
          <p:cNvSpPr>
            <a:spLocks noGrp="1"/>
          </p:cNvSpPr>
          <p:nvPr/>
        </p:nvSpPr>
        <p:spPr>
          <a:xfrm>
            <a:off x="8214746" y="2486025"/>
            <a:ext cx="89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2" name="text_071">
            <a:extLst>
              <a:ext uri="{FF2B5EF4-FFF2-40B4-BE49-F238E27FC236}">
                <ns2:creationId id="{BD15E7F0-49B1-4EF0-88F0-9321C0124234}"/>
              </a:ext>
            </a:extLst>
          </p:cNvPr>
          <p:cNvSpPr>
            <a:spLocks noGrp="1"/>
          </p:cNvSpPr>
          <p:nvPr/>
        </p:nvSpPr>
        <p:spPr>
          <a:xfrm rot="0">
            <a:off x="7972698" y="2571750"/>
            <a:ext cx="484094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0062" name="(c) Potential sections"/>
          <p:cNvSpPr/>
          <p:nvPr/>
        </p:nvSpPr>
        <p:spPr>
          <a:xfrm>
            <a:off x="190500" y="2828925"/>
            <a:ext cx="10572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l"/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Potential sections</a:t>
            </a:r>
          </a:p>
        </p:txBody>
      </p:sp>
      <p:sp>
        <p:nvSpPr>
          <p:cNvPr id="100063" name="z = -2 bohr"/>
          <p:cNvSpPr/>
          <p:nvPr/>
        </p:nvSpPr>
        <p:spPr>
          <a:xfrm>
            <a:off x="285750" y="3143250"/>
            <a:ext cx="2162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-2 bohr</a:t>
            </a:r>
          </a:p>
        </p:txBody>
      </p:sp>
      <p:pic>
        <p:nvPicPr>
          <p:cNvPr id="100064" name="Benzene original reconstructed section 0"/>
          <p:cNvPicPr/>
          <p:nvPr/>
        </p:nvPicPr>
        <p:blipFill>
          <a:blip ns3:embed="addedSource100064"/>
          <a:stretch>
            <a:fillRect/>
          </a:stretch>
        </p:blipFill>
        <p:spPr>
          <a:xfrm>
            <a:off x="428625" y="3429000"/>
            <a:ext cx="1876425" cy="1876425"/>
          </a:xfrm>
          <a:prstGeom prst="rect">
            <a:avLst/>
          </a:prstGeom>
        </p:spPr>
      </p:pic>
      <p:sp>
        <p:nvSpPr>
          <p:cNvPr id="100065" name="-6"/>
          <p:cNvSpPr/>
          <p:nvPr/>
        </p:nvSpPr>
        <p:spPr>
          <a:xfrm>
            <a:off x="209550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66" name="-6"/>
          <p:cNvSpPr/>
          <p:nvPr/>
        </p:nvSpPr>
        <p:spPr>
          <a:xfrm>
            <a:off x="57150" y="5191125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67" name="0"/>
          <p:cNvSpPr/>
          <p:nvPr/>
        </p:nvSpPr>
        <p:spPr>
          <a:xfrm>
            <a:off x="1147763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68" name="0"/>
          <p:cNvSpPr/>
          <p:nvPr/>
        </p:nvSpPr>
        <p:spPr>
          <a:xfrm>
            <a:off x="57150" y="4252912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69" name="6"/>
          <p:cNvSpPr/>
          <p:nvPr/>
        </p:nvSpPr>
        <p:spPr>
          <a:xfrm>
            <a:off x="2085975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70" name="6"/>
          <p:cNvSpPr/>
          <p:nvPr/>
        </p:nvSpPr>
        <p:spPr>
          <a:xfrm>
            <a:off x="57150" y="33147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71" name="x (bohr)"/>
          <p:cNvSpPr/>
          <p:nvPr/>
        </p:nvSpPr>
        <p:spPr>
          <a:xfrm>
            <a:off x="428625" y="5591175"/>
            <a:ext cx="187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0072" name="z = -1 bohr"/>
          <p:cNvSpPr/>
          <p:nvPr/>
        </p:nvSpPr>
        <p:spPr>
          <a:xfrm>
            <a:off x="2381250" y="3143250"/>
            <a:ext cx="2162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-1 bohr</a:t>
            </a:r>
          </a:p>
        </p:txBody>
      </p:sp>
      <p:pic>
        <p:nvPicPr>
          <p:cNvPr id="100073" name="Benzene original reconstructed section 5"/>
          <p:cNvPicPr/>
          <p:nvPr/>
        </p:nvPicPr>
        <p:blipFill>
          <a:blip ns3:embed="addedSource100073"/>
          <a:stretch>
            <a:fillRect/>
          </a:stretch>
        </p:blipFill>
        <p:spPr>
          <a:xfrm>
            <a:off x="2524125" y="3429000"/>
            <a:ext cx="1876425" cy="1876425"/>
          </a:xfrm>
          <a:prstGeom prst="rect">
            <a:avLst/>
          </a:prstGeom>
        </p:spPr>
      </p:pic>
      <p:sp>
        <p:nvSpPr>
          <p:cNvPr id="100074" name="-6"/>
          <p:cNvSpPr/>
          <p:nvPr/>
        </p:nvSpPr>
        <p:spPr>
          <a:xfrm>
            <a:off x="2305050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75" name="0"/>
          <p:cNvSpPr/>
          <p:nvPr/>
        </p:nvSpPr>
        <p:spPr>
          <a:xfrm>
            <a:off x="3243262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76" name="6"/>
          <p:cNvSpPr/>
          <p:nvPr/>
        </p:nvSpPr>
        <p:spPr>
          <a:xfrm>
            <a:off x="4181475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77" name="x (bohr)"/>
          <p:cNvSpPr/>
          <p:nvPr/>
        </p:nvSpPr>
        <p:spPr>
          <a:xfrm>
            <a:off x="2524125" y="5591175"/>
            <a:ext cx="187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0078" name="z = 0 bohr"/>
          <p:cNvSpPr/>
          <p:nvPr/>
        </p:nvSpPr>
        <p:spPr>
          <a:xfrm>
            <a:off x="4476750" y="3143250"/>
            <a:ext cx="2162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0 bohr</a:t>
            </a:r>
          </a:p>
        </p:txBody>
      </p:sp>
      <p:pic>
        <p:nvPicPr>
          <p:cNvPr id="100079" name="Benzene original reconstructed section 10"/>
          <p:cNvPicPr/>
          <p:nvPr/>
        </p:nvPicPr>
        <p:blipFill>
          <a:blip ns3:embed="addedSource100079"/>
          <a:stretch>
            <a:fillRect/>
          </a:stretch>
        </p:blipFill>
        <p:spPr>
          <a:xfrm>
            <a:off x="4619625" y="3429000"/>
            <a:ext cx="1876425" cy="1876425"/>
          </a:xfrm>
          <a:prstGeom prst="rect">
            <a:avLst/>
          </a:prstGeom>
        </p:spPr>
      </p:pic>
      <p:sp>
        <p:nvSpPr>
          <p:cNvPr id="100080" name="-6"/>
          <p:cNvSpPr/>
          <p:nvPr/>
        </p:nvSpPr>
        <p:spPr>
          <a:xfrm>
            <a:off x="4400550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81" name="0"/>
          <p:cNvSpPr/>
          <p:nvPr/>
        </p:nvSpPr>
        <p:spPr>
          <a:xfrm>
            <a:off x="5338763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82" name="6"/>
          <p:cNvSpPr/>
          <p:nvPr/>
        </p:nvSpPr>
        <p:spPr>
          <a:xfrm>
            <a:off x="6276975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83" name="x (bohr)"/>
          <p:cNvSpPr/>
          <p:nvPr/>
        </p:nvSpPr>
        <p:spPr>
          <a:xfrm>
            <a:off x="4619625" y="5591175"/>
            <a:ext cx="187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0084" name="z = 1 bohr"/>
          <p:cNvSpPr/>
          <p:nvPr/>
        </p:nvSpPr>
        <p:spPr>
          <a:xfrm>
            <a:off x="6572250" y="3143250"/>
            <a:ext cx="2162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1 bohr</a:t>
            </a:r>
          </a:p>
        </p:txBody>
      </p:sp>
      <p:pic>
        <p:nvPicPr>
          <p:cNvPr id="100085" name="Benzene original reconstructed section 15"/>
          <p:cNvPicPr/>
          <p:nvPr/>
        </p:nvPicPr>
        <p:blipFill>
          <a:blip ns3:embed="addedSource100085"/>
          <a:stretch>
            <a:fillRect/>
          </a:stretch>
        </p:blipFill>
        <p:spPr>
          <a:xfrm>
            <a:off x="6715125" y="3429000"/>
            <a:ext cx="1876425" cy="1876425"/>
          </a:xfrm>
          <a:prstGeom prst="rect">
            <a:avLst/>
          </a:prstGeom>
        </p:spPr>
      </p:pic>
      <p:sp>
        <p:nvSpPr>
          <p:cNvPr id="100086" name="-6"/>
          <p:cNvSpPr/>
          <p:nvPr/>
        </p:nvSpPr>
        <p:spPr>
          <a:xfrm>
            <a:off x="6496050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87" name="0"/>
          <p:cNvSpPr/>
          <p:nvPr/>
        </p:nvSpPr>
        <p:spPr>
          <a:xfrm>
            <a:off x="7434262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88" name="6"/>
          <p:cNvSpPr/>
          <p:nvPr/>
        </p:nvSpPr>
        <p:spPr>
          <a:xfrm>
            <a:off x="8372475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89" name="x (bohr)"/>
          <p:cNvSpPr/>
          <p:nvPr/>
        </p:nvSpPr>
        <p:spPr>
          <a:xfrm>
            <a:off x="6715125" y="5591175"/>
            <a:ext cx="187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0090" name="z = 2 bohr"/>
          <p:cNvSpPr/>
          <p:nvPr/>
        </p:nvSpPr>
        <p:spPr>
          <a:xfrm>
            <a:off x="8667750" y="3143250"/>
            <a:ext cx="2162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2 bohr</a:t>
            </a:r>
          </a:p>
        </p:txBody>
      </p:sp>
      <p:pic>
        <p:nvPicPr>
          <p:cNvPr id="100091" name="Benzene original reconstructed section 20"/>
          <p:cNvPicPr/>
          <p:nvPr/>
        </p:nvPicPr>
        <p:blipFill>
          <a:blip ns3:embed="addedSource100091"/>
          <a:stretch>
            <a:fillRect/>
          </a:stretch>
        </p:blipFill>
        <p:spPr>
          <a:xfrm>
            <a:off x="8810625" y="3429000"/>
            <a:ext cx="1876425" cy="1876425"/>
          </a:xfrm>
          <a:prstGeom prst="rect">
            <a:avLst/>
          </a:prstGeom>
        </p:spPr>
      </p:pic>
      <p:sp>
        <p:nvSpPr>
          <p:cNvPr id="100092" name="-6"/>
          <p:cNvSpPr/>
          <p:nvPr/>
        </p:nvSpPr>
        <p:spPr>
          <a:xfrm>
            <a:off x="8591550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0093" name="0"/>
          <p:cNvSpPr/>
          <p:nvPr/>
        </p:nvSpPr>
        <p:spPr>
          <a:xfrm>
            <a:off x="9529763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094" name="6"/>
          <p:cNvSpPr/>
          <p:nvPr/>
        </p:nvSpPr>
        <p:spPr>
          <a:xfrm>
            <a:off x="10467975" y="53435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095" name="x (bohr)"/>
          <p:cNvSpPr/>
          <p:nvPr/>
        </p:nvSpPr>
        <p:spPr>
          <a:xfrm>
            <a:off x="8810625" y="5591175"/>
            <a:ext cx="187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</p:spTree>
    <p:extLst>
      <p:ext uri="{BB962C8B-B14F-4D97-AF65-F5344CB8AC3E}">
        <ns4:creationId val="1464075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2026-10-22T02:08:00.0530000Z</dcterms:created>
  <dcterms:modified xsi:type="dcterms:W3CDTF">2026-10-22T02:08:00.0530000Z</dcterms:modified>
</coreProperties>
</file>