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a2ab1967b409c" /><Relationship Type="http://schemas.openxmlformats.org/officeDocument/2006/relationships/extended-properties" Target="/docProps/app.xml" Id="Re517b99795854c49" /><Relationship Type="http://schemas.openxmlformats.org/officeDocument/2006/relationships/officeDocument" Target="/ppt/presentation.xml" Id="Rd4e3ddccba0b4a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6c37c284446a6"/>
  </p:sldMasterIdLst>
  <p:notesMasterIdLst>
    <p:notesMasterId xmlns:r="http://schemas.openxmlformats.org/officeDocument/2006/relationships" r:id="Rf27deb2b6ae547cf"/>
  </p:notesMasterIdLst>
  <p:sldIdLst>
    <p:sldId xmlns:r="http://schemas.openxmlformats.org/officeDocument/2006/relationships" id="256" r:id="Rd0760c62cb08479e"/>
  </p:sldIdLst>
  <p:sldSz cx="121920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da3d1b74d41fe" /><Relationship Type="http://schemas.openxmlformats.org/officeDocument/2006/relationships/slideMaster" Target="/ppt/slideMasters/slideMaster1.xml" Id="R03d6c37c284446a6" /><Relationship Type="http://schemas.openxmlformats.org/officeDocument/2006/relationships/notesMaster" Target="/ppt/notesMasters/notesMaster1.xml" Id="Rf27deb2b6ae547cf" /><Relationship Type="http://schemas.openxmlformats.org/officeDocument/2006/relationships/presProps" Target="/ppt/presProps.xml" Id="R79102ba7489b4dcd" /><Relationship Type="http://schemas.openxmlformats.org/officeDocument/2006/relationships/tableStyles" Target="/ppt/tableStyles.xml" Id="R537d9af4fbaf43ac" /><Relationship Type="http://schemas.openxmlformats.org/officeDocument/2006/relationships/slide" Target="/ppt/slides/slide1.xml" Id="Rd0760c62cb08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a26af67a3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c88d822b984621" /><Relationship Type="http://schemas.openxmlformats.org/officeDocument/2006/relationships/notesMaster" Target="/ppt/notesMasters/notesMaster1.xml" Id="Rff75e4c6752748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25b81233845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85373448b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57f2eae2445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22ab1154346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d1f33ffce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3301da1364e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F6CDB8-4672-435F-9C33-DCA4CC3ED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8ADF4A-7F5F-45EC-B891-2606544918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FE48A8-BAA5-4E7C-A8EC-4139C437F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0EC1A9-BC41-4AE9-9D3A-4E2161101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1226C-AF05-44AD-B90A-DDF75F91D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D3631A-3145-42E1-BD89-ABCF3B1FF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7F27EB-EB46-4189-B562-3FB1B7A305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CB5EE4-BBD1-48FD-AC55-177E7F5635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0C8494-9619-4C57-A60C-45B7122BC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4A77E1-B8CE-4A9D-9205-06AB8690E1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056fedd341491c" /><Relationship Type="http://schemas.openxmlformats.org/officeDocument/2006/relationships/slideLayout" Target="/ppt/slideLayouts/slideLayout1.xml" Id="R4abc77ec853742bf" /><Relationship Type="http://schemas.openxmlformats.org/officeDocument/2006/relationships/slideLayout" Target="/ppt/slideLayouts/slideLayout2.xml" Id="R6c0baac560944d87" /><Relationship Type="http://schemas.openxmlformats.org/officeDocument/2006/relationships/slideLayout" Target="/ppt/slideLayouts/slideLayout3.xml" Id="R95e1da1a665a4588" /><Relationship Type="http://schemas.openxmlformats.org/officeDocument/2006/relationships/slideLayout" Target="/ppt/slideLayouts/slideLayout4.xml" Id="R42e8c0ad04754548" /><Relationship Type="http://schemas.openxmlformats.org/officeDocument/2006/relationships/slideLayout" Target="/ppt/slideLayouts/slideLayout5.xml" Id="R185dd98755d343af" /><Relationship Type="http://schemas.openxmlformats.org/officeDocument/2006/relationships/slideLayout" Target="/ppt/slideLayouts/slideLayout6.xml" Id="R6d4be8803af7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c77ec853742bf"/>
    <p:sldLayoutId xmlns:r="http://schemas.openxmlformats.org/officeDocument/2006/relationships" id="2147483650" r:id="R6c0baac560944d87"/>
    <p:sldLayoutId xmlns:r="http://schemas.openxmlformats.org/officeDocument/2006/relationships" id="2147483651" r:id="R95e1da1a665a4588"/>
    <p:sldLayoutId xmlns:r="http://schemas.openxmlformats.org/officeDocument/2006/relationships" id="2147483652" r:id="R42e8c0ad04754548"/>
    <p:sldLayoutId xmlns:r="http://schemas.openxmlformats.org/officeDocument/2006/relationships" id="2147483653" r:id="R185dd98755d343af"/>
    <p:sldLayoutId xmlns:r="http://schemas.openxmlformats.org/officeDocument/2006/relationships" id="2147483654" r:id="R6d4be8803af7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76950f8dc4b79" /><Relationship Type="http://schemas.openxmlformats.org/officeDocument/2006/relationships/image" Target="/ppt/media/image.png" Id="R25f13e54251b4f66" /><Relationship Type="http://schemas.openxmlformats.org/officeDocument/2006/relationships/image" Target="/ppt/media/image2.png" Id="Rfdb97cf3c4714c85" /><Relationship Type="http://schemas.openxmlformats.org/officeDocument/2006/relationships/image" Target="/ppt/media/image3.png" Id="R7d5d1cc8e5fb4631" /><Relationship Type="http://schemas.openxmlformats.org/officeDocument/2006/relationships/image" Target="/ppt/media/image4.png" Id="R3b3aa8a1c605457d" /><Relationship Type="http://schemas.openxmlformats.org/officeDocument/2006/relationships/image" Target="/ppt/media/image5.png" Id="R06df5b6ddb0b453f" /><Relationship Type="http://schemas.openxmlformats.org/officeDocument/2006/relationships/notesSlide" Target="/ppt/notesSlides/notesSlide1.xml" Id="Ra9df9cdcbe4044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xt_000">
            <a:extLst xmlns:a="http://schemas.openxmlformats.org/drawingml/2006/main">
              <a:ext uri="{FF2B5EF4-FFF2-40B4-BE49-F238E27FC236}">
                <a16:creationId xmlns:a16="http://schemas.microsoft.com/office/drawing/2014/main" id="{ABCB0733-2094-4C67-B0AC-8A1B307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06C44-86D2-421B-804E-26A0C072E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13e54251b4f66"/>
          <a:stretch xmlns:a="http://schemas.openxmlformats.org/drawingml/2006/main"/>
        </p:blipFill>
        <p:spPr>
          <a:xfrm xmlns:a="http://schemas.openxmlformats.org/drawingml/2006/main">
            <a:off x="590550" y="495300"/>
            <a:ext cx="5257800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E5656C1C-67BE-400A-B9A8-155324D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C60B6555-ECFA-484E-87CC-806CE86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564DD024-F355-4172-9DCC-020BDEB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F9F06511-D45F-4435-A108-07172D9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8E17B516-27B1-4D69-B424-F0DFF84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5DA18059-86A6-4B4F-AC77-C238990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892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B4AEC2CF-2C75-451D-AC50-829FB35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82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795F0BBA-F384-4B64-8B0E-12AFB68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00AF1283-2381-4A1A-BC1A-DD01D9E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8011410F-B681-4C6E-AF92-9B41D8C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E6061-4642-4F6E-8ADC-811E8A2BC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97cf3c4714c85"/>
          <a:stretch xmlns:a="http://schemas.openxmlformats.org/drawingml/2006/main"/>
        </p:blipFill>
        <p:spPr>
          <a:xfrm xmlns:a="http://schemas.openxmlformats.org/drawingml/2006/main">
            <a:off x="6667500" y="495300"/>
            <a:ext cx="5257800" cy="1724025"/>
          </a:xfrm>
          <a:prstGeom xmlns:a="http://schemas.openxmlformats.org/drawingml/2006/main" prst="rect">
            <a:avLst/>
          </a:prstGeom>
        </p:spPr>
      </p:pic>
      <p:sp>
        <p:nvSpPr>
          <p:cNvPr id="14" name="rect_013">
            <a:extLst xmlns:a="http://schemas.openxmlformats.org/drawingml/2006/main">
              <a:ext uri="{FF2B5EF4-FFF2-40B4-BE49-F238E27FC236}">
                <a16:creationId xmlns:a16="http://schemas.microsoft.com/office/drawing/2014/main" id="{7E2697DC-96AF-41C9-AAA8-CE7D6F0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 xmlns:a="http://schemas.openxmlformats.org/drawingml/2006/main">
              <a:ext uri="{FF2B5EF4-FFF2-40B4-BE49-F238E27FC236}">
                <a16:creationId xmlns:a16="http://schemas.microsoft.com/office/drawing/2014/main" id="{BABB0061-7C12-460C-89EE-36CEE29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29F395FC-C314-4F8E-B0CF-6F86626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390F9A41-B29E-487F-8FE0-B31A60E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7024EDBF-D4D6-470B-9BD5-43CB6F42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42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FA1A74D4-E092-4285-B0FA-83080E0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87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AAA93DEF-407B-4393-8725-FD9C6E0D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77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71381659-0082-4BAE-8A4C-E36E3B9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4454ED87-825B-41EB-B46C-97A13F0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2D146C65-B761-4975-B420-FC53B97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8054E-6DF9-45DA-9F6B-B6BB76AACC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d1cc8e5fb4631"/>
          <a:stretch xmlns:a="http://schemas.openxmlformats.org/drawingml/2006/main"/>
        </p:blipFill>
        <p:spPr>
          <a:xfrm xmlns:a="http://schemas.openxmlformats.org/drawingml/2006/main">
            <a:off x="590550" y="3067056"/>
            <a:ext cx="5257800" cy="1724013"/>
          </a:xfrm>
          <a:prstGeom xmlns:a="http://schemas.openxmlformats.org/drawingml/2006/main" prst="rect">
            <a:avLst/>
          </a:prstGeom>
        </p:spPr>
      </p:pic>
      <p:sp>
        <p:nvSpPr>
          <p:cNvPr id="25" name="rect_024">
            <a:extLst xmlns:a="http://schemas.openxmlformats.org/drawingml/2006/main">
              <a:ext uri="{FF2B5EF4-FFF2-40B4-BE49-F238E27FC236}">
                <a16:creationId xmlns:a16="http://schemas.microsoft.com/office/drawing/2014/main" id="{690258B5-B1EC-46E5-9360-DC8CA434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ACA9282E-FFB9-4304-9AC9-73D5739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6B7A2866-6B70-47F8-B068-080850B1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E4BAECC9-18C2-4ED9-A20D-5DC02AD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text_028">
            <a:extLst xmlns:a="http://schemas.openxmlformats.org/drawingml/2006/main">
              <a:ext uri="{FF2B5EF4-FFF2-40B4-BE49-F238E27FC236}">
                <a16:creationId xmlns:a16="http://schemas.microsoft.com/office/drawing/2014/main" id="{AB8CBAD2-5869-42D9-9BE5-81C248DA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ED2564CC-9F0D-4C8B-92E3-CD1ED54E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892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D296FE09-7136-4037-8B9C-15730D6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82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67F74234-64A6-4382-8C51-325205A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BFAA35E0-BA27-4412-8CA8-7EE2179C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CFF53730-0EED-4124-BE47-AB979DB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D1946-B2D4-4C40-B322-2FD1DD4CF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aa8a1c605457d"/>
          <a:stretch xmlns:a="http://schemas.openxmlformats.org/drawingml/2006/main"/>
        </p:blipFill>
        <p:spPr>
          <a:xfrm xmlns:a="http://schemas.openxmlformats.org/drawingml/2006/main">
            <a:off x="6667500" y="3067056"/>
            <a:ext cx="5257800" cy="1724013"/>
          </a:xfrm>
          <a:prstGeom xmlns:a="http://schemas.openxmlformats.org/drawingml/2006/main" prst="rect">
            <a:avLst/>
          </a:prstGeom>
        </p:spPr>
      </p:pic>
      <p:sp>
        <p:nvSpPr>
          <p:cNvPr id="36" name="rect_035">
            <a:extLst xmlns:a="http://schemas.openxmlformats.org/drawingml/2006/main">
              <a:ext uri="{FF2B5EF4-FFF2-40B4-BE49-F238E27FC236}">
                <a16:creationId xmlns:a16="http://schemas.microsoft.com/office/drawing/2014/main" id="{6FA90B35-5D7C-4B59-8CE7-F333744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1363CA60-8605-48E9-9643-A4D3EF1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EF2FF814-9D24-45FB-8D34-6B5B4D0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2996D46E-DA68-42B0-87C1-612A136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BDFD6BF3-A44E-443C-92AC-9B545EE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42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9C576E84-4971-46F7-8558-CD3C350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87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2" name="text_041">
            <a:extLst xmlns:a="http://schemas.openxmlformats.org/drawingml/2006/main">
              <a:ext uri="{FF2B5EF4-FFF2-40B4-BE49-F238E27FC236}">
                <a16:creationId xmlns:a16="http://schemas.microsoft.com/office/drawing/2014/main" id="{83B46BD8-42CC-4C81-89ED-54D38E78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77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74723579-6FD8-40A3-8FD1-978506D3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4665A28E-DE5C-4242-AC02-6928E0E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E3E744-10B6-4D1C-A9A7-554D907D0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f5b6ddb0b453f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3E5BE747-2B68-4961-A7C9-426139A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-0.98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C2F5ADAC-9026-4E27-817A-D623031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12.70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30A0CFE2-DF18-4F37-B3CE-2AFC4AC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ring scalar values</a:t>
            </a:r>
          </a:p>
        </p:txBody>
      </p:sp>
    </p:spTree>
    <p:extLst>
      <p:ext uri="{BB962C8B-B14F-4D97-AF65-F5344CB8AC3E}">
        <p14:creationId xmlns:p14="http://schemas.microsoft.com/office/powerpoint/2010/main" val="1703583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2026-10-23T03:03:25.4790000Z</dcterms:created>
  <dcterms:modified xsi:type="dcterms:W3CDTF">2026-10-23T03:03:25.4790000Z</dcterms:modified>
</coreProperties>
</file>