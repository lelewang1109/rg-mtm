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1317ff9c7e43fe" /><Relationship Type="http://schemas.openxmlformats.org/officeDocument/2006/relationships/extended-properties" Target="/docProps/app.xml" Id="R65ac8f6ded944cd4" /><Relationship Type="http://schemas.openxmlformats.org/officeDocument/2006/relationships/officeDocument" Target="/ppt/presentation.xml" Id="R8593e948db5743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5d19a4c00c4951"/>
  </p:sldMasterIdLst>
  <p:notesMasterIdLst>
    <p:notesMasterId xmlns:r="http://schemas.openxmlformats.org/officeDocument/2006/relationships" r:id="Rc691a7165cd04223"/>
  </p:notesMasterIdLst>
  <p:sldIdLst>
    <p:sldId xmlns:r="http://schemas.openxmlformats.org/officeDocument/2006/relationships" id="256" r:id="Rdee33eb02598469d"/>
  </p:sldIdLst>
  <p:sldSz cx="12382500" cy="5943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35f7b5dc4c4e5d" /><Relationship Type="http://schemas.openxmlformats.org/officeDocument/2006/relationships/slideMaster" Target="/ppt/slideMasters/slideMaster1.xml" Id="R535d19a4c00c4951" /><Relationship Type="http://schemas.openxmlformats.org/officeDocument/2006/relationships/notesMaster" Target="/ppt/notesMasters/notesMaster1.xml" Id="Rc691a7165cd04223" /><Relationship Type="http://schemas.openxmlformats.org/officeDocument/2006/relationships/presProps" Target="/ppt/presProps.xml" Id="Rea45f6e50ca541c0" /><Relationship Type="http://schemas.openxmlformats.org/officeDocument/2006/relationships/tableStyles" Target="/ppt/tableStyles.xml" Id="R7944c1ea2f7940cb" /><Relationship Type="http://schemas.openxmlformats.org/officeDocument/2006/relationships/slide" Target="/ppt/slides/slide1.xml" Id="Rdee33eb0259846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318a1feaae4b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f4dddb810248a5" /><Relationship Type="http://schemas.openxmlformats.org/officeDocument/2006/relationships/notesMaster" Target="/ppt/notesMasters/notesMaster1.xml" Id="R810808c9c9964d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/Users/lele/Desktop/MergeTreeMaps/03-figures/pdf/three_method_position_comparison/bisector_highres_x_three_methods.npz; SHA256 676c5d3b4c323d7cfbcd1b735e8bf63c0cba7955fa5dbcd25e1d4ed3c48afb6f. Six source frames 0,12,25,38,51,63 and all three saved full 64-frame scalar maps restored. No experiment or smoothing rerun. Common fixed scalar range [0,1.05]. A/B/C source rings and d-axis symbols reproduce the original scalar peak colors sampled from the saved source image: {"A":"#ECE51B","B":"#FDE725","C":"#D9E219"}. No blue/orange/green categorical identity colors. Symbol radii 4.4/6.1/7.8 px differentiate identities only, not quantities. Black dashed source-to-axis links are exact x projections. TMTM/ST-MTM use their original native spans normalized to [0,1]. RG-MTM-R uses source x [0,120]. Source fields, Gaussian widths and scalar maps are unchanged. Scalar layers are raster evidence; all markers, links, axes and black Arial labels are native editable objects. This is a PPT/figure-only revision; manuscript files are intentionally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fcc6f35f542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41f6b96f040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8f64c6f2749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ace3e5fec42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b0e74a47d4f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aa97f386848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8C8E71-1FBE-413C-80BA-9E05E49458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02933"/>
            <a:ext cx="1024128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73110D-F6C8-471B-8EB4-806D4C02D2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352800"/>
            <a:ext cx="896112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2B0E11-963A-4864-B0F1-0AFD4DE9CF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40000"/>
            <a:ext cx="1024128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C4728D-9E6C-4491-8720-5D43DBB4C6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056A3C-9D64-49E9-AD70-84862DC248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1136142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60B17A-EC3A-461B-8ABA-FD864ABCDD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F88EDE-B0DF-4537-9858-6DB5902BB7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CFFB075-77B9-46C4-87B0-45B2CD91D8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B52EE8-B8B0-4190-8275-CD1C4C1154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4CB35E-4512-4DED-A961-D3A7AEA1FA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8080f32aa24a88" /><Relationship Type="http://schemas.openxmlformats.org/officeDocument/2006/relationships/slideLayout" Target="/ppt/slideLayouts/slideLayout1.xml" Id="R3be625cce20d40bb" /><Relationship Type="http://schemas.openxmlformats.org/officeDocument/2006/relationships/slideLayout" Target="/ppt/slideLayouts/slideLayout2.xml" Id="Rc05517df14044ba3" /><Relationship Type="http://schemas.openxmlformats.org/officeDocument/2006/relationships/slideLayout" Target="/ppt/slideLayouts/slideLayout3.xml" Id="Ra7d6c40741014448" /><Relationship Type="http://schemas.openxmlformats.org/officeDocument/2006/relationships/slideLayout" Target="/ppt/slideLayouts/slideLayout4.xml" Id="R7098086a90144561" /><Relationship Type="http://schemas.openxmlformats.org/officeDocument/2006/relationships/slideLayout" Target="/ppt/slideLayouts/slideLayout5.xml" Id="Rea4d5031959e483e" /><Relationship Type="http://schemas.openxmlformats.org/officeDocument/2006/relationships/slideLayout" Target="/ppt/slideLayouts/slideLayout6.xml" Id="Rca0b665810dc4d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e625cce20d40bb"/>
    <p:sldLayoutId xmlns:r="http://schemas.openxmlformats.org/officeDocument/2006/relationships" id="2147483650" r:id="Rc05517df14044ba3"/>
    <p:sldLayoutId xmlns:r="http://schemas.openxmlformats.org/officeDocument/2006/relationships" id="2147483651" r:id="Ra7d6c40741014448"/>
    <p:sldLayoutId xmlns:r="http://schemas.openxmlformats.org/officeDocument/2006/relationships" id="2147483652" r:id="R7098086a90144561"/>
    <p:sldLayoutId xmlns:r="http://schemas.openxmlformats.org/officeDocument/2006/relationships" id="2147483653" r:id="Rea4d5031959e483e"/>
    <p:sldLayoutId xmlns:r="http://schemas.openxmlformats.org/officeDocument/2006/relationships" id="2147483654" r:id="Rca0b665810dc4d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ff16dd25947e8" /><Relationship Type="http://schemas.openxmlformats.org/officeDocument/2006/relationships/image" Target="/ppt/media/image.png" Id="Rfa6da8679f214c30" /><Relationship Type="http://schemas.openxmlformats.org/officeDocument/2006/relationships/image" Target="/ppt/media/image2.png" Id="Rc911155fc5004465" /><Relationship Type="http://schemas.openxmlformats.org/officeDocument/2006/relationships/image" Target="/ppt/media/image3.png" Id="R116cebab8c0b4f41" /><Relationship Type="http://schemas.openxmlformats.org/officeDocument/2006/relationships/image" Target="/ppt/media/image4.png" Id="R0a2037ce2a8e4216" /><Relationship Type="http://schemas.openxmlformats.org/officeDocument/2006/relationships/image" Target="/ppt/media/image5.png" Id="R4294b00990454514" /><Relationship Type="http://schemas.openxmlformats.org/officeDocument/2006/relationships/image" Target="/ppt/media/image6.png" Id="R88659059dc254568" /><Relationship Type="http://schemas.openxmlformats.org/officeDocument/2006/relationships/image" Target="/ppt/media/image7.png" Id="R6524a439eacf43db" /><Relationship Type="http://schemas.openxmlformats.org/officeDocument/2006/relationships/image" Target="/ppt/media/image8.png" Id="Rb011c2de608f4d09" /><Relationship Type="http://schemas.openxmlformats.org/officeDocument/2006/relationships/image" Target="/ppt/media/image9.png" Id="R4eaf2762797f40fe" /><Relationship Type="http://schemas.openxmlformats.org/officeDocument/2006/relationships/image" Target="/ppt/media/image10.png" Id="Rb3fbfaa126e04a30" /><Relationship Type="http://schemas.openxmlformats.org/officeDocument/2006/relationships/notesSlide" Target="/ppt/notesSlides/notesSlide1.xml" Id="R19fccc24474b40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(a) Source fields and d-axis projections">
            <a:extLst xmlns:a="http://schemas.openxmlformats.org/drawingml/2006/main">
              <a:ext uri="{FF2B5EF4-FFF2-40B4-BE49-F238E27FC236}">
                <a16:creationId xmlns:a16="http://schemas.microsoft.com/office/drawing/2014/main" id="{07ECA195-5FDB-4406-A158-97E33BE3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Source fields and d-axis projections</a:t>
            </a:r>
          </a:p>
        </p:txBody>
      </p:sp>
      <p:sp>
        <p:nvSpPr>
          <p:cNvPr id="2" name="Scalar value">
            <a:extLst xmlns:a="http://schemas.openxmlformats.org/drawingml/2006/main">
              <a:ext uri="{FF2B5EF4-FFF2-40B4-BE49-F238E27FC236}">
                <a16:creationId xmlns:a16="http://schemas.microsoft.com/office/drawing/2014/main" id="{EE34BA1F-42B5-4FDC-9178-B050E48C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Scalar value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CB019-46FB-4F97-9A94-4114142930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da8679f214c30"/>
          <a:stretch xmlns:a="http://schemas.openxmlformats.org/drawingml/2006/main"/>
        </p:blipFill>
        <p:spPr>
          <a:xfrm xmlns:a="http://schemas.openxmlformats.org/drawingml/2006/main">
            <a:off x="9963150" y="76200"/>
            <a:ext cx="1676400" cy="104775"/>
          </a:xfrm>
          <a:prstGeom xmlns:a="http://schemas.openxmlformats.org/drawingml/2006/main" prst="rect">
            <a:avLst/>
          </a:prstGeom>
        </p:spPr>
      </p:pic>
      <p:sp>
        <p:nvSpPr>
          <p:cNvPr id="4" name="0">
            <a:extLst xmlns:a="http://schemas.openxmlformats.org/drawingml/2006/main">
              <a:ext uri="{FF2B5EF4-FFF2-40B4-BE49-F238E27FC236}">
                <a16:creationId xmlns:a16="http://schemas.microsoft.com/office/drawing/2014/main" id="{491F65B1-5FCD-4FF4-ABC1-4FA0DFC8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0"/>
            <a:ext cx="26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1.05">
            <a:extLst xmlns:a="http://schemas.openxmlformats.org/drawingml/2006/main">
              <a:ext uri="{FF2B5EF4-FFF2-40B4-BE49-F238E27FC236}">
                <a16:creationId xmlns:a16="http://schemas.microsoft.com/office/drawing/2014/main" id="{4D7F6C91-9854-4049-A9B1-14C2F6E2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0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1.05</a:t>
            </a:r>
          </a:p>
        </p:txBody>
      </p:sp>
      <p:sp>
        <p:nvSpPr>
          <p:cNvPr id="6" name="t = 0">
            <a:extLst xmlns:a="http://schemas.openxmlformats.org/drawingml/2006/main">
              <a:ext uri="{FF2B5EF4-FFF2-40B4-BE49-F238E27FC236}">
                <a16:creationId xmlns:a16="http://schemas.microsoft.com/office/drawing/2014/main" id="{C62B453F-5E36-4652-823C-5DD74FFE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0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DD382-FF7A-420D-B89E-5DD2982B33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1155fc5004465"/>
          <a:stretch xmlns:a="http://schemas.openxmlformats.org/drawingml/2006/main"/>
        </p:blipFill>
        <p:spPr>
          <a:xfrm xmlns:a="http://schemas.openxmlformats.org/drawingml/2006/main">
            <a:off x="428625" y="552450"/>
            <a:ext cx="1733550" cy="1733550"/>
          </a:xfrm>
          <a:prstGeom xmlns:a="http://schemas.openxmlformats.org/drawingml/2006/main" prst="rect">
            <a:avLst/>
          </a:prstGeom>
        </p:spPr>
      </p:pic>
      <p:sp>
        <p:nvSpPr>
          <p:cNvPr id="8" name="Scientific domain frame">
            <a:extLst xmlns:a="http://schemas.openxmlformats.org/drawingml/2006/main">
              <a:ext uri="{FF2B5EF4-FFF2-40B4-BE49-F238E27FC236}">
                <a16:creationId xmlns:a16="http://schemas.microsoft.com/office/drawing/2014/main" id="{54988182-827D-4FC1-9E4E-DC430E32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2450"/>
            <a:ext cx="17335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</a:ln>
        </p:spPr>
      </p:sp>
      <p:sp>
        <p:nvSpPr>
          <p:cNvPr id="9" name="A source-to-d projection t0">
            <a:extLst xmlns:a="http://schemas.openxmlformats.org/drawingml/2006/main">
              <a:ext uri="{FF2B5EF4-FFF2-40B4-BE49-F238E27FC236}">
                <a16:creationId xmlns:a16="http://schemas.microsoft.com/office/drawing/2014/main" id="{AB0D3B83-D6B4-4911-8071-08DDC8EE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50" y="2038985"/>
            <a:ext cx="95" cy="376555"/>
          </a:xfrm>
          <a:custGeom xmlns:a="http://schemas.openxmlformats.org/drawingml/2006/main">
            <a:pathLst>
              <a:path w="95" h="490855">
                <a:moveTo>
                  <a:pt x="0" y="0"/>
                </a:moveTo>
                <a:lnTo>
                  <a:pt x="0" y="49085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10" name="B source-to-d projection t0">
            <a:extLst xmlns:a="http://schemas.openxmlformats.org/drawingml/2006/main">
              <a:ext uri="{FF2B5EF4-FFF2-40B4-BE49-F238E27FC236}">
                <a16:creationId xmlns:a16="http://schemas.microsoft.com/office/drawing/2014/main" id="{01EE6132-7CE4-4494-87BC-FEEAAE39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5" y="1188402"/>
            <a:ext cx="95" cy="1210945"/>
          </a:xfrm>
          <a:custGeom xmlns:a="http://schemas.openxmlformats.org/drawingml/2006/main">
            <a:pathLst>
              <a:path w="95" h="1325245">
                <a:moveTo>
                  <a:pt x="0" y="0"/>
                </a:moveTo>
                <a:lnTo>
                  <a:pt x="0" y="132524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11" name="C source-to-d projection t0">
            <a:extLst xmlns:a="http://schemas.openxmlformats.org/drawingml/2006/main">
              <a:ext uri="{FF2B5EF4-FFF2-40B4-BE49-F238E27FC236}">
                <a16:creationId xmlns:a16="http://schemas.microsoft.com/office/drawing/2014/main" id="{F61C23A4-F93A-45B6-B7B9-CD7E6CE0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50" y="915670"/>
            <a:ext cx="95" cy="1467485"/>
          </a:xfrm>
          <a:custGeom xmlns:a="http://schemas.openxmlformats.org/drawingml/2006/main">
            <a:pathLst>
              <a:path w="95" h="1581785">
                <a:moveTo>
                  <a:pt x="0" y="0"/>
                </a:moveTo>
                <a:lnTo>
                  <a:pt x="0" y="158178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12" name="A source identity marker t0">
            <a:extLst xmlns:a="http://schemas.openxmlformats.org/drawingml/2006/main">
              <a:ext uri="{FF2B5EF4-FFF2-40B4-BE49-F238E27FC236}">
                <a16:creationId xmlns:a16="http://schemas.microsoft.com/office/drawing/2014/main" id="{8A636585-9214-4405-AC09-DDC1C297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0" y="1955165"/>
            <a:ext cx="83820" cy="838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51B"/>
            </a:solidFill>
          </a:ln>
        </p:spPr>
      </p:sp>
      <p:sp>
        <p:nvSpPr>
          <p:cNvPr id="13" name="A black source label t0">
            <a:extLst xmlns:a="http://schemas.openxmlformats.org/drawingml/2006/main">
              <a:ext uri="{FF2B5EF4-FFF2-40B4-BE49-F238E27FC236}">
                <a16:creationId xmlns:a16="http://schemas.microsoft.com/office/drawing/2014/main" id="{ADEF912E-A4BA-4C4A-95FD-A1BDD1D5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494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B source identity marker t0">
            <a:extLst xmlns:a="http://schemas.openxmlformats.org/drawingml/2006/main">
              <a:ext uri="{FF2B5EF4-FFF2-40B4-BE49-F238E27FC236}">
                <a16:creationId xmlns:a16="http://schemas.microsoft.com/office/drawing/2014/main" id="{8BB2844A-978D-4BB3-B72A-AD9EA0D6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3" y="1072198"/>
            <a:ext cx="116205" cy="1162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DE725"/>
            </a:solidFill>
          </a:ln>
        </p:spPr>
      </p:sp>
      <p:sp>
        <p:nvSpPr>
          <p:cNvPr id="15" name="B black source label t0">
            <a:extLst xmlns:a="http://schemas.openxmlformats.org/drawingml/2006/main">
              <a:ext uri="{FF2B5EF4-FFF2-40B4-BE49-F238E27FC236}">
                <a16:creationId xmlns:a16="http://schemas.microsoft.com/office/drawing/2014/main" id="{838BA81F-5876-40A6-B00F-A7F19E58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25" y="882650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" name="C source identity marker t0">
            <a:extLst xmlns:a="http://schemas.openxmlformats.org/drawingml/2006/main">
              <a:ext uri="{FF2B5EF4-FFF2-40B4-BE49-F238E27FC236}">
                <a16:creationId xmlns:a16="http://schemas.microsoft.com/office/drawing/2014/main" id="{CEEA144C-E1D7-4407-9651-22576F75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55" y="767080"/>
            <a:ext cx="148590" cy="1485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19"/>
            </a:solidFill>
          </a:ln>
        </p:spPr>
      </p:sp>
      <p:sp>
        <p:nvSpPr>
          <p:cNvPr id="17" name="C black source label t0">
            <a:extLst xmlns:a="http://schemas.openxmlformats.org/drawingml/2006/main">
              <a:ext uri="{FF2B5EF4-FFF2-40B4-BE49-F238E27FC236}">
                <a16:creationId xmlns:a16="http://schemas.microsoft.com/office/drawing/2014/main" id="{849AD85D-855F-4D22-AE4D-67135675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500" y="5937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446DA679-1245-48F2-85AB-E2657F90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95325"/>
            <a:ext cx="523875" cy="95"/>
          </a:xfrm>
          <a:custGeom xmlns:a="http://schemas.openxmlformats.org/drawingml/2006/main">
            <a:pathLst>
              <a:path w="523875" h="9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9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90E1982C-6386-4C5A-AEA4-E4141C9D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66750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20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0161A379-17D3-41D4-BAB3-8781742C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95325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21" name="d = x">
            <a:extLst xmlns:a="http://schemas.openxmlformats.org/drawingml/2006/main">
              <a:ext uri="{FF2B5EF4-FFF2-40B4-BE49-F238E27FC236}">
                <a16:creationId xmlns:a16="http://schemas.microsoft.com/office/drawing/2014/main" id="{CBC467CF-20B0-4915-A4ED-1CAC023A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771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= x</a:t>
            </a:r>
          </a:p>
        </p:txBody>
      </p:sp>
      <p:sp>
        <p:nvSpPr>
          <p:cNvPr id="22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F171883F-808E-4CB6-B048-6937857C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57450"/>
            <a:ext cx="1733550" cy="95"/>
          </a:xfrm>
          <a:custGeom xmlns:a="http://schemas.openxmlformats.org/drawingml/2006/main">
            <a:pathLst>
              <a:path w="1733550" h="9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23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BA4CA39C-A656-4D9C-AE2D-D447EED1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428875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24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1673387B-2ED5-4622-949E-2557F845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457450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25" name="A matching d-axis marker t0">
            <a:extLst xmlns:a="http://schemas.openxmlformats.org/drawingml/2006/main">
              <a:ext uri="{FF2B5EF4-FFF2-40B4-BE49-F238E27FC236}">
                <a16:creationId xmlns:a16="http://schemas.microsoft.com/office/drawing/2014/main" id="{23104578-F4EA-48E1-B81A-CF35F156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0" y="2415540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51B"/>
          </a:solidFill>
          <a:ln xmlns:a="http://schemas.openxmlformats.org/drawingml/2006/main" w="19050">
            <a:solidFill>
              <a:srgbClr val="ECE51B"/>
            </a:solidFill>
          </a:ln>
        </p:spPr>
      </p:sp>
      <p:sp>
        <p:nvSpPr>
          <p:cNvPr id="26" name="A">
            <a:extLst xmlns:a="http://schemas.openxmlformats.org/drawingml/2006/main">
              <a:ext uri="{FF2B5EF4-FFF2-40B4-BE49-F238E27FC236}">
                <a16:creationId xmlns:a16="http://schemas.microsoft.com/office/drawing/2014/main" id="{BA6FCF40-7A8F-417B-91A3-8A89CE11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" name="A exact d coordinate t0">
            <a:extLst xmlns:a="http://schemas.openxmlformats.org/drawingml/2006/main">
              <a:ext uri="{FF2B5EF4-FFF2-40B4-BE49-F238E27FC236}">
                <a16:creationId xmlns:a16="http://schemas.microsoft.com/office/drawing/2014/main" id="{FE21C32A-3106-4A3E-A0A4-B2E95038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8" name="B matching d-axis marker t0">
            <a:extLst xmlns:a="http://schemas.openxmlformats.org/drawingml/2006/main">
              <a:ext uri="{FF2B5EF4-FFF2-40B4-BE49-F238E27FC236}">
                <a16:creationId xmlns:a16="http://schemas.microsoft.com/office/drawing/2014/main" id="{88010D88-EDFB-404C-BF61-CD401ECA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3" y="2399348"/>
            <a:ext cx="116205" cy="1162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19050">
            <a:solidFill>
              <a:srgbClr val="FDE725"/>
            </a:solidFill>
          </a:ln>
        </p:spPr>
      </p:sp>
      <p:sp>
        <p:nvSpPr>
          <p:cNvPr id="29" name="B">
            <a:extLst xmlns:a="http://schemas.openxmlformats.org/drawingml/2006/main">
              <a:ext uri="{FF2B5EF4-FFF2-40B4-BE49-F238E27FC236}">
                <a16:creationId xmlns:a16="http://schemas.microsoft.com/office/drawing/2014/main" id="{47BE0A48-1EFC-4FFD-85F7-DE783FAA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25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0" name="B exact d coordinate t0">
            <a:extLst xmlns:a="http://schemas.openxmlformats.org/drawingml/2006/main">
              <a:ext uri="{FF2B5EF4-FFF2-40B4-BE49-F238E27FC236}">
                <a16:creationId xmlns:a16="http://schemas.microsoft.com/office/drawing/2014/main" id="{E152274E-1EC2-4B69-94CA-C91A8875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1" name="C matching d-axis marker t0">
            <a:extLst xmlns:a="http://schemas.openxmlformats.org/drawingml/2006/main">
              <a:ext uri="{FF2B5EF4-FFF2-40B4-BE49-F238E27FC236}">
                <a16:creationId xmlns:a16="http://schemas.microsoft.com/office/drawing/2014/main" id="{2B066928-71B8-4D5A-AD41-1C534F8A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55" y="2383155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19"/>
          </a:solidFill>
          <a:ln xmlns:a="http://schemas.openxmlformats.org/drawingml/2006/main" w="19050">
            <a:solidFill>
              <a:srgbClr val="D9E219"/>
            </a:solidFill>
          </a:ln>
        </p:spPr>
      </p:sp>
      <p:sp>
        <p:nvSpPr>
          <p:cNvPr id="32" name="C">
            <a:extLst xmlns:a="http://schemas.openxmlformats.org/drawingml/2006/main">
              <a:ext uri="{FF2B5EF4-FFF2-40B4-BE49-F238E27FC236}">
                <a16:creationId xmlns:a16="http://schemas.microsoft.com/office/drawing/2014/main" id="{C136A745-D94C-4F63-A896-69034428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3" name="C exact d coordinate t0">
            <a:extLst xmlns:a="http://schemas.openxmlformats.org/drawingml/2006/main">
              <a:ext uri="{FF2B5EF4-FFF2-40B4-BE49-F238E27FC236}">
                <a16:creationId xmlns:a16="http://schemas.microsoft.com/office/drawing/2014/main" id="{F0975929-2632-4B23-B85F-2243E47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175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4" name="t = 12">
            <a:extLst xmlns:a="http://schemas.openxmlformats.org/drawingml/2006/main">
              <a:ext uri="{FF2B5EF4-FFF2-40B4-BE49-F238E27FC236}">
                <a16:creationId xmlns:a16="http://schemas.microsoft.com/office/drawing/2014/main" id="{07BE5C58-A73C-482C-9F26-0872A8FE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857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12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88F43E-644A-4E93-B5E4-7359A12978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cebab8c0b4f41"/>
          <a:stretch xmlns:a="http://schemas.openxmlformats.org/drawingml/2006/main"/>
        </p:blipFill>
        <p:spPr>
          <a:xfrm xmlns:a="http://schemas.openxmlformats.org/drawingml/2006/main">
            <a:off x="2390775" y="552450"/>
            <a:ext cx="1733550" cy="1733550"/>
          </a:xfrm>
          <a:prstGeom xmlns:a="http://schemas.openxmlformats.org/drawingml/2006/main" prst="rect">
            <a:avLst/>
          </a:prstGeom>
        </p:spPr>
      </p:pic>
      <p:sp>
        <p:nvSpPr>
          <p:cNvPr id="36" name="Scientific domain frame">
            <a:extLst xmlns:a="http://schemas.openxmlformats.org/drawingml/2006/main">
              <a:ext uri="{FF2B5EF4-FFF2-40B4-BE49-F238E27FC236}">
                <a16:creationId xmlns:a16="http://schemas.microsoft.com/office/drawing/2014/main" id="{39E43310-5F49-412E-BD65-5B899D25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52450"/>
            <a:ext cx="17335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</a:ln>
        </p:spPr>
      </p:sp>
      <p:sp>
        <p:nvSpPr>
          <p:cNvPr id="37" name="A source-to-d projection t12">
            <a:extLst xmlns:a="http://schemas.openxmlformats.org/drawingml/2006/main">
              <a:ext uri="{FF2B5EF4-FFF2-40B4-BE49-F238E27FC236}">
                <a16:creationId xmlns:a16="http://schemas.microsoft.com/office/drawing/2014/main" id="{EBC67CD2-F96E-48E3-B263-613C64D1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00" y="2038985"/>
            <a:ext cx="95" cy="376555"/>
          </a:xfrm>
          <a:custGeom xmlns:a="http://schemas.openxmlformats.org/drawingml/2006/main">
            <a:pathLst>
              <a:path w="95" h="490855">
                <a:moveTo>
                  <a:pt x="0" y="0"/>
                </a:moveTo>
                <a:lnTo>
                  <a:pt x="0" y="49085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38" name="B source-to-d projection t12">
            <a:extLst xmlns:a="http://schemas.openxmlformats.org/drawingml/2006/main">
              <a:ext uri="{FF2B5EF4-FFF2-40B4-BE49-F238E27FC236}">
                <a16:creationId xmlns:a16="http://schemas.microsoft.com/office/drawing/2014/main" id="{F2086945-5787-462A-ABB5-BD02D411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972" y="1296749"/>
            <a:ext cx="95" cy="1102598"/>
          </a:xfrm>
          <a:custGeom xmlns:a="http://schemas.openxmlformats.org/drawingml/2006/main">
            <a:pathLst>
              <a:path w="95" h="1216898">
                <a:moveTo>
                  <a:pt x="0" y="0"/>
                </a:moveTo>
                <a:lnTo>
                  <a:pt x="0" y="1216898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39" name="C source-to-d projection t12">
            <a:extLst xmlns:a="http://schemas.openxmlformats.org/drawingml/2006/main">
              <a:ext uri="{FF2B5EF4-FFF2-40B4-BE49-F238E27FC236}">
                <a16:creationId xmlns:a16="http://schemas.microsoft.com/office/drawing/2014/main" id="{2C16E77F-6BB3-4651-950A-2840F92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400" y="915670"/>
            <a:ext cx="95" cy="1467485"/>
          </a:xfrm>
          <a:custGeom xmlns:a="http://schemas.openxmlformats.org/drawingml/2006/main">
            <a:pathLst>
              <a:path w="95" h="1581785">
                <a:moveTo>
                  <a:pt x="0" y="0"/>
                </a:moveTo>
                <a:lnTo>
                  <a:pt x="0" y="158178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40" name="A source identity marker t12">
            <a:extLst xmlns:a="http://schemas.openxmlformats.org/drawingml/2006/main">
              <a:ext uri="{FF2B5EF4-FFF2-40B4-BE49-F238E27FC236}">
                <a16:creationId xmlns:a16="http://schemas.microsoft.com/office/drawing/2014/main" id="{E8D90E5E-D389-45EE-B85E-AFC974D7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7790" y="1955165"/>
            <a:ext cx="83820" cy="838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51B"/>
            </a:solidFill>
          </a:ln>
        </p:spPr>
      </p:sp>
      <p:sp>
        <p:nvSpPr>
          <p:cNvPr id="41" name="A black source label t12">
            <a:extLst xmlns:a="http://schemas.openxmlformats.org/drawingml/2006/main">
              <a:ext uri="{FF2B5EF4-FFF2-40B4-BE49-F238E27FC236}">
                <a16:creationId xmlns:a16="http://schemas.microsoft.com/office/drawing/2014/main" id="{906FDFDD-B508-476C-B349-F3159BF1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950" y="17494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2" name="B source identity marker t12">
            <a:extLst xmlns:a="http://schemas.openxmlformats.org/drawingml/2006/main">
              <a:ext uri="{FF2B5EF4-FFF2-40B4-BE49-F238E27FC236}">
                <a16:creationId xmlns:a16="http://schemas.microsoft.com/office/drawing/2014/main" id="{85324FDB-C2E3-41CC-9CC5-038BAA57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869" y="1180544"/>
            <a:ext cx="116205" cy="1162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DE725"/>
            </a:solidFill>
          </a:ln>
        </p:spPr>
      </p:sp>
      <p:sp>
        <p:nvSpPr>
          <p:cNvPr id="43" name="B black source label t12">
            <a:extLst xmlns:a="http://schemas.openxmlformats.org/drawingml/2006/main">
              <a:ext uri="{FF2B5EF4-FFF2-40B4-BE49-F238E27FC236}">
                <a16:creationId xmlns:a16="http://schemas.microsoft.com/office/drawing/2014/main" id="{5ED387FF-05E8-4F3F-9FD3-8919C29E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222" y="990997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4" name="C source identity marker t12">
            <a:extLst xmlns:a="http://schemas.openxmlformats.org/drawingml/2006/main">
              <a:ext uri="{FF2B5EF4-FFF2-40B4-BE49-F238E27FC236}">
                <a16:creationId xmlns:a16="http://schemas.microsoft.com/office/drawing/2014/main" id="{EBEAA5E9-B85A-44DE-913A-1A80DE0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105" y="767080"/>
            <a:ext cx="148590" cy="1485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19"/>
            </a:solidFill>
          </a:ln>
        </p:spPr>
      </p:sp>
      <p:sp>
        <p:nvSpPr>
          <p:cNvPr id="45" name="C black source label t12">
            <a:extLst xmlns:a="http://schemas.openxmlformats.org/drawingml/2006/main">
              <a:ext uri="{FF2B5EF4-FFF2-40B4-BE49-F238E27FC236}">
                <a16:creationId xmlns:a16="http://schemas.microsoft.com/office/drawing/2014/main" id="{D4AD5297-4191-4078-901D-80F62518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650" y="5937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6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95481501-CF8C-42FC-AD58-5371AD5A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57450"/>
            <a:ext cx="1733550" cy="95"/>
          </a:xfrm>
          <a:custGeom xmlns:a="http://schemas.openxmlformats.org/drawingml/2006/main">
            <a:pathLst>
              <a:path w="1733550" h="9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47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C54CA984-1048-4F95-970E-FB905DB0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28875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48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6E7D78D0-C180-457B-A91D-6E4B7478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57450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49" name="A matching d-axis marker t12">
            <a:extLst xmlns:a="http://schemas.openxmlformats.org/drawingml/2006/main">
              <a:ext uri="{FF2B5EF4-FFF2-40B4-BE49-F238E27FC236}">
                <a16:creationId xmlns:a16="http://schemas.microsoft.com/office/drawing/2014/main" id="{DDC6D0AD-AFC6-4945-8B27-C25F489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7790" y="2415540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51B"/>
          </a:solidFill>
          <a:ln xmlns:a="http://schemas.openxmlformats.org/drawingml/2006/main" w="19050">
            <a:solidFill>
              <a:srgbClr val="ECE51B"/>
            </a:solidFill>
          </a:ln>
        </p:spPr>
      </p:sp>
      <p:sp>
        <p:nvSpPr>
          <p:cNvPr id="50" name="A">
            <a:extLst xmlns:a="http://schemas.openxmlformats.org/drawingml/2006/main">
              <a:ext uri="{FF2B5EF4-FFF2-40B4-BE49-F238E27FC236}">
                <a16:creationId xmlns:a16="http://schemas.microsoft.com/office/drawing/2014/main" id="{4DF4DB4E-1BD6-48C1-BEB5-D03990C1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35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" name="A exact d coordinate t12">
            <a:extLst xmlns:a="http://schemas.openxmlformats.org/drawingml/2006/main">
              <a:ext uri="{FF2B5EF4-FFF2-40B4-BE49-F238E27FC236}">
                <a16:creationId xmlns:a16="http://schemas.microsoft.com/office/drawing/2014/main" id="{B59126B6-28EC-4575-AE64-B28DC2B1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625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2" name="B matching d-axis marker t12">
            <a:extLst xmlns:a="http://schemas.openxmlformats.org/drawingml/2006/main">
              <a:ext uri="{FF2B5EF4-FFF2-40B4-BE49-F238E27FC236}">
                <a16:creationId xmlns:a16="http://schemas.microsoft.com/office/drawing/2014/main" id="{7620C5CB-4065-4DF6-87CE-4A6E29E3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869" y="2399348"/>
            <a:ext cx="116205" cy="1162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19050">
            <a:solidFill>
              <a:srgbClr val="FDE725"/>
            </a:solidFill>
          </a:ln>
        </p:spPr>
      </p:sp>
      <p:sp>
        <p:nvSpPr>
          <p:cNvPr id="53" name="B">
            <a:extLst xmlns:a="http://schemas.openxmlformats.org/drawingml/2006/main">
              <a:ext uri="{FF2B5EF4-FFF2-40B4-BE49-F238E27FC236}">
                <a16:creationId xmlns:a16="http://schemas.microsoft.com/office/drawing/2014/main" id="{FA7B9963-3882-40C8-83CC-EF9A3FEF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622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4" name="B exact d coordinate t12">
            <a:extLst xmlns:a="http://schemas.openxmlformats.org/drawingml/2006/main">
              <a:ext uri="{FF2B5EF4-FFF2-40B4-BE49-F238E27FC236}">
                <a16:creationId xmlns:a16="http://schemas.microsoft.com/office/drawing/2014/main" id="{16DC8A7E-D4AC-4A64-82FC-5A586BE6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897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47.5</a:t>
            </a:r>
          </a:p>
        </p:txBody>
      </p:sp>
      <p:sp>
        <p:nvSpPr>
          <p:cNvPr id="55" name="C matching d-axis marker t12">
            <a:extLst xmlns:a="http://schemas.openxmlformats.org/drawingml/2006/main">
              <a:ext uri="{FF2B5EF4-FFF2-40B4-BE49-F238E27FC236}">
                <a16:creationId xmlns:a16="http://schemas.microsoft.com/office/drawing/2014/main" id="{A500D364-947D-41B9-9CCC-5BA5C2D1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105" y="2383155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19"/>
          </a:solidFill>
          <a:ln xmlns:a="http://schemas.openxmlformats.org/drawingml/2006/main" w="19050">
            <a:solidFill>
              <a:srgbClr val="D9E219"/>
            </a:solidFill>
          </a:ln>
        </p:spPr>
      </p:sp>
      <p:sp>
        <p:nvSpPr>
          <p:cNvPr id="56" name="C">
            <a:extLst xmlns:a="http://schemas.openxmlformats.org/drawingml/2006/main">
              <a:ext uri="{FF2B5EF4-FFF2-40B4-BE49-F238E27FC236}">
                <a16:creationId xmlns:a16="http://schemas.microsoft.com/office/drawing/2014/main" id="{DD9A8F90-D671-4D87-A0D5-706890EC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05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7" name="C exact d coordinate t12">
            <a:extLst xmlns:a="http://schemas.openxmlformats.org/drawingml/2006/main">
              <a:ext uri="{FF2B5EF4-FFF2-40B4-BE49-F238E27FC236}">
                <a16:creationId xmlns:a16="http://schemas.microsoft.com/office/drawing/2014/main" id="{8A17F15E-6BF5-458C-BCB9-F09E4C47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325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8" name="t = 25">
            <a:extLst xmlns:a="http://schemas.openxmlformats.org/drawingml/2006/main">
              <a:ext uri="{FF2B5EF4-FFF2-40B4-BE49-F238E27FC236}">
                <a16:creationId xmlns:a16="http://schemas.microsoft.com/office/drawing/2014/main" id="{C0FFAA62-7CD2-4C7E-AA62-F5358CF1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57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25</a:t>
            </a:r>
          </a:p>
        </p:txBody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B6DA6A1-CB07-4145-882A-A0D804157A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037ce2a8e4216"/>
          <a:stretch xmlns:a="http://schemas.openxmlformats.org/drawingml/2006/main"/>
        </p:blipFill>
        <p:spPr>
          <a:xfrm xmlns:a="http://schemas.openxmlformats.org/drawingml/2006/main">
            <a:off x="4352925" y="552450"/>
            <a:ext cx="1733550" cy="1733550"/>
          </a:xfrm>
          <a:prstGeom xmlns:a="http://schemas.openxmlformats.org/drawingml/2006/main" prst="rect">
            <a:avLst/>
          </a:prstGeom>
        </p:spPr>
      </p:pic>
      <p:sp>
        <p:nvSpPr>
          <p:cNvPr id="60" name="Scientific domain frame">
            <a:extLst xmlns:a="http://schemas.openxmlformats.org/drawingml/2006/main">
              <a:ext uri="{FF2B5EF4-FFF2-40B4-BE49-F238E27FC236}">
                <a16:creationId xmlns:a16="http://schemas.microsoft.com/office/drawing/2014/main" id="{3247CE8F-185B-4457-A29A-C782B155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52450"/>
            <a:ext cx="17335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</a:ln>
        </p:spPr>
      </p:sp>
      <p:sp>
        <p:nvSpPr>
          <p:cNvPr id="61" name="A source-to-d projection t25">
            <a:extLst xmlns:a="http://schemas.openxmlformats.org/drawingml/2006/main">
              <a:ext uri="{FF2B5EF4-FFF2-40B4-BE49-F238E27FC236}">
                <a16:creationId xmlns:a16="http://schemas.microsoft.com/office/drawing/2014/main" id="{24E12C18-1AEA-42C4-8360-5D30FDED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2038985"/>
            <a:ext cx="95" cy="376555"/>
          </a:xfrm>
          <a:custGeom xmlns:a="http://schemas.openxmlformats.org/drawingml/2006/main">
            <a:pathLst>
              <a:path w="95" h="490855">
                <a:moveTo>
                  <a:pt x="0" y="0"/>
                </a:moveTo>
                <a:lnTo>
                  <a:pt x="0" y="49085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62" name="B source-to-d projection t25">
            <a:extLst xmlns:a="http://schemas.openxmlformats.org/drawingml/2006/main">
              <a:ext uri="{FF2B5EF4-FFF2-40B4-BE49-F238E27FC236}">
                <a16:creationId xmlns:a16="http://schemas.microsoft.com/office/drawing/2014/main" id="{26092C2F-B075-46C4-91D6-CE020C6A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915" y="1419543"/>
            <a:ext cx="95" cy="979805"/>
          </a:xfrm>
          <a:custGeom xmlns:a="http://schemas.openxmlformats.org/drawingml/2006/main">
            <a:pathLst>
              <a:path w="95" h="1094105">
                <a:moveTo>
                  <a:pt x="0" y="0"/>
                </a:moveTo>
                <a:lnTo>
                  <a:pt x="0" y="109410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63" name="C source-to-d projection t25">
            <a:extLst xmlns:a="http://schemas.openxmlformats.org/drawingml/2006/main">
              <a:ext uri="{FF2B5EF4-FFF2-40B4-BE49-F238E27FC236}">
                <a16:creationId xmlns:a16="http://schemas.microsoft.com/office/drawing/2014/main" id="{56CD667A-A20C-433C-972F-13FDC83B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50" y="915670"/>
            <a:ext cx="95" cy="1467485"/>
          </a:xfrm>
          <a:custGeom xmlns:a="http://schemas.openxmlformats.org/drawingml/2006/main">
            <a:pathLst>
              <a:path w="95" h="1581785">
                <a:moveTo>
                  <a:pt x="0" y="0"/>
                </a:moveTo>
                <a:lnTo>
                  <a:pt x="0" y="158178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64" name="A source identity marker t25">
            <a:extLst xmlns:a="http://schemas.openxmlformats.org/drawingml/2006/main">
              <a:ext uri="{FF2B5EF4-FFF2-40B4-BE49-F238E27FC236}">
                <a16:creationId xmlns:a16="http://schemas.microsoft.com/office/drawing/2014/main" id="{3DFD2DE1-F014-487E-9AE5-A30C2FC4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940" y="1955165"/>
            <a:ext cx="83820" cy="838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51B"/>
            </a:solidFill>
          </a:ln>
        </p:spPr>
      </p:sp>
      <p:sp>
        <p:nvSpPr>
          <p:cNvPr id="65" name="A black source label t25">
            <a:extLst xmlns:a="http://schemas.openxmlformats.org/drawingml/2006/main">
              <a:ext uri="{FF2B5EF4-FFF2-40B4-BE49-F238E27FC236}">
                <a16:creationId xmlns:a16="http://schemas.microsoft.com/office/drawing/2014/main" id="{C0669B35-FF11-4B7C-B457-A0498C87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00" y="17494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6" name="B source identity marker t25">
            <a:extLst xmlns:a="http://schemas.openxmlformats.org/drawingml/2006/main">
              <a:ext uri="{FF2B5EF4-FFF2-40B4-BE49-F238E27FC236}">
                <a16:creationId xmlns:a16="http://schemas.microsoft.com/office/drawing/2014/main" id="{EEAE0B9B-12F9-41E4-8753-DD684840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813" y="1303338"/>
            <a:ext cx="116205" cy="1162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DE725"/>
            </a:solidFill>
          </a:ln>
        </p:spPr>
      </p:sp>
      <p:sp>
        <p:nvSpPr>
          <p:cNvPr id="67" name="B black source label t25">
            <a:extLst xmlns:a="http://schemas.openxmlformats.org/drawingml/2006/main">
              <a:ext uri="{FF2B5EF4-FFF2-40B4-BE49-F238E27FC236}">
                <a16:creationId xmlns:a16="http://schemas.microsoft.com/office/drawing/2014/main" id="{B963B77F-6B8B-40F5-B201-1946C641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165" y="1113790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8" name="C source identity marker t25">
            <a:extLst xmlns:a="http://schemas.openxmlformats.org/drawingml/2006/main">
              <a:ext uri="{FF2B5EF4-FFF2-40B4-BE49-F238E27FC236}">
                <a16:creationId xmlns:a16="http://schemas.microsoft.com/office/drawing/2014/main" id="{665F310D-E1B7-4495-89DF-271E69C6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255" y="767080"/>
            <a:ext cx="148590" cy="1485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19"/>
            </a:solidFill>
          </a:ln>
        </p:spPr>
      </p:sp>
      <p:sp>
        <p:nvSpPr>
          <p:cNvPr id="69" name="C black source label t25">
            <a:extLst xmlns:a="http://schemas.openxmlformats.org/drawingml/2006/main">
              <a:ext uri="{FF2B5EF4-FFF2-40B4-BE49-F238E27FC236}">
                <a16:creationId xmlns:a16="http://schemas.microsoft.com/office/drawing/2014/main" id="{194F0FAB-C443-41F3-8739-CE95AA8D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0" y="5937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0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8EEDA1C2-A75E-4EE0-920F-00201687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57450"/>
            <a:ext cx="1733550" cy="95"/>
          </a:xfrm>
          <a:custGeom xmlns:a="http://schemas.openxmlformats.org/drawingml/2006/main">
            <a:pathLst>
              <a:path w="1733550" h="9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71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58833A71-4C84-47A6-819A-BB87928A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28875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72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2E3EF124-5690-495E-BDA4-9045EAB6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57450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73" name="A matching d-axis marker t25">
            <a:extLst xmlns:a="http://schemas.openxmlformats.org/drawingml/2006/main">
              <a:ext uri="{FF2B5EF4-FFF2-40B4-BE49-F238E27FC236}">
                <a16:creationId xmlns:a16="http://schemas.microsoft.com/office/drawing/2014/main" id="{A62688CD-8756-419A-930C-F44D7E86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940" y="2415540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51B"/>
          </a:solidFill>
          <a:ln xmlns:a="http://schemas.openxmlformats.org/drawingml/2006/main" w="19050">
            <a:solidFill>
              <a:srgbClr val="ECE51B"/>
            </a:solidFill>
          </a:ln>
        </p:spPr>
      </p:sp>
      <p:sp>
        <p:nvSpPr>
          <p:cNvPr id="74" name="A">
            <a:extLst xmlns:a="http://schemas.openxmlformats.org/drawingml/2006/main">
              <a:ext uri="{FF2B5EF4-FFF2-40B4-BE49-F238E27FC236}">
                <a16:creationId xmlns:a16="http://schemas.microsoft.com/office/drawing/2014/main" id="{016BB404-5E16-4DF7-8345-198539FE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5" name="A exact d coordinate t25">
            <a:extLst xmlns:a="http://schemas.openxmlformats.org/drawingml/2006/main">
              <a:ext uri="{FF2B5EF4-FFF2-40B4-BE49-F238E27FC236}">
                <a16:creationId xmlns:a16="http://schemas.microsoft.com/office/drawing/2014/main" id="{A48E8C62-0E0A-4582-85A0-DF8C26C4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775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6" name="B matching d-axis marker t25">
            <a:extLst xmlns:a="http://schemas.openxmlformats.org/drawingml/2006/main">
              <a:ext uri="{FF2B5EF4-FFF2-40B4-BE49-F238E27FC236}">
                <a16:creationId xmlns:a16="http://schemas.microsoft.com/office/drawing/2014/main" id="{4B0BA1F8-FCFE-44C6-BEE0-F6AAB3E7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813" y="2399348"/>
            <a:ext cx="116205" cy="1162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19050">
            <a:solidFill>
              <a:srgbClr val="FDE725"/>
            </a:solidFill>
          </a:ln>
        </p:spPr>
      </p:sp>
      <p:sp>
        <p:nvSpPr>
          <p:cNvPr id="77" name="B">
            <a:extLst xmlns:a="http://schemas.openxmlformats.org/drawingml/2006/main">
              <a:ext uri="{FF2B5EF4-FFF2-40B4-BE49-F238E27FC236}">
                <a16:creationId xmlns:a16="http://schemas.microsoft.com/office/drawing/2014/main" id="{C336C9E2-6884-4A6F-9F71-F6792205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565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8" name="B exact d coordinate t25">
            <a:extLst xmlns:a="http://schemas.openxmlformats.org/drawingml/2006/main">
              <a:ext uri="{FF2B5EF4-FFF2-40B4-BE49-F238E27FC236}">
                <a16:creationId xmlns:a16="http://schemas.microsoft.com/office/drawing/2014/main" id="{B2934A00-2906-4034-9422-D39991E0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840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79" name="C matching d-axis marker t25">
            <a:extLst xmlns:a="http://schemas.openxmlformats.org/drawingml/2006/main">
              <a:ext uri="{FF2B5EF4-FFF2-40B4-BE49-F238E27FC236}">
                <a16:creationId xmlns:a16="http://schemas.microsoft.com/office/drawing/2014/main" id="{5623B52F-0156-4878-B160-7603A054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255" y="2383155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19"/>
          </a:solidFill>
          <a:ln xmlns:a="http://schemas.openxmlformats.org/drawingml/2006/main" w="19050">
            <a:solidFill>
              <a:srgbClr val="D9E219"/>
            </a:solidFill>
          </a:ln>
        </p:spPr>
      </p:sp>
      <p:sp>
        <p:nvSpPr>
          <p:cNvPr id="80" name="C">
            <a:extLst xmlns:a="http://schemas.openxmlformats.org/drawingml/2006/main">
              <a:ext uri="{FF2B5EF4-FFF2-40B4-BE49-F238E27FC236}">
                <a16:creationId xmlns:a16="http://schemas.microsoft.com/office/drawing/2014/main" id="{A3B7712F-9048-4E3D-8DFD-EB166399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1" name="C exact d coordinate t25">
            <a:extLst xmlns:a="http://schemas.openxmlformats.org/drawingml/2006/main">
              <a:ext uri="{FF2B5EF4-FFF2-40B4-BE49-F238E27FC236}">
                <a16:creationId xmlns:a16="http://schemas.microsoft.com/office/drawing/2014/main" id="{E28B25DB-442F-483B-AA08-B56EDC81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475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82" name="t = 38">
            <a:extLst xmlns:a="http://schemas.openxmlformats.org/drawingml/2006/main">
              <a:ext uri="{FF2B5EF4-FFF2-40B4-BE49-F238E27FC236}">
                <a16:creationId xmlns:a16="http://schemas.microsoft.com/office/drawing/2014/main" id="{FF7836B9-8E4A-447A-B2A5-5BA54A7D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57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38</a:t>
            </a:r>
          </a:p>
        </p:txBody>
      </p:sp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FED8C4-8959-48CE-8138-9BD0F1CFF9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4b00990454514"/>
          <a:stretch xmlns:a="http://schemas.openxmlformats.org/drawingml/2006/main"/>
        </p:blipFill>
        <p:spPr>
          <a:xfrm xmlns:a="http://schemas.openxmlformats.org/drawingml/2006/main">
            <a:off x="6315075" y="552450"/>
            <a:ext cx="1733550" cy="1733550"/>
          </a:xfrm>
          <a:prstGeom xmlns:a="http://schemas.openxmlformats.org/drawingml/2006/main" prst="rect">
            <a:avLst/>
          </a:prstGeom>
        </p:spPr>
      </p:pic>
      <p:sp>
        <p:nvSpPr>
          <p:cNvPr id="84" name="Scientific domain frame">
            <a:extLst xmlns:a="http://schemas.openxmlformats.org/drawingml/2006/main">
              <a:ext uri="{FF2B5EF4-FFF2-40B4-BE49-F238E27FC236}">
                <a16:creationId xmlns:a16="http://schemas.microsoft.com/office/drawing/2014/main" id="{752F1BDF-7E17-4A2B-A67A-35C9FB05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52450"/>
            <a:ext cx="17335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</a:ln>
        </p:spPr>
      </p:sp>
      <p:sp>
        <p:nvSpPr>
          <p:cNvPr id="85" name="A source-to-d projection t38">
            <a:extLst xmlns:a="http://schemas.openxmlformats.org/drawingml/2006/main">
              <a:ext uri="{FF2B5EF4-FFF2-40B4-BE49-F238E27FC236}">
                <a16:creationId xmlns:a16="http://schemas.microsoft.com/office/drawing/2014/main" id="{5F0169AB-6B56-44EF-9141-6130C7DA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038985"/>
            <a:ext cx="95" cy="376555"/>
          </a:xfrm>
          <a:custGeom xmlns:a="http://schemas.openxmlformats.org/drawingml/2006/main">
            <a:pathLst>
              <a:path w="95" h="490855">
                <a:moveTo>
                  <a:pt x="0" y="0"/>
                </a:moveTo>
                <a:lnTo>
                  <a:pt x="0" y="49085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86" name="B source-to-d projection t38">
            <a:extLst xmlns:a="http://schemas.openxmlformats.org/drawingml/2006/main">
              <a:ext uri="{FF2B5EF4-FFF2-40B4-BE49-F238E27FC236}">
                <a16:creationId xmlns:a16="http://schemas.microsoft.com/office/drawing/2014/main" id="{C6D3A95F-B8AD-4B1C-B655-AF76A540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35" y="1535113"/>
            <a:ext cx="95" cy="864235"/>
          </a:xfrm>
          <a:custGeom xmlns:a="http://schemas.openxmlformats.org/drawingml/2006/main">
            <a:pathLst>
              <a:path w="95" h="978535">
                <a:moveTo>
                  <a:pt x="0" y="0"/>
                </a:moveTo>
                <a:lnTo>
                  <a:pt x="0" y="97853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87" name="C source-to-d projection t38">
            <a:extLst xmlns:a="http://schemas.openxmlformats.org/drawingml/2006/main">
              <a:ext uri="{FF2B5EF4-FFF2-40B4-BE49-F238E27FC236}">
                <a16:creationId xmlns:a16="http://schemas.microsoft.com/office/drawing/2014/main" id="{7510607F-8D36-43D3-8497-4973D815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700" y="915670"/>
            <a:ext cx="95" cy="1467485"/>
          </a:xfrm>
          <a:custGeom xmlns:a="http://schemas.openxmlformats.org/drawingml/2006/main">
            <a:pathLst>
              <a:path w="95" h="1581785">
                <a:moveTo>
                  <a:pt x="0" y="0"/>
                </a:moveTo>
                <a:lnTo>
                  <a:pt x="0" y="158178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88" name="A source identity marker t38">
            <a:extLst xmlns:a="http://schemas.openxmlformats.org/drawingml/2006/main">
              <a:ext uri="{FF2B5EF4-FFF2-40B4-BE49-F238E27FC236}">
                <a16:creationId xmlns:a16="http://schemas.microsoft.com/office/drawing/2014/main" id="{CD15DBFA-7999-4127-AE40-56956837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090" y="1955165"/>
            <a:ext cx="83820" cy="838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51B"/>
            </a:solidFill>
          </a:ln>
        </p:spPr>
      </p:sp>
      <p:sp>
        <p:nvSpPr>
          <p:cNvPr id="89" name="A black source label t38">
            <a:extLst xmlns:a="http://schemas.openxmlformats.org/drawingml/2006/main">
              <a:ext uri="{FF2B5EF4-FFF2-40B4-BE49-F238E27FC236}">
                <a16:creationId xmlns:a16="http://schemas.microsoft.com/office/drawing/2014/main" id="{2CE3FDD6-0AAE-4725-B027-59B31CE9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250" y="17494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0" name="B source identity marker t38">
            <a:extLst xmlns:a="http://schemas.openxmlformats.org/drawingml/2006/main">
              <a:ext uri="{FF2B5EF4-FFF2-40B4-BE49-F238E27FC236}">
                <a16:creationId xmlns:a16="http://schemas.microsoft.com/office/drawing/2014/main" id="{F0887FBE-C57A-4165-BAC9-7B53E69B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532" y="1418908"/>
            <a:ext cx="116205" cy="1162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DE725"/>
            </a:solidFill>
          </a:ln>
        </p:spPr>
      </p:sp>
      <p:sp>
        <p:nvSpPr>
          <p:cNvPr id="91" name="B black source label t38">
            <a:extLst xmlns:a="http://schemas.openxmlformats.org/drawingml/2006/main">
              <a:ext uri="{FF2B5EF4-FFF2-40B4-BE49-F238E27FC236}">
                <a16:creationId xmlns:a16="http://schemas.microsoft.com/office/drawing/2014/main" id="{C62B30A0-139B-4625-9D45-15BAD3B8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885" y="1229360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2" name="C source identity marker t38">
            <a:extLst xmlns:a="http://schemas.openxmlformats.org/drawingml/2006/main">
              <a:ext uri="{FF2B5EF4-FFF2-40B4-BE49-F238E27FC236}">
                <a16:creationId xmlns:a16="http://schemas.microsoft.com/office/drawing/2014/main" id="{A5049D8E-E26A-440D-BF3C-9157E091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405" y="767080"/>
            <a:ext cx="148590" cy="1485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19"/>
            </a:solidFill>
          </a:ln>
        </p:spPr>
      </p:sp>
      <p:sp>
        <p:nvSpPr>
          <p:cNvPr id="93" name="C black source label t38">
            <a:extLst xmlns:a="http://schemas.openxmlformats.org/drawingml/2006/main">
              <a:ext uri="{FF2B5EF4-FFF2-40B4-BE49-F238E27FC236}">
                <a16:creationId xmlns:a16="http://schemas.microsoft.com/office/drawing/2014/main" id="{CD65C489-D3CD-4F4D-AC88-0F855D5F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950" y="5937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4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6D715880-C4B7-477F-8E18-3E76F241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57450"/>
            <a:ext cx="1733550" cy="95"/>
          </a:xfrm>
          <a:custGeom xmlns:a="http://schemas.openxmlformats.org/drawingml/2006/main">
            <a:pathLst>
              <a:path w="1733550" h="9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95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ED247FF6-11A0-45FD-A1DF-99538E54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428875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96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ED48C030-DD1F-4339-95F2-6FE42970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457450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97" name="A matching d-axis marker t38">
            <a:extLst xmlns:a="http://schemas.openxmlformats.org/drawingml/2006/main">
              <a:ext uri="{FF2B5EF4-FFF2-40B4-BE49-F238E27FC236}">
                <a16:creationId xmlns:a16="http://schemas.microsoft.com/office/drawing/2014/main" id="{AC57CE79-3C3C-46F9-B140-6BD7B373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090" y="2415540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51B"/>
          </a:solidFill>
          <a:ln xmlns:a="http://schemas.openxmlformats.org/drawingml/2006/main" w="19050">
            <a:solidFill>
              <a:srgbClr val="ECE51B"/>
            </a:solidFill>
          </a:ln>
        </p:spPr>
      </p:sp>
      <p:sp>
        <p:nvSpPr>
          <p:cNvPr id="98" name="A">
            <a:extLst xmlns:a="http://schemas.openxmlformats.org/drawingml/2006/main">
              <a:ext uri="{FF2B5EF4-FFF2-40B4-BE49-F238E27FC236}">
                <a16:creationId xmlns:a16="http://schemas.microsoft.com/office/drawing/2014/main" id="{9A5B959A-FD3D-4FB3-80ED-EA7FA54C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9" name="A exact d coordinate t38">
            <a:extLst xmlns:a="http://schemas.openxmlformats.org/drawingml/2006/main">
              <a:ext uri="{FF2B5EF4-FFF2-40B4-BE49-F238E27FC236}">
                <a16:creationId xmlns:a16="http://schemas.microsoft.com/office/drawing/2014/main" id="{BBB5A0AF-C4D4-4602-A722-2D14B538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4925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00" name="B matching d-axis marker t38">
            <a:extLst xmlns:a="http://schemas.openxmlformats.org/drawingml/2006/main">
              <a:ext uri="{FF2B5EF4-FFF2-40B4-BE49-F238E27FC236}">
                <a16:creationId xmlns:a16="http://schemas.microsoft.com/office/drawing/2014/main" id="{C6E09308-4099-42C8-B5E9-44BA8493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532" y="2399348"/>
            <a:ext cx="116205" cy="1162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19050">
            <a:solidFill>
              <a:srgbClr val="FDE725"/>
            </a:solidFill>
          </a:ln>
        </p:spPr>
      </p:sp>
      <p:sp>
        <p:nvSpPr>
          <p:cNvPr id="101" name="B">
            <a:extLst xmlns:a="http://schemas.openxmlformats.org/drawingml/2006/main">
              <a:ext uri="{FF2B5EF4-FFF2-40B4-BE49-F238E27FC236}">
                <a16:creationId xmlns:a16="http://schemas.microsoft.com/office/drawing/2014/main" id="{8C82149B-A52C-4993-8535-2149ED0F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285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2" name="B exact d coordinate t38">
            <a:extLst xmlns:a="http://schemas.openxmlformats.org/drawingml/2006/main">
              <a:ext uri="{FF2B5EF4-FFF2-40B4-BE49-F238E27FC236}">
                <a16:creationId xmlns:a16="http://schemas.microsoft.com/office/drawing/2014/main" id="{5EEAC270-6484-47A2-B1C0-E694DF83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560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103" name="C matching d-axis marker t38">
            <a:extLst xmlns:a="http://schemas.openxmlformats.org/drawingml/2006/main">
              <a:ext uri="{FF2B5EF4-FFF2-40B4-BE49-F238E27FC236}">
                <a16:creationId xmlns:a16="http://schemas.microsoft.com/office/drawing/2014/main" id="{D662AECF-61E1-4F59-B9EE-EB48098F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405" y="2383155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19"/>
          </a:solidFill>
          <a:ln xmlns:a="http://schemas.openxmlformats.org/drawingml/2006/main" w="19050">
            <a:solidFill>
              <a:srgbClr val="D9E219"/>
            </a:solidFill>
          </a:ln>
        </p:spPr>
      </p:sp>
      <p:sp>
        <p:nvSpPr>
          <p:cNvPr id="104" name="C">
            <a:extLst xmlns:a="http://schemas.openxmlformats.org/drawingml/2006/main">
              <a:ext uri="{FF2B5EF4-FFF2-40B4-BE49-F238E27FC236}">
                <a16:creationId xmlns:a16="http://schemas.microsoft.com/office/drawing/2014/main" id="{5BD77894-061A-4A83-8715-5B1EDA28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5" name="C exact d coordinate t38">
            <a:extLst xmlns:a="http://schemas.openxmlformats.org/drawingml/2006/main">
              <a:ext uri="{FF2B5EF4-FFF2-40B4-BE49-F238E27FC236}">
                <a16:creationId xmlns:a16="http://schemas.microsoft.com/office/drawing/2014/main" id="{DEE26A8F-2326-4E26-A812-EA9625D4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0625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06" name="t = 51">
            <a:extLst xmlns:a="http://schemas.openxmlformats.org/drawingml/2006/main">
              <a:ext uri="{FF2B5EF4-FFF2-40B4-BE49-F238E27FC236}">
                <a16:creationId xmlns:a16="http://schemas.microsoft.com/office/drawing/2014/main" id="{8B909660-5516-4534-90C8-034A0B57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857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51</a:t>
            </a:r>
          </a:p>
        </p:txBody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9049792-F83B-4D8A-AA77-FF0181C234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59059dc254568"/>
          <a:stretch xmlns:a="http://schemas.openxmlformats.org/drawingml/2006/main"/>
        </p:blipFill>
        <p:spPr>
          <a:xfrm xmlns:a="http://schemas.openxmlformats.org/drawingml/2006/main">
            <a:off x="8277225" y="552450"/>
            <a:ext cx="1733550" cy="1733550"/>
          </a:xfrm>
          <a:prstGeom xmlns:a="http://schemas.openxmlformats.org/drawingml/2006/main" prst="rect">
            <a:avLst/>
          </a:prstGeom>
        </p:spPr>
      </p:pic>
      <p:sp>
        <p:nvSpPr>
          <p:cNvPr id="108" name="Scientific domain frame">
            <a:extLst xmlns:a="http://schemas.openxmlformats.org/drawingml/2006/main">
              <a:ext uri="{FF2B5EF4-FFF2-40B4-BE49-F238E27FC236}">
                <a16:creationId xmlns:a16="http://schemas.microsoft.com/office/drawing/2014/main" id="{66FFDE51-4AE0-4FD1-9978-7B588F3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52450"/>
            <a:ext cx="17335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</a:ln>
        </p:spPr>
      </p:sp>
      <p:sp>
        <p:nvSpPr>
          <p:cNvPr id="109" name="A source-to-d projection t51">
            <a:extLst xmlns:a="http://schemas.openxmlformats.org/drawingml/2006/main">
              <a:ext uri="{FF2B5EF4-FFF2-40B4-BE49-F238E27FC236}">
                <a16:creationId xmlns:a16="http://schemas.microsoft.com/office/drawing/2014/main" id="{52B92996-42A9-4CC5-B819-284653A6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6150" y="2038985"/>
            <a:ext cx="95" cy="376555"/>
          </a:xfrm>
          <a:custGeom xmlns:a="http://schemas.openxmlformats.org/drawingml/2006/main">
            <a:pathLst>
              <a:path w="95" h="490855">
                <a:moveTo>
                  <a:pt x="0" y="0"/>
                </a:moveTo>
                <a:lnTo>
                  <a:pt x="0" y="49085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110" name="B source-to-d projection t51">
            <a:extLst xmlns:a="http://schemas.openxmlformats.org/drawingml/2006/main">
              <a:ext uri="{FF2B5EF4-FFF2-40B4-BE49-F238E27FC236}">
                <a16:creationId xmlns:a16="http://schemas.microsoft.com/office/drawing/2014/main" id="{11DBD3C3-85D6-474D-A06D-801846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578" y="1657906"/>
            <a:ext cx="95" cy="741442"/>
          </a:xfrm>
          <a:custGeom xmlns:a="http://schemas.openxmlformats.org/drawingml/2006/main">
            <a:pathLst>
              <a:path w="95" h="855742">
                <a:moveTo>
                  <a:pt x="0" y="0"/>
                </a:moveTo>
                <a:lnTo>
                  <a:pt x="0" y="855742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111" name="C source-to-d projection t51">
            <a:extLst xmlns:a="http://schemas.openxmlformats.org/drawingml/2006/main">
              <a:ext uri="{FF2B5EF4-FFF2-40B4-BE49-F238E27FC236}">
                <a16:creationId xmlns:a16="http://schemas.microsoft.com/office/drawing/2014/main" id="{61B1C5C2-0510-4CAC-86EB-7818F72E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850" y="915670"/>
            <a:ext cx="95" cy="1467485"/>
          </a:xfrm>
          <a:custGeom xmlns:a="http://schemas.openxmlformats.org/drawingml/2006/main">
            <a:pathLst>
              <a:path w="95" h="1581785">
                <a:moveTo>
                  <a:pt x="0" y="0"/>
                </a:moveTo>
                <a:lnTo>
                  <a:pt x="0" y="158178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112" name="A source identity marker t51">
            <a:extLst xmlns:a="http://schemas.openxmlformats.org/drawingml/2006/main">
              <a:ext uri="{FF2B5EF4-FFF2-40B4-BE49-F238E27FC236}">
                <a16:creationId xmlns:a16="http://schemas.microsoft.com/office/drawing/2014/main" id="{A119E0D4-07A4-42C4-A6F7-1E796B09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240" y="1955165"/>
            <a:ext cx="83820" cy="838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51B"/>
            </a:solidFill>
          </a:ln>
        </p:spPr>
      </p:sp>
      <p:sp>
        <p:nvSpPr>
          <p:cNvPr id="113" name="A black source label t51">
            <a:extLst xmlns:a="http://schemas.openxmlformats.org/drawingml/2006/main">
              <a:ext uri="{FF2B5EF4-FFF2-40B4-BE49-F238E27FC236}">
                <a16:creationId xmlns:a16="http://schemas.microsoft.com/office/drawing/2014/main" id="{057BC686-D64D-45B2-8F6C-C1F4FB50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7494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4" name="B source identity marker t51">
            <a:extLst xmlns:a="http://schemas.openxmlformats.org/drawingml/2006/main">
              <a:ext uri="{FF2B5EF4-FFF2-40B4-BE49-F238E27FC236}">
                <a16:creationId xmlns:a16="http://schemas.microsoft.com/office/drawing/2014/main" id="{CC054422-1AC2-489A-AEEC-93FB1670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476" y="1541701"/>
            <a:ext cx="116205" cy="1162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DE725"/>
            </a:solidFill>
          </a:ln>
        </p:spPr>
      </p:sp>
      <p:sp>
        <p:nvSpPr>
          <p:cNvPr id="115" name="B black source label t51">
            <a:extLst xmlns:a="http://schemas.openxmlformats.org/drawingml/2006/main">
              <a:ext uri="{FF2B5EF4-FFF2-40B4-BE49-F238E27FC236}">
                <a16:creationId xmlns:a16="http://schemas.microsoft.com/office/drawing/2014/main" id="{E66540AD-95E4-4D7C-A108-CD830DD5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828" y="1352153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6" name="C source identity marker t51">
            <a:extLst xmlns:a="http://schemas.openxmlformats.org/drawingml/2006/main">
              <a:ext uri="{FF2B5EF4-FFF2-40B4-BE49-F238E27FC236}">
                <a16:creationId xmlns:a16="http://schemas.microsoft.com/office/drawing/2014/main" id="{19A2118B-1094-4DEC-99A1-76FE711C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555" y="767080"/>
            <a:ext cx="148590" cy="1485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19"/>
            </a:solidFill>
          </a:ln>
        </p:spPr>
      </p:sp>
      <p:sp>
        <p:nvSpPr>
          <p:cNvPr id="117" name="C black source label t51">
            <a:extLst xmlns:a="http://schemas.openxmlformats.org/drawingml/2006/main">
              <a:ext uri="{FF2B5EF4-FFF2-40B4-BE49-F238E27FC236}">
                <a16:creationId xmlns:a16="http://schemas.microsoft.com/office/drawing/2014/main" id="{85A47A0E-FEA6-4315-B44D-FEA0B678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5937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8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87B29C76-D0B1-4A17-BAD3-0F36B7C8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57450"/>
            <a:ext cx="1733550" cy="95"/>
          </a:xfrm>
          <a:custGeom xmlns:a="http://schemas.openxmlformats.org/drawingml/2006/main">
            <a:pathLst>
              <a:path w="1733550" h="9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19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0635C3EF-956F-4C1B-B8E9-46D8FEF9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28875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20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80D394E6-21C0-4D83-B4E4-ACB024BF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57450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21" name="A matching d-axis marker t51">
            <a:extLst xmlns:a="http://schemas.openxmlformats.org/drawingml/2006/main">
              <a:ext uri="{FF2B5EF4-FFF2-40B4-BE49-F238E27FC236}">
                <a16:creationId xmlns:a16="http://schemas.microsoft.com/office/drawing/2014/main" id="{EDC2D23D-F3C6-4D66-907E-2029D967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240" y="2415540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51B"/>
          </a:solidFill>
          <a:ln xmlns:a="http://schemas.openxmlformats.org/drawingml/2006/main" w="19050">
            <a:solidFill>
              <a:srgbClr val="ECE51B"/>
            </a:solidFill>
          </a:ln>
        </p:spPr>
      </p:sp>
      <p:sp>
        <p:nvSpPr>
          <p:cNvPr id="122" name="A">
            <a:extLst xmlns:a="http://schemas.openxmlformats.org/drawingml/2006/main">
              <a:ext uri="{FF2B5EF4-FFF2-40B4-BE49-F238E27FC236}">
                <a16:creationId xmlns:a16="http://schemas.microsoft.com/office/drawing/2014/main" id="{05E158E6-221E-41B9-ADB4-225A9D50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3" name="A exact d coordinate t51">
            <a:extLst xmlns:a="http://schemas.openxmlformats.org/drawingml/2006/main">
              <a:ext uri="{FF2B5EF4-FFF2-40B4-BE49-F238E27FC236}">
                <a16:creationId xmlns:a16="http://schemas.microsoft.com/office/drawing/2014/main" id="{746FB3A5-4403-4816-AB73-E9389758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24" name="B matching d-axis marker t51">
            <a:extLst xmlns:a="http://schemas.openxmlformats.org/drawingml/2006/main">
              <a:ext uri="{FF2B5EF4-FFF2-40B4-BE49-F238E27FC236}">
                <a16:creationId xmlns:a16="http://schemas.microsoft.com/office/drawing/2014/main" id="{361E8A6B-F41B-43D1-B66B-190D8F3E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476" y="2399348"/>
            <a:ext cx="116205" cy="1162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19050">
            <a:solidFill>
              <a:srgbClr val="FDE725"/>
            </a:solidFill>
          </a:ln>
        </p:spPr>
      </p:sp>
      <p:sp>
        <p:nvSpPr>
          <p:cNvPr id="125" name="B">
            <a:extLst xmlns:a="http://schemas.openxmlformats.org/drawingml/2006/main">
              <a:ext uri="{FF2B5EF4-FFF2-40B4-BE49-F238E27FC236}">
                <a16:creationId xmlns:a16="http://schemas.microsoft.com/office/drawing/2014/main" id="{2FD2B57E-5A2D-4E9C-8FC1-69842BF1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228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6" name="B exact d coordinate t51">
            <a:extLst xmlns:a="http://schemas.openxmlformats.org/drawingml/2006/main">
              <a:ext uri="{FF2B5EF4-FFF2-40B4-BE49-F238E27FC236}">
                <a16:creationId xmlns:a16="http://schemas.microsoft.com/office/drawing/2014/main" id="{DDD93658-4B41-4766-9649-7972DA42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503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72.5</a:t>
            </a:r>
          </a:p>
        </p:txBody>
      </p:sp>
      <p:sp>
        <p:nvSpPr>
          <p:cNvPr id="127" name="C matching d-axis marker t51">
            <a:extLst xmlns:a="http://schemas.openxmlformats.org/drawingml/2006/main">
              <a:ext uri="{FF2B5EF4-FFF2-40B4-BE49-F238E27FC236}">
                <a16:creationId xmlns:a16="http://schemas.microsoft.com/office/drawing/2014/main" id="{EBD40BAB-F253-4A2F-94F7-A919625E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555" y="2383155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19"/>
          </a:solidFill>
          <a:ln xmlns:a="http://schemas.openxmlformats.org/drawingml/2006/main" w="19050">
            <a:solidFill>
              <a:srgbClr val="D9E219"/>
            </a:solidFill>
          </a:ln>
        </p:spPr>
      </p:sp>
      <p:sp>
        <p:nvSpPr>
          <p:cNvPr id="128" name="C">
            <a:extLst xmlns:a="http://schemas.openxmlformats.org/drawingml/2006/main">
              <a:ext uri="{FF2B5EF4-FFF2-40B4-BE49-F238E27FC236}">
                <a16:creationId xmlns:a16="http://schemas.microsoft.com/office/drawing/2014/main" id="{8544357D-F182-4497-A885-C33E63CE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50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9" name="C exact d coordinate t51">
            <a:extLst xmlns:a="http://schemas.openxmlformats.org/drawingml/2006/main">
              <a:ext uri="{FF2B5EF4-FFF2-40B4-BE49-F238E27FC236}">
                <a16:creationId xmlns:a16="http://schemas.microsoft.com/office/drawing/2014/main" id="{8C69A2B3-F35A-4BB9-A1AD-63EF2913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775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0" name="t = 63">
            <a:extLst xmlns:a="http://schemas.openxmlformats.org/drawingml/2006/main">
              <a:ext uri="{FF2B5EF4-FFF2-40B4-BE49-F238E27FC236}">
                <a16:creationId xmlns:a16="http://schemas.microsoft.com/office/drawing/2014/main" id="{716D8582-2D06-4026-88C8-74864A84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857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63</a:t>
            </a:r>
          </a:p>
        </p:txBody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E950891-C091-4672-9B93-ABAA97D97C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4a439eacf43db"/>
          <a:stretch xmlns:a="http://schemas.openxmlformats.org/drawingml/2006/main"/>
        </p:blipFill>
        <p:spPr>
          <a:xfrm xmlns:a="http://schemas.openxmlformats.org/drawingml/2006/main">
            <a:off x="10239375" y="552450"/>
            <a:ext cx="1733550" cy="1733550"/>
          </a:xfrm>
          <a:prstGeom xmlns:a="http://schemas.openxmlformats.org/drawingml/2006/main" prst="rect">
            <a:avLst/>
          </a:prstGeom>
        </p:spPr>
      </p:pic>
      <p:sp>
        <p:nvSpPr>
          <p:cNvPr id="132" name="Scientific domain frame">
            <a:extLst xmlns:a="http://schemas.openxmlformats.org/drawingml/2006/main">
              <a:ext uri="{FF2B5EF4-FFF2-40B4-BE49-F238E27FC236}">
                <a16:creationId xmlns:a16="http://schemas.microsoft.com/office/drawing/2014/main" id="{B5DF89E9-CA81-4307-829D-88033BE4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52450"/>
            <a:ext cx="17335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</a:ln>
        </p:spPr>
      </p:sp>
      <p:sp>
        <p:nvSpPr>
          <p:cNvPr id="133" name="A source-to-d projection t63">
            <a:extLst xmlns:a="http://schemas.openxmlformats.org/drawingml/2006/main">
              <a:ext uri="{FF2B5EF4-FFF2-40B4-BE49-F238E27FC236}">
                <a16:creationId xmlns:a16="http://schemas.microsoft.com/office/drawing/2014/main" id="{06DEA521-6F7C-4983-9115-0BA02275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300" y="2038985"/>
            <a:ext cx="95" cy="376555"/>
          </a:xfrm>
          <a:custGeom xmlns:a="http://schemas.openxmlformats.org/drawingml/2006/main">
            <a:pathLst>
              <a:path w="95" h="490855">
                <a:moveTo>
                  <a:pt x="0" y="0"/>
                </a:moveTo>
                <a:lnTo>
                  <a:pt x="0" y="49085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134" name="B source-to-d projection t63">
            <a:extLst xmlns:a="http://schemas.openxmlformats.org/drawingml/2006/main">
              <a:ext uri="{FF2B5EF4-FFF2-40B4-BE49-F238E27FC236}">
                <a16:creationId xmlns:a16="http://schemas.microsoft.com/office/drawing/2014/main" id="{D8918182-6EBD-4869-A589-201C3D08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5075" y="1766252"/>
            <a:ext cx="95" cy="633095"/>
          </a:xfrm>
          <a:custGeom xmlns:a="http://schemas.openxmlformats.org/drawingml/2006/main">
            <a:pathLst>
              <a:path w="95" h="747395">
                <a:moveTo>
                  <a:pt x="0" y="0"/>
                </a:moveTo>
                <a:lnTo>
                  <a:pt x="0" y="74739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135" name="C source-to-d projection t63">
            <a:extLst xmlns:a="http://schemas.openxmlformats.org/drawingml/2006/main">
              <a:ext uri="{FF2B5EF4-FFF2-40B4-BE49-F238E27FC236}">
                <a16:creationId xmlns:a16="http://schemas.microsoft.com/office/drawing/2014/main" id="{39C16AAE-F56A-4DC0-B226-BECD691E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4000" y="915670"/>
            <a:ext cx="95" cy="1467485"/>
          </a:xfrm>
          <a:custGeom xmlns:a="http://schemas.openxmlformats.org/drawingml/2006/main">
            <a:pathLst>
              <a:path w="95" h="1581785">
                <a:moveTo>
                  <a:pt x="0" y="0"/>
                </a:moveTo>
                <a:lnTo>
                  <a:pt x="0" y="1581785"/>
                </a:lnTo>
              </a:path>
            </a:pathLst>
          </a:custGeom>
          <a:noFill xmlns:a="http://schemas.openxmlformats.org/drawingml/2006/main"/>
          <a:ln xmlns:a="http://schemas.openxmlformats.org/drawingml/2006/main" w="11906">
            <a:solidFill>
              <a:srgbClr val="000000"/>
            </a:solidFill>
            <a:prstDash val="dash"/>
          </a:ln>
        </p:spPr>
      </p:sp>
      <p:sp>
        <p:nvSpPr>
          <p:cNvPr id="136" name="A source identity marker t63">
            <a:extLst xmlns:a="http://schemas.openxmlformats.org/drawingml/2006/main">
              <a:ext uri="{FF2B5EF4-FFF2-40B4-BE49-F238E27FC236}">
                <a16:creationId xmlns:a16="http://schemas.microsoft.com/office/drawing/2014/main" id="{50ECAF7A-315C-462A-8271-105EF89B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390" y="1955165"/>
            <a:ext cx="83820" cy="838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51B"/>
            </a:solidFill>
          </a:ln>
        </p:spPr>
      </p:sp>
      <p:sp>
        <p:nvSpPr>
          <p:cNvPr id="137" name="A black source label t63">
            <a:extLst xmlns:a="http://schemas.openxmlformats.org/drawingml/2006/main">
              <a:ext uri="{FF2B5EF4-FFF2-40B4-BE49-F238E27FC236}">
                <a16:creationId xmlns:a16="http://schemas.microsoft.com/office/drawing/2014/main" id="{1826FBF2-A97E-41E9-8A01-C2607141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550" y="17494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8" name="B source identity marker t63">
            <a:extLst xmlns:a="http://schemas.openxmlformats.org/drawingml/2006/main">
              <a:ext uri="{FF2B5EF4-FFF2-40B4-BE49-F238E27FC236}">
                <a16:creationId xmlns:a16="http://schemas.microsoft.com/office/drawing/2014/main" id="{DB6CD85C-6B8D-4FE4-95A1-39B5A541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6973" y="1650047"/>
            <a:ext cx="116205" cy="1162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DE725"/>
            </a:solidFill>
          </a:ln>
        </p:spPr>
      </p:sp>
      <p:sp>
        <p:nvSpPr>
          <p:cNvPr id="139" name="B black source label t63">
            <a:extLst xmlns:a="http://schemas.openxmlformats.org/drawingml/2006/main">
              <a:ext uri="{FF2B5EF4-FFF2-40B4-BE49-F238E27FC236}">
                <a16:creationId xmlns:a16="http://schemas.microsoft.com/office/drawing/2014/main" id="{C3914616-C4E0-40C6-844F-CD9B7CAA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325" y="1460500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0" name="C source identity marker t63">
            <a:extLst xmlns:a="http://schemas.openxmlformats.org/drawingml/2006/main">
              <a:ext uri="{FF2B5EF4-FFF2-40B4-BE49-F238E27FC236}">
                <a16:creationId xmlns:a16="http://schemas.microsoft.com/office/drawing/2014/main" id="{EEDD5F6E-0E2D-4283-9AB7-9C549F1A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705" y="767080"/>
            <a:ext cx="148590" cy="1485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19"/>
            </a:solidFill>
          </a:ln>
        </p:spPr>
      </p:sp>
      <p:sp>
        <p:nvSpPr>
          <p:cNvPr id="141" name="C black source label t63">
            <a:extLst xmlns:a="http://schemas.openxmlformats.org/drawingml/2006/main">
              <a:ext uri="{FF2B5EF4-FFF2-40B4-BE49-F238E27FC236}">
                <a16:creationId xmlns:a16="http://schemas.microsoft.com/office/drawing/2014/main" id="{4E200764-0E6D-4EA2-8316-A5E5D5A6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9250" y="593725"/>
            <a:ext cx="25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2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8AF15B2D-C89C-4F8E-B43F-7EAAE661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57450"/>
            <a:ext cx="1733550" cy="95"/>
          </a:xfrm>
          <a:custGeom xmlns:a="http://schemas.openxmlformats.org/drawingml/2006/main">
            <a:pathLst>
              <a:path w="1733550" h="9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43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9D16AB47-90D5-4738-9442-30BA983B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428875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44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D8FAD9A9-7969-4C32-AD85-B86DB78E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457450"/>
            <a:ext cx="57150" cy="28575"/>
          </a:xfrm>
          <a:custGeom xmlns:a="http://schemas.openxmlformats.org/drawingml/2006/main"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145" name="A matching d-axis marker t63">
            <a:extLst xmlns:a="http://schemas.openxmlformats.org/drawingml/2006/main">
              <a:ext uri="{FF2B5EF4-FFF2-40B4-BE49-F238E27FC236}">
                <a16:creationId xmlns:a16="http://schemas.microsoft.com/office/drawing/2014/main" id="{9C6BC26C-A35A-498B-9BA7-76CD1E22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390" y="2415540"/>
            <a:ext cx="83820" cy="838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51B"/>
          </a:solidFill>
          <a:ln xmlns:a="http://schemas.openxmlformats.org/drawingml/2006/main" w="19050">
            <a:solidFill>
              <a:srgbClr val="ECE51B"/>
            </a:solidFill>
          </a:ln>
        </p:spPr>
      </p:sp>
      <p:sp>
        <p:nvSpPr>
          <p:cNvPr id="146" name="A">
            <a:extLst xmlns:a="http://schemas.openxmlformats.org/drawingml/2006/main">
              <a:ext uri="{FF2B5EF4-FFF2-40B4-BE49-F238E27FC236}">
                <a16:creationId xmlns:a16="http://schemas.microsoft.com/office/drawing/2014/main" id="{3DC8639B-21F3-4239-B0D0-136FD420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95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7" name="A exact d coordinate t63">
            <a:extLst xmlns:a="http://schemas.openxmlformats.org/drawingml/2006/main">
              <a:ext uri="{FF2B5EF4-FFF2-40B4-BE49-F238E27FC236}">
                <a16:creationId xmlns:a16="http://schemas.microsoft.com/office/drawing/2014/main" id="{5D44930D-790A-4871-96C0-3796524C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8" name="B matching d-axis marker t63">
            <a:extLst xmlns:a="http://schemas.openxmlformats.org/drawingml/2006/main">
              <a:ext uri="{FF2B5EF4-FFF2-40B4-BE49-F238E27FC236}">
                <a16:creationId xmlns:a16="http://schemas.microsoft.com/office/drawing/2014/main" id="{C8511EBC-4526-4433-9E9D-A63ED18F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6973" y="2399348"/>
            <a:ext cx="116205" cy="1162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725"/>
          </a:solidFill>
          <a:ln xmlns:a="http://schemas.openxmlformats.org/drawingml/2006/main" w="19050">
            <a:solidFill>
              <a:srgbClr val="FDE725"/>
            </a:solidFill>
          </a:ln>
        </p:spPr>
      </p:sp>
      <p:sp>
        <p:nvSpPr>
          <p:cNvPr id="149" name="B">
            <a:extLst xmlns:a="http://schemas.openxmlformats.org/drawingml/2006/main">
              <a:ext uri="{FF2B5EF4-FFF2-40B4-BE49-F238E27FC236}">
                <a16:creationId xmlns:a16="http://schemas.microsoft.com/office/drawing/2014/main" id="{E24C38AB-92F7-4FFA-A752-3715C972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1725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0" name="B exact d coordinate t63">
            <a:extLst xmlns:a="http://schemas.openxmlformats.org/drawingml/2006/main">
              <a:ext uri="{FF2B5EF4-FFF2-40B4-BE49-F238E27FC236}">
                <a16:creationId xmlns:a16="http://schemas.microsoft.com/office/drawing/2014/main" id="{AF8160BC-330F-42C3-86AF-22F04FC4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0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51" name="C matching d-axis marker t63">
            <a:extLst xmlns:a="http://schemas.openxmlformats.org/drawingml/2006/main">
              <a:ext uri="{FF2B5EF4-FFF2-40B4-BE49-F238E27FC236}">
                <a16:creationId xmlns:a16="http://schemas.microsoft.com/office/drawing/2014/main" id="{52EE52C6-ADC9-4D0B-AB4E-0F8080D1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9705" y="2383155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219"/>
          </a:solidFill>
          <a:ln xmlns:a="http://schemas.openxmlformats.org/drawingml/2006/main" w="19050">
            <a:solidFill>
              <a:srgbClr val="D9E219"/>
            </a:solidFill>
          </a:ln>
        </p:spPr>
      </p:sp>
      <p:sp>
        <p:nvSpPr>
          <p:cNvPr id="152" name="C">
            <a:extLst xmlns:a="http://schemas.openxmlformats.org/drawingml/2006/main">
              <a:ext uri="{FF2B5EF4-FFF2-40B4-BE49-F238E27FC236}">
                <a16:creationId xmlns:a16="http://schemas.microsoft.com/office/drawing/2014/main" id="{0FB74845-B6A0-49D9-AD99-714B4160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065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3" name="C exact d coordinate t63">
            <a:extLst xmlns:a="http://schemas.openxmlformats.org/drawingml/2006/main">
              <a:ext uri="{FF2B5EF4-FFF2-40B4-BE49-F238E27FC236}">
                <a16:creationId xmlns:a16="http://schemas.microsoft.com/office/drawing/2014/main" id="{C20D6A31-572C-4DD1-B6E7-D393D7C8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925" y="27908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54" name="(b) TMTM">
            <a:extLst xmlns:a="http://schemas.openxmlformats.org/drawingml/2006/main">
              <a:ext uri="{FF2B5EF4-FFF2-40B4-BE49-F238E27FC236}">
                <a16:creationId xmlns:a16="http://schemas.microsoft.com/office/drawing/2014/main" id="{8D40B6FA-E156-4954-9764-11F4D278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TMTM</a:t>
            </a:r>
          </a:p>
        </p:txBody>
      </p:sp>
      <p:sp>
        <p:nvSpPr>
          <p:cNvPr id="155" name="Native map coordinate">
            <a:extLst xmlns:a="http://schemas.openxmlformats.org/drawingml/2006/main">
              <a:ext uri="{FF2B5EF4-FFF2-40B4-BE49-F238E27FC236}">
                <a16:creationId xmlns:a16="http://schemas.microsoft.com/office/drawing/2014/main" id="{1D02C4F9-5E31-4ED2-A4C6-CB2106B2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Native map coordinate</a:t>
            </a:r>
          </a:p>
        </p:txBody>
      </p:sp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64D5EFA-3CCA-47B3-8FD8-EF26BB1F42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1c2de608f4d09"/>
          <a:stretch xmlns:a="http://schemas.openxmlformats.org/drawingml/2006/main"/>
        </p:blipFill>
        <p:spPr>
          <a:xfrm xmlns:a="http://schemas.openxmlformats.org/drawingml/2006/main">
            <a:off x="609600" y="3552825"/>
            <a:ext cx="3143250" cy="1809750"/>
          </a:xfrm>
          <a:prstGeom xmlns:a="http://schemas.openxmlformats.org/drawingml/2006/main" prst="rect">
            <a:avLst/>
          </a:prstGeom>
        </p:spPr>
      </p:pic>
      <p:sp>
        <p:nvSpPr>
          <p:cNvPr id="157" name="Snapshot time guide 12">
            <a:extLst xmlns:a="http://schemas.openxmlformats.org/drawingml/2006/main">
              <a:ext uri="{FF2B5EF4-FFF2-40B4-BE49-F238E27FC236}">
                <a16:creationId xmlns:a16="http://schemas.microsoft.com/office/drawing/2014/main" id="{2627A5DD-DBB9-45B9-AF50-FCDE7E6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314" y="3552825"/>
            <a:ext cx="95" cy="1809750"/>
          </a:xfrm>
          <a:custGeom xmlns:a="http://schemas.openxmlformats.org/drawingml/2006/main">
            <a:pathLst>
              <a:path w="9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1ADB2"/>
            </a:solidFill>
            <a:prstDash val="dash"/>
          </a:ln>
        </p:spPr>
      </p:sp>
      <p:sp>
        <p:nvSpPr>
          <p:cNvPr id="158" name="Snapshot time guide 25">
            <a:extLst xmlns:a="http://schemas.openxmlformats.org/drawingml/2006/main">
              <a:ext uri="{FF2B5EF4-FFF2-40B4-BE49-F238E27FC236}">
                <a16:creationId xmlns:a16="http://schemas.microsoft.com/office/drawing/2014/main" id="{F062DAA2-79D9-4203-A032-E65812AA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921" y="3552825"/>
            <a:ext cx="95" cy="1809750"/>
          </a:xfrm>
          <a:custGeom xmlns:a="http://schemas.openxmlformats.org/drawingml/2006/main">
            <a:pathLst>
              <a:path w="9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1ADB2"/>
            </a:solidFill>
            <a:prstDash val="dash"/>
          </a:ln>
        </p:spPr>
      </p:sp>
      <p:sp>
        <p:nvSpPr>
          <p:cNvPr id="159" name="Snapshot time guide 38">
            <a:extLst xmlns:a="http://schemas.openxmlformats.org/drawingml/2006/main">
              <a:ext uri="{FF2B5EF4-FFF2-40B4-BE49-F238E27FC236}">
                <a16:creationId xmlns:a16="http://schemas.microsoft.com/office/drawing/2014/main" id="{E74B37E6-2E5C-49BD-BD1D-457B1C05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529" y="3552825"/>
            <a:ext cx="95" cy="1809750"/>
          </a:xfrm>
          <a:custGeom xmlns:a="http://schemas.openxmlformats.org/drawingml/2006/main">
            <a:pathLst>
              <a:path w="9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1ADB2"/>
            </a:solidFill>
            <a:prstDash val="dash"/>
          </a:ln>
        </p:spPr>
      </p:sp>
      <p:sp>
        <p:nvSpPr>
          <p:cNvPr id="160" name="Snapshot time guide 51">
            <a:extLst xmlns:a="http://schemas.openxmlformats.org/drawingml/2006/main">
              <a:ext uri="{FF2B5EF4-FFF2-40B4-BE49-F238E27FC236}">
                <a16:creationId xmlns:a16="http://schemas.microsoft.com/office/drawing/2014/main" id="{624E03CB-6ED6-44C0-A13C-DA40FFB9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136" y="3552825"/>
            <a:ext cx="95" cy="1809750"/>
          </a:xfrm>
          <a:custGeom xmlns:a="http://schemas.openxmlformats.org/drawingml/2006/main">
            <a:pathLst>
              <a:path w="9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1ADB2"/>
            </a:solidFill>
            <a:prstDash val="dash"/>
          </a:ln>
        </p:spPr>
      </p:sp>
      <p:sp>
        <p:nvSpPr>
          <p:cNvPr id="161" name="TMTM A black label">
            <a:extLst xmlns:a="http://schemas.openxmlformats.org/drawingml/2006/main">
              <a:ext uri="{FF2B5EF4-FFF2-40B4-BE49-F238E27FC236}">
                <a16:creationId xmlns:a16="http://schemas.microsoft.com/office/drawing/2014/main" id="{ECC0FA07-E4A6-4A37-B373-07F656E0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70866"/>
            <a:ext cx="257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2" name="TMTM B black label">
            <a:extLst xmlns:a="http://schemas.openxmlformats.org/drawingml/2006/main">
              <a:ext uri="{FF2B5EF4-FFF2-40B4-BE49-F238E27FC236}">
                <a16:creationId xmlns:a16="http://schemas.microsoft.com/office/drawing/2014/main" id="{7A699F9A-56B4-47EE-BEDD-FD87315E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33875"/>
            <a:ext cx="257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3" name="TMTM C black label">
            <a:extLst xmlns:a="http://schemas.openxmlformats.org/drawingml/2006/main">
              <a:ext uri="{FF2B5EF4-FFF2-40B4-BE49-F238E27FC236}">
                <a16:creationId xmlns:a16="http://schemas.microsoft.com/office/drawing/2014/main" id="{5837A64F-052C-4217-87F5-5ADACD7F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96385"/>
            <a:ext cx="257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4" name="Scientific domain frame">
            <a:extLst xmlns:a="http://schemas.openxmlformats.org/drawingml/2006/main">
              <a:ext uri="{FF2B5EF4-FFF2-40B4-BE49-F238E27FC236}">
                <a16:creationId xmlns:a16="http://schemas.microsoft.com/office/drawing/2014/main" id="{0EDD59D2-E28C-49A3-81BC-1C784714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</a:ln>
        </p:spPr>
      </p:sp>
      <p:sp>
        <p:nvSpPr>
          <p:cNvPr id="165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AD575D0F-A1EC-42D5-B539-5E0D9D55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6" name="0">
            <a:extLst xmlns:a="http://schemas.openxmlformats.org/drawingml/2006/main">
              <a:ext uri="{FF2B5EF4-FFF2-40B4-BE49-F238E27FC236}">
                <a16:creationId xmlns:a16="http://schemas.microsoft.com/office/drawing/2014/main" id="{B8CE509A-B06C-4F2B-A4B7-40777515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7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9A5D6FC7-EFB7-4D11-8DDA-EC6DC610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314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8" name="12">
            <a:extLst xmlns:a="http://schemas.openxmlformats.org/drawingml/2006/main">
              <a:ext uri="{FF2B5EF4-FFF2-40B4-BE49-F238E27FC236}">
                <a16:creationId xmlns:a16="http://schemas.microsoft.com/office/drawing/2014/main" id="{B61C3B97-B6EC-4874-AE7D-0EAC6548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64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69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E0E4F551-BDA1-4FD9-A2B7-A694A8F1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921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0" name="25">
            <a:extLst xmlns:a="http://schemas.openxmlformats.org/drawingml/2006/main">
              <a:ext uri="{FF2B5EF4-FFF2-40B4-BE49-F238E27FC236}">
                <a16:creationId xmlns:a16="http://schemas.microsoft.com/office/drawing/2014/main" id="{F1EB9225-4CFF-4365-82FF-C9897BF7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371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71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E79421EF-23D8-4245-B451-B75D6918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529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2" name="38">
            <a:extLst xmlns:a="http://schemas.openxmlformats.org/drawingml/2006/main">
              <a:ext uri="{FF2B5EF4-FFF2-40B4-BE49-F238E27FC236}">
                <a16:creationId xmlns:a16="http://schemas.microsoft.com/office/drawing/2014/main" id="{09530DA3-1141-4DD4-9AC6-82D9440A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979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73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1F7D8B5C-CB64-4FFC-AD13-7FC40CDD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136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4" name="51">
            <a:extLst xmlns:a="http://schemas.openxmlformats.org/drawingml/2006/main">
              <a:ext uri="{FF2B5EF4-FFF2-40B4-BE49-F238E27FC236}">
                <a16:creationId xmlns:a16="http://schemas.microsoft.com/office/drawing/2014/main" id="{4ED16D77-F9BE-40B8-BC3F-79C4DF4B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586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175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02D11198-DA13-415B-8018-BC432720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6" name="63">
            <a:extLst xmlns:a="http://schemas.openxmlformats.org/drawingml/2006/main">
              <a:ext uri="{FF2B5EF4-FFF2-40B4-BE49-F238E27FC236}">
                <a16:creationId xmlns:a16="http://schemas.microsoft.com/office/drawing/2014/main" id="{0F50EB1B-7A10-4E67-BDF0-D2FF4B6B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177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EF789E3C-E89F-460F-B499-D36CD197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36257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8" name="0.0">
            <a:extLst xmlns:a="http://schemas.openxmlformats.org/drawingml/2006/main">
              <a:ext uri="{FF2B5EF4-FFF2-40B4-BE49-F238E27FC236}">
                <a16:creationId xmlns:a16="http://schemas.microsoft.com/office/drawing/2014/main" id="{74C1C14F-8F0E-40FE-8221-01C96B23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5248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79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08E77748-F902-482D-A986-4D88441A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57700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0" name="0.5">
            <a:extLst xmlns:a="http://schemas.openxmlformats.org/drawingml/2006/main">
              <a:ext uri="{FF2B5EF4-FFF2-40B4-BE49-F238E27FC236}">
                <a16:creationId xmlns:a16="http://schemas.microsoft.com/office/drawing/2014/main" id="{183A4A60-5AE1-4E30-A9C4-43B86583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4343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81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EF1C9E99-0FAC-4F7F-B9B1-0EDDCE6A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55282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2" name="1.0">
            <a:extLst xmlns:a="http://schemas.openxmlformats.org/drawingml/2006/main">
              <a:ext uri="{FF2B5EF4-FFF2-40B4-BE49-F238E27FC236}">
                <a16:creationId xmlns:a16="http://schemas.microsoft.com/office/drawing/2014/main" id="{EE49A7EA-D0C2-4062-A0F6-C5E73D07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3438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183" name="Time">
            <a:extLst xmlns:a="http://schemas.openxmlformats.org/drawingml/2006/main">
              <a:ext uri="{FF2B5EF4-FFF2-40B4-BE49-F238E27FC236}">
                <a16:creationId xmlns:a16="http://schemas.microsoft.com/office/drawing/2014/main" id="{BD52CD49-D797-4FAF-8A3B-313E0922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84" name="(c) ST-MTM">
            <a:extLst xmlns:a="http://schemas.openxmlformats.org/drawingml/2006/main">
              <a:ext uri="{FF2B5EF4-FFF2-40B4-BE49-F238E27FC236}">
                <a16:creationId xmlns:a16="http://schemas.microsoft.com/office/drawing/2014/main" id="{8C4550DD-5CA0-4029-8E84-853E0BE4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6705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ST-MTM</a:t>
            </a:r>
          </a:p>
        </p:txBody>
      </p:sp>
      <p:sp>
        <p:nvSpPr>
          <p:cNvPr id="185" name="Native map coordinate">
            <a:extLst xmlns:a="http://schemas.openxmlformats.org/drawingml/2006/main">
              <a:ext uri="{FF2B5EF4-FFF2-40B4-BE49-F238E27FC236}">
                <a16:creationId xmlns:a16="http://schemas.microsoft.com/office/drawing/2014/main" id="{3AB2284A-2BCE-46BD-A6B8-3D2FCEF3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2422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Native map coordinate</a:t>
            </a:r>
          </a:p>
        </p:txBody>
      </p:sp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BB98AEC-E73D-4393-91D7-B4999AA363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f2762797f40fe"/>
          <a:stretch xmlns:a="http://schemas.openxmlformats.org/drawingml/2006/main"/>
        </p:blipFill>
        <p:spPr>
          <a:xfrm xmlns:a="http://schemas.openxmlformats.org/drawingml/2006/main">
            <a:off x="4695825" y="3552825"/>
            <a:ext cx="3143250" cy="1809750"/>
          </a:xfrm>
          <a:prstGeom xmlns:a="http://schemas.openxmlformats.org/drawingml/2006/main" prst="rect">
            <a:avLst/>
          </a:prstGeom>
        </p:spPr>
      </p:pic>
      <p:sp>
        <p:nvSpPr>
          <p:cNvPr id="187" name="Snapshot time guide 12">
            <a:extLst xmlns:a="http://schemas.openxmlformats.org/drawingml/2006/main">
              <a:ext uri="{FF2B5EF4-FFF2-40B4-BE49-F238E27FC236}">
                <a16:creationId xmlns:a16="http://schemas.microsoft.com/office/drawing/2014/main" id="{78A146D8-14CA-4B02-ACE9-C250C8C5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539" y="3552825"/>
            <a:ext cx="95" cy="1809750"/>
          </a:xfrm>
          <a:custGeom xmlns:a="http://schemas.openxmlformats.org/drawingml/2006/main">
            <a:pathLst>
              <a:path w="9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1ADB2"/>
            </a:solidFill>
            <a:prstDash val="dash"/>
          </a:ln>
        </p:spPr>
      </p:sp>
      <p:sp>
        <p:nvSpPr>
          <p:cNvPr id="188" name="Snapshot time guide 25">
            <a:extLst xmlns:a="http://schemas.openxmlformats.org/drawingml/2006/main">
              <a:ext uri="{FF2B5EF4-FFF2-40B4-BE49-F238E27FC236}">
                <a16:creationId xmlns:a16="http://schemas.microsoft.com/office/drawing/2014/main" id="{49FB7E6B-B5A0-4FA2-8018-93DB647F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146" y="3552825"/>
            <a:ext cx="95" cy="1809750"/>
          </a:xfrm>
          <a:custGeom xmlns:a="http://schemas.openxmlformats.org/drawingml/2006/main">
            <a:pathLst>
              <a:path w="9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1ADB2"/>
            </a:solidFill>
            <a:prstDash val="dash"/>
          </a:ln>
        </p:spPr>
      </p:sp>
      <p:sp>
        <p:nvSpPr>
          <p:cNvPr id="189" name="Snapshot time guide 38">
            <a:extLst xmlns:a="http://schemas.openxmlformats.org/drawingml/2006/main">
              <a:ext uri="{FF2B5EF4-FFF2-40B4-BE49-F238E27FC236}">
                <a16:creationId xmlns:a16="http://schemas.microsoft.com/office/drawing/2014/main" id="{C2ADC6E1-E5FC-4A44-915F-328608DE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754" y="3552825"/>
            <a:ext cx="95" cy="1809750"/>
          </a:xfrm>
          <a:custGeom xmlns:a="http://schemas.openxmlformats.org/drawingml/2006/main">
            <a:pathLst>
              <a:path w="9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1ADB2"/>
            </a:solidFill>
            <a:prstDash val="dash"/>
          </a:ln>
        </p:spPr>
      </p:sp>
      <p:sp>
        <p:nvSpPr>
          <p:cNvPr id="190" name="Snapshot time guide 51">
            <a:extLst xmlns:a="http://schemas.openxmlformats.org/drawingml/2006/main">
              <a:ext uri="{FF2B5EF4-FFF2-40B4-BE49-F238E27FC236}">
                <a16:creationId xmlns:a16="http://schemas.microsoft.com/office/drawing/2014/main" id="{74E9B14E-C044-46B1-AEB2-7EC7C117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361" y="3552825"/>
            <a:ext cx="95" cy="1809750"/>
          </a:xfrm>
          <a:custGeom xmlns:a="http://schemas.openxmlformats.org/drawingml/2006/main">
            <a:pathLst>
              <a:path w="9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1ADB2"/>
            </a:solidFill>
            <a:prstDash val="dash"/>
          </a:ln>
        </p:spPr>
      </p:sp>
      <p:sp>
        <p:nvSpPr>
          <p:cNvPr id="191" name="ST-MTM A black label">
            <a:extLst xmlns:a="http://schemas.openxmlformats.org/drawingml/2006/main">
              <a:ext uri="{FF2B5EF4-FFF2-40B4-BE49-F238E27FC236}">
                <a16:creationId xmlns:a16="http://schemas.microsoft.com/office/drawing/2014/main" id="{42CAA9F5-CEF1-4255-80F6-B000103D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814486"/>
            <a:ext cx="257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2" name="ST-MTM B black label">
            <a:extLst xmlns:a="http://schemas.openxmlformats.org/drawingml/2006/main">
              <a:ext uri="{FF2B5EF4-FFF2-40B4-BE49-F238E27FC236}">
                <a16:creationId xmlns:a16="http://schemas.microsoft.com/office/drawing/2014/main" id="{2ECAE6C3-5C87-4AAD-8BB5-4A899CC0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334096"/>
            <a:ext cx="257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3" name="ST-MTM C black label">
            <a:extLst xmlns:a="http://schemas.openxmlformats.org/drawingml/2006/main">
              <a:ext uri="{FF2B5EF4-FFF2-40B4-BE49-F238E27FC236}">
                <a16:creationId xmlns:a16="http://schemas.microsoft.com/office/drawing/2014/main" id="{F2E7D2AB-6EE1-4A40-98C3-3EB6CEBD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853264"/>
            <a:ext cx="257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4" name="Scientific domain frame">
            <a:extLst xmlns:a="http://schemas.openxmlformats.org/drawingml/2006/main">
              <a:ext uri="{FF2B5EF4-FFF2-40B4-BE49-F238E27FC236}">
                <a16:creationId xmlns:a16="http://schemas.microsoft.com/office/drawing/2014/main" id="{68070EFC-5A46-4C15-8F02-0010E211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5282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</a:ln>
        </p:spPr>
      </p:sp>
      <p:sp>
        <p:nvSpPr>
          <p:cNvPr id="195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039E5F5B-E276-4429-AB53-A7CB9649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6" name="0">
            <a:extLst xmlns:a="http://schemas.openxmlformats.org/drawingml/2006/main">
              <a:ext uri="{FF2B5EF4-FFF2-40B4-BE49-F238E27FC236}">
                <a16:creationId xmlns:a16="http://schemas.microsoft.com/office/drawing/2014/main" id="{5A9116ED-4450-4BA4-9298-434E1782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7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48D0A0EE-039A-40D3-B250-1F93248F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539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8" name="12">
            <a:extLst xmlns:a="http://schemas.openxmlformats.org/drawingml/2006/main">
              <a:ext uri="{FF2B5EF4-FFF2-40B4-BE49-F238E27FC236}">
                <a16:creationId xmlns:a16="http://schemas.microsoft.com/office/drawing/2014/main" id="{FF457A76-B1FA-4975-849B-162F1C2F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989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99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44905527-18FC-4FB5-9126-F5F0E03E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146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0" name="25">
            <a:extLst xmlns:a="http://schemas.openxmlformats.org/drawingml/2006/main">
              <a:ext uri="{FF2B5EF4-FFF2-40B4-BE49-F238E27FC236}">
                <a16:creationId xmlns:a16="http://schemas.microsoft.com/office/drawing/2014/main" id="{CC5D6FFA-568E-4E96-8532-C171D095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596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01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BF078587-5D81-459F-ACA7-347456CF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754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2" name="38">
            <a:extLst xmlns:a="http://schemas.openxmlformats.org/drawingml/2006/main">
              <a:ext uri="{FF2B5EF4-FFF2-40B4-BE49-F238E27FC236}">
                <a16:creationId xmlns:a16="http://schemas.microsoft.com/office/drawing/2014/main" id="{3A25F213-3FA5-436B-94B2-6462B96C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204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203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CDF41C0B-0FEC-46BD-A984-A7431010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0361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4" name="51">
            <a:extLst xmlns:a="http://schemas.openxmlformats.org/drawingml/2006/main">
              <a:ext uri="{FF2B5EF4-FFF2-40B4-BE49-F238E27FC236}">
                <a16:creationId xmlns:a16="http://schemas.microsoft.com/office/drawing/2014/main" id="{7B3C2B9B-EDE1-484F-A354-FBCD8EEA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0811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205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D4130770-0111-4394-99CC-E3EC42E8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6" name="63">
            <a:extLst xmlns:a="http://schemas.openxmlformats.org/drawingml/2006/main">
              <a:ext uri="{FF2B5EF4-FFF2-40B4-BE49-F238E27FC236}">
                <a16:creationId xmlns:a16="http://schemas.microsoft.com/office/drawing/2014/main" id="{4F003B66-8E44-4688-B2D5-FBADBCF4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207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6A67CEB4-22BC-41EF-A35C-171BBA79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6257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8" name="0.0">
            <a:extLst xmlns:a="http://schemas.openxmlformats.org/drawingml/2006/main">
              <a:ext uri="{FF2B5EF4-FFF2-40B4-BE49-F238E27FC236}">
                <a16:creationId xmlns:a16="http://schemas.microsoft.com/office/drawing/2014/main" id="{F60D66B2-D809-4689-A15E-903255DF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248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09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473A8B5B-0881-43E6-AE14-2B8A9167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57700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0" name="0.5">
            <a:extLst xmlns:a="http://schemas.openxmlformats.org/drawingml/2006/main">
              <a:ext uri="{FF2B5EF4-FFF2-40B4-BE49-F238E27FC236}">
                <a16:creationId xmlns:a16="http://schemas.microsoft.com/office/drawing/2014/main" id="{DADF3633-3879-4722-B107-21B88833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343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11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AA13E681-BB68-43D4-B926-989A84EF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5282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2" name="1.0">
            <a:extLst xmlns:a="http://schemas.openxmlformats.org/drawingml/2006/main">
              <a:ext uri="{FF2B5EF4-FFF2-40B4-BE49-F238E27FC236}">
                <a16:creationId xmlns:a16="http://schemas.microsoft.com/office/drawing/2014/main" id="{BBC53668-96E3-4416-83BF-DF1EC800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438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213" name="Time">
            <a:extLst xmlns:a="http://schemas.openxmlformats.org/drawingml/2006/main">
              <a:ext uri="{FF2B5EF4-FFF2-40B4-BE49-F238E27FC236}">
                <a16:creationId xmlns:a16="http://schemas.microsoft.com/office/drawing/2014/main" id="{C8A610E6-7042-4639-92E7-C8D213C7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673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214" name="(d) RG-MTM-R">
            <a:extLst xmlns:a="http://schemas.openxmlformats.org/drawingml/2006/main">
              <a:ext uri="{FF2B5EF4-FFF2-40B4-BE49-F238E27FC236}">
                <a16:creationId xmlns:a16="http://schemas.microsoft.com/office/drawing/2014/main" id="{60D8A493-C588-4861-8712-C7AF9AA7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6705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RG-MTM-R</a:t>
            </a:r>
          </a:p>
        </p:txBody>
      </p:sp>
      <p:sp>
        <p:nvSpPr>
          <p:cNvPr id="215" name="Source x">
            <a:extLst xmlns:a="http://schemas.openxmlformats.org/drawingml/2006/main">
              <a:ext uri="{FF2B5EF4-FFF2-40B4-BE49-F238E27FC236}">
                <a16:creationId xmlns:a16="http://schemas.microsoft.com/office/drawing/2014/main" id="{2FA3B432-8946-4492-9AAB-C0B49F6C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2422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x</a:t>
            </a:r>
          </a:p>
        </p:txBody>
      </p:sp>
      <p:pic>
        <p:nvPic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8C4D08A5-160E-4598-A6DF-1444AEF37E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bfaa126e04a30"/>
          <a:stretch xmlns:a="http://schemas.openxmlformats.org/drawingml/2006/main"/>
        </p:blipFill>
        <p:spPr>
          <a:xfrm xmlns:a="http://schemas.openxmlformats.org/drawingml/2006/main">
            <a:off x="8782050" y="3552825"/>
            <a:ext cx="3143250" cy="1809750"/>
          </a:xfrm>
          <a:prstGeom xmlns:a="http://schemas.openxmlformats.org/drawingml/2006/main" prst="rect">
            <a:avLst/>
          </a:prstGeom>
        </p:spPr>
      </p:pic>
      <p:sp>
        <p:nvSpPr>
          <p:cNvPr id="217" name="Snapshot time guide 12">
            <a:extLst xmlns:a="http://schemas.openxmlformats.org/drawingml/2006/main">
              <a:ext uri="{FF2B5EF4-FFF2-40B4-BE49-F238E27FC236}">
                <a16:creationId xmlns:a16="http://schemas.microsoft.com/office/drawing/2014/main" id="{7DE8B550-BEE5-4050-9529-6F831142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764" y="3552825"/>
            <a:ext cx="95" cy="1809750"/>
          </a:xfrm>
          <a:custGeom xmlns:a="http://schemas.openxmlformats.org/drawingml/2006/main">
            <a:pathLst>
              <a:path w="9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1ADB2"/>
            </a:solidFill>
            <a:prstDash val="dash"/>
          </a:ln>
        </p:spPr>
      </p:sp>
      <p:sp>
        <p:nvSpPr>
          <p:cNvPr id="218" name="Snapshot time guide 25">
            <a:extLst xmlns:a="http://schemas.openxmlformats.org/drawingml/2006/main">
              <a:ext uri="{FF2B5EF4-FFF2-40B4-BE49-F238E27FC236}">
                <a16:creationId xmlns:a16="http://schemas.microsoft.com/office/drawing/2014/main" id="{E300E3F7-7F08-4709-AA8A-1749062C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371" y="3552825"/>
            <a:ext cx="95" cy="1809750"/>
          </a:xfrm>
          <a:custGeom xmlns:a="http://schemas.openxmlformats.org/drawingml/2006/main">
            <a:pathLst>
              <a:path w="9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1ADB2"/>
            </a:solidFill>
            <a:prstDash val="dash"/>
          </a:ln>
        </p:spPr>
      </p:sp>
      <p:sp>
        <p:nvSpPr>
          <p:cNvPr id="219" name="Snapshot time guide 38">
            <a:extLst xmlns:a="http://schemas.openxmlformats.org/drawingml/2006/main">
              <a:ext uri="{FF2B5EF4-FFF2-40B4-BE49-F238E27FC236}">
                <a16:creationId xmlns:a16="http://schemas.microsoft.com/office/drawing/2014/main" id="{CE2A910B-F098-492B-9DC3-79B2FE52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979" y="3552825"/>
            <a:ext cx="95" cy="1809750"/>
          </a:xfrm>
          <a:custGeom xmlns:a="http://schemas.openxmlformats.org/drawingml/2006/main">
            <a:pathLst>
              <a:path w="9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1ADB2"/>
            </a:solidFill>
            <a:prstDash val="dash"/>
          </a:ln>
        </p:spPr>
      </p:sp>
      <p:sp>
        <p:nvSpPr>
          <p:cNvPr id="220" name="Snapshot time guide 51">
            <a:extLst xmlns:a="http://schemas.openxmlformats.org/drawingml/2006/main">
              <a:ext uri="{FF2B5EF4-FFF2-40B4-BE49-F238E27FC236}">
                <a16:creationId xmlns:a16="http://schemas.microsoft.com/office/drawing/2014/main" id="{42CBEA66-E729-465C-8A69-70AAD759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586" y="3552825"/>
            <a:ext cx="95" cy="1809750"/>
          </a:xfrm>
          <a:custGeom xmlns:a="http://schemas.openxmlformats.org/drawingml/2006/main">
            <a:pathLst>
              <a:path w="9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1ADB2"/>
            </a:solidFill>
            <a:prstDash val="dash"/>
          </a:ln>
        </p:spPr>
      </p:sp>
      <p:sp>
        <p:nvSpPr>
          <p:cNvPr id="221" name="A fixed source-x reference">
            <a:extLst xmlns:a="http://schemas.openxmlformats.org/drawingml/2006/main">
              <a:ext uri="{FF2B5EF4-FFF2-40B4-BE49-F238E27FC236}">
                <a16:creationId xmlns:a16="http://schemas.microsoft.com/office/drawing/2014/main" id="{AF1A9A92-607B-4CB4-A925-7B39730E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60950"/>
            <a:ext cx="3143250" cy="95"/>
          </a:xfrm>
          <a:custGeom xmlns:a="http://schemas.openxmlformats.org/drawingml/2006/main">
            <a:pathLst>
              <a:path w="3143250" h="9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5E5E7"/>
            </a:solidFill>
            <a:prstDash val="dash"/>
          </a:ln>
        </p:spPr>
      </p:sp>
      <p:sp>
        <p:nvSpPr>
          <p:cNvPr id="222" name="C fixed source-x reference">
            <a:extLst xmlns:a="http://schemas.openxmlformats.org/drawingml/2006/main">
              <a:ext uri="{FF2B5EF4-FFF2-40B4-BE49-F238E27FC236}">
                <a16:creationId xmlns:a16="http://schemas.microsoft.com/office/drawing/2014/main" id="{6A685DB6-3212-41E1-B7FA-1F0AF9DA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54450"/>
            <a:ext cx="3143250" cy="95"/>
          </a:xfrm>
          <a:custGeom xmlns:a="http://schemas.openxmlformats.org/drawingml/2006/main">
            <a:pathLst>
              <a:path w="3143250" h="9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5E5E7"/>
            </a:solidFill>
            <a:prstDash val="dash"/>
          </a:ln>
        </p:spPr>
      </p:sp>
      <p:sp>
        <p:nvSpPr>
          <p:cNvPr id="223" name="RG-MTM-R A black label">
            <a:extLst xmlns:a="http://schemas.openxmlformats.org/drawingml/2006/main">
              <a:ext uri="{FF2B5EF4-FFF2-40B4-BE49-F238E27FC236}">
                <a16:creationId xmlns:a16="http://schemas.microsoft.com/office/drawing/2014/main" id="{22B4FA1A-26DE-4D27-8B3B-72F14B61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52372"/>
            <a:ext cx="257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4" name="RG-MTM-R B black label">
            <a:extLst xmlns:a="http://schemas.openxmlformats.org/drawingml/2006/main">
              <a:ext uri="{FF2B5EF4-FFF2-40B4-BE49-F238E27FC236}">
                <a16:creationId xmlns:a16="http://schemas.microsoft.com/office/drawing/2014/main" id="{F5712D55-CA6B-4256-8A5E-04076654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047276"/>
            <a:ext cx="257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25" name="RG-MTM-R C black label">
            <a:extLst xmlns:a="http://schemas.openxmlformats.org/drawingml/2006/main">
              <a:ext uri="{FF2B5EF4-FFF2-40B4-BE49-F238E27FC236}">
                <a16:creationId xmlns:a16="http://schemas.microsoft.com/office/drawing/2014/main" id="{56DC61F4-BE6C-4682-AD76-6EFB791E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15378"/>
            <a:ext cx="257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26" name="Scientific domain frame">
            <a:extLst xmlns:a="http://schemas.openxmlformats.org/drawingml/2006/main">
              <a:ext uri="{FF2B5EF4-FFF2-40B4-BE49-F238E27FC236}">
                <a16:creationId xmlns:a16="http://schemas.microsoft.com/office/drawing/2014/main" id="{DBDB5F33-4500-40C8-A86C-FE3E7857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5282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</a:ln>
        </p:spPr>
      </p:sp>
      <p:sp>
        <p:nvSpPr>
          <p:cNvPr id="227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B253335D-28A1-4E48-863B-B70812F3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8" name="0">
            <a:extLst xmlns:a="http://schemas.openxmlformats.org/drawingml/2006/main">
              <a:ext uri="{FF2B5EF4-FFF2-40B4-BE49-F238E27FC236}">
                <a16:creationId xmlns:a16="http://schemas.microsoft.com/office/drawing/2014/main" id="{B75FE6CD-127D-4FF6-89FB-9920BA24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9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617601DE-DC65-4498-A97A-19AD8ED0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764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0" name="12">
            <a:extLst xmlns:a="http://schemas.openxmlformats.org/drawingml/2006/main">
              <a:ext uri="{FF2B5EF4-FFF2-40B4-BE49-F238E27FC236}">
                <a16:creationId xmlns:a16="http://schemas.microsoft.com/office/drawing/2014/main" id="{FCDC8B3B-BEE5-428F-BBEC-5A2E6755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214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31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02AC8854-0B30-490A-AD9A-FF336CBA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371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2" name="25">
            <a:extLst xmlns:a="http://schemas.openxmlformats.org/drawingml/2006/main">
              <a:ext uri="{FF2B5EF4-FFF2-40B4-BE49-F238E27FC236}">
                <a16:creationId xmlns:a16="http://schemas.microsoft.com/office/drawing/2014/main" id="{07E645B6-054E-4421-8C2B-3DB84594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821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33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2582A8B6-F5F2-43F3-9F6B-CEC1EB9A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979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4" name="38">
            <a:extLst xmlns:a="http://schemas.openxmlformats.org/drawingml/2006/main">
              <a:ext uri="{FF2B5EF4-FFF2-40B4-BE49-F238E27FC236}">
                <a16:creationId xmlns:a16="http://schemas.microsoft.com/office/drawing/2014/main" id="{8E424F05-ED7A-4608-80FD-E43BD305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235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57B6EC74-DC52-46A8-8CA1-B3206C3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586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6" name="51">
            <a:extLst xmlns:a="http://schemas.openxmlformats.org/drawingml/2006/main">
              <a:ext uri="{FF2B5EF4-FFF2-40B4-BE49-F238E27FC236}">
                <a16:creationId xmlns:a16="http://schemas.microsoft.com/office/drawing/2014/main" id="{7D09DA47-F9C2-4434-8391-4C6FB1C1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036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237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E2F7DC48-8D9A-4337-ADC5-861334D6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362575"/>
            <a:ext cx="95" cy="47625"/>
          </a:xfrm>
          <a:custGeom xmlns:a="http://schemas.openxmlformats.org/drawingml/2006/main"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8" name="63">
            <a:extLst xmlns:a="http://schemas.openxmlformats.org/drawingml/2006/main">
              <a:ext uri="{FF2B5EF4-FFF2-40B4-BE49-F238E27FC236}">
                <a16:creationId xmlns:a16="http://schemas.microsoft.com/office/drawing/2014/main" id="{0B8189E1-9B57-4C16-B528-0D117ACA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419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239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F8CBF0F4-E59F-4C5F-AC54-30988121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36257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0" name="0">
            <a:extLst xmlns:a="http://schemas.openxmlformats.org/drawingml/2006/main">
              <a:ext uri="{FF2B5EF4-FFF2-40B4-BE49-F238E27FC236}">
                <a16:creationId xmlns:a16="http://schemas.microsoft.com/office/drawing/2014/main" id="{7B96E30F-6307-4940-9DBF-C01F6416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48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1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62190CA1-5801-41C7-AAD5-1980FBD2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75932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2" name="40">
            <a:extLst xmlns:a="http://schemas.openxmlformats.org/drawingml/2006/main">
              <a:ext uri="{FF2B5EF4-FFF2-40B4-BE49-F238E27FC236}">
                <a16:creationId xmlns:a16="http://schemas.microsoft.com/office/drawing/2014/main" id="{CBF4E3B7-2345-4E44-83E1-B9A14627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50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43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94262B0A-7215-4612-BC88-918A02CB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15607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4" name="80">
            <a:extLst xmlns:a="http://schemas.openxmlformats.org/drawingml/2006/main">
              <a:ext uri="{FF2B5EF4-FFF2-40B4-BE49-F238E27FC236}">
                <a16:creationId xmlns:a16="http://schemas.microsoft.com/office/drawing/2014/main" id="{03C88EDF-D262-43B0-96A0-A33B2C1B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417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45" name="Scientific line">
            <a:extLst xmlns:a="http://schemas.openxmlformats.org/drawingml/2006/main">
              <a:ext uri="{FF2B5EF4-FFF2-40B4-BE49-F238E27FC236}">
                <a16:creationId xmlns:a16="http://schemas.microsoft.com/office/drawing/2014/main" id="{96D0EA47-47C9-4BF3-9261-FFE32C0E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552825"/>
            <a:ext cx="47625" cy="95"/>
          </a:xfrm>
          <a:custGeom xmlns:a="http://schemas.openxmlformats.org/drawingml/2006/main"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6" name="120">
            <a:extLst xmlns:a="http://schemas.openxmlformats.org/drawingml/2006/main">
              <a:ext uri="{FF2B5EF4-FFF2-40B4-BE49-F238E27FC236}">
                <a16:creationId xmlns:a16="http://schemas.microsoft.com/office/drawing/2014/main" id="{C0782F1F-8A84-4554-A6D7-73996CC3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38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7" name="Time">
            <a:extLst xmlns:a="http://schemas.openxmlformats.org/drawingml/2006/main">
              <a:ext uri="{FF2B5EF4-FFF2-40B4-BE49-F238E27FC236}">
                <a16:creationId xmlns:a16="http://schemas.microsoft.com/office/drawing/2014/main" id="{02445804-66B7-4182-90CD-22DFEC9F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673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169612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2026-10-22T02:56:04.2520000Z</dcterms:created>
  <dcterms:modified xsi:type="dcterms:W3CDTF">2026-10-22T02:56:04.2520000Z</dcterms:modified>
</coreProperties>
</file>