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671c2324974180" /><Relationship Type="http://schemas.openxmlformats.org/officeDocument/2006/relationships/extended-properties" Target="/docProps/app.xml" Id="Rd4051eda46fa4829" /><Relationship Type="http://schemas.openxmlformats.org/officeDocument/2006/relationships/officeDocument" Target="/ppt/presentation.xml" Id="R3a0256d7e7824715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5f1af7187e974575"/>
  </p:sldMasterIdLst>
  <p:notesMasterIdLst>
    <p:notesMasterId r:id="R8653614689a04db4"/>
  </p:notesMasterIdLst>
  <p:sldIdLst>
    <p:sldId id="256" r:id="R448d58312ca34320"/>
  </p:sldIdLst>
  <p:sldSz cx="12801600" cy="7162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a5d87718524fe9" /><Relationship Type="http://schemas.openxmlformats.org/officeDocument/2006/relationships/slideMaster" Target="/ppt/slideMasters/slideMaster1.xml" Id="R5f1af7187e974575" /><Relationship Type="http://schemas.openxmlformats.org/officeDocument/2006/relationships/notesMaster" Target="/ppt/notesMasters/notesMaster1.xml" Id="R8653614689a04db4" /><Relationship Type="http://schemas.openxmlformats.org/officeDocument/2006/relationships/presProps" Target="/ppt/presProps.xml" Id="R8c1617c4c0b1422a" /><Relationship Type="http://schemas.openxmlformats.org/officeDocument/2006/relationships/tableStyles" Target="/ppt/tableStyles.xml" Id="Re583186e2a5a4a34" /><Relationship Type="http://schemas.openxmlformats.org/officeDocument/2006/relationships/slide" Target="/ppt/slides/slide1.xml" Id="R448d58312ca343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d555c282814c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91431b244645f9" /><Relationship Type="http://schemas.openxmlformats.org/officeDocument/2006/relationships/notesMaster" Target="/ppt/notesMasters/notesMaster1.xml" Id="R1817946fac6446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{"dataset":"Benzene (reconstructed potential)","source":"02-RG-MTM/results/paper1_suite/benzene-potential-reconstructed2d","model":"OPLS-AA 12-site Coulomb potential; carbon -0.115e and hydrogen +0.115e; atomic geometry from the public Inviwo cube header. No density samples used.","charge_source":"https://zarbi.chem.yale.edu/doc/boss49.pdf, January 2013, Table1 p67.","geometry_source":"https://github.com/inviwo/modules/blob/6152a00ab100ec10c1eb36f078fb42dc949010ab/molvis/gaussian/data/volumes/benzene-dens.cube.xz","scope":"21 parallel 61x61 static 2-D sections, z=-2 to2 bohr. Section z is not physical time. Reconstructed model, not TMTM original potential or exact electronic structure.","maps":"Full saved profiles interpolated onto32768 common map coordinates, then rendered with nearest-neighbor display sampling. No artificial extremum or track overlays.","normalization":{"normalization":"shared symmetric logarithmic","linthresh_potential_au":0.07842339515686035,"vmin":-2.2076358795166016,"vmax":2.2076358795166016,"scalar_arrays_modified":false,"minima_markers":"all retained leaves, including boundary leaves","source_slice_indices":[0,5,10,15,20],"map_sampling":"full maps interpolated onto 32768 common display coordinates","physical_time":false},"all_leaves":"Includes four boundary extrema per section. Boundary sensitivity and internal-leaf diagnostics are in Supplement S9.","R_equivalence":"R2,R20,R100 have identical measured metrics. Fig12 shows R2; the complete table keeps all three."}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1bbbcaa158450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32a591ea8a483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47a29fbe0e425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5623f6bd2548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1070fa5d9a4ec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c9f6fa9b3e44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BE60F2-573B-477F-8AEF-C55642B78D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705947"/>
            <a:ext cx="10241280" cy="1034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1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C829866-6AA9-48FA-9E58-1D3BFC0C912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939540"/>
            <a:ext cx="8961120" cy="795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99B9E35-A862-44C3-B1D6-ABA6E0E29C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984500"/>
            <a:ext cx="10241280" cy="119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38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888E80-EA20-4205-988C-86D536269E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57107"/>
            <a:ext cx="11361420" cy="875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A1E28E-0F9E-4767-89A1-A9319A564D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989667"/>
            <a:ext cx="11361420" cy="4456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876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5710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7545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9380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1214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3049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4884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6718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8553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D30F557-81AC-4F55-A3CF-C275D8FA58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57107"/>
            <a:ext cx="11361420" cy="875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C4D8D9-9F6F-4AF1-974D-E0B3F41B9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989667"/>
            <a:ext cx="5280660" cy="4456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876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5710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7545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9380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1214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3049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4884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6718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8553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B05ED96-DF93-496E-9811-16802001FEE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989667"/>
            <a:ext cx="5280660" cy="4456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876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5710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7545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9380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1214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3049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4884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6718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8553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19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0D23E2-795C-4E78-AA9D-B6F00756C1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557107"/>
            <a:ext cx="11361420" cy="875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C10D42-C969-485A-B24A-D777D4726B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989667"/>
            <a:ext cx="5280660" cy="4456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3876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5710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7545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9380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1214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3049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148840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467187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785533" indent="-238760" algn="l">
              <a:lnSpc>
                <a:spcPct val="110000"/>
              </a:lnSpc>
              <a:spcBef>
                <a:spcPts val="0"/>
              </a:spcBef>
              <a:spcAft>
                <a:spcPts val="1253"/>
              </a:spcAft>
              <a:buChar char="•"/>
              <a:defRPr sz="23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a03f62acb64ea7" /><Relationship Type="http://schemas.openxmlformats.org/officeDocument/2006/relationships/slideLayout" Target="/ppt/slideLayouts/slideLayout1.xml" Id="Rbf0ee5be009c4de4" /><Relationship Type="http://schemas.openxmlformats.org/officeDocument/2006/relationships/slideLayout" Target="/ppt/slideLayouts/slideLayout2.xml" Id="Rd58a26a9788e4f29" /><Relationship Type="http://schemas.openxmlformats.org/officeDocument/2006/relationships/slideLayout" Target="/ppt/slideLayouts/slideLayout3.xml" Id="Rbe6f0dc44f124cb4" /><Relationship Type="http://schemas.openxmlformats.org/officeDocument/2006/relationships/slideLayout" Target="/ppt/slideLayouts/slideLayout4.xml" Id="R20c56b678534464f" /><Relationship Type="http://schemas.openxmlformats.org/officeDocument/2006/relationships/slideLayout" Target="/ppt/slideLayouts/slideLayout5.xml" Id="Re9a7ff18e6ca4638" /><Relationship Type="http://schemas.openxmlformats.org/officeDocument/2006/relationships/slideLayout" Target="/ppt/slideLayouts/slideLayout6.xml" Id="R8d459480b0f647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0ee5be009c4de4"/>
    <p:sldLayoutId xmlns:r="http://schemas.openxmlformats.org/officeDocument/2006/relationships" id="2147483650" r:id="Rd58a26a9788e4f29"/>
    <p:sldLayoutId xmlns:r="http://schemas.openxmlformats.org/officeDocument/2006/relationships" id="2147483651" r:id="Rbe6f0dc44f124cb4"/>
    <p:sldLayoutId xmlns:r="http://schemas.openxmlformats.org/officeDocument/2006/relationships" id="2147483652" r:id="R20c56b678534464f"/>
    <p:sldLayoutId xmlns:r="http://schemas.openxmlformats.org/officeDocument/2006/relationships" id="2147483653" r:id="Re9a7ff18e6ca4638"/>
    <p:sldLayoutId xmlns:r="http://schemas.openxmlformats.org/officeDocument/2006/relationships" id="2147483654" r:id="R8d459480b0f647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9a73450db741c6" /><Relationship Type="http://schemas.openxmlformats.org/officeDocument/2006/relationships/image" Target="/ppt/media/image.png" Id="R9ab9c0fb85204372" /><Relationship Type="http://schemas.openxmlformats.org/officeDocument/2006/relationships/image" Target="/ppt/media/image2.png" Id="R78fb98d9a8af476e" /><Relationship Type="http://schemas.openxmlformats.org/officeDocument/2006/relationships/image" Target="/ppt/media/image3.png" Id="R407d650ddf1440f5" /><Relationship Type="http://schemas.openxmlformats.org/officeDocument/2006/relationships/image" Target="/ppt/media/image4.png" Id="Rca544ad4d86345a5" /><Relationship Type="http://schemas.openxmlformats.org/officeDocument/2006/relationships/image" Target="/ppt/media/image5.png" Id="R9ff658b3385f4164" /><Relationship Type="http://schemas.openxmlformats.org/officeDocument/2006/relationships/image" Target="/ppt/media/image6.png" Id="R2004a92c0b3a4cac" /><Relationship Type="http://schemas.openxmlformats.org/officeDocument/2006/relationships/image" Target="/ppt/media/image7.png" Id="R355e38ca7c6b4f69" /><Relationship Type="http://schemas.openxmlformats.org/officeDocument/2006/relationships/image" Target="/ppt/media/image8.png" Id="R010b6224ce034ffe" /><Relationship Type="http://schemas.openxmlformats.org/officeDocument/2006/relationships/image" Target="/ppt/media/image9.png" Id="R0171dcdb745a43db" /><Relationship Type="http://schemas.openxmlformats.org/officeDocument/2006/relationships/notesSlide" Target="/ppt/notesSlides/notesSlide1.xml" Id="R9a6e1f0861cf459b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7" name="text_000">
            <a:extLst>
              <a:ext uri="{FF2B5EF4-FFF2-40B4-BE49-F238E27FC236}">
                <ns2:creationId id="{455C4DE3-FDE0-4FAA-AF06-F2DC568A41FC}"/>
              </a:ext>
            </a:extLst>
          </p:cNvPr>
          <p:cNvSpPr>
            <a:spLocks noGrp="1"/>
          </p:cNvSpPr>
          <p:nvPr/>
        </p:nvSpPr>
        <p:spPr>
          <a:xfrm rot="0">
            <a:off x="361950" y="85725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TMTM</a:t>
            </a:r>
          </a:p>
        </p:txBody>
      </p:sp>
      <p:pic>
        <p:nvPicPr>
          <p:cNvPr id="2" name="">
            <a:extLst>
              <a:ext uri="{FF2B5EF4-FFF2-40B4-BE49-F238E27FC236}">
                <ns2:creationId id="{7175D758-321B-4073-83CD-341E3754298D}"/>
              </a:ext>
            </a:extLst>
          </p:cNvPr>
          <p:cNvPicPr>
            <a:picLocks noChangeAspect="1"/>
          </p:cNvPicPr>
          <p:nvPr/>
        </p:nvPicPr>
        <p:blipFill>
          <a:blip r:embed="R9ab9c0fb85204372"/>
          <a:stretch/>
        </p:blipFill>
        <p:spPr>
          <a:xfrm>
            <a:off x="619125" y="542925"/>
            <a:ext cx="3209925" cy="2333625"/>
          </a:xfrm>
          <a:prstGeom prst="rect">
            <a:avLst/>
          </a:prstGeom>
        </p:spPr>
      </p:pic>
      <p:sp>
        <p:nvSpPr>
          <p:cNvPr id="4" name="line_003">
            <a:extLst>
              <a:ext uri="{FF2B5EF4-FFF2-40B4-BE49-F238E27FC236}">
                <ns2:creationId id="{A092C655-694A-4085-914C-2B00DA35BBBE}"/>
              </a:ext>
            </a:extLst>
          </p:cNvPr>
          <p:cNvSpPr>
            <a:spLocks noGrp="1"/>
          </p:cNvSpPr>
          <p:nvPr/>
        </p:nvSpPr>
        <p:spPr>
          <a:xfrm>
            <a:off x="581025" y="287655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5" name="text_004">
            <a:extLst>
              <a:ext uri="{FF2B5EF4-FFF2-40B4-BE49-F238E27FC236}">
                <ns2:creationId id="{4FFBB386-42D6-4453-9531-EBFEF4E11BEC}"/>
              </a:ext>
            </a:extLst>
          </p:cNvPr>
          <p:cNvSpPr>
            <a:spLocks noGrp="1"/>
          </p:cNvSpPr>
          <p:nvPr/>
        </p:nvSpPr>
        <p:spPr>
          <a:xfrm rot="0">
            <a:off x="314325" y="2781300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" name="line_005">
            <a:extLst>
              <a:ext uri="{FF2B5EF4-FFF2-40B4-BE49-F238E27FC236}">
                <ns2:creationId id="{CC28B535-1B1D-476E-9753-DCCA891543B1}"/>
              </a:ext>
            </a:extLst>
          </p:cNvPr>
          <p:cNvSpPr>
            <a:spLocks noGrp="1"/>
          </p:cNvSpPr>
          <p:nvPr/>
        </p:nvSpPr>
        <p:spPr>
          <a:xfrm>
            <a:off x="581025" y="1709738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7" name="text_006">
            <a:extLst>
              <a:ext uri="{FF2B5EF4-FFF2-40B4-BE49-F238E27FC236}">
                <ns2:creationId id="{9CB3B8F4-7E20-4637-B5BF-88AE51E91C30}"/>
              </a:ext>
            </a:extLst>
          </p:cNvPr>
          <p:cNvSpPr>
            <a:spLocks noGrp="1"/>
          </p:cNvSpPr>
          <p:nvPr/>
        </p:nvSpPr>
        <p:spPr>
          <a:xfrm rot="0">
            <a:off x="314325" y="1614488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8" name="line_007">
            <a:extLst>
              <a:ext uri="{FF2B5EF4-FFF2-40B4-BE49-F238E27FC236}">
                <ns2:creationId id="{1ACB5131-2EA5-469D-A3C7-63C5F86E4417}"/>
              </a:ext>
            </a:extLst>
          </p:cNvPr>
          <p:cNvSpPr>
            <a:spLocks noGrp="1"/>
          </p:cNvSpPr>
          <p:nvPr/>
        </p:nvSpPr>
        <p:spPr>
          <a:xfrm>
            <a:off x="581025" y="542925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9" name="text_008">
            <a:extLst>
              <a:ext uri="{FF2B5EF4-FFF2-40B4-BE49-F238E27FC236}">
                <ns2:creationId id="{AD5DAFA3-EF01-43C3-A887-91B23A18A072}"/>
              </a:ext>
            </a:extLst>
          </p:cNvPr>
          <p:cNvSpPr>
            <a:spLocks noGrp="1"/>
          </p:cNvSpPr>
          <p:nvPr/>
        </p:nvSpPr>
        <p:spPr>
          <a:xfrm rot="0">
            <a:off x="314325" y="447675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line_009">
            <a:extLst>
              <a:ext uri="{FF2B5EF4-FFF2-40B4-BE49-F238E27FC236}">
                <ns2:creationId id="{0F6F596D-F438-49B5-A3C8-7B9F7236A20A}"/>
              </a:ext>
            </a:extLst>
          </p:cNvPr>
          <p:cNvSpPr>
            <a:spLocks noGrp="1"/>
          </p:cNvSpPr>
          <p:nvPr/>
        </p:nvSpPr>
        <p:spPr>
          <a:xfrm>
            <a:off x="695552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11" name="text_010">
            <a:extLst>
              <a:ext uri="{FF2B5EF4-FFF2-40B4-BE49-F238E27FC236}">
                <ns2:creationId id="{7996A1FA-867C-44ED-9C53-70A569FFAB4C}"/>
              </a:ext>
            </a:extLst>
          </p:cNvPr>
          <p:cNvSpPr>
            <a:spLocks noGrp="1"/>
          </p:cNvSpPr>
          <p:nvPr/>
        </p:nvSpPr>
        <p:spPr>
          <a:xfrm rot="0">
            <a:off x="505052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-2</a:t>
            </a:r>
          </a:p>
        </p:txBody>
      </p:sp>
      <p:sp>
        <p:nvSpPr>
          <p:cNvPr id="12" name="line_011">
            <a:extLst>
              <a:ext uri="{FF2B5EF4-FFF2-40B4-BE49-F238E27FC236}">
                <ns2:creationId id="{61886FBC-B268-4F03-AFC7-47B7FD50340B}"/>
              </a:ext>
            </a:extLst>
          </p:cNvPr>
          <p:cNvSpPr>
            <a:spLocks noGrp="1"/>
          </p:cNvSpPr>
          <p:nvPr/>
        </p:nvSpPr>
        <p:spPr>
          <a:xfrm>
            <a:off x="1459820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13" name="text_012">
            <a:extLst>
              <a:ext uri="{FF2B5EF4-FFF2-40B4-BE49-F238E27FC236}">
                <ns2:creationId id="{3314F696-BFF8-447D-9DBA-81F9014CD429}"/>
              </a:ext>
            </a:extLst>
          </p:cNvPr>
          <p:cNvSpPr>
            <a:spLocks noGrp="1"/>
          </p:cNvSpPr>
          <p:nvPr/>
        </p:nvSpPr>
        <p:spPr>
          <a:xfrm rot="0">
            <a:off x="1269320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</a:t>
            </a:r>
          </a:p>
        </p:txBody>
      </p:sp>
      <p:sp>
        <p:nvSpPr>
          <p:cNvPr id="14" name="line_013">
            <a:extLst>
              <a:ext uri="{FF2B5EF4-FFF2-40B4-BE49-F238E27FC236}">
                <ns2:creationId id="{35FAA1CF-DF77-4C87-A162-B227A93C5148}"/>
              </a:ext>
            </a:extLst>
          </p:cNvPr>
          <p:cNvSpPr>
            <a:spLocks noGrp="1"/>
          </p:cNvSpPr>
          <p:nvPr/>
        </p:nvSpPr>
        <p:spPr>
          <a:xfrm>
            <a:off x="2224088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15" name="text_014">
            <a:extLst>
              <a:ext uri="{FF2B5EF4-FFF2-40B4-BE49-F238E27FC236}">
                <ns2:creationId id="{BD7FE3B0-6C85-4026-A10B-20044FFF3AC9}"/>
              </a:ext>
            </a:extLst>
          </p:cNvPr>
          <p:cNvSpPr>
            <a:spLocks noGrp="1"/>
          </p:cNvSpPr>
          <p:nvPr/>
        </p:nvSpPr>
        <p:spPr>
          <a:xfrm rot="0">
            <a:off x="2033588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line_015">
            <a:extLst>
              <a:ext uri="{FF2B5EF4-FFF2-40B4-BE49-F238E27FC236}">
                <ns2:creationId id="{362E97E3-795E-483F-BD28-FD8C4405DF0C}"/>
              </a:ext>
            </a:extLst>
          </p:cNvPr>
          <p:cNvSpPr>
            <a:spLocks noGrp="1"/>
          </p:cNvSpPr>
          <p:nvPr/>
        </p:nvSpPr>
        <p:spPr>
          <a:xfrm>
            <a:off x="2988355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17" name="text_016">
            <a:extLst>
              <a:ext uri="{FF2B5EF4-FFF2-40B4-BE49-F238E27FC236}">
                <ns2:creationId id="{5EE37B62-A2D4-4A2E-9AA4-1E2D39C4D5F5}"/>
              </a:ext>
            </a:extLst>
          </p:cNvPr>
          <p:cNvSpPr>
            <a:spLocks noGrp="1"/>
          </p:cNvSpPr>
          <p:nvPr/>
        </p:nvSpPr>
        <p:spPr>
          <a:xfrm rot="0">
            <a:off x="2797855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line_017">
            <a:extLst>
              <a:ext uri="{FF2B5EF4-FFF2-40B4-BE49-F238E27FC236}">
                <ns2:creationId id="{A7B1D608-C1F3-4059-9822-C42695221791}"/>
              </a:ext>
            </a:extLst>
          </p:cNvPr>
          <p:cNvSpPr>
            <a:spLocks noGrp="1"/>
          </p:cNvSpPr>
          <p:nvPr/>
        </p:nvSpPr>
        <p:spPr>
          <a:xfrm>
            <a:off x="3752623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19" name="text_018">
            <a:extLst>
              <a:ext uri="{FF2B5EF4-FFF2-40B4-BE49-F238E27FC236}">
                <ns2:creationId id="{11D43BB4-B3BF-4F3D-A082-60BC4E2A0A0C}"/>
              </a:ext>
            </a:extLst>
          </p:cNvPr>
          <p:cNvSpPr>
            <a:spLocks noGrp="1"/>
          </p:cNvSpPr>
          <p:nvPr/>
        </p:nvSpPr>
        <p:spPr>
          <a:xfrm rot="0">
            <a:off x="3562123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text_019">
            <a:extLst>
              <a:ext uri="{FF2B5EF4-FFF2-40B4-BE49-F238E27FC236}">
                <ns2:creationId id="{E757165D-2EA8-4189-80E7-8FA3A2436B81}"/>
              </a:ext>
            </a:extLst>
          </p:cNvPr>
          <p:cNvSpPr>
            <a:spLocks noGrp="1"/>
          </p:cNvSpPr>
          <p:nvPr/>
        </p:nvSpPr>
        <p:spPr>
          <a:xfrm rot="0">
            <a:off x="619125" y="3162300"/>
            <a:ext cx="32099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Section z (bohr)</a:t>
            </a:r>
          </a:p>
        </p:txBody>
      </p:sp>
      <p:sp>
        <p:nvSpPr>
          <p:cNvPr id="21" name="text_020">
            <a:extLst>
              <a:ext uri="{FF2B5EF4-FFF2-40B4-BE49-F238E27FC236}">
                <ns2:creationId id="{6A7B34B2-AE0C-44A0-8FBC-3A52CF9C01C0}"/>
              </a:ext>
            </a:extLst>
          </p:cNvPr>
          <p:cNvSpPr>
            <a:spLocks noGrp="1"/>
          </p:cNvSpPr>
          <p:nvPr/>
        </p:nvSpPr>
        <p:spPr>
          <a:xfrm rot="0">
            <a:off x="4524375" y="85725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RG-MTM-P</a:t>
            </a:r>
          </a:p>
        </p:txBody>
      </p:sp>
      <p:pic>
        <p:nvPicPr>
          <p:cNvPr id="22" name="">
            <a:extLst>
              <a:ext uri="{FF2B5EF4-FFF2-40B4-BE49-F238E27FC236}">
                <ns2:creationId id="{D3E264DE-009A-428C-B6ED-9BC0D8950F6C}"/>
              </a:ext>
            </a:extLst>
          </p:cNvPr>
          <p:cNvPicPr>
            <a:picLocks noChangeAspect="1"/>
          </p:cNvPicPr>
          <p:nvPr/>
        </p:nvPicPr>
        <p:blipFill>
          <a:blip r:embed="R78fb98d9a8af476e"/>
          <a:stretch/>
        </p:blipFill>
        <p:spPr>
          <a:xfrm>
            <a:off x="4781550" y="542925"/>
            <a:ext cx="3209925" cy="2333625"/>
          </a:xfrm>
          <a:prstGeom prst="rect">
            <a:avLst/>
          </a:prstGeom>
        </p:spPr>
      </p:pic>
      <p:sp>
        <p:nvSpPr>
          <p:cNvPr id="24" name="line_023">
            <a:extLst>
              <a:ext uri="{FF2B5EF4-FFF2-40B4-BE49-F238E27FC236}">
                <ns2:creationId id="{483AE966-A424-467A-8AF0-1014DA5A9727}"/>
              </a:ext>
            </a:extLst>
          </p:cNvPr>
          <p:cNvSpPr>
            <a:spLocks noGrp="1"/>
          </p:cNvSpPr>
          <p:nvPr/>
        </p:nvSpPr>
        <p:spPr>
          <a:xfrm>
            <a:off x="4743450" y="287655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25" name="text_024">
            <a:extLst>
              <a:ext uri="{FF2B5EF4-FFF2-40B4-BE49-F238E27FC236}">
                <ns2:creationId id="{3379A288-070A-46F9-815F-C58A53C95F25}"/>
              </a:ext>
            </a:extLst>
          </p:cNvPr>
          <p:cNvSpPr>
            <a:spLocks noGrp="1"/>
          </p:cNvSpPr>
          <p:nvPr/>
        </p:nvSpPr>
        <p:spPr>
          <a:xfrm rot="0">
            <a:off x="4476750" y="2781300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" name="line_025">
            <a:extLst>
              <a:ext uri="{FF2B5EF4-FFF2-40B4-BE49-F238E27FC236}">
                <ns2:creationId id="{F4DEA0C2-05BE-40C5-9299-6BA5CE0B6AFC}"/>
              </a:ext>
            </a:extLst>
          </p:cNvPr>
          <p:cNvSpPr>
            <a:spLocks noGrp="1"/>
          </p:cNvSpPr>
          <p:nvPr/>
        </p:nvSpPr>
        <p:spPr>
          <a:xfrm>
            <a:off x="4743450" y="1709738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27" name="text_026">
            <a:extLst>
              <a:ext uri="{FF2B5EF4-FFF2-40B4-BE49-F238E27FC236}">
                <ns2:creationId id="{CAEA8DE6-9157-48C4-A7FF-57F0245E8847}"/>
              </a:ext>
            </a:extLst>
          </p:cNvPr>
          <p:cNvSpPr>
            <a:spLocks noGrp="1"/>
          </p:cNvSpPr>
          <p:nvPr/>
        </p:nvSpPr>
        <p:spPr>
          <a:xfrm rot="0">
            <a:off x="4476750" y="1614488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28" name="line_027">
            <a:extLst>
              <a:ext uri="{FF2B5EF4-FFF2-40B4-BE49-F238E27FC236}">
                <ns2:creationId id="{FD658DCD-7AA6-4CD6-9818-7D6BA8D90257}"/>
              </a:ext>
            </a:extLst>
          </p:cNvPr>
          <p:cNvSpPr>
            <a:spLocks noGrp="1"/>
          </p:cNvSpPr>
          <p:nvPr/>
        </p:nvSpPr>
        <p:spPr>
          <a:xfrm>
            <a:off x="4743450" y="542925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29" name="text_028">
            <a:extLst>
              <a:ext uri="{FF2B5EF4-FFF2-40B4-BE49-F238E27FC236}">
                <ns2:creationId id="{3608DAF3-32FF-4956-B05A-1E1E6487B266}"/>
              </a:ext>
            </a:extLst>
          </p:cNvPr>
          <p:cNvSpPr>
            <a:spLocks noGrp="1"/>
          </p:cNvSpPr>
          <p:nvPr/>
        </p:nvSpPr>
        <p:spPr>
          <a:xfrm rot="0">
            <a:off x="4476750" y="447675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line_029">
            <a:extLst>
              <a:ext uri="{FF2B5EF4-FFF2-40B4-BE49-F238E27FC236}">
                <ns2:creationId id="{57FAFCB8-4792-452A-BB50-AD5DF858E68F}"/>
              </a:ext>
            </a:extLst>
          </p:cNvPr>
          <p:cNvSpPr>
            <a:spLocks noGrp="1"/>
          </p:cNvSpPr>
          <p:nvPr/>
        </p:nvSpPr>
        <p:spPr>
          <a:xfrm>
            <a:off x="4857977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31" name="text_030">
            <a:extLst>
              <a:ext uri="{FF2B5EF4-FFF2-40B4-BE49-F238E27FC236}">
                <ns2:creationId id="{F1EA7C36-5DA7-4B23-B01D-C8DC8565153D}"/>
              </a:ext>
            </a:extLst>
          </p:cNvPr>
          <p:cNvSpPr>
            <a:spLocks noGrp="1"/>
          </p:cNvSpPr>
          <p:nvPr/>
        </p:nvSpPr>
        <p:spPr>
          <a:xfrm rot="0">
            <a:off x="4667477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-2</a:t>
            </a:r>
          </a:p>
        </p:txBody>
      </p:sp>
      <p:sp>
        <p:nvSpPr>
          <p:cNvPr id="32" name="line_031">
            <a:extLst>
              <a:ext uri="{FF2B5EF4-FFF2-40B4-BE49-F238E27FC236}">
                <ns2:creationId id="{0B7D3F44-E28F-434A-8B1D-558D70BFBED6}"/>
              </a:ext>
            </a:extLst>
          </p:cNvPr>
          <p:cNvSpPr>
            <a:spLocks noGrp="1"/>
          </p:cNvSpPr>
          <p:nvPr/>
        </p:nvSpPr>
        <p:spPr>
          <a:xfrm>
            <a:off x="5622245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33" name="text_032">
            <a:extLst>
              <a:ext uri="{FF2B5EF4-FFF2-40B4-BE49-F238E27FC236}">
                <ns2:creationId id="{AB1DA385-544D-4DD8-85D1-3EF6DF3EDC69}"/>
              </a:ext>
            </a:extLst>
          </p:cNvPr>
          <p:cNvSpPr>
            <a:spLocks noGrp="1"/>
          </p:cNvSpPr>
          <p:nvPr/>
        </p:nvSpPr>
        <p:spPr>
          <a:xfrm rot="0">
            <a:off x="5431745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</a:t>
            </a:r>
          </a:p>
        </p:txBody>
      </p:sp>
      <p:sp>
        <p:nvSpPr>
          <p:cNvPr id="34" name="line_033">
            <a:extLst>
              <a:ext uri="{FF2B5EF4-FFF2-40B4-BE49-F238E27FC236}">
                <ns2:creationId id="{21454A42-885B-442C-8A79-BBAAD8E104CF}"/>
              </a:ext>
            </a:extLst>
          </p:cNvPr>
          <p:cNvSpPr>
            <a:spLocks noGrp="1"/>
          </p:cNvSpPr>
          <p:nvPr/>
        </p:nvSpPr>
        <p:spPr>
          <a:xfrm>
            <a:off x="6386513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35" name="text_034">
            <a:extLst>
              <a:ext uri="{FF2B5EF4-FFF2-40B4-BE49-F238E27FC236}">
                <ns2:creationId id="{B0CDB234-5121-4ED5-8BD0-F608DF60034E}"/>
              </a:ext>
            </a:extLst>
          </p:cNvPr>
          <p:cNvSpPr>
            <a:spLocks noGrp="1"/>
          </p:cNvSpPr>
          <p:nvPr/>
        </p:nvSpPr>
        <p:spPr>
          <a:xfrm rot="0">
            <a:off x="6196013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" name="line_035">
            <a:extLst>
              <a:ext uri="{FF2B5EF4-FFF2-40B4-BE49-F238E27FC236}">
                <ns2:creationId id="{4F23F330-F017-4795-952C-A4DCE89243A9}"/>
              </a:ext>
            </a:extLst>
          </p:cNvPr>
          <p:cNvSpPr>
            <a:spLocks noGrp="1"/>
          </p:cNvSpPr>
          <p:nvPr/>
        </p:nvSpPr>
        <p:spPr>
          <a:xfrm>
            <a:off x="7150780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37" name="text_036">
            <a:extLst>
              <a:ext uri="{FF2B5EF4-FFF2-40B4-BE49-F238E27FC236}">
                <ns2:creationId id="{EDD1A34C-8A03-4235-9258-1F011F506450}"/>
              </a:ext>
            </a:extLst>
          </p:cNvPr>
          <p:cNvSpPr>
            <a:spLocks noGrp="1"/>
          </p:cNvSpPr>
          <p:nvPr/>
        </p:nvSpPr>
        <p:spPr>
          <a:xfrm rot="0">
            <a:off x="6960280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8" name="line_037">
            <a:extLst>
              <a:ext uri="{FF2B5EF4-FFF2-40B4-BE49-F238E27FC236}">
                <ns2:creationId id="{88A9C42A-0B03-4E63-8BE3-56A81C8A6C86}"/>
              </a:ext>
            </a:extLst>
          </p:cNvPr>
          <p:cNvSpPr>
            <a:spLocks noGrp="1"/>
          </p:cNvSpPr>
          <p:nvPr/>
        </p:nvSpPr>
        <p:spPr>
          <a:xfrm>
            <a:off x="7915048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39" name="text_038">
            <a:extLst>
              <a:ext uri="{FF2B5EF4-FFF2-40B4-BE49-F238E27FC236}">
                <ns2:creationId id="{0F71FB9F-6685-48C0-B908-9A079F0FBFB8}"/>
              </a:ext>
            </a:extLst>
          </p:cNvPr>
          <p:cNvSpPr>
            <a:spLocks noGrp="1"/>
          </p:cNvSpPr>
          <p:nvPr/>
        </p:nvSpPr>
        <p:spPr>
          <a:xfrm rot="0">
            <a:off x="7724548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" name="text_039">
            <a:extLst>
              <a:ext uri="{FF2B5EF4-FFF2-40B4-BE49-F238E27FC236}">
                <ns2:creationId id="{08DEFF67-DABD-4D8A-AB24-B726D65E263F}"/>
              </a:ext>
            </a:extLst>
          </p:cNvPr>
          <p:cNvSpPr>
            <a:spLocks noGrp="1"/>
          </p:cNvSpPr>
          <p:nvPr/>
        </p:nvSpPr>
        <p:spPr>
          <a:xfrm rot="0">
            <a:off x="4781550" y="3162300"/>
            <a:ext cx="32099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Section z (bohr)</a:t>
            </a:r>
          </a:p>
        </p:txBody>
      </p:sp>
      <p:sp>
        <p:nvSpPr>
          <p:cNvPr id="41" name="text_040">
            <a:extLst>
              <a:ext uri="{FF2B5EF4-FFF2-40B4-BE49-F238E27FC236}">
                <ns2:creationId id="{26995DD1-D47D-40B7-9F49-119A9A83A207}"/>
              </a:ext>
            </a:extLst>
          </p:cNvPr>
          <p:cNvSpPr>
            <a:spLocks noGrp="1"/>
          </p:cNvSpPr>
          <p:nvPr/>
        </p:nvSpPr>
        <p:spPr>
          <a:xfrm rot="0">
            <a:off x="8686800" y="85725"/>
            <a:ext cx="390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 RG-MTM-R, 2%</a:t>
            </a:r>
          </a:p>
        </p:txBody>
      </p:sp>
      <p:pic>
        <p:nvPicPr>
          <p:cNvPr id="42" name="">
            <a:extLst>
              <a:ext uri="{FF2B5EF4-FFF2-40B4-BE49-F238E27FC236}">
                <ns2:creationId id="{2C6C8430-A371-4E01-A108-61FFC06ED227}"/>
              </a:ext>
            </a:extLst>
          </p:cNvPr>
          <p:cNvPicPr>
            <a:picLocks noChangeAspect="1"/>
          </p:cNvPicPr>
          <p:nvPr/>
        </p:nvPicPr>
        <p:blipFill>
          <a:blip r:embed="R407d650ddf1440f5"/>
          <a:stretch/>
        </p:blipFill>
        <p:spPr>
          <a:xfrm>
            <a:off x="8943975" y="542925"/>
            <a:ext cx="3209925" cy="2333625"/>
          </a:xfrm>
          <a:prstGeom prst="rect">
            <a:avLst/>
          </a:prstGeom>
        </p:spPr>
      </p:pic>
      <p:sp>
        <p:nvSpPr>
          <p:cNvPr id="44" name="line_043">
            <a:extLst>
              <a:ext uri="{FF2B5EF4-FFF2-40B4-BE49-F238E27FC236}">
                <ns2:creationId id="{0D665376-1005-4D0A-950D-D0A534D8B805}"/>
              </a:ext>
            </a:extLst>
          </p:cNvPr>
          <p:cNvSpPr>
            <a:spLocks noGrp="1"/>
          </p:cNvSpPr>
          <p:nvPr/>
        </p:nvSpPr>
        <p:spPr>
          <a:xfrm>
            <a:off x="8905875" y="287655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45" name="text_044">
            <a:extLst>
              <a:ext uri="{FF2B5EF4-FFF2-40B4-BE49-F238E27FC236}">
                <ns2:creationId id="{DA8893A5-95C0-4E33-AB6C-09F2F4A0A31E}"/>
              </a:ext>
            </a:extLst>
          </p:cNvPr>
          <p:cNvSpPr>
            <a:spLocks noGrp="1"/>
          </p:cNvSpPr>
          <p:nvPr/>
        </p:nvSpPr>
        <p:spPr>
          <a:xfrm rot="0">
            <a:off x="8639175" y="2781300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6" name="line_045">
            <a:extLst>
              <a:ext uri="{FF2B5EF4-FFF2-40B4-BE49-F238E27FC236}">
                <ns2:creationId id="{7AE0F7E4-DD81-4C40-937E-F14C58E130D8}"/>
              </a:ext>
            </a:extLst>
          </p:cNvPr>
          <p:cNvSpPr>
            <a:spLocks noGrp="1"/>
          </p:cNvSpPr>
          <p:nvPr/>
        </p:nvSpPr>
        <p:spPr>
          <a:xfrm>
            <a:off x="8905875" y="1709738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47" name="text_046">
            <a:extLst>
              <a:ext uri="{FF2B5EF4-FFF2-40B4-BE49-F238E27FC236}">
                <ns2:creationId id="{41B9AD45-9B7A-4CE5-8D33-16A3F959631D}"/>
              </a:ext>
            </a:extLst>
          </p:cNvPr>
          <p:cNvSpPr>
            <a:spLocks noGrp="1"/>
          </p:cNvSpPr>
          <p:nvPr/>
        </p:nvSpPr>
        <p:spPr>
          <a:xfrm rot="0">
            <a:off x="8639175" y="1614488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48" name="line_047">
            <a:extLst>
              <a:ext uri="{FF2B5EF4-FFF2-40B4-BE49-F238E27FC236}">
                <ns2:creationId id="{B7385921-282C-47E6-8F63-5FEDA79DBF5E}"/>
              </a:ext>
            </a:extLst>
          </p:cNvPr>
          <p:cNvSpPr>
            <a:spLocks noGrp="1"/>
          </p:cNvSpPr>
          <p:nvPr/>
        </p:nvSpPr>
        <p:spPr>
          <a:xfrm>
            <a:off x="8905875" y="542925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49" name="text_048">
            <a:extLst>
              <a:ext uri="{FF2B5EF4-FFF2-40B4-BE49-F238E27FC236}">
                <ns2:creationId id="{6FFFB2E4-5473-4195-A595-90004DF505C4}"/>
              </a:ext>
            </a:extLst>
          </p:cNvPr>
          <p:cNvSpPr>
            <a:spLocks noGrp="1"/>
          </p:cNvSpPr>
          <p:nvPr/>
        </p:nvSpPr>
        <p:spPr>
          <a:xfrm rot="0">
            <a:off x="8639175" y="447675"/>
            <a:ext cx="23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0" name="line_049">
            <a:extLst>
              <a:ext uri="{FF2B5EF4-FFF2-40B4-BE49-F238E27FC236}">
                <ns2:creationId id="{6E4DC7FE-966F-43F1-8C20-688ED754606C}"/>
              </a:ext>
            </a:extLst>
          </p:cNvPr>
          <p:cNvSpPr>
            <a:spLocks noGrp="1"/>
          </p:cNvSpPr>
          <p:nvPr/>
        </p:nvSpPr>
        <p:spPr>
          <a:xfrm>
            <a:off x="9020402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51" name="text_050">
            <a:extLst>
              <a:ext uri="{FF2B5EF4-FFF2-40B4-BE49-F238E27FC236}">
                <ns2:creationId id="{9FD13F13-45FF-496D-A5A6-3AD7FFED5666}"/>
              </a:ext>
            </a:extLst>
          </p:cNvPr>
          <p:cNvSpPr>
            <a:spLocks noGrp="1"/>
          </p:cNvSpPr>
          <p:nvPr/>
        </p:nvSpPr>
        <p:spPr>
          <a:xfrm rot="0">
            <a:off x="8829902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-2</a:t>
            </a:r>
          </a:p>
        </p:txBody>
      </p:sp>
      <p:sp>
        <p:nvSpPr>
          <p:cNvPr id="52" name="line_051">
            <a:extLst>
              <a:ext uri="{FF2B5EF4-FFF2-40B4-BE49-F238E27FC236}">
                <ns2:creationId id="{F013F8F1-402C-4BB0-86DE-003CA54824C1}"/>
              </a:ext>
            </a:extLst>
          </p:cNvPr>
          <p:cNvSpPr>
            <a:spLocks noGrp="1"/>
          </p:cNvSpPr>
          <p:nvPr/>
        </p:nvSpPr>
        <p:spPr>
          <a:xfrm>
            <a:off x="9784670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53" name="text_052">
            <a:extLst>
              <a:ext uri="{FF2B5EF4-FFF2-40B4-BE49-F238E27FC236}">
                <ns2:creationId id="{B098B61F-28E7-4819-BED9-D9093C1E677C}"/>
              </a:ext>
            </a:extLst>
          </p:cNvPr>
          <p:cNvSpPr>
            <a:spLocks noGrp="1"/>
          </p:cNvSpPr>
          <p:nvPr/>
        </p:nvSpPr>
        <p:spPr>
          <a:xfrm rot="0">
            <a:off x="9594170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</a:t>
            </a:r>
          </a:p>
        </p:txBody>
      </p:sp>
      <p:sp>
        <p:nvSpPr>
          <p:cNvPr id="54" name="line_053">
            <a:extLst>
              <a:ext uri="{FF2B5EF4-FFF2-40B4-BE49-F238E27FC236}">
                <ns2:creationId id="{E94B1503-D08B-422E-A933-C72F1BE9E5C8}"/>
              </a:ext>
            </a:extLst>
          </p:cNvPr>
          <p:cNvSpPr>
            <a:spLocks noGrp="1"/>
          </p:cNvSpPr>
          <p:nvPr/>
        </p:nvSpPr>
        <p:spPr>
          <a:xfrm>
            <a:off x="10548938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55" name="text_054">
            <a:extLst>
              <a:ext uri="{FF2B5EF4-FFF2-40B4-BE49-F238E27FC236}">
                <ns2:creationId id="{555E992E-50A6-407E-A6F1-E80DEC911201}"/>
              </a:ext>
            </a:extLst>
          </p:cNvPr>
          <p:cNvSpPr>
            <a:spLocks noGrp="1"/>
          </p:cNvSpPr>
          <p:nvPr/>
        </p:nvSpPr>
        <p:spPr>
          <a:xfrm rot="0">
            <a:off x="10358438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6" name="line_055">
            <a:extLst>
              <a:ext uri="{FF2B5EF4-FFF2-40B4-BE49-F238E27FC236}">
                <ns2:creationId id="{71C6774E-C907-4CCF-825C-638FDCF0315E}"/>
              </a:ext>
            </a:extLst>
          </p:cNvPr>
          <p:cNvSpPr>
            <a:spLocks noGrp="1"/>
          </p:cNvSpPr>
          <p:nvPr/>
        </p:nvSpPr>
        <p:spPr>
          <a:xfrm>
            <a:off x="11313205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57" name="text_056">
            <a:extLst>
              <a:ext uri="{FF2B5EF4-FFF2-40B4-BE49-F238E27FC236}">
                <ns2:creationId id="{CB23701C-E65F-4550-AE50-78694E5B389A}"/>
              </a:ext>
            </a:extLst>
          </p:cNvPr>
          <p:cNvSpPr>
            <a:spLocks noGrp="1"/>
          </p:cNvSpPr>
          <p:nvPr/>
        </p:nvSpPr>
        <p:spPr>
          <a:xfrm rot="0">
            <a:off x="11122705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8" name="line_057">
            <a:extLst>
              <a:ext uri="{FF2B5EF4-FFF2-40B4-BE49-F238E27FC236}">
                <ns2:creationId id="{9FF01D34-BFB7-4C3D-8515-174898354709}"/>
              </a:ext>
            </a:extLst>
          </p:cNvPr>
          <p:cNvSpPr>
            <a:spLocks noGrp="1"/>
          </p:cNvSpPr>
          <p:nvPr/>
        </p:nvSpPr>
        <p:spPr>
          <a:xfrm>
            <a:off x="12077473" y="28765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59" name="text_058">
            <a:extLst>
              <a:ext uri="{FF2B5EF4-FFF2-40B4-BE49-F238E27FC236}">
                <ns2:creationId id="{74FD5164-A937-48C9-A634-7A9A3F43B374}"/>
              </a:ext>
            </a:extLst>
          </p:cNvPr>
          <p:cNvSpPr>
            <a:spLocks noGrp="1"/>
          </p:cNvSpPr>
          <p:nvPr/>
        </p:nvSpPr>
        <p:spPr>
          <a:xfrm rot="0">
            <a:off x="11886973" y="29337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0" name="text_059">
            <a:extLst>
              <a:ext uri="{FF2B5EF4-FFF2-40B4-BE49-F238E27FC236}">
                <ns2:creationId id="{713A7F62-99E4-48BA-BEC7-8C50F83FBEF8}"/>
              </a:ext>
            </a:extLst>
          </p:cNvPr>
          <p:cNvSpPr>
            <a:spLocks noGrp="1"/>
          </p:cNvSpPr>
          <p:nvPr/>
        </p:nvSpPr>
        <p:spPr>
          <a:xfrm rot="0">
            <a:off x="8943975" y="3162300"/>
            <a:ext cx="32099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Section z (bohr)</a:t>
            </a:r>
          </a:p>
        </p:txBody>
      </p:sp>
      <p:pic>
        <p:nvPicPr>
          <p:cNvPr id="61" name="">
            <a:extLst>
              <a:ext uri="{FF2B5EF4-FFF2-40B4-BE49-F238E27FC236}">
                <ns2:creationId id="{061DEA8B-6D72-4843-B11A-5B70452C3E56}"/>
              </a:ext>
            </a:extLst>
          </p:cNvPr>
          <p:cNvPicPr>
            <a:picLocks noChangeAspect="1"/>
          </p:cNvPicPr>
          <p:nvPr/>
        </p:nvPicPr>
        <p:blipFill>
          <a:blip r:embed="Rca544ad4d86345a5"/>
          <a:stretch/>
        </p:blipFill>
        <p:spPr>
          <a:xfrm>
            <a:off x="4743450" y="3590925"/>
            <a:ext cx="4762500" cy="104775"/>
          </a:xfrm>
          <a:prstGeom prst="rect">
            <a:avLst/>
          </a:prstGeom>
        </p:spPr>
      </p:pic>
      <p:sp>
        <p:nvSpPr>
          <p:cNvPr id="62" name="text_061">
            <a:extLst>
              <a:ext uri="{FF2B5EF4-FFF2-40B4-BE49-F238E27FC236}">
                <ns2:creationId id="{AABD7244-8303-4067-BA7A-6027E47884E7}"/>
              </a:ext>
            </a:extLst>
          </p:cNvPr>
          <p:cNvSpPr>
            <a:spLocks noGrp="1"/>
          </p:cNvSpPr>
          <p:nvPr/>
        </p:nvSpPr>
        <p:spPr>
          <a:xfrm rot="0">
            <a:off x="3390900" y="348615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 (a.u.)</a:t>
            </a:r>
          </a:p>
        </p:txBody>
      </p:sp>
      <p:sp>
        <p:nvSpPr>
          <p:cNvPr id="63" name="line_062">
            <a:extLst>
              <a:ext uri="{FF2B5EF4-FFF2-40B4-BE49-F238E27FC236}">
                <ns2:creationId id="{B72413DC-30D0-4619-8659-380F5E036DCF}"/>
              </a:ext>
            </a:extLst>
          </p:cNvPr>
          <p:cNvSpPr>
            <a:spLocks noGrp="1"/>
          </p:cNvSpPr>
          <p:nvPr/>
        </p:nvSpPr>
        <p:spPr>
          <a:xfrm>
            <a:off x="4783343" y="369570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64" name="text_063">
            <a:extLst>
              <a:ext uri="{FF2B5EF4-FFF2-40B4-BE49-F238E27FC236}">
                <ns2:creationId id="{8AAA3D4A-8961-46A2-9E2B-FA6A3A8D39F4}"/>
              </a:ext>
            </a:extLst>
          </p:cNvPr>
          <p:cNvSpPr>
            <a:spLocks noGrp="1"/>
          </p:cNvSpPr>
          <p:nvPr/>
        </p:nvSpPr>
        <p:spPr>
          <a:xfrm rot="0">
            <a:off x="4526168" y="3781425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-2</a:t>
            </a:r>
          </a:p>
        </p:txBody>
      </p:sp>
      <p:sp>
        <p:nvSpPr>
          <p:cNvPr id="65" name="line_064">
            <a:extLst>
              <a:ext uri="{FF2B5EF4-FFF2-40B4-BE49-F238E27FC236}">
                <ns2:creationId id="{D8C17690-5DA1-498A-A1CC-D5B897259F17}"/>
              </a:ext>
            </a:extLst>
          </p:cNvPr>
          <p:cNvSpPr>
            <a:spLocks noGrp="1"/>
          </p:cNvSpPr>
          <p:nvPr/>
        </p:nvSpPr>
        <p:spPr>
          <a:xfrm>
            <a:off x="5993249" y="369570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66" name="text_065">
            <a:extLst>
              <a:ext uri="{FF2B5EF4-FFF2-40B4-BE49-F238E27FC236}">
                <ns2:creationId id="{5847CCDC-9E95-4061-822F-36606AFA41D2}"/>
              </a:ext>
            </a:extLst>
          </p:cNvPr>
          <p:cNvSpPr>
            <a:spLocks noGrp="1"/>
          </p:cNvSpPr>
          <p:nvPr/>
        </p:nvSpPr>
        <p:spPr>
          <a:xfrm rot="0">
            <a:off x="5736074" y="3781425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-0.1</a:t>
            </a:r>
          </a:p>
        </p:txBody>
      </p:sp>
      <p:sp>
        <p:nvSpPr>
          <p:cNvPr id="67" name="line_066">
            <a:extLst>
              <a:ext uri="{FF2B5EF4-FFF2-40B4-BE49-F238E27FC236}">
                <ns2:creationId id="{FC91B5B4-5245-4B52-9BF5-20F37BDE408A}"/>
              </a:ext>
            </a:extLst>
          </p:cNvPr>
          <p:cNvSpPr>
            <a:spLocks noGrp="1"/>
          </p:cNvSpPr>
          <p:nvPr/>
        </p:nvSpPr>
        <p:spPr>
          <a:xfrm>
            <a:off x="7124700" y="369570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68" name="text_067">
            <a:extLst>
              <a:ext uri="{FF2B5EF4-FFF2-40B4-BE49-F238E27FC236}">
                <ns2:creationId id="{3AB30FDA-7FAB-4118-8BB2-A58524A3BC55}"/>
              </a:ext>
            </a:extLst>
          </p:cNvPr>
          <p:cNvSpPr>
            <a:spLocks noGrp="1"/>
          </p:cNvSpPr>
          <p:nvPr/>
        </p:nvSpPr>
        <p:spPr>
          <a:xfrm rot="0">
            <a:off x="6867525" y="3781425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9" name="line_068">
            <a:extLst>
              <a:ext uri="{FF2B5EF4-FFF2-40B4-BE49-F238E27FC236}">
                <ns2:creationId id="{CA27A769-3072-4E6B-A336-DB929E900302}"/>
              </a:ext>
            </a:extLst>
          </p:cNvPr>
          <p:cNvSpPr>
            <a:spLocks noGrp="1"/>
          </p:cNvSpPr>
          <p:nvPr/>
        </p:nvSpPr>
        <p:spPr>
          <a:xfrm>
            <a:off x="8256151" y="369570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70" name="text_069">
            <a:extLst>
              <a:ext uri="{FF2B5EF4-FFF2-40B4-BE49-F238E27FC236}">
                <ns2:creationId id="{E4C82042-3FC5-49F9-A284-8458AC48638A}"/>
              </a:ext>
            </a:extLst>
          </p:cNvPr>
          <p:cNvSpPr>
            <a:spLocks noGrp="1"/>
          </p:cNvSpPr>
          <p:nvPr/>
        </p:nvSpPr>
        <p:spPr>
          <a:xfrm rot="0">
            <a:off x="7998976" y="3781425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</a:t>
            </a:r>
          </a:p>
        </p:txBody>
      </p:sp>
      <p:sp>
        <p:nvSpPr>
          <p:cNvPr id="71" name="line_070">
            <a:extLst>
              <a:ext uri="{FF2B5EF4-FFF2-40B4-BE49-F238E27FC236}">
                <ns2:creationId id="{C3E17595-7FA7-4C3C-8A74-C703492AAB2E}"/>
              </a:ext>
            </a:extLst>
          </p:cNvPr>
          <p:cNvSpPr>
            <a:spLocks noGrp="1"/>
          </p:cNvSpPr>
          <p:nvPr/>
        </p:nvSpPr>
        <p:spPr>
          <a:xfrm>
            <a:off x="9466057" y="3695700"/>
            <a:ext cx="95" cy="47625"/>
          </a:xfrm>
          <a:custGeom>
            <a:pathLst>
              <a:path w="95" h="47625">
                <a:moveTo>
                  <a:pt x="0" y="0"/>
                </a:moveTo>
                <a:lnTo>
                  <a:pt x="0" y="47625"/>
                </a:lnTo>
              </a:path>
            </a:pathLst>
          </a:custGeom>
          <a:noFill/>
          <a:ln w="7620">
            <a:solidFill>
              <a:srgbClr val="7B8790"/>
            </a:solidFill>
            <a:prstDash val="solid"/>
          </a:ln>
        </p:spPr>
      </p:sp>
      <p:sp>
        <p:nvSpPr>
          <p:cNvPr id="72" name="text_071">
            <a:extLst>
              <a:ext uri="{FF2B5EF4-FFF2-40B4-BE49-F238E27FC236}">
                <ns2:creationId id="{BD15E7F0-49B1-4EF0-88F0-9321C0124234}"/>
              </a:ext>
            </a:extLst>
          </p:cNvPr>
          <p:cNvSpPr>
            <a:spLocks noGrp="1"/>
          </p:cNvSpPr>
          <p:nvPr/>
        </p:nvSpPr>
        <p:spPr>
          <a:xfrm rot="0">
            <a:off x="9208882" y="3781425"/>
            <a:ext cx="514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3" name="text_072">
            <a:extLst>
              <a:ext uri="{FF2B5EF4-FFF2-40B4-BE49-F238E27FC236}">
                <ns2:creationId id="{9949565C-7066-416F-AA52-92BF05F8DCA2}"/>
              </a:ext>
            </a:extLst>
          </p:cNvPr>
          <p:cNvSpPr>
            <a:spLocks noGrp="1"/>
          </p:cNvSpPr>
          <p:nvPr/>
        </p:nvSpPr>
        <p:spPr>
          <a:xfrm rot="0">
            <a:off x="190500" y="4171950"/>
            <a:ext cx="1133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(d) Reconstructed source potential: two-dimensional z sections</a:t>
            </a:r>
          </a:p>
        </p:txBody>
      </p:sp>
      <p:sp>
        <p:nvSpPr>
          <p:cNvPr id="74" name="text_073">
            <a:extLst>
              <a:ext uri="{FF2B5EF4-FFF2-40B4-BE49-F238E27FC236}">
                <ns2:creationId id="{0D20AEF3-45EC-47F5-A5F1-2F90286C7CC1}"/>
              </a:ext>
            </a:extLst>
          </p:cNvPr>
          <p:cNvSpPr>
            <a:spLocks noGrp="1"/>
          </p:cNvSpPr>
          <p:nvPr/>
        </p:nvSpPr>
        <p:spPr>
          <a:xfrm rot="0">
            <a:off x="457200" y="4457700"/>
            <a:ext cx="18764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z = -2 bohr</a:t>
            </a:r>
          </a:p>
        </p:txBody>
      </p:sp>
      <p:pic>
        <p:nvPicPr>
          <p:cNvPr id="75" name="">
            <a:extLst>
              <a:ext uri="{FF2B5EF4-FFF2-40B4-BE49-F238E27FC236}">
                <ns2:creationId id="{DA7F6AEA-9A41-4124-9CFD-7A1C05347C88}"/>
              </a:ext>
            </a:extLst>
          </p:cNvPr>
          <p:cNvPicPr>
            <a:picLocks noChangeAspect="1"/>
          </p:cNvPicPr>
          <p:nvPr/>
        </p:nvPicPr>
        <p:blipFill>
          <a:blip r:embed="R9ff658b3385f4164"/>
          <a:stretch/>
        </p:blipFill>
        <p:spPr>
          <a:xfrm>
            <a:off x="457200" y="4752975"/>
            <a:ext cx="1876425" cy="1876425"/>
          </a:xfrm>
          <a:prstGeom prst="rect">
            <a:avLst/>
          </a:prstGeom>
        </p:spPr>
      </p:pic>
      <p:sp>
        <p:nvSpPr>
          <p:cNvPr id="76" name="text_075">
            <a:extLst>
              <a:ext uri="{FF2B5EF4-FFF2-40B4-BE49-F238E27FC236}">
                <ns2:creationId id="{F065D6E7-8342-412C-8345-1D0166FE9DC4}"/>
              </a:ext>
            </a:extLst>
          </p:cNvPr>
          <p:cNvSpPr>
            <a:spLocks noGrp="1"/>
          </p:cNvSpPr>
          <p:nvPr/>
        </p:nvSpPr>
        <p:spPr>
          <a:xfrm rot="0">
            <a:off x="295275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-6</a:t>
            </a:r>
          </a:p>
        </p:txBody>
      </p:sp>
      <p:sp>
        <p:nvSpPr>
          <p:cNvPr id="77" name="text_076">
            <a:extLst>
              <a:ext uri="{FF2B5EF4-FFF2-40B4-BE49-F238E27FC236}">
                <ns2:creationId id="{3D144C18-3455-4180-817C-AA9FCFD691B9}"/>
              </a:ext>
            </a:extLst>
          </p:cNvPr>
          <p:cNvSpPr>
            <a:spLocks noGrp="1"/>
          </p:cNvSpPr>
          <p:nvPr/>
        </p:nvSpPr>
        <p:spPr>
          <a:xfrm rot="0">
            <a:off x="142875" y="6534150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-6</a:t>
            </a:r>
          </a:p>
        </p:txBody>
      </p:sp>
      <p:sp>
        <p:nvSpPr>
          <p:cNvPr id="78" name="text_077">
            <a:extLst>
              <a:ext uri="{FF2B5EF4-FFF2-40B4-BE49-F238E27FC236}">
                <ns2:creationId id="{0D64813F-CCCF-4382-8579-3975F72344B7}"/>
              </a:ext>
            </a:extLst>
          </p:cNvPr>
          <p:cNvSpPr>
            <a:spLocks noGrp="1"/>
          </p:cNvSpPr>
          <p:nvPr/>
        </p:nvSpPr>
        <p:spPr>
          <a:xfrm rot="0">
            <a:off x="1233488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9" name="text_078">
            <a:extLst>
              <a:ext uri="{FF2B5EF4-FFF2-40B4-BE49-F238E27FC236}">
                <ns2:creationId id="{9CDF304E-CE3F-4DE0-AA43-BAF221FD2F1F}"/>
              </a:ext>
            </a:extLst>
          </p:cNvPr>
          <p:cNvSpPr>
            <a:spLocks noGrp="1"/>
          </p:cNvSpPr>
          <p:nvPr/>
        </p:nvSpPr>
        <p:spPr>
          <a:xfrm rot="0">
            <a:off x="142875" y="5595938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0" name="text_079">
            <a:extLst>
              <a:ext uri="{FF2B5EF4-FFF2-40B4-BE49-F238E27FC236}">
                <ns2:creationId id="{C43E902B-DBD6-4BE5-AA3F-55F85F90CC23}"/>
              </a:ext>
            </a:extLst>
          </p:cNvPr>
          <p:cNvSpPr>
            <a:spLocks noGrp="1"/>
          </p:cNvSpPr>
          <p:nvPr/>
        </p:nvSpPr>
        <p:spPr>
          <a:xfrm rot="0">
            <a:off x="2171700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1" name="text_080">
            <a:extLst>
              <a:ext uri="{FF2B5EF4-FFF2-40B4-BE49-F238E27FC236}">
                <ns2:creationId id="{B8576EC4-ACB9-45B6-A787-337B82DD8147}"/>
              </a:ext>
            </a:extLst>
          </p:cNvPr>
          <p:cNvSpPr>
            <a:spLocks noGrp="1"/>
          </p:cNvSpPr>
          <p:nvPr/>
        </p:nvSpPr>
        <p:spPr>
          <a:xfrm rot="0">
            <a:off x="142875" y="4657725"/>
            <a:ext cx="247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2" name="text_081">
            <a:extLst>
              <a:ext uri="{FF2B5EF4-FFF2-40B4-BE49-F238E27FC236}">
                <ns2:creationId id="{305AEF6E-E20E-4E87-B5D8-26563491B626}"/>
              </a:ext>
            </a:extLst>
          </p:cNvPr>
          <p:cNvSpPr>
            <a:spLocks noGrp="1"/>
          </p:cNvSpPr>
          <p:nvPr/>
        </p:nvSpPr>
        <p:spPr>
          <a:xfrm rot="0">
            <a:off x="457200" y="6886575"/>
            <a:ext cx="18764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 (bohr)</a:t>
            </a:r>
          </a:p>
        </p:txBody>
      </p:sp>
      <p:sp>
        <p:nvSpPr>
          <p:cNvPr id="83" name="text_082">
            <a:extLst>
              <a:ext uri="{FF2B5EF4-FFF2-40B4-BE49-F238E27FC236}">
                <ns2:creationId id="{E344E1B1-ECBB-4AE7-A841-BC050D7E1C2C}"/>
              </a:ext>
            </a:extLst>
          </p:cNvPr>
          <p:cNvSpPr>
            <a:spLocks noGrp="1"/>
          </p:cNvSpPr>
          <p:nvPr/>
        </p:nvSpPr>
        <p:spPr>
          <a:xfrm rot="0">
            <a:off x="2962275" y="4457700"/>
            <a:ext cx="18764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z = -1 bohr</a:t>
            </a:r>
          </a:p>
        </p:txBody>
      </p:sp>
      <p:pic>
        <p:nvPicPr>
          <p:cNvPr id="84" name="">
            <a:extLst>
              <a:ext uri="{FF2B5EF4-FFF2-40B4-BE49-F238E27FC236}">
                <ns2:creationId id="{F682E9E4-C5BF-4E63-BC4D-ADF81E3A570C}"/>
              </a:ext>
            </a:extLst>
          </p:cNvPr>
          <p:cNvPicPr>
            <a:picLocks noChangeAspect="1"/>
          </p:cNvPicPr>
          <p:nvPr/>
        </p:nvPicPr>
        <p:blipFill>
          <a:blip r:embed="R2004a92c0b3a4cac"/>
          <a:stretch/>
        </p:blipFill>
        <p:spPr>
          <a:xfrm>
            <a:off x="2962275" y="4752975"/>
            <a:ext cx="1876425" cy="1876425"/>
          </a:xfrm>
          <a:prstGeom prst="rect">
            <a:avLst/>
          </a:prstGeom>
        </p:spPr>
      </p:pic>
      <p:sp>
        <p:nvSpPr>
          <p:cNvPr id="85" name="text_084">
            <a:extLst>
              <a:ext uri="{FF2B5EF4-FFF2-40B4-BE49-F238E27FC236}">
                <ns2:creationId id="{334B6269-84CF-4775-A9C7-B8C3666D44A5}"/>
              </a:ext>
            </a:extLst>
          </p:cNvPr>
          <p:cNvSpPr>
            <a:spLocks noGrp="1"/>
          </p:cNvSpPr>
          <p:nvPr/>
        </p:nvSpPr>
        <p:spPr>
          <a:xfrm rot="0">
            <a:off x="2800350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-6</a:t>
            </a:r>
          </a:p>
        </p:txBody>
      </p:sp>
      <p:sp>
        <p:nvSpPr>
          <p:cNvPr id="86" name="text_085">
            <a:extLst>
              <a:ext uri="{FF2B5EF4-FFF2-40B4-BE49-F238E27FC236}">
                <ns2:creationId id="{3BF83601-717C-428E-9BCF-E600587487C1}"/>
              </a:ext>
            </a:extLst>
          </p:cNvPr>
          <p:cNvSpPr>
            <a:spLocks noGrp="1"/>
          </p:cNvSpPr>
          <p:nvPr/>
        </p:nvSpPr>
        <p:spPr>
          <a:xfrm rot="0">
            <a:off x="3738563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7" name="text_086">
            <a:extLst>
              <a:ext uri="{FF2B5EF4-FFF2-40B4-BE49-F238E27FC236}">
                <ns2:creationId id="{2CF756E5-D23A-4313-B2CE-C439DAD3F1AD}"/>
              </a:ext>
            </a:extLst>
          </p:cNvPr>
          <p:cNvSpPr>
            <a:spLocks noGrp="1"/>
          </p:cNvSpPr>
          <p:nvPr/>
        </p:nvSpPr>
        <p:spPr>
          <a:xfrm rot="0">
            <a:off x="4676775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8" name="text_087">
            <a:extLst>
              <a:ext uri="{FF2B5EF4-FFF2-40B4-BE49-F238E27FC236}">
                <ns2:creationId id="{FCBB67AF-8754-4C74-BD56-A7E1352CE568}"/>
              </a:ext>
            </a:extLst>
          </p:cNvPr>
          <p:cNvSpPr>
            <a:spLocks noGrp="1"/>
          </p:cNvSpPr>
          <p:nvPr/>
        </p:nvSpPr>
        <p:spPr>
          <a:xfrm rot="0">
            <a:off x="2962275" y="6886575"/>
            <a:ext cx="18764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 (bohr)</a:t>
            </a:r>
          </a:p>
        </p:txBody>
      </p:sp>
      <p:sp>
        <p:nvSpPr>
          <p:cNvPr id="89" name="text_088">
            <a:extLst>
              <a:ext uri="{FF2B5EF4-FFF2-40B4-BE49-F238E27FC236}">
                <ns2:creationId id="{A3DA1548-AEF2-4FB5-99AB-0E42CF0754BC}"/>
              </a:ext>
            </a:extLst>
          </p:cNvPr>
          <p:cNvSpPr>
            <a:spLocks noGrp="1"/>
          </p:cNvSpPr>
          <p:nvPr/>
        </p:nvSpPr>
        <p:spPr>
          <a:xfrm rot="0">
            <a:off x="5467350" y="4457700"/>
            <a:ext cx="18764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z = 0 bohr</a:t>
            </a:r>
          </a:p>
        </p:txBody>
      </p:sp>
      <p:pic>
        <p:nvPicPr>
          <p:cNvPr id="90" name="">
            <a:extLst>
              <a:ext uri="{FF2B5EF4-FFF2-40B4-BE49-F238E27FC236}">
                <ns2:creationId id="{C01DE0F1-0CBB-4226-93FE-A055C36A7253}"/>
              </a:ext>
            </a:extLst>
          </p:cNvPr>
          <p:cNvPicPr>
            <a:picLocks noChangeAspect="1"/>
          </p:cNvPicPr>
          <p:nvPr/>
        </p:nvPicPr>
        <p:blipFill>
          <a:blip r:embed="R355e38ca7c6b4f69"/>
          <a:stretch/>
        </p:blipFill>
        <p:spPr>
          <a:xfrm>
            <a:off x="5467350" y="4752975"/>
            <a:ext cx="1876425" cy="1876425"/>
          </a:xfrm>
          <a:prstGeom prst="rect">
            <a:avLst/>
          </a:prstGeom>
        </p:spPr>
      </p:pic>
      <p:sp>
        <p:nvSpPr>
          <p:cNvPr id="91" name="text_090">
            <a:extLst>
              <a:ext uri="{FF2B5EF4-FFF2-40B4-BE49-F238E27FC236}">
                <ns2:creationId id="{01826D8A-C52B-4B61-886C-FE1758CFDC0B}"/>
              </a:ext>
            </a:extLst>
          </p:cNvPr>
          <p:cNvSpPr>
            <a:spLocks noGrp="1"/>
          </p:cNvSpPr>
          <p:nvPr/>
        </p:nvSpPr>
        <p:spPr>
          <a:xfrm rot="0">
            <a:off x="5305425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-6</a:t>
            </a:r>
          </a:p>
        </p:txBody>
      </p:sp>
      <p:sp>
        <p:nvSpPr>
          <p:cNvPr id="92" name="text_091">
            <a:extLst>
              <a:ext uri="{FF2B5EF4-FFF2-40B4-BE49-F238E27FC236}">
                <ns2:creationId id="{826410EA-35F1-4D04-BFC9-EE171F068A8D}"/>
              </a:ext>
            </a:extLst>
          </p:cNvPr>
          <p:cNvSpPr>
            <a:spLocks noGrp="1"/>
          </p:cNvSpPr>
          <p:nvPr/>
        </p:nvSpPr>
        <p:spPr>
          <a:xfrm rot="0">
            <a:off x="6243638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3" name="text_092">
            <a:extLst>
              <a:ext uri="{FF2B5EF4-FFF2-40B4-BE49-F238E27FC236}">
                <ns2:creationId id="{C462C3BD-343E-452D-B4B0-00007E7F4043}"/>
              </a:ext>
            </a:extLst>
          </p:cNvPr>
          <p:cNvSpPr>
            <a:spLocks noGrp="1"/>
          </p:cNvSpPr>
          <p:nvPr/>
        </p:nvSpPr>
        <p:spPr>
          <a:xfrm rot="0">
            <a:off x="7181850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94" name="text_093">
            <a:extLst>
              <a:ext uri="{FF2B5EF4-FFF2-40B4-BE49-F238E27FC236}">
                <ns2:creationId id="{3D4F58BE-5E77-4D7B-87F5-0EE85CAB3416}"/>
              </a:ext>
            </a:extLst>
          </p:cNvPr>
          <p:cNvSpPr>
            <a:spLocks noGrp="1"/>
          </p:cNvSpPr>
          <p:nvPr/>
        </p:nvSpPr>
        <p:spPr>
          <a:xfrm rot="0">
            <a:off x="5467350" y="6886575"/>
            <a:ext cx="18764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 (bohr)</a:t>
            </a:r>
          </a:p>
        </p:txBody>
      </p:sp>
      <p:sp>
        <p:nvSpPr>
          <p:cNvPr id="95" name="text_094">
            <a:extLst>
              <a:ext uri="{FF2B5EF4-FFF2-40B4-BE49-F238E27FC236}">
                <ns2:creationId id="{23AC7531-BA6B-43A9-881C-131C1C4B7FC8}"/>
              </a:ext>
            </a:extLst>
          </p:cNvPr>
          <p:cNvSpPr>
            <a:spLocks noGrp="1"/>
          </p:cNvSpPr>
          <p:nvPr/>
        </p:nvSpPr>
        <p:spPr>
          <a:xfrm rot="0">
            <a:off x="7972425" y="4457700"/>
            <a:ext cx="18764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z = 1 bohr</a:t>
            </a:r>
          </a:p>
        </p:txBody>
      </p:sp>
      <p:pic>
        <p:nvPicPr>
          <p:cNvPr id="96" name="">
            <a:extLst>
              <a:ext uri="{FF2B5EF4-FFF2-40B4-BE49-F238E27FC236}">
                <ns2:creationId id="{E4AD160B-4F2D-4EC8-8502-9D4180E9EAE4}"/>
              </a:ext>
            </a:extLst>
          </p:cNvPr>
          <p:cNvPicPr>
            <a:picLocks noChangeAspect="1"/>
          </p:cNvPicPr>
          <p:nvPr/>
        </p:nvPicPr>
        <p:blipFill>
          <a:blip r:embed="R010b6224ce034ffe"/>
          <a:stretch/>
        </p:blipFill>
        <p:spPr>
          <a:xfrm>
            <a:off x="7972425" y="4752975"/>
            <a:ext cx="1876425" cy="1876425"/>
          </a:xfrm>
          <a:prstGeom prst="rect">
            <a:avLst/>
          </a:prstGeom>
        </p:spPr>
      </p:pic>
      <p:sp>
        <p:nvSpPr>
          <p:cNvPr id="97" name="text_096">
            <a:extLst>
              <a:ext uri="{FF2B5EF4-FFF2-40B4-BE49-F238E27FC236}">
                <ns2:creationId id="{6DB767D0-9A2D-4E6B-AB0D-5CFCB8CA1F4D}"/>
              </a:ext>
            </a:extLst>
          </p:cNvPr>
          <p:cNvSpPr>
            <a:spLocks noGrp="1"/>
          </p:cNvSpPr>
          <p:nvPr/>
        </p:nvSpPr>
        <p:spPr>
          <a:xfrm rot="0">
            <a:off x="7810500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-6</a:t>
            </a:r>
          </a:p>
        </p:txBody>
      </p:sp>
      <p:sp>
        <p:nvSpPr>
          <p:cNvPr id="98" name="text_097">
            <a:extLst>
              <a:ext uri="{FF2B5EF4-FFF2-40B4-BE49-F238E27FC236}">
                <ns2:creationId id="{E7E92782-63E4-4D5B-9AF5-B842FB5024C1}"/>
              </a:ext>
            </a:extLst>
          </p:cNvPr>
          <p:cNvSpPr>
            <a:spLocks noGrp="1"/>
          </p:cNvSpPr>
          <p:nvPr/>
        </p:nvSpPr>
        <p:spPr>
          <a:xfrm rot="0">
            <a:off x="8748713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9" name="text_098">
            <a:extLst>
              <a:ext uri="{FF2B5EF4-FFF2-40B4-BE49-F238E27FC236}">
                <ns2:creationId id="{93A79F1F-1D43-42C3-B7F3-14521AEC9296}"/>
              </a:ext>
            </a:extLst>
          </p:cNvPr>
          <p:cNvSpPr>
            <a:spLocks noGrp="1"/>
          </p:cNvSpPr>
          <p:nvPr/>
        </p:nvSpPr>
        <p:spPr>
          <a:xfrm rot="0">
            <a:off x="9686925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0" name="text_099">
            <a:extLst>
              <a:ext uri="{FF2B5EF4-FFF2-40B4-BE49-F238E27FC236}">
                <ns2:creationId id="{12391E8F-B74F-4439-BA06-4B28410F66F1}"/>
              </a:ext>
            </a:extLst>
          </p:cNvPr>
          <p:cNvSpPr>
            <a:spLocks noGrp="1"/>
          </p:cNvSpPr>
          <p:nvPr/>
        </p:nvSpPr>
        <p:spPr>
          <a:xfrm rot="0">
            <a:off x="7972425" y="6886575"/>
            <a:ext cx="18764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 (bohr)</a:t>
            </a:r>
          </a:p>
        </p:txBody>
      </p:sp>
      <p:sp>
        <p:nvSpPr>
          <p:cNvPr id="101" name="text_100">
            <a:extLst>
              <a:ext uri="{FF2B5EF4-FFF2-40B4-BE49-F238E27FC236}">
                <ns2:creationId id="{65C5D942-1C40-4FF0-AE7A-6E3E69BAB0F6}"/>
              </a:ext>
            </a:extLst>
          </p:cNvPr>
          <p:cNvSpPr>
            <a:spLocks noGrp="1"/>
          </p:cNvSpPr>
          <p:nvPr/>
        </p:nvSpPr>
        <p:spPr>
          <a:xfrm rot="0">
            <a:off x="10477500" y="4457700"/>
            <a:ext cx="18764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z = 2 bohr</a:t>
            </a:r>
          </a:p>
        </p:txBody>
      </p:sp>
      <p:pic>
        <p:nvPicPr>
          <p:cNvPr id="102" name="">
            <a:extLst>
              <a:ext uri="{FF2B5EF4-FFF2-40B4-BE49-F238E27FC236}">
                <ns2:creationId id="{DF479F64-160E-45E5-9065-7A062DC9D6BC}"/>
              </a:ext>
            </a:extLst>
          </p:cNvPr>
          <p:cNvPicPr>
            <a:picLocks noChangeAspect="1"/>
          </p:cNvPicPr>
          <p:nvPr/>
        </p:nvPicPr>
        <p:blipFill>
          <a:blip r:embed="R0171dcdb745a43db"/>
          <a:stretch/>
        </p:blipFill>
        <p:spPr>
          <a:xfrm>
            <a:off x="10477500" y="4752975"/>
            <a:ext cx="1876425" cy="1876425"/>
          </a:xfrm>
          <a:prstGeom prst="rect">
            <a:avLst/>
          </a:prstGeom>
        </p:spPr>
      </p:pic>
      <p:sp>
        <p:nvSpPr>
          <p:cNvPr id="103" name="text_102">
            <a:extLst>
              <a:ext uri="{FF2B5EF4-FFF2-40B4-BE49-F238E27FC236}">
                <ns2:creationId id="{694C29AB-5300-41B9-A1DD-15F3BAFEA74E}"/>
              </a:ext>
            </a:extLst>
          </p:cNvPr>
          <p:cNvSpPr>
            <a:spLocks noGrp="1"/>
          </p:cNvSpPr>
          <p:nvPr/>
        </p:nvSpPr>
        <p:spPr>
          <a:xfrm rot="0">
            <a:off x="10315575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-6</a:t>
            </a:r>
          </a:p>
        </p:txBody>
      </p:sp>
      <p:sp>
        <p:nvSpPr>
          <p:cNvPr id="104" name="text_103">
            <a:extLst>
              <a:ext uri="{FF2B5EF4-FFF2-40B4-BE49-F238E27FC236}">
                <ns2:creationId id="{314A50BD-D015-4B53-94AF-9E70249DACDF}"/>
              </a:ext>
            </a:extLst>
          </p:cNvPr>
          <p:cNvSpPr>
            <a:spLocks noGrp="1"/>
          </p:cNvSpPr>
          <p:nvPr/>
        </p:nvSpPr>
        <p:spPr>
          <a:xfrm rot="0">
            <a:off x="11253788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5" name="text_104">
            <a:extLst>
              <a:ext uri="{FF2B5EF4-FFF2-40B4-BE49-F238E27FC236}">
                <ns2:creationId id="{5B3056A4-BE5D-4A8B-B99C-F60C7342B606}"/>
              </a:ext>
            </a:extLst>
          </p:cNvPr>
          <p:cNvSpPr>
            <a:spLocks noGrp="1"/>
          </p:cNvSpPr>
          <p:nvPr/>
        </p:nvSpPr>
        <p:spPr>
          <a:xfrm rot="0">
            <a:off x="12192000" y="6677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06" name="text_105">
            <a:extLst>
              <a:ext uri="{FF2B5EF4-FFF2-40B4-BE49-F238E27FC236}">
                <ns2:creationId id="{D65752C1-29DD-4E85-91E8-C38BAC2AA2A4}"/>
              </a:ext>
            </a:extLst>
          </p:cNvPr>
          <p:cNvSpPr>
            <a:spLocks noGrp="1"/>
          </p:cNvSpPr>
          <p:nvPr/>
        </p:nvSpPr>
        <p:spPr>
          <a:xfrm rot="0">
            <a:off x="10477500" y="6886575"/>
            <a:ext cx="18764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x (bohr)</a:t>
            </a:r>
          </a:p>
        </p:txBody>
      </p:sp>
    </p:spTree>
    <p:extLst>
      <p:ext uri="{BB962C8B-B14F-4D97-AF65-F5344CB8AC3E}">
        <ns4:creationId val="1464075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2026-10-22T02:08:00.0530000Z</dcterms:created>
  <dcterms:modified xsi:type="dcterms:W3CDTF">2026-10-22T02:08:00.0530000Z</dcterms:modified>
</coreProperties>
</file>