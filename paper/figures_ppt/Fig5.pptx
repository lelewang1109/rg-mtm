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39708196648e7" /><Relationship Type="http://schemas.openxmlformats.org/officeDocument/2006/relationships/extended-properties" Target="/docProps/app.xml" Id="R34fab15d533d48fe" /><Relationship Type="http://schemas.openxmlformats.org/officeDocument/2006/relationships/officeDocument" Target="/ppt/presentation.xml" Id="R8e4be160a70f4c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7c1c465154356"/>
  </p:sldMasterIdLst>
  <p:notesMasterIdLst>
    <p:notesMasterId xmlns:r="http://schemas.openxmlformats.org/officeDocument/2006/relationships" r:id="R7845b33e1c214b67"/>
  </p:notesMasterIdLst>
  <p:sldIdLst>
    <p:sldId xmlns:r="http://schemas.openxmlformats.org/officeDocument/2006/relationships" id="256" r:id="R0ad25ff5c4bd449e"/>
  </p:sldIdLst>
  <p:sldSz cx="14287500" cy="419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8cd7a6c7a94679" /><Relationship Type="http://schemas.openxmlformats.org/officeDocument/2006/relationships/slideMaster" Target="/ppt/slideMasters/slideMaster1.xml" Id="R7097c1c465154356" /><Relationship Type="http://schemas.openxmlformats.org/officeDocument/2006/relationships/notesMaster" Target="/ppt/notesMasters/notesMaster1.xml" Id="R7845b33e1c214b67" /><Relationship Type="http://schemas.openxmlformats.org/officeDocument/2006/relationships/presProps" Target="/ppt/presProps.xml" Id="Rc8090e69902141e0" /><Relationship Type="http://schemas.openxmlformats.org/officeDocument/2006/relationships/tableStyles" Target="/ppt/tableStyles.xml" Id="R4394a467559a4f8d" /><Relationship Type="http://schemas.openxmlformats.org/officeDocument/2006/relationships/slide" Target="/ppt/slides/slide1.xml" Id="R0ad25ff5c4bd44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fc5ccd46e44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f4253453fa4433" /><Relationship Type="http://schemas.openxmlformats.org/officeDocument/2006/relationships/notesMaster" Target="/ppt/notesMasters/notesMaster1.xml" Id="R9fd960e2f233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 and Phi are frame means under a common maximum scalar budget. Working-point x coordinates are sequence maxima, y coordinates are mean tau. Open markers use LCA filling, filled markers use optimal filling of the same order. The implemented orders need not attain F at their global budget.</a:t>
            </a:r>
          </a:p>
          <a:p xmlns:a="http://schemas.openxmlformats.org/drawingml/2006/main">
            <a:r>
              <a:t>Caption: Exact small-tree attainable position–topology frontiers for all five current 2D sequences. The staircase F and certified lower bound Φ use a common scalar budget across frames. Green points show achieved orders under P, R2, R20 and R∞, with filled points for optimal filling and open points for implemented LCA filling.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7102f7bdb44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3591f2e5e48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4dda8b2f040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96863cd074f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84e0ab6d64e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8ce72b7414d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5D8565-AE51-4159-81AE-55DDBA5D5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1583267"/>
            <a:ext cx="11430000" cy="605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118D24-7A81-4C0E-8167-F8D4537D38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43125" y="2305050"/>
            <a:ext cx="10001250" cy="465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51C869-B5B3-4BB7-B392-D6F2F655A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1746250"/>
            <a:ext cx="11430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6EE118-6D12-4164-A653-A682BAFF4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325967"/>
            <a:ext cx="12680156" cy="51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A507EF-4575-4F62-8CDE-495323F03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1164167"/>
            <a:ext cx="12680156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7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59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22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985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47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10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573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35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298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4271DC-BBA1-4753-8089-93A579093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325967"/>
            <a:ext cx="12680156" cy="51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C1D32F-696C-453C-B8B9-1C48FD5B8F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1164167"/>
            <a:ext cx="5893594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7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59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22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985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47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10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573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35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298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488BBE-0EBD-43F3-8656-E54F1E600B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90234" y="1164167"/>
            <a:ext cx="5893594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7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59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22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985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47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10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573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35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298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2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6FFCD0-FBFA-4C4B-86BC-1EBFA03A5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325967"/>
            <a:ext cx="12680156" cy="51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0123C0-BCEE-4BB4-9D11-1F3654DB86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1164167"/>
            <a:ext cx="5893594" cy="26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97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259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22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985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847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710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57300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43567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29833" indent="-139700" algn="l">
              <a:lnSpc>
                <a:spcPct val="110000"/>
              </a:lnSpc>
              <a:spcBef>
                <a:spcPts val="0"/>
              </a:spcBef>
              <a:spcAft>
                <a:spcPts val="733"/>
              </a:spcAft>
              <a:buChar char="•"/>
              <a:defRPr sz="1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88774f507b4c59" /><Relationship Type="http://schemas.openxmlformats.org/officeDocument/2006/relationships/slideLayout" Target="/ppt/slideLayouts/slideLayout1.xml" Id="Ra03e6ab7d2864d38" /><Relationship Type="http://schemas.openxmlformats.org/officeDocument/2006/relationships/slideLayout" Target="/ppt/slideLayouts/slideLayout2.xml" Id="R89c53cd5d3e74793" /><Relationship Type="http://schemas.openxmlformats.org/officeDocument/2006/relationships/slideLayout" Target="/ppt/slideLayouts/slideLayout3.xml" Id="R19ed5a9f34e24d0b" /><Relationship Type="http://schemas.openxmlformats.org/officeDocument/2006/relationships/slideLayout" Target="/ppt/slideLayouts/slideLayout4.xml" Id="R2f4aac97ca054381" /><Relationship Type="http://schemas.openxmlformats.org/officeDocument/2006/relationships/slideLayout" Target="/ppt/slideLayouts/slideLayout5.xml" Id="R8399a8a391174a51" /><Relationship Type="http://schemas.openxmlformats.org/officeDocument/2006/relationships/slideLayout" Target="/ppt/slideLayouts/slideLayout6.xml" Id="R319fd238d28240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e6ab7d2864d38"/>
    <p:sldLayoutId xmlns:r="http://schemas.openxmlformats.org/officeDocument/2006/relationships" id="2147483650" r:id="R89c53cd5d3e74793"/>
    <p:sldLayoutId xmlns:r="http://schemas.openxmlformats.org/officeDocument/2006/relationships" id="2147483651" r:id="R19ed5a9f34e24d0b"/>
    <p:sldLayoutId xmlns:r="http://schemas.openxmlformats.org/officeDocument/2006/relationships" id="2147483652" r:id="R2f4aac97ca054381"/>
    <p:sldLayoutId xmlns:r="http://schemas.openxmlformats.org/officeDocument/2006/relationships" id="2147483653" r:id="R8399a8a391174a51"/>
    <p:sldLayoutId xmlns:r="http://schemas.openxmlformats.org/officeDocument/2006/relationships" id="2147483654" r:id="R319fd238d282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ef238375454479" /><Relationship Type="http://schemas.openxmlformats.org/officeDocument/2006/relationships/chart" Target="/ppt/slides/charts/chart1.xml" Id="R3fe300061d944fd2" /><Relationship Type="http://schemas.openxmlformats.org/officeDocument/2006/relationships/chart" Target="/ppt/slides/charts/chart2.xml" Id="R1690172561004f65" /><Relationship Type="http://schemas.openxmlformats.org/officeDocument/2006/relationships/chart" Target="/ppt/slides/charts/chart3.xml" Id="Re5b308f6c35844b2" /><Relationship Type="http://schemas.openxmlformats.org/officeDocument/2006/relationships/chart" Target="/ppt/slides/charts/chart4.xml" Id="R9d0cbc572bda4ed6" /><Relationship Type="http://schemas.openxmlformats.org/officeDocument/2006/relationships/chart" Target="/ppt/slides/charts/chart5.xml" Id="R5b4d00c5d1454383" /><Relationship Type="http://schemas.openxmlformats.org/officeDocument/2006/relationships/notesSlide" Target="/ppt/notesSlides/notesSlide1.xml" Id="R1f787ca14de74ad3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Exact frontier F</c:v>
          </c:tx>
          <c:spPr>
            <a:noFill xmlns:a="http://schemas.openxmlformats.org/drawingml/2006/main"/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450"/>
              <c:pt idx="0">
                <c:v>0</c:v>
              </c:pt>
              <c:pt idx="1">
                <c:v>0.002252052669056858</c:v>
              </c:pt>
              <c:pt idx="2">
                <c:v>0.002252052669056858</c:v>
              </c:pt>
              <c:pt idx="3">
                <c:v>0.002667417650689099</c:v>
              </c:pt>
              <c:pt idx="4">
                <c:v>0.002667417650689099</c:v>
              </c:pt>
              <c:pt idx="5">
                <c:v>0.002718788031746794</c:v>
              </c:pt>
              <c:pt idx="6">
                <c:v>0.002718788031746794</c:v>
              </c:pt>
              <c:pt idx="7">
                <c:v>0.009351631370903224</c:v>
              </c:pt>
              <c:pt idx="8">
                <c:v>0.009351631370903224</c:v>
              </c:pt>
              <c:pt idx="9">
                <c:v>0.01324046303933057</c:v>
              </c:pt>
              <c:pt idx="10">
                <c:v>0.01324046303933057</c:v>
              </c:pt>
              <c:pt idx="11">
                <c:v>0.014033448104779966</c:v>
              </c:pt>
              <c:pt idx="12">
                <c:v>0.014033448104779966</c:v>
              </c:pt>
              <c:pt idx="13">
                <c:v>0.01943024637344942</c:v>
              </c:pt>
              <c:pt idx="14">
                <c:v>0.01943024637344942</c:v>
              </c:pt>
              <c:pt idx="15">
                <c:v>0.03158041103959923</c:v>
              </c:pt>
              <c:pt idx="16">
                <c:v>0.03158041103959923</c:v>
              </c:pt>
              <c:pt idx="17">
                <c:v>0.033446968075013815</c:v>
              </c:pt>
              <c:pt idx="18">
                <c:v>0.033446968075013815</c:v>
              </c:pt>
              <c:pt idx="19">
                <c:v>0.04037310972147003</c:v>
              </c:pt>
              <c:pt idx="20">
                <c:v>0.04037310972147003</c:v>
              </c:pt>
              <c:pt idx="21">
                <c:v>0.043732918165262286</c:v>
              </c:pt>
              <c:pt idx="22">
                <c:v>0.043732918165262286</c:v>
              </c:pt>
              <c:pt idx="23">
                <c:v>0.044688761249184576</c:v>
              </c:pt>
              <c:pt idx="24">
                <c:v>0.044688761249184576</c:v>
              </c:pt>
              <c:pt idx="25">
                <c:v>0.047183182579732585</c:v>
              </c:pt>
              <c:pt idx="26">
                <c:v>0.047183182579732585</c:v>
              </c:pt>
              <c:pt idx="27">
                <c:v>0.07187764413911589</c:v>
              </c:pt>
              <c:pt idx="28">
                <c:v>0.07187764413911589</c:v>
              </c:pt>
              <c:pt idx="29">
                <c:v>0.08027305479823353</c:v>
              </c:pt>
              <c:pt idx="30">
                <c:v>0.08027305479823353</c:v>
              </c:pt>
              <c:pt idx="31">
                <c:v>0.08563167304010408</c:v>
              </c:pt>
              <c:pt idx="32">
                <c:v>0.08563167304010408</c:v>
              </c:pt>
              <c:pt idx="33">
                <c:v>0.09181474862502124</c:v>
              </c:pt>
              <c:pt idx="34">
                <c:v>0.09181474862502124</c:v>
              </c:pt>
              <c:pt idx="35">
                <c:v>0.10438427983726947</c:v>
              </c:pt>
              <c:pt idx="36">
                <c:v>0.10438427983726947</c:v>
              </c:pt>
              <c:pt idx="37">
                <c:v>0.10448062015769456</c:v>
              </c:pt>
              <c:pt idx="38">
                <c:v>0.10448062015769456</c:v>
              </c:pt>
              <c:pt idx="39">
                <c:v>0.11910800805338122</c:v>
              </c:pt>
              <c:pt idx="40">
                <c:v>0.11910800805338122</c:v>
              </c:pt>
              <c:pt idx="41">
                <c:v>0.13975083228883003</c:v>
              </c:pt>
              <c:pt idx="42">
                <c:v>0.13975083228883003</c:v>
              </c:pt>
              <c:pt idx="43">
                <c:v>0.1974308330015172</c:v>
              </c:pt>
              <c:pt idx="44">
                <c:v>0.1974308330015172</c:v>
              </c:pt>
              <c:pt idx="45">
                <c:v>0.20655724103365372</c:v>
              </c:pt>
              <c:pt idx="46">
                <c:v>0.20655724103365372</c:v>
              </c:pt>
              <c:pt idx="47">
                <c:v>0.21887447901258494</c:v>
              </c:pt>
              <c:pt idx="48">
                <c:v>0.21887447901258494</c:v>
              </c:pt>
              <c:pt idx="49">
                <c:v>0.22991578145830682</c:v>
              </c:pt>
              <c:pt idx="50">
                <c:v>0.22991578145830682</c:v>
              </c:pt>
              <c:pt idx="51">
                <c:v>0.24360370152696334</c:v>
              </c:pt>
              <c:pt idx="52">
                <c:v>0.24360370152696334</c:v>
              </c:pt>
              <c:pt idx="53">
                <c:v>0.24571530670915126</c:v>
              </c:pt>
              <c:pt idx="54">
                <c:v>0.24571530670915126</c:v>
              </c:pt>
              <c:pt idx="55">
                <c:v>0.28282063810483854</c:v>
              </c:pt>
              <c:pt idx="56">
                <c:v>0.28282063810483854</c:v>
              </c:pt>
              <c:pt idx="57">
                <c:v>0.30877358946820743</c:v>
              </c:pt>
              <c:pt idx="58">
                <c:v>0.30877358946820743</c:v>
              </c:pt>
              <c:pt idx="59">
                <c:v>0.31239450023010307</c:v>
              </c:pt>
              <c:pt idx="60">
                <c:v>0.31239450023010307</c:v>
              </c:pt>
              <c:pt idx="61">
                <c:v>0.31284070861212643</c:v>
              </c:pt>
              <c:pt idx="62">
                <c:v>0.31284070861212643</c:v>
              </c:pt>
              <c:pt idx="63">
                <c:v>0.38632591866094196</c:v>
              </c:pt>
              <c:pt idx="64">
                <c:v>0.38632591866094196</c:v>
              </c:pt>
              <c:pt idx="65">
                <c:v>0.3982402167583406</c:v>
              </c:pt>
              <c:pt idx="66">
                <c:v>0.3982402167583406</c:v>
              </c:pt>
              <c:pt idx="67">
                <c:v>0.4428266354446047</c:v>
              </c:pt>
              <c:pt idx="68">
                <c:v>0.4428266354446047</c:v>
              </c:pt>
              <c:pt idx="69">
                <c:v>0.4912777545119961</c:v>
              </c:pt>
              <c:pt idx="70">
                <c:v>0.4912777545119961</c:v>
              </c:pt>
              <c:pt idx="71">
                <c:v>0.5</c:v>
              </c:pt>
              <c:pt idx="72">
                <c:v>0.5</c:v>
              </c:pt>
              <c:pt idx="73">
                <c:v>0.6433427320849572</c:v>
              </c:pt>
              <c:pt idx="74">
                <c:v>0.6433427320849572</c:v>
              </c:pt>
              <c:pt idx="75">
                <c:v>0.6530267899600377</c:v>
              </c:pt>
              <c:pt idx="76">
                <c:v>0.6530267899600377</c:v>
              </c:pt>
              <c:pt idx="77">
                <c:v>0.7169333815719647</c:v>
              </c:pt>
              <c:pt idx="78">
                <c:v>0.7169333815719647</c:v>
              </c:pt>
              <c:pt idx="79">
                <c:v>0.7311531515159725</c:v>
              </c:pt>
              <c:pt idx="80">
                <c:v>0.7311531515159725</c:v>
              </c:pt>
              <c:pt idx="81">
                <c:v>0.7666326528200673</c:v>
              </c:pt>
              <c:pt idx="82">
                <c:v>0.7666326528200673</c:v>
              </c:pt>
              <c:pt idx="83">
                <c:v>0.7691388293529847</c:v>
              </c:pt>
              <c:pt idx="84">
                <c:v>0.7691388293529847</c:v>
              </c:pt>
              <c:pt idx="85">
                <c:v>0.8493415954470873</c:v>
              </c:pt>
              <c:pt idx="86">
                <c:v>0.8493415954470873</c:v>
              </c:pt>
              <c:pt idx="87">
                <c:v>0.8588028729636834</c:v>
              </c:pt>
              <c:pt idx="88">
                <c:v>0.8588028729636834</c:v>
              </c:pt>
              <c:pt idx="89">
                <c:v>0.8766539758270908</c:v>
              </c:pt>
              <c:pt idx="90">
                <c:v>0.8766539758270908</c:v>
              </c:pt>
              <c:pt idx="91">
                <c:v>0.9036305779644066</c:v>
              </c:pt>
              <c:pt idx="92">
                <c:v>0.9036305779644066</c:v>
              </c:pt>
              <c:pt idx="93">
                <c:v>0.9960772814290508</c:v>
              </c:pt>
              <c:pt idx="94">
                <c:v>0.9960772814290508</c:v>
              </c:pt>
              <c:pt idx="95">
                <c:v>1</c:v>
              </c:pt>
              <c:pt idx="96">
                <c:v>1</c:v>
              </c:pt>
              <c:pt idx="97">
                <c:v>1.1533739287265037</c:v>
              </c:pt>
              <c:pt idx="98">
                <c:v>1.1533739287265037</c:v>
              </c:pt>
              <c:pt idx="99">
                <c:v>1.2140475609699946</c:v>
              </c:pt>
              <c:pt idx="100">
                <c:v>1.2140475609699946</c:v>
              </c:pt>
              <c:pt idx="101">
                <c:v>1.2415183723388412</c:v>
              </c:pt>
              <c:pt idx="102">
                <c:v>1.2415183723388412</c:v>
              </c:pt>
              <c:pt idx="103">
                <c:v>1.2478848001139158</c:v>
              </c:pt>
              <c:pt idx="104">
                <c:v>1.2478848001139158</c:v>
              </c:pt>
              <c:pt idx="105">
                <c:v>1.2495827175170047</c:v>
              </c:pt>
              <c:pt idx="106">
                <c:v>1.2495827175170047</c:v>
              </c:pt>
              <c:pt idx="107">
                <c:v>1.3033808449451074</c:v>
              </c:pt>
              <c:pt idx="108">
                <c:v>1.3033808449451074</c:v>
              </c:pt>
              <c:pt idx="109">
                <c:v>1.3082762254813134</c:v>
              </c:pt>
              <c:pt idx="110">
                <c:v>1.3082762254813134</c:v>
              </c:pt>
              <c:pt idx="111">
                <c:v>1.356349941098569</c:v>
              </c:pt>
              <c:pt idx="112">
                <c:v>1.356349941098569</c:v>
              </c:pt>
              <c:pt idx="113">
                <c:v>1.4003758450364463</c:v>
              </c:pt>
              <c:pt idx="114">
                <c:v>1.4003758450364463</c:v>
              </c:pt>
              <c:pt idx="115">
                <c:v>1.4909281357462327</c:v>
              </c:pt>
              <c:pt idx="116">
                <c:v>1.4909281357462327</c:v>
              </c:pt>
              <c:pt idx="117">
                <c:v>1.4972858667001063</c:v>
              </c:pt>
              <c:pt idx="118">
                <c:v>1.4972858667001063</c:v>
              </c:pt>
              <c:pt idx="119">
                <c:v>1.6379966423927856</c:v>
              </c:pt>
              <c:pt idx="120">
                <c:v>1.6379966423927856</c:v>
              </c:pt>
              <c:pt idx="121">
                <c:v>1.665985748192629</c:v>
              </c:pt>
              <c:pt idx="122">
                <c:v>1.665985748192629</c:v>
              </c:pt>
              <c:pt idx="123">
                <c:v>1.7900664882461448</c:v>
              </c:pt>
              <c:pt idx="124">
                <c:v>1.7900664882461448</c:v>
              </c:pt>
              <c:pt idx="125">
                <c:v>1.9460882443859513</c:v>
              </c:pt>
              <c:pt idx="126">
                <c:v>1.9460882443859513</c:v>
              </c:pt>
              <c:pt idx="127">
                <c:v>1.9511118911729453</c:v>
              </c:pt>
              <c:pt idx="128">
                <c:v>1.9511118911729453</c:v>
              </c:pt>
              <c:pt idx="129">
                <c:v>2</c:v>
              </c:pt>
              <c:pt idx="130">
                <c:v>2</c:v>
              </c:pt>
              <c:pt idx="131">
                <c:v>2.183618889344224</c:v>
              </c:pt>
              <c:pt idx="132">
                <c:v>2.183618889344224</c:v>
              </c:pt>
              <c:pt idx="133">
                <c:v>2.201522172907955</c:v>
              </c:pt>
              <c:pt idx="134">
                <c:v>2.201522172907955</c:v>
              </c:pt>
              <c:pt idx="135">
                <c:v>2.315841684992839</c:v>
              </c:pt>
              <c:pt idx="136">
                <c:v>2.315841684992839</c:v>
              </c:pt>
              <c:pt idx="137">
                <c:v>2.4953364587389566</c:v>
              </c:pt>
              <c:pt idx="138">
                <c:v>2.4953364587389566</c:v>
              </c:pt>
              <c:pt idx="139">
                <c:v>2.6675368799733175</c:v>
              </c:pt>
              <c:pt idx="140">
                <c:v>2.6675368799733175</c:v>
              </c:pt>
              <c:pt idx="141">
                <c:v>2.680857665575116</c:v>
              </c:pt>
              <c:pt idx="142">
                <c:v>2.680857665575116</c:v>
              </c:pt>
              <c:pt idx="143">
                <c:v>2.751455914802219</c:v>
              </c:pt>
              <c:pt idx="144">
                <c:v>2.751455914802219</c:v>
              </c:pt>
              <c:pt idx="145">
                <c:v>2.9157236804113995</c:v>
              </c:pt>
              <c:pt idx="146">
                <c:v>2.9157236804113995</c:v>
              </c:pt>
              <c:pt idx="147">
                <c:v>2.919364045068701</c:v>
              </c:pt>
              <c:pt idx="148">
                <c:v>2.919364045068701</c:v>
              </c:pt>
              <c:pt idx="149">
                <c:v>2.9422799399787114</c:v>
              </c:pt>
              <c:pt idx="150">
                <c:v>2.9422799399787114</c:v>
              </c:pt>
              <c:pt idx="151">
                <c:v>2.9703454702471985</c:v>
              </c:pt>
              <c:pt idx="152">
                <c:v>2.9703454702471985</c:v>
              </c:pt>
              <c:pt idx="153">
                <c:v>3.0006939764813034</c:v>
              </c:pt>
              <c:pt idx="154">
                <c:v>3.0006939764813034</c:v>
              </c:pt>
              <c:pt idx="155">
                <c:v>3.1724553461177556</c:v>
              </c:pt>
              <c:pt idx="156">
                <c:v>3.1724553461177556</c:v>
              </c:pt>
              <c:pt idx="157">
                <c:v>3.236009552593751</c:v>
              </c:pt>
              <c:pt idx="158">
                <c:v>3.236009552593751</c:v>
              </c:pt>
              <c:pt idx="159">
                <c:v>3.288222341309767</c:v>
              </c:pt>
              <c:pt idx="160">
                <c:v>3.288222341309767</c:v>
              </c:pt>
              <c:pt idx="161">
                <c:v>3.312834336494888</c:v>
              </c:pt>
              <c:pt idx="162">
                <c:v>3.312834336494888</c:v>
              </c:pt>
              <c:pt idx="163">
                <c:v>3.3834143294909214</c:v>
              </c:pt>
              <c:pt idx="164">
                <c:v>3.3834143294909214</c:v>
              </c:pt>
              <c:pt idx="165">
                <c:v>3.4378002255241644</c:v>
              </c:pt>
              <c:pt idx="166">
                <c:v>3.4378002255241644</c:v>
              </c:pt>
              <c:pt idx="167">
                <c:v>3.4489847108251577</c:v>
              </c:pt>
              <c:pt idx="168">
                <c:v>3.4489847108251577</c:v>
              </c:pt>
              <c:pt idx="169">
                <c:v>3.4578592374391484</c:v>
              </c:pt>
              <c:pt idx="170">
                <c:v>3.4578592374391484</c:v>
              </c:pt>
              <c:pt idx="171">
                <c:v>3.5298685301902957</c:v>
              </c:pt>
              <c:pt idx="172">
                <c:v>3.5298685301902957</c:v>
              </c:pt>
              <c:pt idx="173">
                <c:v>3.7400135782201973</c:v>
              </c:pt>
              <c:pt idx="174">
                <c:v>3.7400135782201973</c:v>
              </c:pt>
              <c:pt idx="175">
                <c:v>3.882183211951868</c:v>
              </c:pt>
              <c:pt idx="176">
                <c:v>3.882183211951868</c:v>
              </c:pt>
              <c:pt idx="177">
                <c:v>3.8874070523248503</c:v>
              </c:pt>
              <c:pt idx="178">
                <c:v>3.8874070523248503</c:v>
              </c:pt>
              <c:pt idx="179">
                <c:v>4.1727675858524</c:v>
              </c:pt>
              <c:pt idx="180">
                <c:v>4.1727675858524</c:v>
              </c:pt>
              <c:pt idx="181">
                <c:v>4.225464420253914</c:v>
              </c:pt>
              <c:pt idx="182">
                <c:v>4.225464420253914</c:v>
              </c:pt>
              <c:pt idx="183">
                <c:v>4.234056922201499</c:v>
              </c:pt>
              <c:pt idx="184">
                <c:v>4.234056922201499</c:v>
              </c:pt>
              <c:pt idx="185">
                <c:v>4.2793715894032065</c:v>
              </c:pt>
              <c:pt idx="186">
                <c:v>4.2793715894032065</c:v>
              </c:pt>
              <c:pt idx="187">
                <c:v>4.349482258209912</c:v>
              </c:pt>
              <c:pt idx="188">
                <c:v>4.349482258209912</c:v>
              </c:pt>
              <c:pt idx="189">
                <c:v>4.393269263881719</c:v>
              </c:pt>
              <c:pt idx="190">
                <c:v>4.393269263881719</c:v>
              </c:pt>
              <c:pt idx="191">
                <c:v>4.420898036091101</c:v>
              </c:pt>
              <c:pt idx="192">
                <c:v>4.420898036091101</c:v>
              </c:pt>
              <c:pt idx="193">
                <c:v>4.432672203226913</c:v>
              </c:pt>
              <c:pt idx="194">
                <c:v>4.432672203226913</c:v>
              </c:pt>
              <c:pt idx="195">
                <c:v>4.473342863962357</c:v>
              </c:pt>
              <c:pt idx="196">
                <c:v>4.473342863962357</c:v>
              </c:pt>
              <c:pt idx="197">
                <c:v>4.506409257905355</c:v>
              </c:pt>
              <c:pt idx="198">
                <c:v>4.506409257905355</c:v>
              </c:pt>
              <c:pt idx="199">
                <c:v>4.543070058544765</c:v>
              </c:pt>
              <c:pt idx="200">
                <c:v>4.543070058544765</c:v>
              </c:pt>
              <c:pt idx="201">
                <c:v>4.582149558443407</c:v>
              </c:pt>
              <c:pt idx="202">
                <c:v>4.582149558443407</c:v>
              </c:pt>
              <c:pt idx="203">
                <c:v>4.673964307068429</c:v>
              </c:pt>
              <c:pt idx="204">
                <c:v>4.673964307068429</c:v>
              </c:pt>
              <c:pt idx="205">
                <c:v>4.726566024797451</c:v>
              </c:pt>
              <c:pt idx="206">
                <c:v>4.726566024797451</c:v>
              </c:pt>
              <c:pt idx="207">
                <c:v>4.732607592439894</c:v>
              </c:pt>
              <c:pt idx="208">
                <c:v>4.732607592439894</c:v>
              </c:pt>
              <c:pt idx="209">
                <c:v>4.767140983270621</c:v>
              </c:pt>
              <c:pt idx="210">
                <c:v>4.767140983270621</c:v>
              </c:pt>
              <c:pt idx="211">
                <c:v>4.828514910319649</c:v>
              </c:pt>
              <c:pt idx="212">
                <c:v>4.828514910319649</c:v>
              </c:pt>
              <c:pt idx="213">
                <c:v>4.868751127087532</c:v>
              </c:pt>
              <c:pt idx="214">
                <c:v>4.868751127087532</c:v>
              </c:pt>
              <c:pt idx="215">
                <c:v>4.9456539591141695</c:v>
              </c:pt>
              <c:pt idx="216">
                <c:v>4.9456539591141695</c:v>
              </c:pt>
              <c:pt idx="217">
                <c:v>4.982464002139873</c:v>
              </c:pt>
              <c:pt idx="218">
                <c:v>4.982464002139873</c:v>
              </c:pt>
              <c:pt idx="219">
                <c:v>5</c:v>
              </c:pt>
              <c:pt idx="220">
                <c:v>5</c:v>
              </c:pt>
              <c:pt idx="221">
                <c:v>5.053744532247785</c:v>
              </c:pt>
              <c:pt idx="222">
                <c:v>5.053744532247785</c:v>
              </c:pt>
              <c:pt idx="223">
                <c:v>5.09142760563427</c:v>
              </c:pt>
              <c:pt idx="224">
                <c:v>5.09142760563427</c:v>
              </c:pt>
              <c:pt idx="225">
                <c:v>5.104777203159693</c:v>
              </c:pt>
              <c:pt idx="226">
                <c:v>5.104777203159693</c:v>
              </c:pt>
              <c:pt idx="227">
                <c:v>5.120796083567721</c:v>
              </c:pt>
              <c:pt idx="228">
                <c:v>5.120796083567721</c:v>
              </c:pt>
              <c:pt idx="229">
                <c:v>5.244212918244844</c:v>
              </c:pt>
              <c:pt idx="230">
                <c:v>5.244212918244844</c:v>
              </c:pt>
              <c:pt idx="231">
                <c:v>5.3687699306328245</c:v>
              </c:pt>
              <c:pt idx="232">
                <c:v>5.3687699306328245</c:v>
              </c:pt>
              <c:pt idx="233">
                <c:v>5.621419114868389</c:v>
              </c:pt>
              <c:pt idx="234">
                <c:v>5.621419114868389</c:v>
              </c:pt>
              <c:pt idx="235">
                <c:v>5.729143889262053</c:v>
              </c:pt>
              <c:pt idx="236">
                <c:v>5.729143889262053</c:v>
              </c:pt>
              <c:pt idx="237">
                <c:v>5.81765899525991</c:v>
              </c:pt>
              <c:pt idx="238">
                <c:v>5.81765899525991</c:v>
              </c:pt>
              <c:pt idx="239">
                <c:v>5.90755309121985</c:v>
              </c:pt>
              <c:pt idx="240">
                <c:v>5.90755309121985</c:v>
              </c:pt>
              <c:pt idx="241">
                <c:v>5.96310189090389</c:v>
              </c:pt>
              <c:pt idx="242">
                <c:v>5.96310189090389</c:v>
              </c:pt>
              <c:pt idx="243">
                <c:v>6.137927559749361</c:v>
              </c:pt>
              <c:pt idx="244">
                <c:v>6.137927559749361</c:v>
              </c:pt>
              <c:pt idx="245">
                <c:v>6.14833614387193</c:v>
              </c:pt>
              <c:pt idx="246">
                <c:v>6.14833614387193</c:v>
              </c:pt>
              <c:pt idx="247">
                <c:v>6.259880705800865</c:v>
              </c:pt>
              <c:pt idx="248">
                <c:v>6.259880705800865</c:v>
              </c:pt>
              <c:pt idx="249">
                <c:v>6.280654333578127</c:v>
              </c:pt>
              <c:pt idx="250">
                <c:v>6.280654333578127</c:v>
              </c:pt>
              <c:pt idx="251">
                <c:v>6.442419187446019</c:v>
              </c:pt>
              <c:pt idx="252">
                <c:v>6.442419187446019</c:v>
              </c:pt>
              <c:pt idx="253">
                <c:v>6.516103942232938</c:v>
              </c:pt>
              <c:pt idx="254">
                <c:v>6.516103942232938</c:v>
              </c:pt>
              <c:pt idx="255">
                <c:v>6.672502674040899</c:v>
              </c:pt>
              <c:pt idx="256">
                <c:v>6.672502674040899</c:v>
              </c:pt>
              <c:pt idx="257">
                <c:v>6.738451321420815</c:v>
              </c:pt>
              <c:pt idx="258">
                <c:v>6.738451321420815</c:v>
              </c:pt>
              <c:pt idx="259">
                <c:v>6.747888340377159</c:v>
              </c:pt>
              <c:pt idx="260">
                <c:v>6.747888340377159</c:v>
              </c:pt>
              <c:pt idx="261">
                <c:v>6.927491336933371</c:v>
              </c:pt>
              <c:pt idx="262">
                <c:v>6.927491336933371</c:v>
              </c:pt>
              <c:pt idx="263">
                <c:v>7.043432492246524</c:v>
              </c:pt>
              <c:pt idx="264">
                <c:v>7.043432492246524</c:v>
              </c:pt>
              <c:pt idx="265">
                <c:v>7.393829274694809</c:v>
              </c:pt>
              <c:pt idx="266">
                <c:v>7.393829274694809</c:v>
              </c:pt>
              <c:pt idx="267">
                <c:v>7.595895704321008</c:v>
              </c:pt>
              <c:pt idx="268">
                <c:v>7.595895704321008</c:v>
              </c:pt>
              <c:pt idx="269">
                <c:v>7.820469469671805</c:v>
              </c:pt>
              <c:pt idx="270">
                <c:v>7.820469469671805</c:v>
              </c:pt>
              <c:pt idx="271">
                <c:v>8.000261045522686</c:v>
              </c:pt>
              <c:pt idx="272">
                <c:v>8.000261045522686</c:v>
              </c:pt>
              <c:pt idx="273">
                <c:v>8.052918131830364</c:v>
              </c:pt>
              <c:pt idx="274">
                <c:v>8.052918131830364</c:v>
              </c:pt>
              <c:pt idx="275">
                <c:v>8.221252383410402</c:v>
              </c:pt>
              <c:pt idx="276">
                <c:v>8.221252383410402</c:v>
              </c:pt>
              <c:pt idx="277">
                <c:v>8.263276291259738</c:v>
              </c:pt>
              <c:pt idx="278">
                <c:v>8.263276291259738</c:v>
              </c:pt>
              <c:pt idx="279">
                <c:v>8.466896097075471</c:v>
              </c:pt>
              <c:pt idx="280">
                <c:v>8.466896097075471</c:v>
              </c:pt>
              <c:pt idx="281">
                <c:v>8.5144893216654</c:v>
              </c:pt>
              <c:pt idx="282">
                <c:v>8.5144893216654</c:v>
              </c:pt>
              <c:pt idx="283">
                <c:v>8.98941677909528</c:v>
              </c:pt>
              <c:pt idx="284">
                <c:v>8.98941677909528</c:v>
              </c:pt>
              <c:pt idx="285">
                <c:v>9.327389314986757</c:v>
              </c:pt>
              <c:pt idx="286">
                <c:v>9.327389314986757</c:v>
              </c:pt>
              <c:pt idx="287">
                <c:v>9.532699120923262</c:v>
              </c:pt>
              <c:pt idx="288">
                <c:v>9.532699120923262</c:v>
              </c:pt>
              <c:pt idx="289">
                <c:v>9.869155159511642</c:v>
              </c:pt>
              <c:pt idx="290">
                <c:v>9.869155159511642</c:v>
              </c:pt>
              <c:pt idx="291">
                <c:v>9.98275557241048</c:v>
              </c:pt>
              <c:pt idx="292">
                <c:v>9.98275557241048</c:v>
              </c:pt>
              <c:pt idx="293">
                <c:v>10</c:v>
              </c:pt>
              <c:pt idx="294">
                <c:v>10</c:v>
              </c:pt>
              <c:pt idx="295">
                <c:v>10.21008104628668</c:v>
              </c:pt>
              <c:pt idx="296">
                <c:v>10.21008104628668</c:v>
              </c:pt>
              <c:pt idx="297">
                <c:v>10.364084440697582</c:v>
              </c:pt>
              <c:pt idx="298">
                <c:v>10.364084440697582</c:v>
              </c:pt>
              <c:pt idx="299">
                <c:v>10.394026306075906</c:v>
              </c:pt>
              <c:pt idx="300">
                <c:v>10.394026306075906</c:v>
              </c:pt>
              <c:pt idx="301">
                <c:v>10.630983736120408</c:v>
              </c:pt>
              <c:pt idx="302">
                <c:v>10.630983736120408</c:v>
              </c:pt>
              <c:pt idx="303">
                <c:v>11.096931231575569</c:v>
              </c:pt>
              <c:pt idx="304">
                <c:v>11.096931231575569</c:v>
              </c:pt>
              <c:pt idx="305">
                <c:v>11.160148255097974</c:v>
              </c:pt>
              <c:pt idx="306">
                <c:v>11.160148255097974</c:v>
              </c:pt>
              <c:pt idx="307">
                <c:v>11.42403027764299</c:v>
              </c:pt>
              <c:pt idx="308">
                <c:v>11.42403027764299</c:v>
              </c:pt>
              <c:pt idx="309">
                <c:v>11.660442160675597</c:v>
              </c:pt>
              <c:pt idx="310">
                <c:v>11.660442160675597</c:v>
              </c:pt>
              <c:pt idx="311">
                <c:v>12.019195836080518</c:v>
              </c:pt>
              <c:pt idx="312">
                <c:v>12.019195836080518</c:v>
              </c:pt>
              <c:pt idx="313">
                <c:v>12.24202931459548</c:v>
              </c:pt>
              <c:pt idx="314">
                <c:v>12.24202931459548</c:v>
              </c:pt>
              <c:pt idx="315">
                <c:v>12.285992573347885</c:v>
              </c:pt>
              <c:pt idx="316">
                <c:v>12.285992573347885</c:v>
              </c:pt>
              <c:pt idx="317">
                <c:v>12.725117881357061</c:v>
              </c:pt>
              <c:pt idx="318">
                <c:v>12.725117881357061</c:v>
              </c:pt>
              <c:pt idx="319">
                <c:v>12.725350807807937</c:v>
              </c:pt>
              <c:pt idx="320">
                <c:v>12.725350807807937</c:v>
              </c:pt>
              <c:pt idx="321">
                <c:v>12.877977660929094</c:v>
              </c:pt>
              <c:pt idx="322">
                <c:v>12.877977660929094</c:v>
              </c:pt>
              <c:pt idx="323">
                <c:v>13.206812171082358</c:v>
              </c:pt>
              <c:pt idx="324">
                <c:v>13.206812171082358</c:v>
              </c:pt>
              <c:pt idx="325">
                <c:v>13.329702463011492</c:v>
              </c:pt>
              <c:pt idx="326">
                <c:v>13.329702463011492</c:v>
              </c:pt>
              <c:pt idx="327">
                <c:v>13.363548772098719</c:v>
              </c:pt>
              <c:pt idx="328">
                <c:v>13.363548772098719</c:v>
              </c:pt>
              <c:pt idx="329">
                <c:v>13.560771219482664</c:v>
              </c:pt>
              <c:pt idx="330">
                <c:v>13.560771219482664</c:v>
              </c:pt>
              <c:pt idx="331">
                <c:v>13.620114115383533</c:v>
              </c:pt>
              <c:pt idx="332">
                <c:v>13.620114115383533</c:v>
              </c:pt>
              <c:pt idx="333">
                <c:v>13.987128254532225</c:v>
              </c:pt>
              <c:pt idx="334">
                <c:v>13.987128254532225</c:v>
              </c:pt>
              <c:pt idx="335">
                <c:v>14.153698224916036</c:v>
              </c:pt>
              <c:pt idx="336">
                <c:v>14.153698224916036</c:v>
              </c:pt>
              <c:pt idx="337">
                <c:v>14.21372118455675</c:v>
              </c:pt>
              <c:pt idx="338">
                <c:v>14.21372118455675</c:v>
              </c:pt>
              <c:pt idx="339">
                <c:v>14.511578211836055</c:v>
              </c:pt>
              <c:pt idx="340">
                <c:v>14.511578211836055</c:v>
              </c:pt>
              <c:pt idx="341">
                <c:v>14.557909252754595</c:v>
              </c:pt>
              <c:pt idx="342">
                <c:v>14.557909252754595</c:v>
              </c:pt>
              <c:pt idx="343">
                <c:v>14.724674188572465</c:v>
              </c:pt>
              <c:pt idx="344">
                <c:v>14.724674188572465</c:v>
              </c:pt>
              <c:pt idx="345">
                <c:v>15</c:v>
              </c:pt>
              <c:pt idx="346">
                <c:v>15</c:v>
              </c:pt>
              <c:pt idx="347">
                <c:v>15.430878158476446</c:v>
              </c:pt>
              <c:pt idx="348">
                <c:v>15.430878158476446</c:v>
              </c:pt>
              <c:pt idx="349">
                <c:v>15.621641446517497</c:v>
              </c:pt>
              <c:pt idx="350">
                <c:v>15.621641446517497</c:v>
              </c:pt>
              <c:pt idx="351">
                <c:v>15.914700769622211</c:v>
              </c:pt>
              <c:pt idx="352">
                <c:v>15.914700769622211</c:v>
              </c:pt>
              <c:pt idx="353">
                <c:v>15.982911503908614</c:v>
              </c:pt>
              <c:pt idx="354">
                <c:v>15.982911503908614</c:v>
              </c:pt>
              <c:pt idx="355">
                <c:v>16.201318195135332</c:v>
              </c:pt>
              <c:pt idx="356">
                <c:v>16.201318195135332</c:v>
              </c:pt>
              <c:pt idx="357">
                <c:v>16.292261631504974</c:v>
              </c:pt>
              <c:pt idx="358">
                <c:v>16.292261631504974</c:v>
              </c:pt>
              <c:pt idx="359">
                <c:v>16.46129485342305</c:v>
              </c:pt>
              <c:pt idx="360">
                <c:v>16.46129485342305</c:v>
              </c:pt>
              <c:pt idx="361">
                <c:v>17.11847853711576</c:v>
              </c:pt>
              <c:pt idx="362">
                <c:v>17.11847853711576</c:v>
              </c:pt>
              <c:pt idx="363">
                <c:v>17.226331828139397</c:v>
              </c:pt>
              <c:pt idx="364">
                <c:v>17.226331828139397</c:v>
              </c:pt>
              <c:pt idx="365">
                <c:v>17.372463692432124</c:v>
              </c:pt>
              <c:pt idx="366">
                <c:v>17.372463692432124</c:v>
              </c:pt>
              <c:pt idx="367">
                <c:v>17.413249632600312</c:v>
              </c:pt>
              <c:pt idx="368">
                <c:v>17.413249632600312</c:v>
              </c:pt>
              <c:pt idx="369">
                <c:v>17.47468329340834</c:v>
              </c:pt>
              <c:pt idx="370">
                <c:v>17.47468329340834</c:v>
              </c:pt>
              <c:pt idx="371">
                <c:v>17.66969621902048</c:v>
              </c:pt>
              <c:pt idx="372">
                <c:v>17.66969621902048</c:v>
              </c:pt>
              <c:pt idx="373">
                <c:v>17.756374378809838</c:v>
              </c:pt>
              <c:pt idx="374">
                <c:v>17.756374378809838</c:v>
              </c:pt>
              <c:pt idx="375">
                <c:v>17.792535281955367</c:v>
              </c:pt>
              <c:pt idx="376">
                <c:v>17.792535281955367</c:v>
              </c:pt>
              <c:pt idx="377">
                <c:v>17.834002574006846</c:v>
              </c:pt>
              <c:pt idx="378">
                <c:v>17.834002574006846</c:v>
              </c:pt>
              <c:pt idx="379">
                <c:v>17.834620343996775</c:v>
              </c:pt>
              <c:pt idx="380">
                <c:v>17.834620343996775</c:v>
              </c:pt>
              <c:pt idx="381">
                <c:v>18.091538864706223</c:v>
              </c:pt>
              <c:pt idx="382">
                <c:v>18.091538864706223</c:v>
              </c:pt>
              <c:pt idx="383">
                <c:v>18.233183410906936</c:v>
              </c:pt>
              <c:pt idx="384">
                <c:v>18.233183410906936</c:v>
              </c:pt>
              <c:pt idx="385">
                <c:v>18.663369904348812</c:v>
              </c:pt>
              <c:pt idx="386">
                <c:v>18.663369904348812</c:v>
              </c:pt>
              <c:pt idx="387">
                <c:v>18.9895470245547</c:v>
              </c:pt>
              <c:pt idx="388">
                <c:v>18.9895470245547</c:v>
              </c:pt>
              <c:pt idx="389">
                <c:v>19.90654590086155</c:v>
              </c:pt>
              <c:pt idx="390">
                <c:v>19.90654590086155</c:v>
              </c:pt>
              <c:pt idx="391">
                <c:v>20</c:v>
              </c:pt>
              <c:pt idx="392">
                <c:v>20</c:v>
              </c:pt>
              <c:pt idx="393">
                <c:v>22.259822058467517</c:v>
              </c:pt>
              <c:pt idx="394">
                <c:v>22.259822058467517</c:v>
              </c:pt>
              <c:pt idx="395">
                <c:v>22.400408275442523</c:v>
              </c:pt>
              <c:pt idx="396">
                <c:v>22.400408275442523</c:v>
              </c:pt>
              <c:pt idx="397">
                <c:v>23.091328469526633</c:v>
              </c:pt>
              <c:pt idx="398">
                <c:v>23.091328469526633</c:v>
              </c:pt>
              <c:pt idx="399">
                <c:v>23.357658417516884</c:v>
              </c:pt>
              <c:pt idx="400">
                <c:v>23.357658417516884</c:v>
              </c:pt>
              <c:pt idx="401">
                <c:v>24.21451486482104</c:v>
              </c:pt>
              <c:pt idx="402">
                <c:v>24.21451486482104</c:v>
              </c:pt>
              <c:pt idx="403">
                <c:v>26.070358299714023</c:v>
              </c:pt>
              <c:pt idx="404">
                <c:v>26.070358299714023</c:v>
              </c:pt>
              <c:pt idx="405">
                <c:v>26.623913502562925</c:v>
              </c:pt>
              <c:pt idx="406">
                <c:v>26.623913502562925</c:v>
              </c:pt>
              <c:pt idx="407">
                <c:v>27.425713369562626</c:v>
              </c:pt>
              <c:pt idx="408">
                <c:v>27.425713369562626</c:v>
              </c:pt>
              <c:pt idx="409">
                <c:v>27.716070661778602</c:v>
              </c:pt>
              <c:pt idx="410">
                <c:v>27.716070661778602</c:v>
              </c:pt>
              <c:pt idx="411">
                <c:v>28.70143503990972</c:v>
              </c:pt>
              <c:pt idx="412">
                <c:v>28.70143503990972</c:v>
              </c:pt>
              <c:pt idx="413">
                <c:v>28.835875295637486</c:v>
              </c:pt>
              <c:pt idx="414">
                <c:v>28.835875295637486</c:v>
              </c:pt>
              <c:pt idx="415">
                <c:v>29.937311377343335</c:v>
              </c:pt>
              <c:pt idx="416">
                <c:v>29.937311377343335</c:v>
              </c:pt>
              <c:pt idx="417">
                <c:v>30</c:v>
              </c:pt>
              <c:pt idx="418">
                <c:v>30</c:v>
              </c:pt>
              <c:pt idx="419">
                <c:v>30.099159587715906</c:v>
              </c:pt>
              <c:pt idx="420">
                <c:v>30.099159587715906</c:v>
              </c:pt>
              <c:pt idx="421">
                <c:v>31.2706446894459</c:v>
              </c:pt>
              <c:pt idx="422">
                <c:v>31.2706446894459</c:v>
              </c:pt>
              <c:pt idx="423">
                <c:v>32.155740556246855</c:v>
              </c:pt>
              <c:pt idx="424">
                <c:v>32.155740556246855</c:v>
              </c:pt>
              <c:pt idx="425">
                <c:v>32.251291803551894</c:v>
              </c:pt>
              <c:pt idx="426">
                <c:v>32.251291803551894</c:v>
              </c:pt>
              <c:pt idx="427">
                <c:v>33.3857478183931</c:v>
              </c:pt>
              <c:pt idx="428">
                <c:v>33.3857478183931</c:v>
              </c:pt>
              <c:pt idx="429">
                <c:v>33.48662756195574</c:v>
              </c:pt>
              <c:pt idx="430">
                <c:v>33.48662756195574</c:v>
              </c:pt>
              <c:pt idx="431">
                <c:v>36.27668196801601</c:v>
              </c:pt>
              <c:pt idx="432">
                <c:v>36.27668196801601</c:v>
              </c:pt>
              <c:pt idx="433">
                <c:v>37.88967190777165</c:v>
              </c:pt>
              <c:pt idx="434">
                <c:v>37.88967190777165</c:v>
              </c:pt>
              <c:pt idx="435">
                <c:v>38.63832568185813</c:v>
              </c:pt>
              <c:pt idx="436">
                <c:v>38.63832568185813</c:v>
              </c:pt>
              <c:pt idx="437">
                <c:v>39.40864676179258</c:v>
              </c:pt>
              <c:pt idx="438">
                <c:v>39.40864676179258</c:v>
              </c:pt>
              <c:pt idx="439">
                <c:v>39.45479457315843</c:v>
              </c:pt>
              <c:pt idx="440">
                <c:v>39.45479457315843</c:v>
              </c:pt>
              <c:pt idx="441">
                <c:v>39.67376313336868</c:v>
              </c:pt>
              <c:pt idx="442">
                <c:v>39.67376313336868</c:v>
              </c:pt>
              <c:pt idx="443">
                <c:v>40.388823988402066</c:v>
              </c:pt>
              <c:pt idx="444">
                <c:v>40.388823988402066</c:v>
              </c:pt>
              <c:pt idx="445">
                <c:v>50</c:v>
              </c:pt>
              <c:pt idx="446">
                <c:v>50</c:v>
              </c:pt>
              <c:pt idx="447">
                <c:v>58.65915627305822</c:v>
              </c:pt>
              <c:pt idx="448">
                <c:v>58.65915627305822</c:v>
              </c:pt>
              <c:pt idx="449">
                <c:v>70</c:v>
              </c:pt>
            </c:numLit>
          </c:xVal>
          <c:yVal>
            <c:numLit>
              <c:formatCode>0.0</c:formatCode>
              <c:ptCount val="450"/>
              <c:pt idx="0">
                <c:v>4.325674731027805</c:v>
              </c:pt>
              <c:pt idx="1">
                <c:v>4.325674731027805</c:v>
              </c:pt>
              <c:pt idx="2">
                <c:v>4.305925566633148</c:v>
              </c:pt>
              <c:pt idx="3">
                <c:v>4.305925566633148</c:v>
              </c:pt>
              <c:pt idx="4">
                <c:v>4.305925566633148</c:v>
              </c:pt>
              <c:pt idx="5">
                <c:v>4.305925566633148</c:v>
              </c:pt>
              <c:pt idx="6">
                <c:v>4.305925566633148</c:v>
              </c:pt>
              <c:pt idx="7">
                <c:v>4.305925566633148</c:v>
              </c:pt>
              <c:pt idx="8">
                <c:v>4.277426838566602</c:v>
              </c:pt>
              <c:pt idx="9">
                <c:v>4.277426838566602</c:v>
              </c:pt>
              <c:pt idx="10">
                <c:v>4.277426838566602</c:v>
              </c:pt>
              <c:pt idx="11">
                <c:v>4.277426838566602</c:v>
              </c:pt>
              <c:pt idx="12">
                <c:v>4.277426838566602</c:v>
              </c:pt>
              <c:pt idx="13">
                <c:v>4.277426838566602</c:v>
              </c:pt>
              <c:pt idx="14">
                <c:v>4.248663390291667</c:v>
              </c:pt>
              <c:pt idx="15">
                <c:v>4.248663390291667</c:v>
              </c:pt>
              <c:pt idx="16">
                <c:v>4.248663390291667</c:v>
              </c:pt>
              <c:pt idx="17">
                <c:v>4.248663390291667</c:v>
              </c:pt>
              <c:pt idx="18">
                <c:v>4.217902103375051</c:v>
              </c:pt>
              <c:pt idx="19">
                <c:v>4.217902103375051</c:v>
              </c:pt>
              <c:pt idx="20">
                <c:v>4.217902103375051</c:v>
              </c:pt>
              <c:pt idx="21">
                <c:v>4.217902103375051</c:v>
              </c:pt>
              <c:pt idx="22">
                <c:v>4.217902103375051</c:v>
              </c:pt>
              <c:pt idx="23">
                <c:v>4.217902103375051</c:v>
              </c:pt>
              <c:pt idx="24">
                <c:v>4.217902103375051</c:v>
              </c:pt>
              <c:pt idx="25">
                <c:v>4.217902103375051</c:v>
              </c:pt>
              <c:pt idx="26">
                <c:v>4.217902103375051</c:v>
              </c:pt>
              <c:pt idx="27">
                <c:v>4.217902103375051</c:v>
              </c:pt>
              <c:pt idx="28">
                <c:v>4.217902103375051</c:v>
              </c:pt>
              <c:pt idx="29">
                <c:v>4.217902103375051</c:v>
              </c:pt>
              <c:pt idx="30">
                <c:v>4.154070686670962</c:v>
              </c:pt>
              <c:pt idx="31">
                <c:v>4.154070686670962</c:v>
              </c:pt>
              <c:pt idx="32">
                <c:v>4.154070686670962</c:v>
              </c:pt>
              <c:pt idx="33">
                <c:v>4.154070686670962</c:v>
              </c:pt>
              <c:pt idx="34">
                <c:v>4.154070686670962</c:v>
              </c:pt>
              <c:pt idx="35">
                <c:v>4.154070686670962</c:v>
              </c:pt>
              <c:pt idx="36">
                <c:v>4.151775709531023</c:v>
              </c:pt>
              <c:pt idx="37">
                <c:v>4.151775709531023</c:v>
              </c:pt>
              <c:pt idx="38">
                <c:v>4.151775709531023</c:v>
              </c:pt>
              <c:pt idx="39">
                <c:v>4.151775709531023</c:v>
              </c:pt>
              <c:pt idx="40">
                <c:v>4.151775709531023</c:v>
              </c:pt>
              <c:pt idx="41">
                <c:v>4.151775709531023</c:v>
              </c:pt>
              <c:pt idx="42">
                <c:v>4.146571714527195</c:v>
              </c:pt>
              <c:pt idx="43">
                <c:v>4.146571714527195</c:v>
              </c:pt>
              <c:pt idx="44">
                <c:v>4.146571714527195</c:v>
              </c:pt>
              <c:pt idx="45">
                <c:v>4.146571714527195</c:v>
              </c:pt>
              <c:pt idx="46">
                <c:v>4.046733683547337</c:v>
              </c:pt>
              <c:pt idx="47">
                <c:v>4.046733683547337</c:v>
              </c:pt>
              <c:pt idx="48">
                <c:v>4.046733683547337</c:v>
              </c:pt>
              <c:pt idx="49">
                <c:v>4.046733683547337</c:v>
              </c:pt>
              <c:pt idx="50">
                <c:v>3.908355749366484</c:v>
              </c:pt>
              <c:pt idx="51">
                <c:v>3.908355749366484</c:v>
              </c:pt>
              <c:pt idx="52">
                <c:v>3.908355749366484</c:v>
              </c:pt>
              <c:pt idx="53">
                <c:v>3.908355749366484</c:v>
              </c:pt>
              <c:pt idx="54">
                <c:v>3.908355749366484</c:v>
              </c:pt>
              <c:pt idx="55">
                <c:v>3.908355749366484</c:v>
              </c:pt>
              <c:pt idx="56">
                <c:v>3.875369833880435</c:v>
              </c:pt>
              <c:pt idx="57">
                <c:v>3.875369833880435</c:v>
              </c:pt>
              <c:pt idx="58">
                <c:v>3.875369833880435</c:v>
              </c:pt>
              <c:pt idx="59">
                <c:v>3.875369833880435</c:v>
              </c:pt>
              <c:pt idx="60">
                <c:v>3.875369833880435</c:v>
              </c:pt>
              <c:pt idx="61">
                <c:v>3.875369833880435</c:v>
              </c:pt>
              <c:pt idx="62">
                <c:v>3.875369833880435</c:v>
              </c:pt>
              <c:pt idx="63">
                <c:v>3.875369833880435</c:v>
              </c:pt>
              <c:pt idx="64">
                <c:v>3.875369833880435</c:v>
              </c:pt>
              <c:pt idx="65">
                <c:v>3.875369833880435</c:v>
              </c:pt>
              <c:pt idx="66">
                <c:v>3.875369833880435</c:v>
              </c:pt>
              <c:pt idx="67">
                <c:v>3.875369833880435</c:v>
              </c:pt>
              <c:pt idx="68">
                <c:v>3.875369833880435</c:v>
              </c:pt>
              <c:pt idx="69">
                <c:v>3.875369833880435</c:v>
              </c:pt>
              <c:pt idx="70">
                <c:v>3.875369833880435</c:v>
              </c:pt>
              <c:pt idx="71">
                <c:v>3.875369833880435</c:v>
              </c:pt>
              <c:pt idx="72">
                <c:v>3.875369833880435</c:v>
              </c:pt>
              <c:pt idx="73">
                <c:v>3.875369833880435</c:v>
              </c:pt>
              <c:pt idx="74">
                <c:v>3.875369833880435</c:v>
              </c:pt>
              <c:pt idx="75">
                <c:v>3.875369833880435</c:v>
              </c:pt>
              <c:pt idx="76">
                <c:v>3.875369833880435</c:v>
              </c:pt>
              <c:pt idx="77">
                <c:v>3.875369833880435</c:v>
              </c:pt>
              <c:pt idx="78">
                <c:v>3.875369833880435</c:v>
              </c:pt>
              <c:pt idx="79">
                <c:v>3.875369833880435</c:v>
              </c:pt>
              <c:pt idx="80">
                <c:v>3.875369833880435</c:v>
              </c:pt>
              <c:pt idx="81">
                <c:v>3.875369833880435</c:v>
              </c:pt>
              <c:pt idx="82">
                <c:v>3.875369833880435</c:v>
              </c:pt>
              <c:pt idx="83">
                <c:v>3.875369833880435</c:v>
              </c:pt>
              <c:pt idx="84">
                <c:v>3.875369833880435</c:v>
              </c:pt>
              <c:pt idx="85">
                <c:v>3.875369833880435</c:v>
              </c:pt>
              <c:pt idx="86">
                <c:v>3.854383298183485</c:v>
              </c:pt>
              <c:pt idx="87">
                <c:v>3.854383298183485</c:v>
              </c:pt>
              <c:pt idx="88">
                <c:v>3.8335074330242103</c:v>
              </c:pt>
              <c:pt idx="89">
                <c:v>3.8335074330242103</c:v>
              </c:pt>
              <c:pt idx="90">
                <c:v>3.8335074330242103</c:v>
              </c:pt>
              <c:pt idx="91">
                <c:v>3.8335074330242103</c:v>
              </c:pt>
              <c:pt idx="92">
                <c:v>3.8335074330242103</c:v>
              </c:pt>
              <c:pt idx="93">
                <c:v>3.8335074330242103</c:v>
              </c:pt>
              <c:pt idx="94">
                <c:v>3.8335074330242103</c:v>
              </c:pt>
              <c:pt idx="95">
                <c:v>3.8335074330242103</c:v>
              </c:pt>
              <c:pt idx="96">
                <c:v>3.8335074330242103</c:v>
              </c:pt>
              <c:pt idx="97">
                <c:v>3.8335074330242103</c:v>
              </c:pt>
              <c:pt idx="98">
                <c:v>3.75151947399807</c:v>
              </c:pt>
              <c:pt idx="99">
                <c:v>3.75151947399807</c:v>
              </c:pt>
              <c:pt idx="100">
                <c:v>3.695147533092687</c:v>
              </c:pt>
              <c:pt idx="101">
                <c:v>3.695147533092687</c:v>
              </c:pt>
              <c:pt idx="102">
                <c:v>3.695147533092687</c:v>
              </c:pt>
              <c:pt idx="103">
                <c:v>3.695147533092687</c:v>
              </c:pt>
              <c:pt idx="104">
                <c:v>3.695147533092687</c:v>
              </c:pt>
              <c:pt idx="105">
                <c:v>3.695147533092687</c:v>
              </c:pt>
              <c:pt idx="106">
                <c:v>3.695147533092687</c:v>
              </c:pt>
              <c:pt idx="107">
                <c:v>3.695147533092687</c:v>
              </c:pt>
              <c:pt idx="108">
                <c:v>3.695147533092687</c:v>
              </c:pt>
              <c:pt idx="109">
                <c:v>3.695147533092687</c:v>
              </c:pt>
              <c:pt idx="110">
                <c:v>3.5380002432782844</c:v>
              </c:pt>
              <c:pt idx="111">
                <c:v>3.5380002432782844</c:v>
              </c:pt>
              <c:pt idx="112">
                <c:v>3.5380002432782844</c:v>
              </c:pt>
              <c:pt idx="113">
                <c:v>3.5380002432782844</c:v>
              </c:pt>
              <c:pt idx="114">
                <c:v>3.516252753501504</c:v>
              </c:pt>
              <c:pt idx="115">
                <c:v>3.516252753501504</c:v>
              </c:pt>
              <c:pt idx="116">
                <c:v>3.516252753501504</c:v>
              </c:pt>
              <c:pt idx="117">
                <c:v>3.516252753501504</c:v>
              </c:pt>
              <c:pt idx="118">
                <c:v>3.498731296424208</c:v>
              </c:pt>
              <c:pt idx="119">
                <c:v>3.498731296424208</c:v>
              </c:pt>
              <c:pt idx="120">
                <c:v>3.498731296424208</c:v>
              </c:pt>
              <c:pt idx="121">
                <c:v>3.498731296424208</c:v>
              </c:pt>
              <c:pt idx="122">
                <c:v>3.498731296424208</c:v>
              </c:pt>
              <c:pt idx="123">
                <c:v>3.498731296424208</c:v>
              </c:pt>
              <c:pt idx="124">
                <c:v>3.498731296424208</c:v>
              </c:pt>
              <c:pt idx="125">
                <c:v>3.498731296424208</c:v>
              </c:pt>
              <c:pt idx="126">
                <c:v>3.498731296424208</c:v>
              </c:pt>
              <c:pt idx="127">
                <c:v>3.498731296424208</c:v>
              </c:pt>
              <c:pt idx="128">
                <c:v>3.498731296424208</c:v>
              </c:pt>
              <c:pt idx="129">
                <c:v>3.498731296424208</c:v>
              </c:pt>
              <c:pt idx="130">
                <c:v>3.498731296424208</c:v>
              </c:pt>
              <c:pt idx="131">
                <c:v>3.498731296424208</c:v>
              </c:pt>
              <c:pt idx="132">
                <c:v>3.498731296424208</c:v>
              </c:pt>
              <c:pt idx="133">
                <c:v>3.498731296424208</c:v>
              </c:pt>
              <c:pt idx="134">
                <c:v>3.498731296424208</c:v>
              </c:pt>
              <c:pt idx="135">
                <c:v>3.498731296424208</c:v>
              </c:pt>
              <c:pt idx="136">
                <c:v>3.498731296424208</c:v>
              </c:pt>
              <c:pt idx="137">
                <c:v>3.498731296424208</c:v>
              </c:pt>
              <c:pt idx="138">
                <c:v>3.498731296424208</c:v>
              </c:pt>
              <c:pt idx="139">
                <c:v>3.498731296424208</c:v>
              </c:pt>
              <c:pt idx="140">
                <c:v>3.3678341576171125</c:v>
              </c:pt>
              <c:pt idx="141">
                <c:v>3.3678341576171125</c:v>
              </c:pt>
              <c:pt idx="142">
                <c:v>3.3678341576171125</c:v>
              </c:pt>
              <c:pt idx="143">
                <c:v>3.3678341576171125</c:v>
              </c:pt>
              <c:pt idx="144">
                <c:v>3.3678341576171125</c:v>
              </c:pt>
              <c:pt idx="145">
                <c:v>3.3678341576171125</c:v>
              </c:pt>
              <c:pt idx="146">
                <c:v>3.3678341576171125</c:v>
              </c:pt>
              <c:pt idx="147">
                <c:v>3.3678341576171125</c:v>
              </c:pt>
              <c:pt idx="148">
                <c:v>3.3678341576171125</c:v>
              </c:pt>
              <c:pt idx="149">
                <c:v>3.3678341576171125</c:v>
              </c:pt>
              <c:pt idx="150">
                <c:v>3.279825961592246</c:v>
              </c:pt>
              <c:pt idx="151">
                <c:v>3.279825961592246</c:v>
              </c:pt>
              <c:pt idx="152">
                <c:v>3.279825961592246</c:v>
              </c:pt>
              <c:pt idx="153">
                <c:v>3.279825961592246</c:v>
              </c:pt>
              <c:pt idx="154">
                <c:v>3.279825961592246</c:v>
              </c:pt>
              <c:pt idx="155">
                <c:v>3.279825961592246</c:v>
              </c:pt>
              <c:pt idx="156">
                <c:v>3.279825961592246</c:v>
              </c:pt>
              <c:pt idx="157">
                <c:v>3.279825961592246</c:v>
              </c:pt>
              <c:pt idx="158">
                <c:v>3.279825961592246</c:v>
              </c:pt>
              <c:pt idx="159">
                <c:v>3.279825961592246</c:v>
              </c:pt>
              <c:pt idx="160">
                <c:v>3.279825961592246</c:v>
              </c:pt>
              <c:pt idx="161">
                <c:v>3.279825961592246</c:v>
              </c:pt>
              <c:pt idx="162">
                <c:v>3.279825961592246</c:v>
              </c:pt>
              <c:pt idx="163">
                <c:v>3.279825961592246</c:v>
              </c:pt>
              <c:pt idx="164">
                <c:v>3.279825961592246</c:v>
              </c:pt>
              <c:pt idx="165">
                <c:v>3.279825961592246</c:v>
              </c:pt>
              <c:pt idx="166">
                <c:v>3.279825961592246</c:v>
              </c:pt>
              <c:pt idx="167">
                <c:v>3.279825961592246</c:v>
              </c:pt>
              <c:pt idx="168">
                <c:v>3.279825961592246</c:v>
              </c:pt>
              <c:pt idx="169">
                <c:v>3.279825961592246</c:v>
              </c:pt>
              <c:pt idx="170">
                <c:v>3.279825961592246</c:v>
              </c:pt>
              <c:pt idx="171">
                <c:v>3.279825961592246</c:v>
              </c:pt>
              <c:pt idx="172">
                <c:v>3.279825961592246</c:v>
              </c:pt>
              <c:pt idx="173">
                <c:v>3.279825961592246</c:v>
              </c:pt>
              <c:pt idx="174">
                <c:v>3.279825961592246</c:v>
              </c:pt>
              <c:pt idx="175">
                <c:v>3.279825961592246</c:v>
              </c:pt>
              <c:pt idx="176">
                <c:v>3.279825961592246</c:v>
              </c:pt>
              <c:pt idx="177">
                <c:v>3.279825961592246</c:v>
              </c:pt>
              <c:pt idx="178">
                <c:v>3.279825961592246</c:v>
              </c:pt>
              <c:pt idx="179">
                <c:v>3.279825961592246</c:v>
              </c:pt>
              <c:pt idx="180">
                <c:v>3.279825961592246</c:v>
              </c:pt>
              <c:pt idx="181">
                <c:v>3.279825961592246</c:v>
              </c:pt>
              <c:pt idx="182">
                <c:v>3.148799758453174</c:v>
              </c:pt>
              <c:pt idx="183">
                <c:v>3.148799758453174</c:v>
              </c:pt>
              <c:pt idx="184">
                <c:v>3.148799758453174</c:v>
              </c:pt>
              <c:pt idx="185">
                <c:v>3.148799758453174</c:v>
              </c:pt>
              <c:pt idx="186">
                <c:v>3.08812823544281</c:v>
              </c:pt>
              <c:pt idx="187">
                <c:v>3.08812823544281</c:v>
              </c:pt>
              <c:pt idx="188">
                <c:v>3.08812823544281</c:v>
              </c:pt>
              <c:pt idx="189">
                <c:v>3.08812823544281</c:v>
              </c:pt>
              <c:pt idx="190">
                <c:v>2.987462445948614</c:v>
              </c:pt>
              <c:pt idx="191">
                <c:v>2.987462445948614</c:v>
              </c:pt>
              <c:pt idx="192">
                <c:v>2.987462445948614</c:v>
              </c:pt>
              <c:pt idx="193">
                <c:v>2.987462445948614</c:v>
              </c:pt>
              <c:pt idx="194">
                <c:v>2.9853553440690366</c:v>
              </c:pt>
              <c:pt idx="195">
                <c:v>2.9853553440690366</c:v>
              </c:pt>
              <c:pt idx="196">
                <c:v>2.9853553440690366</c:v>
              </c:pt>
              <c:pt idx="197">
                <c:v>2.9853553440690366</c:v>
              </c:pt>
              <c:pt idx="198">
                <c:v>2.8982299560969147</c:v>
              </c:pt>
              <c:pt idx="199">
                <c:v>2.8982299560969147</c:v>
              </c:pt>
              <c:pt idx="200">
                <c:v>2.8982299560969147</c:v>
              </c:pt>
              <c:pt idx="201">
                <c:v>2.8982299560969147</c:v>
              </c:pt>
              <c:pt idx="202">
                <c:v>2.8982299560969147</c:v>
              </c:pt>
              <c:pt idx="203">
                <c:v>2.8982299560969147</c:v>
              </c:pt>
              <c:pt idx="204">
                <c:v>2.7232631027938536</c:v>
              </c:pt>
              <c:pt idx="205">
                <c:v>2.7232631027938536</c:v>
              </c:pt>
              <c:pt idx="206">
                <c:v>2.7232631027938536</c:v>
              </c:pt>
              <c:pt idx="207">
                <c:v>2.7232631027938536</c:v>
              </c:pt>
              <c:pt idx="208">
                <c:v>2.7232631027938536</c:v>
              </c:pt>
              <c:pt idx="209">
                <c:v>2.7232631027938536</c:v>
              </c:pt>
              <c:pt idx="210">
                <c:v>2.7232631027938536</c:v>
              </c:pt>
              <c:pt idx="211">
                <c:v>2.7232631027938536</c:v>
              </c:pt>
              <c:pt idx="212">
                <c:v>2.7232631027938536</c:v>
              </c:pt>
              <c:pt idx="213">
                <c:v>2.7232631027938536</c:v>
              </c:pt>
              <c:pt idx="214">
                <c:v>2.7232631027938536</c:v>
              </c:pt>
              <c:pt idx="215">
                <c:v>2.7232631027938536</c:v>
              </c:pt>
              <c:pt idx="216">
                <c:v>2.7232631027938536</c:v>
              </c:pt>
              <c:pt idx="217">
                <c:v>2.7232631027938536</c:v>
              </c:pt>
              <c:pt idx="218">
                <c:v>2.7076549950025686</c:v>
              </c:pt>
              <c:pt idx="219">
                <c:v>2.7076549950025686</c:v>
              </c:pt>
              <c:pt idx="220">
                <c:v>2.7076549950025686</c:v>
              </c:pt>
              <c:pt idx="221">
                <c:v>2.7076549950025686</c:v>
              </c:pt>
              <c:pt idx="222">
                <c:v>2.7076549950025686</c:v>
              </c:pt>
              <c:pt idx="223">
                <c:v>2.7076549950025686</c:v>
              </c:pt>
              <c:pt idx="224">
                <c:v>2.656285837554913</c:v>
              </c:pt>
              <c:pt idx="225">
                <c:v>2.656285837554913</c:v>
              </c:pt>
              <c:pt idx="226">
                <c:v>2.6541629919184717</c:v>
              </c:pt>
              <c:pt idx="227">
                <c:v>2.6541629919184717</c:v>
              </c:pt>
              <c:pt idx="228">
                <c:v>2.6330508041810474</c:v>
              </c:pt>
              <c:pt idx="229">
                <c:v>2.6330508041810474</c:v>
              </c:pt>
              <c:pt idx="230">
                <c:v>2.6330508041810474</c:v>
              </c:pt>
              <c:pt idx="231">
                <c:v>2.6330508041810474</c:v>
              </c:pt>
              <c:pt idx="232">
                <c:v>2.6330508041810474</c:v>
              </c:pt>
              <c:pt idx="233">
                <c:v>2.6330508041810474</c:v>
              </c:pt>
              <c:pt idx="234">
                <c:v>2.4483764005450723</c:v>
              </c:pt>
              <c:pt idx="235">
                <c:v>2.4483764005450723</c:v>
              </c:pt>
              <c:pt idx="236">
                <c:v>2.4483764005450723</c:v>
              </c:pt>
              <c:pt idx="237">
                <c:v>2.4483764005450723</c:v>
              </c:pt>
              <c:pt idx="238">
                <c:v>2.4483764005450723</c:v>
              </c:pt>
              <c:pt idx="239">
                <c:v>2.4483764005450723</c:v>
              </c:pt>
              <c:pt idx="240">
                <c:v>2.4483764005450723</c:v>
              </c:pt>
              <c:pt idx="241">
                <c:v>2.4483764005450723</c:v>
              </c:pt>
              <c:pt idx="242">
                <c:v>2.4483764005450723</c:v>
              </c:pt>
              <c:pt idx="243">
                <c:v>2.4483764005450723</c:v>
              </c:pt>
              <c:pt idx="244">
                <c:v>2.4483764005450723</c:v>
              </c:pt>
              <c:pt idx="245">
                <c:v>2.4483764005450723</c:v>
              </c:pt>
              <c:pt idx="246">
                <c:v>2.4483764005450723</c:v>
              </c:pt>
              <c:pt idx="247">
                <c:v>2.4483764005450723</c:v>
              </c:pt>
              <c:pt idx="248">
                <c:v>2.433484359895795</c:v>
              </c:pt>
              <c:pt idx="249">
                <c:v>2.433484359895795</c:v>
              </c:pt>
              <c:pt idx="250">
                <c:v>2.2585895215029828</c:v>
              </c:pt>
              <c:pt idx="251">
                <c:v>2.2585895215029828</c:v>
              </c:pt>
              <c:pt idx="252">
                <c:v>2.2334477250494493</c:v>
              </c:pt>
              <c:pt idx="253">
                <c:v>2.2334477250494493</c:v>
              </c:pt>
              <c:pt idx="254">
                <c:v>2.2334477250494493</c:v>
              </c:pt>
              <c:pt idx="255">
                <c:v>2.2334477250494493</c:v>
              </c:pt>
              <c:pt idx="256">
                <c:v>2.1301524448533153</c:v>
              </c:pt>
              <c:pt idx="257">
                <c:v>2.1301524448533153</c:v>
              </c:pt>
              <c:pt idx="258">
                <c:v>2.1301524448533153</c:v>
              </c:pt>
              <c:pt idx="259">
                <c:v>2.1301524448533153</c:v>
              </c:pt>
              <c:pt idx="260">
                <c:v>2.1301524448533153</c:v>
              </c:pt>
              <c:pt idx="261">
                <c:v>2.1301524448533153</c:v>
              </c:pt>
              <c:pt idx="262">
                <c:v>2.010868127668296</c:v>
              </c:pt>
              <c:pt idx="263">
                <c:v>2.010868127668296</c:v>
              </c:pt>
              <c:pt idx="264">
                <c:v>2.010868127668296</c:v>
              </c:pt>
              <c:pt idx="265">
                <c:v>2.010868127668296</c:v>
              </c:pt>
              <c:pt idx="266">
                <c:v>2.010868127668296</c:v>
              </c:pt>
              <c:pt idx="267">
                <c:v>2.010868127668296</c:v>
              </c:pt>
              <c:pt idx="268">
                <c:v>2.010868127668296</c:v>
              </c:pt>
              <c:pt idx="269">
                <c:v>2.010868127668296</c:v>
              </c:pt>
              <c:pt idx="270">
                <c:v>2.010868127668296</c:v>
              </c:pt>
              <c:pt idx="271">
                <c:v>2.010868127668296</c:v>
              </c:pt>
              <c:pt idx="272">
                <c:v>2.010868127668296</c:v>
              </c:pt>
              <c:pt idx="273">
                <c:v>2.010868127668296</c:v>
              </c:pt>
              <c:pt idx="274">
                <c:v>2.010868127668296</c:v>
              </c:pt>
              <c:pt idx="275">
                <c:v>2.010868127668296</c:v>
              </c:pt>
              <c:pt idx="276">
                <c:v>2.010868127668296</c:v>
              </c:pt>
              <c:pt idx="277">
                <c:v>2.010868127668296</c:v>
              </c:pt>
              <c:pt idx="278">
                <c:v>2.010868127668296</c:v>
              </c:pt>
              <c:pt idx="279">
                <c:v>2.010868127668296</c:v>
              </c:pt>
              <c:pt idx="280">
                <c:v>1.9940451108417971</c:v>
              </c:pt>
              <c:pt idx="281">
                <c:v>1.9940451108417971</c:v>
              </c:pt>
              <c:pt idx="282">
                <c:v>1.889245342799419</c:v>
              </c:pt>
              <c:pt idx="283">
                <c:v>1.889245342799419</c:v>
              </c:pt>
              <c:pt idx="284">
                <c:v>1.889245342799419</c:v>
              </c:pt>
              <c:pt idx="285">
                <c:v>1.889245342799419</c:v>
              </c:pt>
              <c:pt idx="286">
                <c:v>1.889245342799419</c:v>
              </c:pt>
              <c:pt idx="287">
                <c:v>1.889245342799419</c:v>
              </c:pt>
              <c:pt idx="288">
                <c:v>1.889245342799419</c:v>
              </c:pt>
              <c:pt idx="289">
                <c:v>1.889245342799419</c:v>
              </c:pt>
              <c:pt idx="290">
                <c:v>1.889245342799419</c:v>
              </c:pt>
              <c:pt idx="291">
                <c:v>1.889245342799419</c:v>
              </c:pt>
              <c:pt idx="292">
                <c:v>1.889245342799419</c:v>
              </c:pt>
              <c:pt idx="293">
                <c:v>1.889245342799419</c:v>
              </c:pt>
              <c:pt idx="294">
                <c:v>1.889245342799419</c:v>
              </c:pt>
              <c:pt idx="295">
                <c:v>1.889245342799419</c:v>
              </c:pt>
              <c:pt idx="296">
                <c:v>1.889245342799419</c:v>
              </c:pt>
              <c:pt idx="297">
                <c:v>1.889245342799419</c:v>
              </c:pt>
              <c:pt idx="298">
                <c:v>1.889245342799419</c:v>
              </c:pt>
              <c:pt idx="299">
                <c:v>1.889245342799419</c:v>
              </c:pt>
              <c:pt idx="300">
                <c:v>1.889245342799419</c:v>
              </c:pt>
              <c:pt idx="301">
                <c:v>1.889245342799419</c:v>
              </c:pt>
              <c:pt idx="302">
                <c:v>1.889245342799419</c:v>
              </c:pt>
              <c:pt idx="303">
                <c:v>1.889245342799419</c:v>
              </c:pt>
              <c:pt idx="304">
                <c:v>1.7666948362495123</c:v>
              </c:pt>
              <c:pt idx="305">
                <c:v>1.7666948362495123</c:v>
              </c:pt>
              <c:pt idx="306">
                <c:v>1.7666948362495123</c:v>
              </c:pt>
              <c:pt idx="307">
                <c:v>1.7666948362495123</c:v>
              </c:pt>
              <c:pt idx="308">
                <c:v>1.7666948362495123</c:v>
              </c:pt>
              <c:pt idx="309">
                <c:v>1.7666948362495123</c:v>
              </c:pt>
              <c:pt idx="310">
                <c:v>1.677994833993336</c:v>
              </c:pt>
              <c:pt idx="311">
                <c:v>1.677994833993336</c:v>
              </c:pt>
              <c:pt idx="312">
                <c:v>1.677994833993336</c:v>
              </c:pt>
              <c:pt idx="313">
                <c:v>1.677994833993336</c:v>
              </c:pt>
              <c:pt idx="314">
                <c:v>1.677994833993336</c:v>
              </c:pt>
              <c:pt idx="315">
                <c:v>1.677994833993336</c:v>
              </c:pt>
              <c:pt idx="316">
                <c:v>1.677994833993336</c:v>
              </c:pt>
              <c:pt idx="317">
                <c:v>1.677994833993336</c:v>
              </c:pt>
              <c:pt idx="318">
                <c:v>1.6197393062569054</c:v>
              </c:pt>
              <c:pt idx="319">
                <c:v>1.6197393062569054</c:v>
              </c:pt>
              <c:pt idx="320">
                <c:v>1.6197393062569054</c:v>
              </c:pt>
              <c:pt idx="321">
                <c:v>1.6197393062569054</c:v>
              </c:pt>
              <c:pt idx="322">
                <c:v>1.6197393062569054</c:v>
              </c:pt>
              <c:pt idx="323">
                <c:v>1.6197393062569054</c:v>
              </c:pt>
              <c:pt idx="324">
                <c:v>1.548142789900883</c:v>
              </c:pt>
              <c:pt idx="325">
                <c:v>1.548142789900883</c:v>
              </c:pt>
              <c:pt idx="326">
                <c:v>1.548142789900883</c:v>
              </c:pt>
              <c:pt idx="327">
                <c:v>1.548142789900883</c:v>
              </c:pt>
              <c:pt idx="328">
                <c:v>1.5356682363160463</c:v>
              </c:pt>
              <c:pt idx="329">
                <c:v>1.5356682363160463</c:v>
              </c:pt>
              <c:pt idx="330">
                <c:v>1.5356682363160463</c:v>
              </c:pt>
              <c:pt idx="331">
                <c:v>1.5356682363160463</c:v>
              </c:pt>
              <c:pt idx="332">
                <c:v>1.480416896709381</c:v>
              </c:pt>
              <c:pt idx="333">
                <c:v>1.480416896709381</c:v>
              </c:pt>
              <c:pt idx="334">
                <c:v>1.480416896709381</c:v>
              </c:pt>
              <c:pt idx="335">
                <c:v>1.480416896709381</c:v>
              </c:pt>
              <c:pt idx="336">
                <c:v>1.480416896709381</c:v>
              </c:pt>
              <c:pt idx="337">
                <c:v>1.480416896709381</c:v>
              </c:pt>
              <c:pt idx="338">
                <c:v>1.3917423665323834</c:v>
              </c:pt>
              <c:pt idx="339">
                <c:v>1.3917423665323834</c:v>
              </c:pt>
              <c:pt idx="340">
                <c:v>1.3917423665323834</c:v>
              </c:pt>
              <c:pt idx="341">
                <c:v>1.3917423665323834</c:v>
              </c:pt>
              <c:pt idx="342">
                <c:v>1.385231852377743</c:v>
              </c:pt>
              <c:pt idx="343">
                <c:v>1.385231852377743</c:v>
              </c:pt>
              <c:pt idx="344">
                <c:v>1.385231852377743</c:v>
              </c:pt>
              <c:pt idx="345">
                <c:v>1.385231852377743</c:v>
              </c:pt>
              <c:pt idx="346">
                <c:v>1.385231852377743</c:v>
              </c:pt>
              <c:pt idx="347">
                <c:v>1.385231852377743</c:v>
              </c:pt>
              <c:pt idx="348">
                <c:v>1.385231852377743</c:v>
              </c:pt>
              <c:pt idx="349">
                <c:v>1.385231852377743</c:v>
              </c:pt>
              <c:pt idx="350">
                <c:v>1.385231852377743</c:v>
              </c:pt>
              <c:pt idx="351">
                <c:v>1.385231852377743</c:v>
              </c:pt>
              <c:pt idx="352">
                <c:v>1.385231852377743</c:v>
              </c:pt>
              <c:pt idx="353">
                <c:v>1.385231852377743</c:v>
              </c:pt>
              <c:pt idx="354">
                <c:v>1.385231852377743</c:v>
              </c:pt>
              <c:pt idx="355">
                <c:v>1.385231852377743</c:v>
              </c:pt>
              <c:pt idx="356">
                <c:v>1.3818237226748098</c:v>
              </c:pt>
              <c:pt idx="357">
                <c:v>1.3818237226748098</c:v>
              </c:pt>
              <c:pt idx="358">
                <c:v>1.3818237226748098</c:v>
              </c:pt>
              <c:pt idx="359">
                <c:v>1.3818237226748098</c:v>
              </c:pt>
              <c:pt idx="360">
                <c:v>1.3818237226748098</c:v>
              </c:pt>
              <c:pt idx="361">
                <c:v>1.3818237226748098</c:v>
              </c:pt>
              <c:pt idx="362">
                <c:v>1.3818237226748098</c:v>
              </c:pt>
              <c:pt idx="363">
                <c:v>1.3818237226748098</c:v>
              </c:pt>
              <c:pt idx="364">
                <c:v>1.3818237226748098</c:v>
              </c:pt>
              <c:pt idx="365">
                <c:v>1.3818237226748098</c:v>
              </c:pt>
              <c:pt idx="366">
                <c:v>1.3818237226748098</c:v>
              </c:pt>
              <c:pt idx="367">
                <c:v>1.3818237226748098</c:v>
              </c:pt>
              <c:pt idx="368">
                <c:v>1.3818237226748098</c:v>
              </c:pt>
              <c:pt idx="369">
                <c:v>1.3818237226748098</c:v>
              </c:pt>
              <c:pt idx="370">
                <c:v>1.3818237226748098</c:v>
              </c:pt>
              <c:pt idx="371">
                <c:v>1.3818237226748098</c:v>
              </c:pt>
              <c:pt idx="372">
                <c:v>1.3818237226748098</c:v>
              </c:pt>
              <c:pt idx="373">
                <c:v>1.3818237226748098</c:v>
              </c:pt>
              <c:pt idx="374">
                <c:v>1.3818237226748098</c:v>
              </c:pt>
              <c:pt idx="375">
                <c:v>1.3818237226748098</c:v>
              </c:pt>
              <c:pt idx="376">
                <c:v>1.3818237226748098</c:v>
              </c:pt>
              <c:pt idx="377">
                <c:v>1.3818237226748098</c:v>
              </c:pt>
              <c:pt idx="378">
                <c:v>1.3729960390589908</c:v>
              </c:pt>
              <c:pt idx="379">
                <c:v>1.3729960390589908</c:v>
              </c:pt>
              <c:pt idx="380">
                <c:v>1.2439798261396307</c:v>
              </c:pt>
              <c:pt idx="381">
                <c:v>1.2439798261396307</c:v>
              </c:pt>
              <c:pt idx="382">
                <c:v>1.2439798261396307</c:v>
              </c:pt>
              <c:pt idx="383">
                <c:v>1.2439798261396307</c:v>
              </c:pt>
              <c:pt idx="384">
                <c:v>1.2439798261396307</c:v>
              </c:pt>
              <c:pt idx="385">
                <c:v>1.2439798261396307</c:v>
              </c:pt>
              <c:pt idx="386">
                <c:v>1.2439798261396307</c:v>
              </c:pt>
              <c:pt idx="387">
                <c:v>1.2439798261396307</c:v>
              </c:pt>
              <c:pt idx="388">
                <c:v>1.1622737274726465</c:v>
              </c:pt>
              <c:pt idx="389">
                <c:v>1.1622737274726465</c:v>
              </c:pt>
              <c:pt idx="390">
                <c:v>1.1622737274726465</c:v>
              </c:pt>
              <c:pt idx="391">
                <c:v>1.1622737274726465</c:v>
              </c:pt>
              <c:pt idx="392">
                <c:v>1.1622737274726465</c:v>
              </c:pt>
              <c:pt idx="393">
                <c:v>1.1622737274726465</c:v>
              </c:pt>
              <c:pt idx="394">
                <c:v>1.1139131172366796</c:v>
              </c:pt>
              <c:pt idx="395">
                <c:v>1.1139131172366796</c:v>
              </c:pt>
              <c:pt idx="396">
                <c:v>1.1139131172366796</c:v>
              </c:pt>
              <c:pt idx="397">
                <c:v>1.1139131172366796</c:v>
              </c:pt>
              <c:pt idx="398">
                <c:v>1.1139131172366796</c:v>
              </c:pt>
              <c:pt idx="399">
                <c:v>1.1139131172366796</c:v>
              </c:pt>
              <c:pt idx="400">
                <c:v>1.1091411650296439</c:v>
              </c:pt>
              <c:pt idx="401">
                <c:v>1.1091411650296439</c:v>
              </c:pt>
              <c:pt idx="402">
                <c:v>1.1091411650296439</c:v>
              </c:pt>
              <c:pt idx="403">
                <c:v>1.1091411650296439</c:v>
              </c:pt>
              <c:pt idx="404">
                <c:v>1.106757397711753</c:v>
              </c:pt>
              <c:pt idx="405">
                <c:v>1.106757397711753</c:v>
              </c:pt>
              <c:pt idx="406">
                <c:v>1.106757397711753</c:v>
              </c:pt>
              <c:pt idx="407">
                <c:v>1.106757397711753</c:v>
              </c:pt>
              <c:pt idx="408">
                <c:v>1.075272573794724</c:v>
              </c:pt>
              <c:pt idx="409">
                <c:v>1.075272573794724</c:v>
              </c:pt>
              <c:pt idx="410">
                <c:v>0.925858071185482</c:v>
              </c:pt>
              <c:pt idx="411">
                <c:v>0.925858071185482</c:v>
              </c:pt>
              <c:pt idx="412">
                <c:v>0.7837971723058698</c:v>
              </c:pt>
              <c:pt idx="413">
                <c:v>0.7837971723058698</c:v>
              </c:pt>
              <c:pt idx="414">
                <c:v>0.7615210039070008</c:v>
              </c:pt>
              <c:pt idx="415">
                <c:v>0.7615210039070008</c:v>
              </c:pt>
              <c:pt idx="416">
                <c:v>0.7615210039070008</c:v>
              </c:pt>
              <c:pt idx="417">
                <c:v>0.7615210039070008</c:v>
              </c:pt>
              <c:pt idx="418">
                <c:v>0.7615210039070008</c:v>
              </c:pt>
              <c:pt idx="419">
                <c:v>0.7615210039070008</c:v>
              </c:pt>
              <c:pt idx="420">
                <c:v>0.679518116069923</c:v>
              </c:pt>
              <c:pt idx="421">
                <c:v>0.679518116069923</c:v>
              </c:pt>
              <c:pt idx="422">
                <c:v>0.6069079816071111</c:v>
              </c:pt>
              <c:pt idx="423">
                <c:v>0.6069079816071111</c:v>
              </c:pt>
              <c:pt idx="424">
                <c:v>0.566560622541556</c:v>
              </c:pt>
              <c:pt idx="425">
                <c:v>0.566560622541556</c:v>
              </c:pt>
              <c:pt idx="426">
                <c:v>0.566560622541556</c:v>
              </c:pt>
              <c:pt idx="427">
                <c:v>0.566560622541556</c:v>
              </c:pt>
              <c:pt idx="428">
                <c:v>0.566560622541556</c:v>
              </c:pt>
              <c:pt idx="429">
                <c:v>0.566560622541556</c:v>
              </c:pt>
              <c:pt idx="430">
                <c:v>0.47914883013261966</c:v>
              </c:pt>
              <c:pt idx="431">
                <c:v>0.47914883013261966</c:v>
              </c:pt>
              <c:pt idx="432">
                <c:v>0.4249551228243757</c:v>
              </c:pt>
              <c:pt idx="433">
                <c:v>0.4249551228243757</c:v>
              </c:pt>
              <c:pt idx="434">
                <c:v>0.3985571325637589</c:v>
              </c:pt>
              <c:pt idx="435">
                <c:v>0.3985571325637589</c:v>
              </c:pt>
              <c:pt idx="436">
                <c:v>0.3971712927470318</c:v>
              </c:pt>
              <c:pt idx="437">
                <c:v>0.3971712927470318</c:v>
              </c:pt>
              <c:pt idx="438">
                <c:v>0.33891170744369714</c:v>
              </c:pt>
              <c:pt idx="439">
                <c:v>0.33891170744369714</c:v>
              </c:pt>
              <c:pt idx="440">
                <c:v>0.30609797127429134</c:v>
              </c:pt>
              <c:pt idx="441">
                <c:v>0.30609797127429134</c:v>
              </c:pt>
              <c:pt idx="442">
                <c:v>0.27248575230507016</c:v>
              </c:pt>
              <c:pt idx="443">
                <c:v>0.27248575230507016</c:v>
              </c:pt>
              <c:pt idx="444">
                <c:v>0.19788627500204162</c:v>
              </c:pt>
              <c:pt idx="445">
                <c:v>0.19788627500204162</c:v>
              </c:pt>
              <c:pt idx="446">
                <c:v>0.19788627500204162</c:v>
              </c:pt>
              <c:pt idx="447">
                <c:v>0.19788627500204162</c:v>
              </c:pt>
              <c:pt idx="448">
                <c:v>0.1605301906935333</c:v>
              </c:pt>
              <c:pt idx="449">
                <c:v>0.1605301906935333</c:v>
              </c:pt>
            </c:numLit>
          </c:yVal>
          <c:smooth val="0"/>
        </c:ser>
        <c:ser>
          <c:idx val="1"/>
          <c:order val="1"/>
          <c:tx>
            <c:v>Certified bound Φ</c:v>
          </c:tx>
          <c:spPr>
            <a:noFill xmlns:a="http://schemas.openxmlformats.org/drawingml/2006/main"/>
            <a:ln xmlns:a="http://schemas.openxmlformats.org/drawingml/2006/main" w="13335">
              <a:solidFill>
                <a:srgbClr val="7B8790"/>
              </a:solidFill>
              <a:prstDash val="dash"/>
            </a:ln>
          </c:spPr>
          <c:marker>
            <c:symbol val="none"/>
            <c:size val="7"/>
            <c:spPr>
              <a:solidFill xmlns:a="http://schemas.openxmlformats.org/drawingml/2006/main">
                <a:srgbClr val="7B8790"/>
              </a:solidFill>
            </c:spPr>
          </c:marker>
          <c:xVal>
            <c:numLit>
              <c:formatCode>General</c:formatCode>
              <c:ptCount val="450"/>
              <c:pt idx="0">
                <c:v>0</c:v>
              </c:pt>
              <c:pt idx="1">
                <c:v>0.002252052669056858</c:v>
              </c:pt>
              <c:pt idx="2">
                <c:v>0.002252052669056858</c:v>
              </c:pt>
              <c:pt idx="3">
                <c:v>0.002667417650689099</c:v>
              </c:pt>
              <c:pt idx="4">
                <c:v>0.002667417650689099</c:v>
              </c:pt>
              <c:pt idx="5">
                <c:v>0.002718788031746794</c:v>
              </c:pt>
              <c:pt idx="6">
                <c:v>0.002718788031746794</c:v>
              </c:pt>
              <c:pt idx="7">
                <c:v>0.009351631370903224</c:v>
              </c:pt>
              <c:pt idx="8">
                <c:v>0.009351631370903224</c:v>
              </c:pt>
              <c:pt idx="9">
                <c:v>0.01324046303933057</c:v>
              </c:pt>
              <c:pt idx="10">
                <c:v>0.01324046303933057</c:v>
              </c:pt>
              <c:pt idx="11">
                <c:v>0.014033448104779966</c:v>
              </c:pt>
              <c:pt idx="12">
                <c:v>0.014033448104779966</c:v>
              </c:pt>
              <c:pt idx="13">
                <c:v>0.01943024637344942</c:v>
              </c:pt>
              <c:pt idx="14">
                <c:v>0.01943024637344942</c:v>
              </c:pt>
              <c:pt idx="15">
                <c:v>0.03158041103959923</c:v>
              </c:pt>
              <c:pt idx="16">
                <c:v>0.03158041103959923</c:v>
              </c:pt>
              <c:pt idx="17">
                <c:v>0.033446968075013815</c:v>
              </c:pt>
              <c:pt idx="18">
                <c:v>0.033446968075013815</c:v>
              </c:pt>
              <c:pt idx="19">
                <c:v>0.04037310972147003</c:v>
              </c:pt>
              <c:pt idx="20">
                <c:v>0.04037310972147003</c:v>
              </c:pt>
              <c:pt idx="21">
                <c:v>0.043732918165262286</c:v>
              </c:pt>
              <c:pt idx="22">
                <c:v>0.043732918165262286</c:v>
              </c:pt>
              <c:pt idx="23">
                <c:v>0.044688761249184576</c:v>
              </c:pt>
              <c:pt idx="24">
                <c:v>0.044688761249184576</c:v>
              </c:pt>
              <c:pt idx="25">
                <c:v>0.047183182579732585</c:v>
              </c:pt>
              <c:pt idx="26">
                <c:v>0.047183182579732585</c:v>
              </c:pt>
              <c:pt idx="27">
                <c:v>0.07187764413911589</c:v>
              </c:pt>
              <c:pt idx="28">
                <c:v>0.07187764413911589</c:v>
              </c:pt>
              <c:pt idx="29">
                <c:v>0.08027305479823353</c:v>
              </c:pt>
              <c:pt idx="30">
                <c:v>0.08027305479823353</c:v>
              </c:pt>
              <c:pt idx="31">
                <c:v>0.08563167304010408</c:v>
              </c:pt>
              <c:pt idx="32">
                <c:v>0.08563167304010408</c:v>
              </c:pt>
              <c:pt idx="33">
                <c:v>0.09181474862502124</c:v>
              </c:pt>
              <c:pt idx="34">
                <c:v>0.09181474862502124</c:v>
              </c:pt>
              <c:pt idx="35">
                <c:v>0.10438427983726947</c:v>
              </c:pt>
              <c:pt idx="36">
                <c:v>0.10438427983726947</c:v>
              </c:pt>
              <c:pt idx="37">
                <c:v>0.10448062015769456</c:v>
              </c:pt>
              <c:pt idx="38">
                <c:v>0.10448062015769456</c:v>
              </c:pt>
              <c:pt idx="39">
                <c:v>0.11910800805338122</c:v>
              </c:pt>
              <c:pt idx="40">
                <c:v>0.11910800805338122</c:v>
              </c:pt>
              <c:pt idx="41">
                <c:v>0.13975083228883003</c:v>
              </c:pt>
              <c:pt idx="42">
                <c:v>0.13975083228883003</c:v>
              </c:pt>
              <c:pt idx="43">
                <c:v>0.1974308330015172</c:v>
              </c:pt>
              <c:pt idx="44">
                <c:v>0.1974308330015172</c:v>
              </c:pt>
              <c:pt idx="45">
                <c:v>0.20655724103365372</c:v>
              </c:pt>
              <c:pt idx="46">
                <c:v>0.20655724103365372</c:v>
              </c:pt>
              <c:pt idx="47">
                <c:v>0.21887447901258494</c:v>
              </c:pt>
              <c:pt idx="48">
                <c:v>0.21887447901258494</c:v>
              </c:pt>
              <c:pt idx="49">
                <c:v>0.22991578145830682</c:v>
              </c:pt>
              <c:pt idx="50">
                <c:v>0.22991578145830682</c:v>
              </c:pt>
              <c:pt idx="51">
                <c:v>0.24360370152696334</c:v>
              </c:pt>
              <c:pt idx="52">
                <c:v>0.24360370152696334</c:v>
              </c:pt>
              <c:pt idx="53">
                <c:v>0.24571530670915126</c:v>
              </c:pt>
              <c:pt idx="54">
                <c:v>0.24571530670915126</c:v>
              </c:pt>
              <c:pt idx="55">
                <c:v>0.28282063810483854</c:v>
              </c:pt>
              <c:pt idx="56">
                <c:v>0.28282063810483854</c:v>
              </c:pt>
              <c:pt idx="57">
                <c:v>0.30877358946820743</c:v>
              </c:pt>
              <c:pt idx="58">
                <c:v>0.30877358946820743</c:v>
              </c:pt>
              <c:pt idx="59">
                <c:v>0.31239450023010307</c:v>
              </c:pt>
              <c:pt idx="60">
                <c:v>0.31239450023010307</c:v>
              </c:pt>
              <c:pt idx="61">
                <c:v>0.31284070861212643</c:v>
              </c:pt>
              <c:pt idx="62">
                <c:v>0.31284070861212643</c:v>
              </c:pt>
              <c:pt idx="63">
                <c:v>0.38632591866094196</c:v>
              </c:pt>
              <c:pt idx="64">
                <c:v>0.38632591866094196</c:v>
              </c:pt>
              <c:pt idx="65">
                <c:v>0.3982402167583406</c:v>
              </c:pt>
              <c:pt idx="66">
                <c:v>0.3982402167583406</c:v>
              </c:pt>
              <c:pt idx="67">
                <c:v>0.4428266354446047</c:v>
              </c:pt>
              <c:pt idx="68">
                <c:v>0.4428266354446047</c:v>
              </c:pt>
              <c:pt idx="69">
                <c:v>0.4912777545119961</c:v>
              </c:pt>
              <c:pt idx="70">
                <c:v>0.4912777545119961</c:v>
              </c:pt>
              <c:pt idx="71">
                <c:v>0.5</c:v>
              </c:pt>
              <c:pt idx="72">
                <c:v>0.5</c:v>
              </c:pt>
              <c:pt idx="73">
                <c:v>0.6433427320849572</c:v>
              </c:pt>
              <c:pt idx="74">
                <c:v>0.6433427320849572</c:v>
              </c:pt>
              <c:pt idx="75">
                <c:v>0.6530267899600377</c:v>
              </c:pt>
              <c:pt idx="76">
                <c:v>0.6530267899600377</c:v>
              </c:pt>
              <c:pt idx="77">
                <c:v>0.7169333815719647</c:v>
              </c:pt>
              <c:pt idx="78">
                <c:v>0.7169333815719647</c:v>
              </c:pt>
              <c:pt idx="79">
                <c:v>0.7311531515159725</c:v>
              </c:pt>
              <c:pt idx="80">
                <c:v>0.7311531515159725</c:v>
              </c:pt>
              <c:pt idx="81">
                <c:v>0.7666326528200673</c:v>
              </c:pt>
              <c:pt idx="82">
                <c:v>0.7666326528200673</c:v>
              </c:pt>
              <c:pt idx="83">
                <c:v>0.7691388293529847</c:v>
              </c:pt>
              <c:pt idx="84">
                <c:v>0.7691388293529847</c:v>
              </c:pt>
              <c:pt idx="85">
                <c:v>0.8493415954470873</c:v>
              </c:pt>
              <c:pt idx="86">
                <c:v>0.8493415954470873</c:v>
              </c:pt>
              <c:pt idx="87">
                <c:v>0.8588028729636834</c:v>
              </c:pt>
              <c:pt idx="88">
                <c:v>0.8588028729636834</c:v>
              </c:pt>
              <c:pt idx="89">
                <c:v>0.8766539758270908</c:v>
              </c:pt>
              <c:pt idx="90">
                <c:v>0.8766539758270908</c:v>
              </c:pt>
              <c:pt idx="91">
                <c:v>0.9036305779644066</c:v>
              </c:pt>
              <c:pt idx="92">
                <c:v>0.9036305779644066</c:v>
              </c:pt>
              <c:pt idx="93">
                <c:v>0.9960772814290508</c:v>
              </c:pt>
              <c:pt idx="94">
                <c:v>0.9960772814290508</c:v>
              </c:pt>
              <c:pt idx="95">
                <c:v>1</c:v>
              </c:pt>
              <c:pt idx="96">
                <c:v>1</c:v>
              </c:pt>
              <c:pt idx="97">
                <c:v>1.1533739287265037</c:v>
              </c:pt>
              <c:pt idx="98">
                <c:v>1.1533739287265037</c:v>
              </c:pt>
              <c:pt idx="99">
                <c:v>1.2140475609699946</c:v>
              </c:pt>
              <c:pt idx="100">
                <c:v>1.2140475609699946</c:v>
              </c:pt>
              <c:pt idx="101">
                <c:v>1.2415183723388412</c:v>
              </c:pt>
              <c:pt idx="102">
                <c:v>1.2415183723388412</c:v>
              </c:pt>
              <c:pt idx="103">
                <c:v>1.2478848001139158</c:v>
              </c:pt>
              <c:pt idx="104">
                <c:v>1.2478848001139158</c:v>
              </c:pt>
              <c:pt idx="105">
                <c:v>1.2495827175170047</c:v>
              </c:pt>
              <c:pt idx="106">
                <c:v>1.2495827175170047</c:v>
              </c:pt>
              <c:pt idx="107">
                <c:v>1.3033808449451074</c:v>
              </c:pt>
              <c:pt idx="108">
                <c:v>1.3033808449451074</c:v>
              </c:pt>
              <c:pt idx="109">
                <c:v>1.3082762254813134</c:v>
              </c:pt>
              <c:pt idx="110">
                <c:v>1.3082762254813134</c:v>
              </c:pt>
              <c:pt idx="111">
                <c:v>1.356349941098569</c:v>
              </c:pt>
              <c:pt idx="112">
                <c:v>1.356349941098569</c:v>
              </c:pt>
              <c:pt idx="113">
                <c:v>1.4003758450364463</c:v>
              </c:pt>
              <c:pt idx="114">
                <c:v>1.4003758450364463</c:v>
              </c:pt>
              <c:pt idx="115">
                <c:v>1.4909281357462327</c:v>
              </c:pt>
              <c:pt idx="116">
                <c:v>1.4909281357462327</c:v>
              </c:pt>
              <c:pt idx="117">
                <c:v>1.4972858667001063</c:v>
              </c:pt>
              <c:pt idx="118">
                <c:v>1.4972858667001063</c:v>
              </c:pt>
              <c:pt idx="119">
                <c:v>1.6379966423927856</c:v>
              </c:pt>
              <c:pt idx="120">
                <c:v>1.6379966423927856</c:v>
              </c:pt>
              <c:pt idx="121">
                <c:v>1.665985748192629</c:v>
              </c:pt>
              <c:pt idx="122">
                <c:v>1.665985748192629</c:v>
              </c:pt>
              <c:pt idx="123">
                <c:v>1.7900664882461448</c:v>
              </c:pt>
              <c:pt idx="124">
                <c:v>1.7900664882461448</c:v>
              </c:pt>
              <c:pt idx="125">
                <c:v>1.9460882443859513</c:v>
              </c:pt>
              <c:pt idx="126">
                <c:v>1.9460882443859513</c:v>
              </c:pt>
              <c:pt idx="127">
                <c:v>1.9511118911729453</c:v>
              </c:pt>
              <c:pt idx="128">
                <c:v>1.9511118911729453</c:v>
              </c:pt>
              <c:pt idx="129">
                <c:v>2</c:v>
              </c:pt>
              <c:pt idx="130">
                <c:v>2</c:v>
              </c:pt>
              <c:pt idx="131">
                <c:v>2.183618889344224</c:v>
              </c:pt>
              <c:pt idx="132">
                <c:v>2.183618889344224</c:v>
              </c:pt>
              <c:pt idx="133">
                <c:v>2.201522172907955</c:v>
              </c:pt>
              <c:pt idx="134">
                <c:v>2.201522172907955</c:v>
              </c:pt>
              <c:pt idx="135">
                <c:v>2.315841684992839</c:v>
              </c:pt>
              <c:pt idx="136">
                <c:v>2.315841684992839</c:v>
              </c:pt>
              <c:pt idx="137">
                <c:v>2.4953364587389566</c:v>
              </c:pt>
              <c:pt idx="138">
                <c:v>2.4953364587389566</c:v>
              </c:pt>
              <c:pt idx="139">
                <c:v>2.6675368799733175</c:v>
              </c:pt>
              <c:pt idx="140">
                <c:v>2.6675368799733175</c:v>
              </c:pt>
              <c:pt idx="141">
                <c:v>2.680857665575116</c:v>
              </c:pt>
              <c:pt idx="142">
                <c:v>2.680857665575116</c:v>
              </c:pt>
              <c:pt idx="143">
                <c:v>2.751455914802219</c:v>
              </c:pt>
              <c:pt idx="144">
                <c:v>2.751455914802219</c:v>
              </c:pt>
              <c:pt idx="145">
                <c:v>2.9157236804113995</c:v>
              </c:pt>
              <c:pt idx="146">
                <c:v>2.9157236804113995</c:v>
              </c:pt>
              <c:pt idx="147">
                <c:v>2.919364045068701</c:v>
              </c:pt>
              <c:pt idx="148">
                <c:v>2.919364045068701</c:v>
              </c:pt>
              <c:pt idx="149">
                <c:v>2.9422799399787114</c:v>
              </c:pt>
              <c:pt idx="150">
                <c:v>2.9422799399787114</c:v>
              </c:pt>
              <c:pt idx="151">
                <c:v>2.9703454702471985</c:v>
              </c:pt>
              <c:pt idx="152">
                <c:v>2.9703454702471985</c:v>
              </c:pt>
              <c:pt idx="153">
                <c:v>3.0006939764813034</c:v>
              </c:pt>
              <c:pt idx="154">
                <c:v>3.0006939764813034</c:v>
              </c:pt>
              <c:pt idx="155">
                <c:v>3.1724553461177556</c:v>
              </c:pt>
              <c:pt idx="156">
                <c:v>3.1724553461177556</c:v>
              </c:pt>
              <c:pt idx="157">
                <c:v>3.236009552593751</c:v>
              </c:pt>
              <c:pt idx="158">
                <c:v>3.236009552593751</c:v>
              </c:pt>
              <c:pt idx="159">
                <c:v>3.288222341309767</c:v>
              </c:pt>
              <c:pt idx="160">
                <c:v>3.288222341309767</c:v>
              </c:pt>
              <c:pt idx="161">
                <c:v>3.312834336494888</c:v>
              </c:pt>
              <c:pt idx="162">
                <c:v>3.312834336494888</c:v>
              </c:pt>
              <c:pt idx="163">
                <c:v>3.3834143294909214</c:v>
              </c:pt>
              <c:pt idx="164">
                <c:v>3.3834143294909214</c:v>
              </c:pt>
              <c:pt idx="165">
                <c:v>3.4378002255241644</c:v>
              </c:pt>
              <c:pt idx="166">
                <c:v>3.4378002255241644</c:v>
              </c:pt>
              <c:pt idx="167">
                <c:v>3.4489847108251577</c:v>
              </c:pt>
              <c:pt idx="168">
                <c:v>3.4489847108251577</c:v>
              </c:pt>
              <c:pt idx="169">
                <c:v>3.4578592374391484</c:v>
              </c:pt>
              <c:pt idx="170">
                <c:v>3.4578592374391484</c:v>
              </c:pt>
              <c:pt idx="171">
                <c:v>3.5298685301902957</c:v>
              </c:pt>
              <c:pt idx="172">
                <c:v>3.5298685301902957</c:v>
              </c:pt>
              <c:pt idx="173">
                <c:v>3.7400135782201973</c:v>
              </c:pt>
              <c:pt idx="174">
                <c:v>3.7400135782201973</c:v>
              </c:pt>
              <c:pt idx="175">
                <c:v>3.882183211951868</c:v>
              </c:pt>
              <c:pt idx="176">
                <c:v>3.882183211951868</c:v>
              </c:pt>
              <c:pt idx="177">
                <c:v>3.8874070523248503</c:v>
              </c:pt>
              <c:pt idx="178">
                <c:v>3.8874070523248503</c:v>
              </c:pt>
              <c:pt idx="179">
                <c:v>4.1727675858524</c:v>
              </c:pt>
              <c:pt idx="180">
                <c:v>4.1727675858524</c:v>
              </c:pt>
              <c:pt idx="181">
                <c:v>4.225464420253914</c:v>
              </c:pt>
              <c:pt idx="182">
                <c:v>4.225464420253914</c:v>
              </c:pt>
              <c:pt idx="183">
                <c:v>4.234056922201499</c:v>
              </c:pt>
              <c:pt idx="184">
                <c:v>4.234056922201499</c:v>
              </c:pt>
              <c:pt idx="185">
                <c:v>4.2793715894032065</c:v>
              </c:pt>
              <c:pt idx="186">
                <c:v>4.2793715894032065</c:v>
              </c:pt>
              <c:pt idx="187">
                <c:v>4.349482258209912</c:v>
              </c:pt>
              <c:pt idx="188">
                <c:v>4.349482258209912</c:v>
              </c:pt>
              <c:pt idx="189">
                <c:v>4.393269263881719</c:v>
              </c:pt>
              <c:pt idx="190">
                <c:v>4.393269263881719</c:v>
              </c:pt>
              <c:pt idx="191">
                <c:v>4.420898036091101</c:v>
              </c:pt>
              <c:pt idx="192">
                <c:v>4.420898036091101</c:v>
              </c:pt>
              <c:pt idx="193">
                <c:v>4.432672203226913</c:v>
              </c:pt>
              <c:pt idx="194">
                <c:v>4.432672203226913</c:v>
              </c:pt>
              <c:pt idx="195">
                <c:v>4.473342863962357</c:v>
              </c:pt>
              <c:pt idx="196">
                <c:v>4.473342863962357</c:v>
              </c:pt>
              <c:pt idx="197">
                <c:v>4.506409257905355</c:v>
              </c:pt>
              <c:pt idx="198">
                <c:v>4.506409257905355</c:v>
              </c:pt>
              <c:pt idx="199">
                <c:v>4.543070058544765</c:v>
              </c:pt>
              <c:pt idx="200">
                <c:v>4.543070058544765</c:v>
              </c:pt>
              <c:pt idx="201">
                <c:v>4.582149558443407</c:v>
              </c:pt>
              <c:pt idx="202">
                <c:v>4.582149558443407</c:v>
              </c:pt>
              <c:pt idx="203">
                <c:v>4.673964307068429</c:v>
              </c:pt>
              <c:pt idx="204">
                <c:v>4.673964307068429</c:v>
              </c:pt>
              <c:pt idx="205">
                <c:v>4.726566024797451</c:v>
              </c:pt>
              <c:pt idx="206">
                <c:v>4.726566024797451</c:v>
              </c:pt>
              <c:pt idx="207">
                <c:v>4.732607592439894</c:v>
              </c:pt>
              <c:pt idx="208">
                <c:v>4.732607592439894</c:v>
              </c:pt>
              <c:pt idx="209">
                <c:v>4.767140983270621</c:v>
              </c:pt>
              <c:pt idx="210">
                <c:v>4.767140983270621</c:v>
              </c:pt>
              <c:pt idx="211">
                <c:v>4.828514910319649</c:v>
              </c:pt>
              <c:pt idx="212">
                <c:v>4.828514910319649</c:v>
              </c:pt>
              <c:pt idx="213">
                <c:v>4.868751127087532</c:v>
              </c:pt>
              <c:pt idx="214">
                <c:v>4.868751127087532</c:v>
              </c:pt>
              <c:pt idx="215">
                <c:v>4.9456539591141695</c:v>
              </c:pt>
              <c:pt idx="216">
                <c:v>4.9456539591141695</c:v>
              </c:pt>
              <c:pt idx="217">
                <c:v>4.982464002139873</c:v>
              </c:pt>
              <c:pt idx="218">
                <c:v>4.982464002139873</c:v>
              </c:pt>
              <c:pt idx="219">
                <c:v>5</c:v>
              </c:pt>
              <c:pt idx="220">
                <c:v>5</c:v>
              </c:pt>
              <c:pt idx="221">
                <c:v>5.053744532247785</c:v>
              </c:pt>
              <c:pt idx="222">
                <c:v>5.053744532247785</c:v>
              </c:pt>
              <c:pt idx="223">
                <c:v>5.09142760563427</c:v>
              </c:pt>
              <c:pt idx="224">
                <c:v>5.09142760563427</c:v>
              </c:pt>
              <c:pt idx="225">
                <c:v>5.104777203159693</c:v>
              </c:pt>
              <c:pt idx="226">
                <c:v>5.104777203159693</c:v>
              </c:pt>
              <c:pt idx="227">
                <c:v>5.120796083567721</c:v>
              </c:pt>
              <c:pt idx="228">
                <c:v>5.120796083567721</c:v>
              </c:pt>
              <c:pt idx="229">
                <c:v>5.244212918244844</c:v>
              </c:pt>
              <c:pt idx="230">
                <c:v>5.244212918244844</c:v>
              </c:pt>
              <c:pt idx="231">
                <c:v>5.3687699306328245</c:v>
              </c:pt>
              <c:pt idx="232">
                <c:v>5.3687699306328245</c:v>
              </c:pt>
              <c:pt idx="233">
                <c:v>5.621419114868389</c:v>
              </c:pt>
              <c:pt idx="234">
                <c:v>5.621419114868389</c:v>
              </c:pt>
              <c:pt idx="235">
                <c:v>5.729143889262053</c:v>
              </c:pt>
              <c:pt idx="236">
                <c:v>5.729143889262053</c:v>
              </c:pt>
              <c:pt idx="237">
                <c:v>5.81765899525991</c:v>
              </c:pt>
              <c:pt idx="238">
                <c:v>5.81765899525991</c:v>
              </c:pt>
              <c:pt idx="239">
                <c:v>5.90755309121985</c:v>
              </c:pt>
              <c:pt idx="240">
                <c:v>5.90755309121985</c:v>
              </c:pt>
              <c:pt idx="241">
                <c:v>5.96310189090389</c:v>
              </c:pt>
              <c:pt idx="242">
                <c:v>5.96310189090389</c:v>
              </c:pt>
              <c:pt idx="243">
                <c:v>6.137927559749361</c:v>
              </c:pt>
              <c:pt idx="244">
                <c:v>6.137927559749361</c:v>
              </c:pt>
              <c:pt idx="245">
                <c:v>6.14833614387193</c:v>
              </c:pt>
              <c:pt idx="246">
                <c:v>6.14833614387193</c:v>
              </c:pt>
              <c:pt idx="247">
                <c:v>6.259880705800865</c:v>
              </c:pt>
              <c:pt idx="248">
                <c:v>6.259880705800865</c:v>
              </c:pt>
              <c:pt idx="249">
                <c:v>6.280654333578127</c:v>
              </c:pt>
              <c:pt idx="250">
                <c:v>6.280654333578127</c:v>
              </c:pt>
              <c:pt idx="251">
                <c:v>6.442419187446019</c:v>
              </c:pt>
              <c:pt idx="252">
                <c:v>6.442419187446019</c:v>
              </c:pt>
              <c:pt idx="253">
                <c:v>6.516103942232938</c:v>
              </c:pt>
              <c:pt idx="254">
                <c:v>6.516103942232938</c:v>
              </c:pt>
              <c:pt idx="255">
                <c:v>6.672502674040899</c:v>
              </c:pt>
              <c:pt idx="256">
                <c:v>6.672502674040899</c:v>
              </c:pt>
              <c:pt idx="257">
                <c:v>6.738451321420815</c:v>
              </c:pt>
              <c:pt idx="258">
                <c:v>6.738451321420815</c:v>
              </c:pt>
              <c:pt idx="259">
                <c:v>6.747888340377159</c:v>
              </c:pt>
              <c:pt idx="260">
                <c:v>6.747888340377159</c:v>
              </c:pt>
              <c:pt idx="261">
                <c:v>6.927491336933371</c:v>
              </c:pt>
              <c:pt idx="262">
                <c:v>6.927491336933371</c:v>
              </c:pt>
              <c:pt idx="263">
                <c:v>7.043432492246524</c:v>
              </c:pt>
              <c:pt idx="264">
                <c:v>7.043432492246524</c:v>
              </c:pt>
              <c:pt idx="265">
                <c:v>7.393829274694809</c:v>
              </c:pt>
              <c:pt idx="266">
                <c:v>7.393829274694809</c:v>
              </c:pt>
              <c:pt idx="267">
                <c:v>7.595895704321008</c:v>
              </c:pt>
              <c:pt idx="268">
                <c:v>7.595895704321008</c:v>
              </c:pt>
              <c:pt idx="269">
                <c:v>7.820469469671805</c:v>
              </c:pt>
              <c:pt idx="270">
                <c:v>7.820469469671805</c:v>
              </c:pt>
              <c:pt idx="271">
                <c:v>8.000261045522686</c:v>
              </c:pt>
              <c:pt idx="272">
                <c:v>8.000261045522686</c:v>
              </c:pt>
              <c:pt idx="273">
                <c:v>8.052918131830364</c:v>
              </c:pt>
              <c:pt idx="274">
                <c:v>8.052918131830364</c:v>
              </c:pt>
              <c:pt idx="275">
                <c:v>8.221252383410402</c:v>
              </c:pt>
              <c:pt idx="276">
                <c:v>8.221252383410402</c:v>
              </c:pt>
              <c:pt idx="277">
                <c:v>8.263276291259738</c:v>
              </c:pt>
              <c:pt idx="278">
                <c:v>8.263276291259738</c:v>
              </c:pt>
              <c:pt idx="279">
                <c:v>8.466896097075471</c:v>
              </c:pt>
              <c:pt idx="280">
                <c:v>8.466896097075471</c:v>
              </c:pt>
              <c:pt idx="281">
                <c:v>8.5144893216654</c:v>
              </c:pt>
              <c:pt idx="282">
                <c:v>8.5144893216654</c:v>
              </c:pt>
              <c:pt idx="283">
                <c:v>8.98941677909528</c:v>
              </c:pt>
              <c:pt idx="284">
                <c:v>8.98941677909528</c:v>
              </c:pt>
              <c:pt idx="285">
                <c:v>9.327389314986757</c:v>
              </c:pt>
              <c:pt idx="286">
                <c:v>9.327389314986757</c:v>
              </c:pt>
              <c:pt idx="287">
                <c:v>9.532699120923262</c:v>
              </c:pt>
              <c:pt idx="288">
                <c:v>9.532699120923262</c:v>
              </c:pt>
              <c:pt idx="289">
                <c:v>9.869155159511642</c:v>
              </c:pt>
              <c:pt idx="290">
                <c:v>9.869155159511642</c:v>
              </c:pt>
              <c:pt idx="291">
                <c:v>9.98275557241048</c:v>
              </c:pt>
              <c:pt idx="292">
                <c:v>9.98275557241048</c:v>
              </c:pt>
              <c:pt idx="293">
                <c:v>10</c:v>
              </c:pt>
              <c:pt idx="294">
                <c:v>10</c:v>
              </c:pt>
              <c:pt idx="295">
                <c:v>10.21008104628668</c:v>
              </c:pt>
              <c:pt idx="296">
                <c:v>10.21008104628668</c:v>
              </c:pt>
              <c:pt idx="297">
                <c:v>10.364084440697582</c:v>
              </c:pt>
              <c:pt idx="298">
                <c:v>10.364084440697582</c:v>
              </c:pt>
              <c:pt idx="299">
                <c:v>10.394026306075906</c:v>
              </c:pt>
              <c:pt idx="300">
                <c:v>10.394026306075906</c:v>
              </c:pt>
              <c:pt idx="301">
                <c:v>10.630983736120408</c:v>
              </c:pt>
              <c:pt idx="302">
                <c:v>10.630983736120408</c:v>
              </c:pt>
              <c:pt idx="303">
                <c:v>11.096931231575569</c:v>
              </c:pt>
              <c:pt idx="304">
                <c:v>11.096931231575569</c:v>
              </c:pt>
              <c:pt idx="305">
                <c:v>11.160148255097974</c:v>
              </c:pt>
              <c:pt idx="306">
                <c:v>11.160148255097974</c:v>
              </c:pt>
              <c:pt idx="307">
                <c:v>11.42403027764299</c:v>
              </c:pt>
              <c:pt idx="308">
                <c:v>11.42403027764299</c:v>
              </c:pt>
              <c:pt idx="309">
                <c:v>11.660442160675597</c:v>
              </c:pt>
              <c:pt idx="310">
                <c:v>11.660442160675597</c:v>
              </c:pt>
              <c:pt idx="311">
                <c:v>12.019195836080518</c:v>
              </c:pt>
              <c:pt idx="312">
                <c:v>12.019195836080518</c:v>
              </c:pt>
              <c:pt idx="313">
                <c:v>12.24202931459548</c:v>
              </c:pt>
              <c:pt idx="314">
                <c:v>12.24202931459548</c:v>
              </c:pt>
              <c:pt idx="315">
                <c:v>12.285992573347885</c:v>
              </c:pt>
              <c:pt idx="316">
                <c:v>12.285992573347885</c:v>
              </c:pt>
              <c:pt idx="317">
                <c:v>12.725117881357061</c:v>
              </c:pt>
              <c:pt idx="318">
                <c:v>12.725117881357061</c:v>
              </c:pt>
              <c:pt idx="319">
                <c:v>12.725350807807937</c:v>
              </c:pt>
              <c:pt idx="320">
                <c:v>12.725350807807937</c:v>
              </c:pt>
              <c:pt idx="321">
                <c:v>12.877977660929094</c:v>
              </c:pt>
              <c:pt idx="322">
                <c:v>12.877977660929094</c:v>
              </c:pt>
              <c:pt idx="323">
                <c:v>13.206812171082358</c:v>
              </c:pt>
              <c:pt idx="324">
                <c:v>13.206812171082358</c:v>
              </c:pt>
              <c:pt idx="325">
                <c:v>13.329702463011492</c:v>
              </c:pt>
              <c:pt idx="326">
                <c:v>13.329702463011492</c:v>
              </c:pt>
              <c:pt idx="327">
                <c:v>13.363548772098719</c:v>
              </c:pt>
              <c:pt idx="328">
                <c:v>13.363548772098719</c:v>
              </c:pt>
              <c:pt idx="329">
                <c:v>13.560771219482664</c:v>
              </c:pt>
              <c:pt idx="330">
                <c:v>13.560771219482664</c:v>
              </c:pt>
              <c:pt idx="331">
                <c:v>13.620114115383533</c:v>
              </c:pt>
              <c:pt idx="332">
                <c:v>13.620114115383533</c:v>
              </c:pt>
              <c:pt idx="333">
                <c:v>13.987128254532225</c:v>
              </c:pt>
              <c:pt idx="334">
                <c:v>13.987128254532225</c:v>
              </c:pt>
              <c:pt idx="335">
                <c:v>14.153698224916036</c:v>
              </c:pt>
              <c:pt idx="336">
                <c:v>14.153698224916036</c:v>
              </c:pt>
              <c:pt idx="337">
                <c:v>14.21372118455675</c:v>
              </c:pt>
              <c:pt idx="338">
                <c:v>14.21372118455675</c:v>
              </c:pt>
              <c:pt idx="339">
                <c:v>14.511578211836055</c:v>
              </c:pt>
              <c:pt idx="340">
                <c:v>14.511578211836055</c:v>
              </c:pt>
              <c:pt idx="341">
                <c:v>14.557909252754595</c:v>
              </c:pt>
              <c:pt idx="342">
                <c:v>14.557909252754595</c:v>
              </c:pt>
              <c:pt idx="343">
                <c:v>14.724674188572465</c:v>
              </c:pt>
              <c:pt idx="344">
                <c:v>14.724674188572465</c:v>
              </c:pt>
              <c:pt idx="345">
                <c:v>15</c:v>
              </c:pt>
              <c:pt idx="346">
                <c:v>15</c:v>
              </c:pt>
              <c:pt idx="347">
                <c:v>15.430878158476446</c:v>
              </c:pt>
              <c:pt idx="348">
                <c:v>15.430878158476446</c:v>
              </c:pt>
              <c:pt idx="349">
                <c:v>15.621641446517497</c:v>
              </c:pt>
              <c:pt idx="350">
                <c:v>15.621641446517497</c:v>
              </c:pt>
              <c:pt idx="351">
                <c:v>15.914700769622211</c:v>
              </c:pt>
              <c:pt idx="352">
                <c:v>15.914700769622211</c:v>
              </c:pt>
              <c:pt idx="353">
                <c:v>15.982911503908614</c:v>
              </c:pt>
              <c:pt idx="354">
                <c:v>15.982911503908614</c:v>
              </c:pt>
              <c:pt idx="355">
                <c:v>16.201318195135332</c:v>
              </c:pt>
              <c:pt idx="356">
                <c:v>16.201318195135332</c:v>
              </c:pt>
              <c:pt idx="357">
                <c:v>16.292261631504974</c:v>
              </c:pt>
              <c:pt idx="358">
                <c:v>16.292261631504974</c:v>
              </c:pt>
              <c:pt idx="359">
                <c:v>16.46129485342305</c:v>
              </c:pt>
              <c:pt idx="360">
                <c:v>16.46129485342305</c:v>
              </c:pt>
              <c:pt idx="361">
                <c:v>17.11847853711576</c:v>
              </c:pt>
              <c:pt idx="362">
                <c:v>17.11847853711576</c:v>
              </c:pt>
              <c:pt idx="363">
                <c:v>17.226331828139397</c:v>
              </c:pt>
              <c:pt idx="364">
                <c:v>17.226331828139397</c:v>
              </c:pt>
              <c:pt idx="365">
                <c:v>17.372463692432124</c:v>
              </c:pt>
              <c:pt idx="366">
                <c:v>17.372463692432124</c:v>
              </c:pt>
              <c:pt idx="367">
                <c:v>17.413249632600312</c:v>
              </c:pt>
              <c:pt idx="368">
                <c:v>17.413249632600312</c:v>
              </c:pt>
              <c:pt idx="369">
                <c:v>17.47468329340834</c:v>
              </c:pt>
              <c:pt idx="370">
                <c:v>17.47468329340834</c:v>
              </c:pt>
              <c:pt idx="371">
                <c:v>17.66969621902048</c:v>
              </c:pt>
              <c:pt idx="372">
                <c:v>17.66969621902048</c:v>
              </c:pt>
              <c:pt idx="373">
                <c:v>17.756374378809838</c:v>
              </c:pt>
              <c:pt idx="374">
                <c:v>17.756374378809838</c:v>
              </c:pt>
              <c:pt idx="375">
                <c:v>17.792535281955367</c:v>
              </c:pt>
              <c:pt idx="376">
                <c:v>17.792535281955367</c:v>
              </c:pt>
              <c:pt idx="377">
                <c:v>17.834002574006846</c:v>
              </c:pt>
              <c:pt idx="378">
                <c:v>17.834002574006846</c:v>
              </c:pt>
              <c:pt idx="379">
                <c:v>17.834620343996775</c:v>
              </c:pt>
              <c:pt idx="380">
                <c:v>17.834620343996775</c:v>
              </c:pt>
              <c:pt idx="381">
                <c:v>18.091538864706223</c:v>
              </c:pt>
              <c:pt idx="382">
                <c:v>18.091538864706223</c:v>
              </c:pt>
              <c:pt idx="383">
                <c:v>18.233183410906936</c:v>
              </c:pt>
              <c:pt idx="384">
                <c:v>18.233183410906936</c:v>
              </c:pt>
              <c:pt idx="385">
                <c:v>18.663369904348812</c:v>
              </c:pt>
              <c:pt idx="386">
                <c:v>18.663369904348812</c:v>
              </c:pt>
              <c:pt idx="387">
                <c:v>18.9895470245547</c:v>
              </c:pt>
              <c:pt idx="388">
                <c:v>18.9895470245547</c:v>
              </c:pt>
              <c:pt idx="389">
                <c:v>19.90654590086155</c:v>
              </c:pt>
              <c:pt idx="390">
                <c:v>19.90654590086155</c:v>
              </c:pt>
              <c:pt idx="391">
                <c:v>20</c:v>
              </c:pt>
              <c:pt idx="392">
                <c:v>20</c:v>
              </c:pt>
              <c:pt idx="393">
                <c:v>22.259822058467517</c:v>
              </c:pt>
              <c:pt idx="394">
                <c:v>22.259822058467517</c:v>
              </c:pt>
              <c:pt idx="395">
                <c:v>22.400408275442523</c:v>
              </c:pt>
              <c:pt idx="396">
                <c:v>22.400408275442523</c:v>
              </c:pt>
              <c:pt idx="397">
                <c:v>23.091328469526633</c:v>
              </c:pt>
              <c:pt idx="398">
                <c:v>23.091328469526633</c:v>
              </c:pt>
              <c:pt idx="399">
                <c:v>23.357658417516884</c:v>
              </c:pt>
              <c:pt idx="400">
                <c:v>23.357658417516884</c:v>
              </c:pt>
              <c:pt idx="401">
                <c:v>24.21451486482104</c:v>
              </c:pt>
              <c:pt idx="402">
                <c:v>24.21451486482104</c:v>
              </c:pt>
              <c:pt idx="403">
                <c:v>26.070358299714023</c:v>
              </c:pt>
              <c:pt idx="404">
                <c:v>26.070358299714023</c:v>
              </c:pt>
              <c:pt idx="405">
                <c:v>26.623913502562925</c:v>
              </c:pt>
              <c:pt idx="406">
                <c:v>26.623913502562925</c:v>
              </c:pt>
              <c:pt idx="407">
                <c:v>27.425713369562626</c:v>
              </c:pt>
              <c:pt idx="408">
                <c:v>27.425713369562626</c:v>
              </c:pt>
              <c:pt idx="409">
                <c:v>27.716070661778602</c:v>
              </c:pt>
              <c:pt idx="410">
                <c:v>27.716070661778602</c:v>
              </c:pt>
              <c:pt idx="411">
                <c:v>28.70143503990972</c:v>
              </c:pt>
              <c:pt idx="412">
                <c:v>28.70143503990972</c:v>
              </c:pt>
              <c:pt idx="413">
                <c:v>28.835875295637486</c:v>
              </c:pt>
              <c:pt idx="414">
                <c:v>28.835875295637486</c:v>
              </c:pt>
              <c:pt idx="415">
                <c:v>29.937311377343335</c:v>
              </c:pt>
              <c:pt idx="416">
                <c:v>29.937311377343335</c:v>
              </c:pt>
              <c:pt idx="417">
                <c:v>30</c:v>
              </c:pt>
              <c:pt idx="418">
                <c:v>30</c:v>
              </c:pt>
              <c:pt idx="419">
                <c:v>30.099159587715906</c:v>
              </c:pt>
              <c:pt idx="420">
                <c:v>30.099159587715906</c:v>
              </c:pt>
              <c:pt idx="421">
                <c:v>31.2706446894459</c:v>
              </c:pt>
              <c:pt idx="422">
                <c:v>31.2706446894459</c:v>
              </c:pt>
              <c:pt idx="423">
                <c:v>32.155740556246855</c:v>
              </c:pt>
              <c:pt idx="424">
                <c:v>32.155740556246855</c:v>
              </c:pt>
              <c:pt idx="425">
                <c:v>32.251291803551894</c:v>
              </c:pt>
              <c:pt idx="426">
                <c:v>32.251291803551894</c:v>
              </c:pt>
              <c:pt idx="427">
                <c:v>33.3857478183931</c:v>
              </c:pt>
              <c:pt idx="428">
                <c:v>33.3857478183931</c:v>
              </c:pt>
              <c:pt idx="429">
                <c:v>33.48662756195574</c:v>
              </c:pt>
              <c:pt idx="430">
                <c:v>33.48662756195574</c:v>
              </c:pt>
              <c:pt idx="431">
                <c:v>36.27668196801601</c:v>
              </c:pt>
              <c:pt idx="432">
                <c:v>36.27668196801601</c:v>
              </c:pt>
              <c:pt idx="433">
                <c:v>37.88967190777165</c:v>
              </c:pt>
              <c:pt idx="434">
                <c:v>37.88967190777165</c:v>
              </c:pt>
              <c:pt idx="435">
                <c:v>38.63832568185813</c:v>
              </c:pt>
              <c:pt idx="436">
                <c:v>38.63832568185813</c:v>
              </c:pt>
              <c:pt idx="437">
                <c:v>39.40864676179258</c:v>
              </c:pt>
              <c:pt idx="438">
                <c:v>39.40864676179258</c:v>
              </c:pt>
              <c:pt idx="439">
                <c:v>39.45479457315843</c:v>
              </c:pt>
              <c:pt idx="440">
                <c:v>39.45479457315843</c:v>
              </c:pt>
              <c:pt idx="441">
                <c:v>39.67376313336868</c:v>
              </c:pt>
              <c:pt idx="442">
                <c:v>39.67376313336868</c:v>
              </c:pt>
              <c:pt idx="443">
                <c:v>40.388823988402066</c:v>
              </c:pt>
              <c:pt idx="444">
                <c:v>40.388823988402066</c:v>
              </c:pt>
              <c:pt idx="445">
                <c:v>50</c:v>
              </c:pt>
              <c:pt idx="446">
                <c:v>50</c:v>
              </c:pt>
              <c:pt idx="447">
                <c:v>58.65915627305822</c:v>
              </c:pt>
              <c:pt idx="448">
                <c:v>58.65915627305822</c:v>
              </c:pt>
              <c:pt idx="449">
                <c:v>70</c:v>
              </c:pt>
            </c:numLit>
          </c:xVal>
          <c:yVal>
            <c:numLit>
              <c:formatCode>0.0</c:formatCode>
              <c:ptCount val="450"/>
              <c:pt idx="0">
                <c:v>4.2982575863214</c:v>
              </c:pt>
              <c:pt idx="1">
                <c:v>4.2982575863214</c:v>
              </c:pt>
              <c:pt idx="2">
                <c:v>4.278630951179963</c:v>
              </c:pt>
              <c:pt idx="3">
                <c:v>4.278630951179963</c:v>
              </c:pt>
              <c:pt idx="4">
                <c:v>4.278630951179963</c:v>
              </c:pt>
              <c:pt idx="5">
                <c:v>4.278630951179963</c:v>
              </c:pt>
              <c:pt idx="6">
                <c:v>4.278630951179963</c:v>
              </c:pt>
              <c:pt idx="7">
                <c:v>4.278630951179963</c:v>
              </c:pt>
              <c:pt idx="8">
                <c:v>4.250570618478448</c:v>
              </c:pt>
              <c:pt idx="9">
                <c:v>4.250570618478448</c:v>
              </c:pt>
              <c:pt idx="10">
                <c:v>4.250570618478448</c:v>
              </c:pt>
              <c:pt idx="11">
                <c:v>4.250570618478448</c:v>
              </c:pt>
              <c:pt idx="12">
                <c:v>4.250570618478448</c:v>
              </c:pt>
              <c:pt idx="13">
                <c:v>4.250570618478448</c:v>
              </c:pt>
              <c:pt idx="14">
                <c:v>4.222242545777503</c:v>
              </c:pt>
              <c:pt idx="15">
                <c:v>4.222242545777503</c:v>
              </c:pt>
              <c:pt idx="16">
                <c:v>4.222242545777503</c:v>
              </c:pt>
              <c:pt idx="17">
                <c:v>4.222242545777503</c:v>
              </c:pt>
              <c:pt idx="18">
                <c:v>4.191754194322325</c:v>
              </c:pt>
              <c:pt idx="19">
                <c:v>4.191754194322325</c:v>
              </c:pt>
              <c:pt idx="20">
                <c:v>4.191754194322325</c:v>
              </c:pt>
              <c:pt idx="21">
                <c:v>4.191754194322325</c:v>
              </c:pt>
              <c:pt idx="22">
                <c:v>4.191754194322325</c:v>
              </c:pt>
              <c:pt idx="23">
                <c:v>4.191754194322325</c:v>
              </c:pt>
              <c:pt idx="24">
                <c:v>4.191754194322325</c:v>
              </c:pt>
              <c:pt idx="25">
                <c:v>4.191754194322325</c:v>
              </c:pt>
              <c:pt idx="26">
                <c:v>4.191754194322325</c:v>
              </c:pt>
              <c:pt idx="27">
                <c:v>4.191754194322325</c:v>
              </c:pt>
              <c:pt idx="28">
                <c:v>4.191754194322325</c:v>
              </c:pt>
              <c:pt idx="29">
                <c:v>4.191754194322325</c:v>
              </c:pt>
              <c:pt idx="30">
                <c:v>4.127686983470646</c:v>
              </c:pt>
              <c:pt idx="31">
                <c:v>4.127686983470646</c:v>
              </c:pt>
              <c:pt idx="32">
                <c:v>4.127686983470646</c:v>
              </c:pt>
              <c:pt idx="33">
                <c:v>4.127686983470646</c:v>
              </c:pt>
              <c:pt idx="34">
                <c:v>4.127686983470646</c:v>
              </c:pt>
              <c:pt idx="35">
                <c:v>4.127686983470646</c:v>
              </c:pt>
              <c:pt idx="36">
                <c:v>4.1260133966988315</c:v>
              </c:pt>
              <c:pt idx="37">
                <c:v>4.1260133966988315</c:v>
              </c:pt>
              <c:pt idx="38">
                <c:v>4.1260133966988315</c:v>
              </c:pt>
              <c:pt idx="39">
                <c:v>4.1260133966988315</c:v>
              </c:pt>
              <c:pt idx="40">
                <c:v>4.1260133966988315</c:v>
              </c:pt>
              <c:pt idx="41">
                <c:v>4.1260133966988315</c:v>
              </c:pt>
              <c:pt idx="42">
                <c:v>4.1208276539937785</c:v>
              </c:pt>
              <c:pt idx="43">
                <c:v>4.1208276539937785</c:v>
              </c:pt>
              <c:pt idx="44">
                <c:v>4.1208276539937785</c:v>
              </c:pt>
              <c:pt idx="45">
                <c:v>4.1208276539937785</c:v>
              </c:pt>
              <c:pt idx="46">
                <c:v>4.021356417037647</c:v>
              </c:pt>
              <c:pt idx="47">
                <c:v>4.021356417037647</c:v>
              </c:pt>
              <c:pt idx="48">
                <c:v>4.021356417037647</c:v>
              </c:pt>
              <c:pt idx="49">
                <c:v>4.021356417037647</c:v>
              </c:pt>
              <c:pt idx="50">
                <c:v>3.883164758079664</c:v>
              </c:pt>
              <c:pt idx="51">
                <c:v>3.883164758079664</c:v>
              </c:pt>
              <c:pt idx="52">
                <c:v>3.883164758079664</c:v>
              </c:pt>
              <c:pt idx="53">
                <c:v>3.883164758079664</c:v>
              </c:pt>
              <c:pt idx="54">
                <c:v>3.883164758079664</c:v>
              </c:pt>
              <c:pt idx="55">
                <c:v>3.883164758079664</c:v>
              </c:pt>
              <c:pt idx="56">
                <c:v>3.8505732244648185</c:v>
              </c:pt>
              <c:pt idx="57">
                <c:v>3.8505732244648185</c:v>
              </c:pt>
              <c:pt idx="58">
                <c:v>3.8505732244648185</c:v>
              </c:pt>
              <c:pt idx="59">
                <c:v>3.8505732244648185</c:v>
              </c:pt>
              <c:pt idx="60">
                <c:v>3.8505732244648185</c:v>
              </c:pt>
              <c:pt idx="61">
                <c:v>3.8505732244648185</c:v>
              </c:pt>
              <c:pt idx="62">
                <c:v>3.8505732244648185</c:v>
              </c:pt>
              <c:pt idx="63">
                <c:v>3.8505732244648185</c:v>
              </c:pt>
              <c:pt idx="64">
                <c:v>3.8505732244648185</c:v>
              </c:pt>
              <c:pt idx="65">
                <c:v>3.8505732244648185</c:v>
              </c:pt>
              <c:pt idx="66">
                <c:v>3.8505732244648185</c:v>
              </c:pt>
              <c:pt idx="67">
                <c:v>3.8505732244648185</c:v>
              </c:pt>
              <c:pt idx="68">
                <c:v>3.8505732244648185</c:v>
              </c:pt>
              <c:pt idx="69">
                <c:v>3.8505732244648185</c:v>
              </c:pt>
              <c:pt idx="70">
                <c:v>3.8505732244648185</c:v>
              </c:pt>
              <c:pt idx="71">
                <c:v>3.8505732244648185</c:v>
              </c:pt>
              <c:pt idx="72">
                <c:v>3.8505732244648185</c:v>
              </c:pt>
              <c:pt idx="73">
                <c:v>3.8505732244648185</c:v>
              </c:pt>
              <c:pt idx="74">
                <c:v>3.768641157994373</c:v>
              </c:pt>
              <c:pt idx="75">
                <c:v>3.768641157994373</c:v>
              </c:pt>
              <c:pt idx="76">
                <c:v>3.768641157994373</c:v>
              </c:pt>
              <c:pt idx="77">
                <c:v>3.768641157994373</c:v>
              </c:pt>
              <c:pt idx="78">
                <c:v>3.768641157994373</c:v>
              </c:pt>
              <c:pt idx="79">
                <c:v>3.768641157994373</c:v>
              </c:pt>
              <c:pt idx="80">
                <c:v>3.768641157994373</c:v>
              </c:pt>
              <c:pt idx="81">
                <c:v>3.768641157994373</c:v>
              </c:pt>
              <c:pt idx="82">
                <c:v>3.768641157994373</c:v>
              </c:pt>
              <c:pt idx="83">
                <c:v>3.768641157994373</c:v>
              </c:pt>
              <c:pt idx="84">
                <c:v>3.768641157994373</c:v>
              </c:pt>
              <c:pt idx="85">
                <c:v>3.768641157994373</c:v>
              </c:pt>
              <c:pt idx="86">
                <c:v>3.7480802642568367</c:v>
              </c:pt>
              <c:pt idx="87">
                <c:v>3.7480802642568367</c:v>
              </c:pt>
              <c:pt idx="88">
                <c:v>3.726886077730939</c:v>
              </c:pt>
              <c:pt idx="89">
                <c:v>3.726886077730939</c:v>
              </c:pt>
              <c:pt idx="90">
                <c:v>3.726886077730939</c:v>
              </c:pt>
              <c:pt idx="91">
                <c:v>3.726886077730939</c:v>
              </c:pt>
              <c:pt idx="92">
                <c:v>3.726886077730939</c:v>
              </c:pt>
              <c:pt idx="93">
                <c:v>3.726886077730939</c:v>
              </c:pt>
              <c:pt idx="94">
                <c:v>3.726886077730939</c:v>
              </c:pt>
              <c:pt idx="95">
                <c:v>3.726886077730939</c:v>
              </c:pt>
              <c:pt idx="96">
                <c:v>3.726886077730939</c:v>
              </c:pt>
              <c:pt idx="97">
                <c:v>3.726886077730939</c:v>
              </c:pt>
              <c:pt idx="98">
                <c:v>3.726886077730939</c:v>
              </c:pt>
              <c:pt idx="99">
                <c:v>3.726886077730939</c:v>
              </c:pt>
              <c:pt idx="100">
                <c:v>3.670936499212912</c:v>
              </c:pt>
              <c:pt idx="101">
                <c:v>3.670936499212912</c:v>
              </c:pt>
              <c:pt idx="102">
                <c:v>3.670936499212912</c:v>
              </c:pt>
              <c:pt idx="103">
                <c:v>3.670936499212912</c:v>
              </c:pt>
              <c:pt idx="104">
                <c:v>3.670936499212912</c:v>
              </c:pt>
              <c:pt idx="105">
                <c:v>3.670936499212912</c:v>
              </c:pt>
              <c:pt idx="106">
                <c:v>3.670936499212912</c:v>
              </c:pt>
              <c:pt idx="107">
                <c:v>3.670936499212912</c:v>
              </c:pt>
              <c:pt idx="108">
                <c:v>3.65409451594431</c:v>
              </c:pt>
              <c:pt idx="109">
                <c:v>3.65409451594431</c:v>
              </c:pt>
              <c:pt idx="110">
                <c:v>3.4976682999872866</c:v>
              </c:pt>
              <c:pt idx="111">
                <c:v>3.4976682999872866</c:v>
              </c:pt>
              <c:pt idx="112">
                <c:v>3.4976682999872866</c:v>
              </c:pt>
              <c:pt idx="113">
                <c:v>3.4976682999872866</c:v>
              </c:pt>
              <c:pt idx="114">
                <c:v>3.4757067492153224</c:v>
              </c:pt>
              <c:pt idx="115">
                <c:v>3.4757067492153224</c:v>
              </c:pt>
              <c:pt idx="116">
                <c:v>3.3878781033604297</c:v>
              </c:pt>
              <c:pt idx="117">
                <c:v>3.3878781033604297</c:v>
              </c:pt>
              <c:pt idx="118">
                <c:v>3.3878781033604297</c:v>
              </c:pt>
              <c:pt idx="119">
                <c:v>3.3878781033604297</c:v>
              </c:pt>
              <c:pt idx="120">
                <c:v>3.3878781033604297</c:v>
              </c:pt>
              <c:pt idx="121">
                <c:v>3.3878781033604297</c:v>
              </c:pt>
              <c:pt idx="122">
                <c:v>3.3878781033604297</c:v>
              </c:pt>
              <c:pt idx="123">
                <c:v>3.3878781033604297</c:v>
              </c:pt>
              <c:pt idx="124">
                <c:v>3.3878781033604297</c:v>
              </c:pt>
              <c:pt idx="125">
                <c:v>3.3878781033604297</c:v>
              </c:pt>
              <c:pt idx="126">
                <c:v>3.3878781033604297</c:v>
              </c:pt>
              <c:pt idx="127">
                <c:v>3.3878781033604297</c:v>
              </c:pt>
              <c:pt idx="128">
                <c:v>3.3878781033604297</c:v>
              </c:pt>
              <c:pt idx="129">
                <c:v>3.3878781033604297</c:v>
              </c:pt>
              <c:pt idx="130">
                <c:v>3.3878781033604297</c:v>
              </c:pt>
              <c:pt idx="131">
                <c:v>3.3878781033604297</c:v>
              </c:pt>
              <c:pt idx="132">
                <c:v>3.3878781033604297</c:v>
              </c:pt>
              <c:pt idx="133">
                <c:v>3.3878781033604297</c:v>
              </c:pt>
              <c:pt idx="134">
                <c:v>3.3878781033604297</c:v>
              </c:pt>
              <c:pt idx="135">
                <c:v>3.3878781033604297</c:v>
              </c:pt>
              <c:pt idx="136">
                <c:v>3.3878781033604297</c:v>
              </c:pt>
              <c:pt idx="137">
                <c:v>3.3878781033604297</c:v>
              </c:pt>
              <c:pt idx="138">
                <c:v>3.3878781033604297</c:v>
              </c:pt>
              <c:pt idx="139">
                <c:v>3.3878781033604297</c:v>
              </c:pt>
              <c:pt idx="140">
                <c:v>3.2577567843430346</c:v>
              </c:pt>
              <c:pt idx="141">
                <c:v>3.2577567843430346</c:v>
              </c:pt>
              <c:pt idx="142">
                <c:v>3.1851056687263473</c:v>
              </c:pt>
              <c:pt idx="143">
                <c:v>3.1851056687263473</c:v>
              </c:pt>
              <c:pt idx="144">
                <c:v>3.1851056687263473</c:v>
              </c:pt>
              <c:pt idx="145">
                <c:v>3.1851056687263473</c:v>
              </c:pt>
              <c:pt idx="146">
                <c:v>3.1851056687263473</c:v>
              </c:pt>
              <c:pt idx="147">
                <c:v>3.1851056687263473</c:v>
              </c:pt>
              <c:pt idx="148">
                <c:v>3.1851056687263473</c:v>
              </c:pt>
              <c:pt idx="149">
                <c:v>3.1851056687263473</c:v>
              </c:pt>
              <c:pt idx="150">
                <c:v>3.1851056687263473</c:v>
              </c:pt>
              <c:pt idx="151">
                <c:v>3.1851056687263473</c:v>
              </c:pt>
              <c:pt idx="152">
                <c:v>3.1829864308264852</c:v>
              </c:pt>
              <c:pt idx="153">
                <c:v>3.1829864308264852</c:v>
              </c:pt>
              <c:pt idx="154">
                <c:v>3.0085816082228063</c:v>
              </c:pt>
              <c:pt idx="155">
                <c:v>3.0085816082228063</c:v>
              </c:pt>
              <c:pt idx="156">
                <c:v>3.0085816082228063</c:v>
              </c:pt>
              <c:pt idx="157">
                <c:v>3.0085816082228063</c:v>
              </c:pt>
              <c:pt idx="158">
                <c:v>2.9931910861519264</c:v>
              </c:pt>
              <c:pt idx="159">
                <c:v>2.9931910861519264</c:v>
              </c:pt>
              <c:pt idx="160">
                <c:v>2.9931910861519264</c:v>
              </c:pt>
              <c:pt idx="161">
                <c:v>2.9931910861519264</c:v>
              </c:pt>
              <c:pt idx="162">
                <c:v>2.9931910861519264</c:v>
              </c:pt>
              <c:pt idx="163">
                <c:v>2.9931910861519264</c:v>
              </c:pt>
              <c:pt idx="164">
                <c:v>2.889558360154331</c:v>
              </c:pt>
              <c:pt idx="165">
                <c:v>2.889558360154331</c:v>
              </c:pt>
              <c:pt idx="166">
                <c:v>2.7048999205898143</c:v>
              </c:pt>
              <c:pt idx="167">
                <c:v>2.7048999205898143</c:v>
              </c:pt>
              <c:pt idx="168">
                <c:v>2.7048999205898143</c:v>
              </c:pt>
              <c:pt idx="169">
                <c:v>2.7048999205898143</c:v>
              </c:pt>
              <c:pt idx="170">
                <c:v>2.7048999205898143</c:v>
              </c:pt>
              <c:pt idx="171">
                <c:v>2.7048999205898143</c:v>
              </c:pt>
              <c:pt idx="172">
                <c:v>2.7048999205898143</c:v>
              </c:pt>
              <c:pt idx="173">
                <c:v>2.7048999205898143</c:v>
              </c:pt>
              <c:pt idx="174">
                <c:v>2.6180023487845006</c:v>
              </c:pt>
              <c:pt idx="175">
                <c:v>2.6180023487845006</c:v>
              </c:pt>
              <c:pt idx="176">
                <c:v>2.6180023487845006</c:v>
              </c:pt>
              <c:pt idx="177">
                <c:v>2.6180023487845006</c:v>
              </c:pt>
              <c:pt idx="178">
                <c:v>2.6180023487845006</c:v>
              </c:pt>
              <c:pt idx="179">
                <c:v>2.6180023487845006</c:v>
              </c:pt>
              <c:pt idx="180">
                <c:v>2.6180023487845006</c:v>
              </c:pt>
              <c:pt idx="181">
                <c:v>2.6180023487845006</c:v>
              </c:pt>
              <c:pt idx="182">
                <c:v>2.48740482991829</c:v>
              </c:pt>
              <c:pt idx="183">
                <c:v>2.48740482991829</c:v>
              </c:pt>
              <c:pt idx="184">
                <c:v>2.470997923776096</c:v>
              </c:pt>
              <c:pt idx="185">
                <c:v>2.470997923776096</c:v>
              </c:pt>
              <c:pt idx="186">
                <c:v>2.41027845755467</c:v>
              </c:pt>
              <c:pt idx="187">
                <c:v>2.41027845755467</c:v>
              </c:pt>
              <c:pt idx="188">
                <c:v>2.41027845755467</c:v>
              </c:pt>
              <c:pt idx="189">
                <c:v>2.41027845755467</c:v>
              </c:pt>
              <c:pt idx="190">
                <c:v>2.3092733969753843</c:v>
              </c:pt>
              <c:pt idx="191">
                <c:v>2.3092733969753843</c:v>
              </c:pt>
              <c:pt idx="192">
                <c:v>2.3092733969753843</c:v>
              </c:pt>
              <c:pt idx="193">
                <c:v>2.3092733969753843</c:v>
              </c:pt>
              <c:pt idx="194">
                <c:v>2.203119880606515</c:v>
              </c:pt>
              <c:pt idx="195">
                <c:v>2.203119880606515</c:v>
              </c:pt>
              <c:pt idx="196">
                <c:v>2.203119880606515</c:v>
              </c:pt>
              <c:pt idx="197">
                <c:v>2.203119880606515</c:v>
              </c:pt>
              <c:pt idx="198">
                <c:v>2.203119880606515</c:v>
              </c:pt>
              <c:pt idx="199">
                <c:v>2.203119880606515</c:v>
              </c:pt>
              <c:pt idx="200">
                <c:v>2.203119880606515</c:v>
              </c:pt>
              <c:pt idx="201">
                <c:v>2.203119880606515</c:v>
              </c:pt>
              <c:pt idx="202">
                <c:v>2.0282193946614604</c:v>
              </c:pt>
              <c:pt idx="203">
                <c:v>2.0282193946614604</c:v>
              </c:pt>
              <c:pt idx="204">
                <c:v>2.0282193946614604</c:v>
              </c:pt>
              <c:pt idx="205">
                <c:v>2.0282193946614604</c:v>
              </c:pt>
              <c:pt idx="206">
                <c:v>2.021886005182742</c:v>
              </c:pt>
              <c:pt idx="207">
                <c:v>2.021886005182742</c:v>
              </c:pt>
              <c:pt idx="208">
                <c:v>1.96640937978886</c:v>
              </c:pt>
              <c:pt idx="209">
                <c:v>1.96640937978886</c:v>
              </c:pt>
              <c:pt idx="210">
                <c:v>1.96640937978886</c:v>
              </c:pt>
              <c:pt idx="211">
                <c:v>1.96640937978886</c:v>
              </c:pt>
              <c:pt idx="212">
                <c:v>1.96640937978886</c:v>
              </c:pt>
              <c:pt idx="213">
                <c:v>1.96640937978886</c:v>
              </c:pt>
              <c:pt idx="214">
                <c:v>1.96640937978886</c:v>
              </c:pt>
              <c:pt idx="215">
                <c:v>1.96640937978886</c:v>
              </c:pt>
              <c:pt idx="216">
                <c:v>1.96640937978886</c:v>
              </c:pt>
              <c:pt idx="217">
                <c:v>1.96640937978886</c:v>
              </c:pt>
              <c:pt idx="218">
                <c:v>1.9506669408177717</c:v>
              </c:pt>
              <c:pt idx="219">
                <c:v>1.9506669408177717</c:v>
              </c:pt>
              <c:pt idx="220">
                <c:v>1.9506669408177717</c:v>
              </c:pt>
              <c:pt idx="221">
                <c:v>1.9506669408177717</c:v>
              </c:pt>
              <c:pt idx="222">
                <c:v>1.9506669408177717</c:v>
              </c:pt>
              <c:pt idx="223">
                <c:v>1.9506669408177717</c:v>
              </c:pt>
              <c:pt idx="224">
                <c:v>1.9506669408177717</c:v>
              </c:pt>
              <c:pt idx="225">
                <c:v>1.9506669408177717</c:v>
              </c:pt>
              <c:pt idx="226">
                <c:v>1.9506669408177717</c:v>
              </c:pt>
              <c:pt idx="227">
                <c:v>1.9506669408177717</c:v>
              </c:pt>
              <c:pt idx="228">
                <c:v>1.9506669408177717</c:v>
              </c:pt>
              <c:pt idx="229">
                <c:v>1.9506669408177717</c:v>
              </c:pt>
              <c:pt idx="230">
                <c:v>1.9506669408177717</c:v>
              </c:pt>
              <c:pt idx="231">
                <c:v>1.9506669408177717</c:v>
              </c:pt>
              <c:pt idx="232">
                <c:v>1.9506669408177717</c:v>
              </c:pt>
              <c:pt idx="233">
                <c:v>1.9506669408177717</c:v>
              </c:pt>
              <c:pt idx="234">
                <c:v>1.9506669408177717</c:v>
              </c:pt>
              <c:pt idx="235">
                <c:v>1.9506669408177717</c:v>
              </c:pt>
              <c:pt idx="236">
                <c:v>1.9506669408177717</c:v>
              </c:pt>
              <c:pt idx="237">
                <c:v>1.9506669408177717</c:v>
              </c:pt>
              <c:pt idx="238">
                <c:v>1.9506669408177717</c:v>
              </c:pt>
              <c:pt idx="239">
                <c:v>1.9506669408177717</c:v>
              </c:pt>
              <c:pt idx="240">
                <c:v>1.9434379977664327</c:v>
              </c:pt>
              <c:pt idx="241">
                <c:v>1.9434379977664327</c:v>
              </c:pt>
              <c:pt idx="242">
                <c:v>1.8553835082274774</c:v>
              </c:pt>
              <c:pt idx="243">
                <c:v>1.8553835082274774</c:v>
              </c:pt>
              <c:pt idx="244">
                <c:v>1.8553835082274774</c:v>
              </c:pt>
              <c:pt idx="245">
                <c:v>1.8553835082274774</c:v>
              </c:pt>
              <c:pt idx="246">
                <c:v>1.8553835082274774</c:v>
              </c:pt>
              <c:pt idx="247">
                <c:v>1.8553835082274774</c:v>
              </c:pt>
              <c:pt idx="248">
                <c:v>1.8553835082274774</c:v>
              </c:pt>
              <c:pt idx="249">
                <c:v>1.8553835082274774</c:v>
              </c:pt>
              <c:pt idx="250">
                <c:v>1.8553835082274774</c:v>
              </c:pt>
              <c:pt idx="251">
                <c:v>1.8553835082274774</c:v>
              </c:pt>
              <c:pt idx="252">
                <c:v>1.8309094724364525</c:v>
              </c:pt>
              <c:pt idx="253">
                <c:v>1.8309094724364525</c:v>
              </c:pt>
              <c:pt idx="254">
                <c:v>1.8309094724364525</c:v>
              </c:pt>
              <c:pt idx="255">
                <c:v>1.8309094724364525</c:v>
              </c:pt>
              <c:pt idx="256">
                <c:v>1.8309094724364525</c:v>
              </c:pt>
              <c:pt idx="257">
                <c:v>1.8309094724364525</c:v>
              </c:pt>
              <c:pt idx="258">
                <c:v>1.8188916486910074</c:v>
              </c:pt>
              <c:pt idx="259">
                <c:v>1.8188916486910074</c:v>
              </c:pt>
              <c:pt idx="260">
                <c:v>1.8157732153912785</c:v>
              </c:pt>
              <c:pt idx="261">
                <c:v>1.8157732153912785</c:v>
              </c:pt>
              <c:pt idx="262">
                <c:v>1.6963724148111246</c:v>
              </c:pt>
              <c:pt idx="263">
                <c:v>1.6963724148111246</c:v>
              </c:pt>
              <c:pt idx="264">
                <c:v>1.6963724148111246</c:v>
              </c:pt>
              <c:pt idx="265">
                <c:v>1.6963724148111246</c:v>
              </c:pt>
              <c:pt idx="266">
                <c:v>1.6963724148111246</c:v>
              </c:pt>
              <c:pt idx="267">
                <c:v>1.6963724148111246</c:v>
              </c:pt>
              <c:pt idx="268">
                <c:v>1.6963724148111246</c:v>
              </c:pt>
              <c:pt idx="269">
                <c:v>1.6963724148111246</c:v>
              </c:pt>
              <c:pt idx="270">
                <c:v>1.6963724148111246</c:v>
              </c:pt>
              <c:pt idx="271">
                <c:v>1.6963724148111246</c:v>
              </c:pt>
              <c:pt idx="272">
                <c:v>1.6963724148111246</c:v>
              </c:pt>
              <c:pt idx="273">
                <c:v>1.6963724148111246</c:v>
              </c:pt>
              <c:pt idx="274">
                <c:v>1.6253919746589962</c:v>
              </c:pt>
              <c:pt idx="275">
                <c:v>1.6253919746589962</c:v>
              </c:pt>
              <c:pt idx="276">
                <c:v>1.5676132230328303</c:v>
              </c:pt>
              <c:pt idx="277">
                <c:v>1.5676132230328303</c:v>
              </c:pt>
              <c:pt idx="278">
                <c:v>1.5676132230328303</c:v>
              </c:pt>
              <c:pt idx="279">
                <c:v>1.5676132230328303</c:v>
              </c:pt>
              <c:pt idx="280">
                <c:v>1.5676132230328303</c:v>
              </c:pt>
              <c:pt idx="281">
                <c:v>1.5676132230328303</c:v>
              </c:pt>
              <c:pt idx="282">
                <c:v>1.5676132230328303</c:v>
              </c:pt>
              <c:pt idx="283">
                <c:v>1.5676132230328303</c:v>
              </c:pt>
              <c:pt idx="284">
                <c:v>1.5196773723042547</c:v>
              </c:pt>
              <c:pt idx="285">
                <c:v>1.5196773723042547</c:v>
              </c:pt>
              <c:pt idx="286">
                <c:v>1.5196773723042547</c:v>
              </c:pt>
              <c:pt idx="287">
                <c:v>1.5196773723042547</c:v>
              </c:pt>
              <c:pt idx="288">
                <c:v>1.5196773723042547</c:v>
              </c:pt>
              <c:pt idx="289">
                <c:v>1.5196773723042547</c:v>
              </c:pt>
              <c:pt idx="290">
                <c:v>1.5196773723042547</c:v>
              </c:pt>
              <c:pt idx="291">
                <c:v>1.5196773723042547</c:v>
              </c:pt>
              <c:pt idx="292">
                <c:v>1.5196773723042547</c:v>
              </c:pt>
              <c:pt idx="293">
                <c:v>1.5196773723042547</c:v>
              </c:pt>
              <c:pt idx="294">
                <c:v>1.5196773723042547</c:v>
              </c:pt>
              <c:pt idx="295">
                <c:v>1.5196773723042547</c:v>
              </c:pt>
              <c:pt idx="296">
                <c:v>1.5196773723042547</c:v>
              </c:pt>
              <c:pt idx="297">
                <c:v>1.5196773723042547</c:v>
              </c:pt>
              <c:pt idx="298">
                <c:v>1.5196773723042547</c:v>
              </c:pt>
              <c:pt idx="299">
                <c:v>1.5196773723042547</c:v>
              </c:pt>
              <c:pt idx="300">
                <c:v>1.5196773723042547</c:v>
              </c:pt>
              <c:pt idx="301">
                <c:v>1.5196773723042547</c:v>
              </c:pt>
              <c:pt idx="302">
                <c:v>1.3823589345952967</c:v>
              </c:pt>
              <c:pt idx="303">
                <c:v>1.3823589345952967</c:v>
              </c:pt>
              <c:pt idx="304">
                <c:v>1.2599698151955712</c:v>
              </c:pt>
              <c:pt idx="305">
                <c:v>1.2599698151955712</c:v>
              </c:pt>
              <c:pt idx="306">
                <c:v>1.2599698151955712</c:v>
              </c:pt>
              <c:pt idx="307">
                <c:v>1.2599698151955712</c:v>
              </c:pt>
              <c:pt idx="308">
                <c:v>1.2599698151955712</c:v>
              </c:pt>
              <c:pt idx="309">
                <c:v>1.2599698151955712</c:v>
              </c:pt>
              <c:pt idx="310">
                <c:v>1.2599698151955712</c:v>
              </c:pt>
              <c:pt idx="311">
                <c:v>1.2599698151955712</c:v>
              </c:pt>
              <c:pt idx="312">
                <c:v>1.2599698151955712</c:v>
              </c:pt>
              <c:pt idx="313">
                <c:v>1.2599698151955712</c:v>
              </c:pt>
              <c:pt idx="314">
                <c:v>1.2599698151955712</c:v>
              </c:pt>
              <c:pt idx="315">
                <c:v>1.2599698151955712</c:v>
              </c:pt>
              <c:pt idx="316">
                <c:v>1.1789285318022358</c:v>
              </c:pt>
              <c:pt idx="317">
                <c:v>1.1789285318022358</c:v>
              </c:pt>
              <c:pt idx="318">
                <c:v>1.1789285318022358</c:v>
              </c:pt>
              <c:pt idx="319">
                <c:v>1.1789285318022358</c:v>
              </c:pt>
              <c:pt idx="320">
                <c:v>1.1789285318022358</c:v>
              </c:pt>
              <c:pt idx="321">
                <c:v>1.1789285318022358</c:v>
              </c:pt>
              <c:pt idx="322">
                <c:v>1.1789285318022358</c:v>
              </c:pt>
              <c:pt idx="323">
                <c:v>1.1789285318022358</c:v>
              </c:pt>
              <c:pt idx="324">
                <c:v>1.1789285318022358</c:v>
              </c:pt>
              <c:pt idx="325">
                <c:v>1.1789285318022358</c:v>
              </c:pt>
              <c:pt idx="326">
                <c:v>1.1789285318022358</c:v>
              </c:pt>
              <c:pt idx="327">
                <c:v>1.1789285318022358</c:v>
              </c:pt>
              <c:pt idx="328">
                <c:v>1.1789285318022358</c:v>
              </c:pt>
              <c:pt idx="329">
                <c:v>1.1789285318022358</c:v>
              </c:pt>
              <c:pt idx="330">
                <c:v>1.097193711091959</c:v>
              </c:pt>
              <c:pt idx="331">
                <c:v>1.097193711091959</c:v>
              </c:pt>
              <c:pt idx="332">
                <c:v>1.097193711091959</c:v>
              </c:pt>
              <c:pt idx="333">
                <c:v>1.097193711091959</c:v>
              </c:pt>
              <c:pt idx="334">
                <c:v>1.097193711091959</c:v>
              </c:pt>
              <c:pt idx="335">
                <c:v>1.097193711091959</c:v>
              </c:pt>
              <c:pt idx="336">
                <c:v>1.097193711091959</c:v>
              </c:pt>
              <c:pt idx="337">
                <c:v>1.097193711091959</c:v>
              </c:pt>
              <c:pt idx="338">
                <c:v>1.0088986017719581</c:v>
              </c:pt>
              <c:pt idx="339">
                <c:v>1.0088986017719581</c:v>
              </c:pt>
              <c:pt idx="340">
                <c:v>0.9779393616689389</c:v>
              </c:pt>
              <c:pt idx="341">
                <c:v>0.9779393616689389</c:v>
              </c:pt>
              <c:pt idx="342">
                <c:v>0.9779393616689389</c:v>
              </c:pt>
              <c:pt idx="343">
                <c:v>0.9779393616689389</c:v>
              </c:pt>
              <c:pt idx="344">
                <c:v>0.8292226195945083</c:v>
              </c:pt>
              <c:pt idx="345">
                <c:v>0.8292226195945083</c:v>
              </c:pt>
              <c:pt idx="346">
                <c:v>0.8292226195945083</c:v>
              </c:pt>
              <c:pt idx="347">
                <c:v>0.8292226195945083</c:v>
              </c:pt>
              <c:pt idx="348">
                <c:v>0.8292226195945083</c:v>
              </c:pt>
              <c:pt idx="349">
                <c:v>0.8292226195945083</c:v>
              </c:pt>
              <c:pt idx="350">
                <c:v>0.7573845381450055</c:v>
              </c:pt>
              <c:pt idx="351">
                <c:v>0.7573845381450055</c:v>
              </c:pt>
              <c:pt idx="352">
                <c:v>0.7252580964893816</c:v>
              </c:pt>
              <c:pt idx="353">
                <c:v>0.7252580964893816</c:v>
              </c:pt>
              <c:pt idx="354">
                <c:v>0.6909909780326666</c:v>
              </c:pt>
              <c:pt idx="355">
                <c:v>0.6909909780326666</c:v>
              </c:pt>
              <c:pt idx="356">
                <c:v>0.6909909780326666</c:v>
              </c:pt>
              <c:pt idx="357">
                <c:v>0.6909909780326666</c:v>
              </c:pt>
              <c:pt idx="358">
                <c:v>0.6909909780326666</c:v>
              </c:pt>
              <c:pt idx="359">
                <c:v>0.6909909780326666</c:v>
              </c:pt>
              <c:pt idx="360">
                <c:v>0.6909909780326666</c:v>
              </c:pt>
              <c:pt idx="361">
                <c:v>0.6909909780326666</c:v>
              </c:pt>
              <c:pt idx="362">
                <c:v>0.6909909780326666</c:v>
              </c:pt>
              <c:pt idx="363">
                <c:v>0.6909909780326666</c:v>
              </c:pt>
              <c:pt idx="364">
                <c:v>0.6909909780326666</c:v>
              </c:pt>
              <c:pt idx="365">
                <c:v>0.6909909780326666</c:v>
              </c:pt>
              <c:pt idx="366">
                <c:v>0.6909909780326666</c:v>
              </c:pt>
              <c:pt idx="367">
                <c:v>0.6909909780326666</c:v>
              </c:pt>
              <c:pt idx="368">
                <c:v>0.6909909780326666</c:v>
              </c:pt>
              <c:pt idx="369">
                <c:v>0.6909909780326666</c:v>
              </c:pt>
              <c:pt idx="370">
                <c:v>0.6909909780326666</c:v>
              </c:pt>
              <c:pt idx="371">
                <c:v>0.6909909780326666</c:v>
              </c:pt>
              <c:pt idx="372">
                <c:v>0.5772083892333078</c:v>
              </c:pt>
              <c:pt idx="373">
                <c:v>0.5772083892333078</c:v>
              </c:pt>
              <c:pt idx="374">
                <c:v>0.5772083892333078</c:v>
              </c:pt>
              <c:pt idx="375">
                <c:v>0.5772083892333078</c:v>
              </c:pt>
              <c:pt idx="376">
                <c:v>0.5772083892333078</c:v>
              </c:pt>
              <c:pt idx="377">
                <c:v>0.5772083892333078</c:v>
              </c:pt>
              <c:pt idx="378">
                <c:v>0.5772083892333078</c:v>
              </c:pt>
              <c:pt idx="379">
                <c:v>0.5772083892333078</c:v>
              </c:pt>
              <c:pt idx="380">
                <c:v>0.5772083892333078</c:v>
              </c:pt>
              <c:pt idx="381">
                <c:v>0.5772083892333078</c:v>
              </c:pt>
              <c:pt idx="382">
                <c:v>0.5372698628987614</c:v>
              </c:pt>
              <c:pt idx="383">
                <c:v>0.5372698628987614</c:v>
              </c:pt>
              <c:pt idx="384">
                <c:v>0.47942031596985935</c:v>
              </c:pt>
              <c:pt idx="385">
                <c:v>0.47942031596985935</c:v>
              </c:pt>
              <c:pt idx="386">
                <c:v>0.40350505792097446</c:v>
              </c:pt>
              <c:pt idx="387">
                <c:v>0.40350505792097446</c:v>
              </c:pt>
              <c:pt idx="388">
                <c:v>0.40350505792097446</c:v>
              </c:pt>
              <c:pt idx="389">
                <c:v>0.40350505792097446</c:v>
              </c:pt>
              <c:pt idx="390">
                <c:v>0.2620659407214924</c:v>
              </c:pt>
              <c:pt idx="391">
                <c:v>0.2620659407214924</c:v>
              </c:pt>
              <c:pt idx="392">
                <c:v>0.2620659407214924</c:v>
              </c:pt>
              <c:pt idx="393">
                <c:v>0.2620659407214924</c:v>
              </c:pt>
              <c:pt idx="394">
                <c:v>0.2620659407214924</c:v>
              </c:pt>
              <c:pt idx="395">
                <c:v>0.2620659407214924</c:v>
              </c:pt>
              <c:pt idx="396">
                <c:v>0.2620659407214924</c:v>
              </c:pt>
              <c:pt idx="397">
                <c:v>0.2620659407214924</c:v>
              </c:pt>
              <c:pt idx="398">
                <c:v>0.18787274052784053</c:v>
              </c:pt>
              <c:pt idx="399">
                <c:v>0.18787274052784053</c:v>
              </c:pt>
              <c:pt idx="400">
                <c:v>0.18787274052784053</c:v>
              </c:pt>
              <c:pt idx="401">
                <c:v>0.18787274052784053</c:v>
              </c:pt>
              <c:pt idx="402">
                <c:v>0.18787274052784053</c:v>
              </c:pt>
              <c:pt idx="403">
                <c:v>0.18787274052784053</c:v>
              </c:pt>
              <c:pt idx="404">
                <c:v>0.18787274052784053</c:v>
              </c:pt>
              <c:pt idx="405">
                <c:v>0.18787274052784053</c:v>
              </c:pt>
              <c:pt idx="406">
                <c:v>0.18787274052784053</c:v>
              </c:pt>
              <c:pt idx="407">
                <c:v>0.18787274052784053</c:v>
              </c:pt>
              <c:pt idx="408">
                <c:v>0.18787274052784053</c:v>
              </c:pt>
              <c:pt idx="409">
                <c:v>0.18787274052784053</c:v>
              </c:pt>
              <c:pt idx="410">
                <c:v>0.18787274052784053</c:v>
              </c:pt>
              <c:pt idx="411">
                <c:v>0.18787274052784053</c:v>
              </c:pt>
              <c:pt idx="412">
                <c:v>0.18787274052784053</c:v>
              </c:pt>
              <c:pt idx="413">
                <c:v>0.18787274052784053</c:v>
              </c:pt>
              <c:pt idx="414">
                <c:v>0.18787274052784053</c:v>
              </c:pt>
              <c:pt idx="415">
                <c:v>0.18787274052784053</c:v>
              </c:pt>
              <c:pt idx="416">
                <c:v>0.18787274052784053</c:v>
              </c:pt>
              <c:pt idx="417">
                <c:v>0.18787274052784053</c:v>
              </c:pt>
              <c:pt idx="418">
                <c:v>0.18787274052784053</c:v>
              </c:pt>
              <c:pt idx="419">
                <c:v>0.18787274052784053</c:v>
              </c:pt>
              <c:pt idx="420">
                <c:v>0.18787274052784053</c:v>
              </c:pt>
              <c:pt idx="421">
                <c:v>0.18787274052784053</c:v>
              </c:pt>
              <c:pt idx="422">
                <c:v>0.18787274052784053</c:v>
              </c:pt>
              <c:pt idx="423">
                <c:v>0.18787274052784053</c:v>
              </c:pt>
              <c:pt idx="424">
                <c:v>0.18787274052784053</c:v>
              </c:pt>
              <c:pt idx="425">
                <c:v>0.18787274052784053</c:v>
              </c:pt>
              <c:pt idx="426">
                <c:v>0.15104964438238325</c:v>
              </c:pt>
              <c:pt idx="427">
                <c:v>0.15104964438238325</c:v>
              </c:pt>
              <c:pt idx="428">
                <c:v>0.15104964438238325</c:v>
              </c:pt>
              <c:pt idx="429">
                <c:v>0.15104964438238325</c:v>
              </c:pt>
              <c:pt idx="430">
                <c:v>0.15104964438238325</c:v>
              </c:pt>
              <c:pt idx="431">
                <c:v>0.15104964438238325</c:v>
              </c:pt>
              <c:pt idx="432">
                <c:v>0.15104964438238325</c:v>
              </c:pt>
              <c:pt idx="433">
                <c:v>0.15104964438238325</c:v>
              </c:pt>
              <c:pt idx="434">
                <c:v>0.15104964438238325</c:v>
              </c:pt>
              <c:pt idx="435">
                <c:v>0.15104964438238325</c:v>
              </c:pt>
              <c:pt idx="436">
                <c:v>0.15104964438238325</c:v>
              </c:pt>
              <c:pt idx="437">
                <c:v>0.15104964438238325</c:v>
              </c:pt>
              <c:pt idx="438">
                <c:v>0.15104964438238325</c:v>
              </c:pt>
              <c:pt idx="439">
                <c:v>0.15104964438238325</c:v>
              </c:pt>
              <c:pt idx="440">
                <c:v>0.15104964438238325</c:v>
              </c:pt>
              <c:pt idx="441">
                <c:v>0.15104964438238325</c:v>
              </c:pt>
              <c:pt idx="442">
                <c:v>0.15104964438238325</c:v>
              </c:pt>
              <c:pt idx="443">
                <c:v>0.15104964438238325</c:v>
              </c:pt>
              <c:pt idx="444">
                <c:v>0.15104964438238325</c:v>
              </c:pt>
              <c:pt idx="445">
                <c:v>0.15104964438238325</c:v>
              </c:pt>
              <c:pt idx="446">
                <c:v>0.15104964438238325</c:v>
              </c:pt>
              <c:pt idx="447">
                <c:v>0.15104964438238325</c:v>
              </c:pt>
              <c:pt idx="448">
                <c:v>0.15104964438238325</c:v>
              </c:pt>
              <c:pt idx="449">
                <c:v>0.15104964438238325</c:v>
              </c:pt>
            </c:numLit>
          </c:yVal>
          <c:smooth val="0"/>
        </c:ser>
        <c:ser>
          <c:idx val="2"/>
          <c:order val="2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  <c:pt idx="448">
                <c:v>0</c:v>
              </c:pt>
              <c:pt idx="449">
                <c:v>0</c:v>
              </c:pt>
            </c:numLit>
          </c:xVal>
          <c:yVal>
            <c:numLit>
              <c:formatCode>0.0</c:formatCode>
              <c:ptCount val="450"/>
              <c:pt idx="0">
                <c:v>4.336819044442811</c:v>
              </c:pt>
              <c:pt idx="1">
                <c:v>4.336819044442811</c:v>
              </c:pt>
              <c:pt idx="2">
                <c:v>4.336819044442811</c:v>
              </c:pt>
              <c:pt idx="3">
                <c:v>4.336819044442811</c:v>
              </c:pt>
              <c:pt idx="4">
                <c:v>4.336819044442811</c:v>
              </c:pt>
              <c:pt idx="5">
                <c:v>4.336819044442811</c:v>
              </c:pt>
              <c:pt idx="6">
                <c:v>4.336819044442811</c:v>
              </c:pt>
              <c:pt idx="7">
                <c:v>4.336819044442811</c:v>
              </c:pt>
              <c:pt idx="8">
                <c:v>4.336819044442811</c:v>
              </c:pt>
              <c:pt idx="9">
                <c:v>4.336819044442811</c:v>
              </c:pt>
              <c:pt idx="10">
                <c:v>4.336819044442811</c:v>
              </c:pt>
              <c:pt idx="11">
                <c:v>4.336819044442811</c:v>
              </c:pt>
              <c:pt idx="12">
                <c:v>4.336819044442811</c:v>
              </c:pt>
              <c:pt idx="13">
                <c:v>4.336819044442811</c:v>
              </c:pt>
              <c:pt idx="14">
                <c:v>4.336819044442811</c:v>
              </c:pt>
              <c:pt idx="15">
                <c:v>4.336819044442811</c:v>
              </c:pt>
              <c:pt idx="16">
                <c:v>4.336819044442811</c:v>
              </c:pt>
              <c:pt idx="17">
                <c:v>4.336819044442811</c:v>
              </c:pt>
              <c:pt idx="18">
                <c:v>4.336819044442811</c:v>
              </c:pt>
              <c:pt idx="19">
                <c:v>4.336819044442811</c:v>
              </c:pt>
              <c:pt idx="20">
                <c:v>4.336819044442811</c:v>
              </c:pt>
              <c:pt idx="21">
                <c:v>4.336819044442811</c:v>
              </c:pt>
              <c:pt idx="22">
                <c:v>4.336819044442811</c:v>
              </c:pt>
              <c:pt idx="23">
                <c:v>4.336819044442811</c:v>
              </c:pt>
              <c:pt idx="24">
                <c:v>4.336819044442811</c:v>
              </c:pt>
              <c:pt idx="25">
                <c:v>4.336819044442811</c:v>
              </c:pt>
              <c:pt idx="26">
                <c:v>4.336819044442811</c:v>
              </c:pt>
              <c:pt idx="27">
                <c:v>4.336819044442811</c:v>
              </c:pt>
              <c:pt idx="28">
                <c:v>4.336819044442811</c:v>
              </c:pt>
              <c:pt idx="29">
                <c:v>4.336819044442811</c:v>
              </c:pt>
              <c:pt idx="30">
                <c:v>4.336819044442811</c:v>
              </c:pt>
              <c:pt idx="31">
                <c:v>4.336819044442811</c:v>
              </c:pt>
              <c:pt idx="32">
                <c:v>4.336819044442811</c:v>
              </c:pt>
              <c:pt idx="33">
                <c:v>4.336819044442811</c:v>
              </c:pt>
              <c:pt idx="34">
                <c:v>4.336819044442811</c:v>
              </c:pt>
              <c:pt idx="35">
                <c:v>4.336819044442811</c:v>
              </c:pt>
              <c:pt idx="36">
                <c:v>4.336819044442811</c:v>
              </c:pt>
              <c:pt idx="37">
                <c:v>4.336819044442811</c:v>
              </c:pt>
              <c:pt idx="38">
                <c:v>4.336819044442811</c:v>
              </c:pt>
              <c:pt idx="39">
                <c:v>4.336819044442811</c:v>
              </c:pt>
              <c:pt idx="40">
                <c:v>4.336819044442811</c:v>
              </c:pt>
              <c:pt idx="41">
                <c:v>4.336819044442811</c:v>
              </c:pt>
              <c:pt idx="42">
                <c:v>4.336819044442811</c:v>
              </c:pt>
              <c:pt idx="43">
                <c:v>4.336819044442811</c:v>
              </c:pt>
              <c:pt idx="44">
                <c:v>4.336819044442811</c:v>
              </c:pt>
              <c:pt idx="45">
                <c:v>4.336819044442811</c:v>
              </c:pt>
              <c:pt idx="46">
                <c:v>4.336819044442811</c:v>
              </c:pt>
              <c:pt idx="47">
                <c:v>4.336819044442811</c:v>
              </c:pt>
              <c:pt idx="48">
                <c:v>4.336819044442811</c:v>
              </c:pt>
              <c:pt idx="49">
                <c:v>4.336819044442811</c:v>
              </c:pt>
              <c:pt idx="50">
                <c:v>4.336819044442811</c:v>
              </c:pt>
              <c:pt idx="51">
                <c:v>4.336819044442811</c:v>
              </c:pt>
              <c:pt idx="52">
                <c:v>4.336819044442811</c:v>
              </c:pt>
              <c:pt idx="53">
                <c:v>4.336819044442811</c:v>
              </c:pt>
              <c:pt idx="54">
                <c:v>4.336819044442811</c:v>
              </c:pt>
              <c:pt idx="55">
                <c:v>4.336819044442811</c:v>
              </c:pt>
              <c:pt idx="56">
                <c:v>4.336819044442811</c:v>
              </c:pt>
              <c:pt idx="57">
                <c:v>4.336819044442811</c:v>
              </c:pt>
              <c:pt idx="58">
                <c:v>4.336819044442811</c:v>
              </c:pt>
              <c:pt idx="59">
                <c:v>4.336819044442811</c:v>
              </c:pt>
              <c:pt idx="60">
                <c:v>4.336819044442811</c:v>
              </c:pt>
              <c:pt idx="61">
                <c:v>4.336819044442811</c:v>
              </c:pt>
              <c:pt idx="62">
                <c:v>4.336819044442811</c:v>
              </c:pt>
              <c:pt idx="63">
                <c:v>4.336819044442811</c:v>
              </c:pt>
              <c:pt idx="64">
                <c:v>4.336819044442811</c:v>
              </c:pt>
              <c:pt idx="65">
                <c:v>4.336819044442811</c:v>
              </c:pt>
              <c:pt idx="66">
                <c:v>4.336819044442811</c:v>
              </c:pt>
              <c:pt idx="67">
                <c:v>4.336819044442811</c:v>
              </c:pt>
              <c:pt idx="68">
                <c:v>4.336819044442811</c:v>
              </c:pt>
              <c:pt idx="69">
                <c:v>4.336819044442811</c:v>
              </c:pt>
              <c:pt idx="70">
                <c:v>4.336819044442811</c:v>
              </c:pt>
              <c:pt idx="71">
                <c:v>4.336819044442811</c:v>
              </c:pt>
              <c:pt idx="72">
                <c:v>4.336819044442811</c:v>
              </c:pt>
              <c:pt idx="73">
                <c:v>4.336819044442811</c:v>
              </c:pt>
              <c:pt idx="74">
                <c:v>4.336819044442811</c:v>
              </c:pt>
              <c:pt idx="75">
                <c:v>4.336819044442811</c:v>
              </c:pt>
              <c:pt idx="76">
                <c:v>4.336819044442811</c:v>
              </c:pt>
              <c:pt idx="77">
                <c:v>4.336819044442811</c:v>
              </c:pt>
              <c:pt idx="78">
                <c:v>4.336819044442811</c:v>
              </c:pt>
              <c:pt idx="79">
                <c:v>4.336819044442811</c:v>
              </c:pt>
              <c:pt idx="80">
                <c:v>4.336819044442811</c:v>
              </c:pt>
              <c:pt idx="81">
                <c:v>4.336819044442811</c:v>
              </c:pt>
              <c:pt idx="82">
                <c:v>4.336819044442811</c:v>
              </c:pt>
              <c:pt idx="83">
                <c:v>4.336819044442811</c:v>
              </c:pt>
              <c:pt idx="84">
                <c:v>4.336819044442811</c:v>
              </c:pt>
              <c:pt idx="85">
                <c:v>4.336819044442811</c:v>
              </c:pt>
              <c:pt idx="86">
                <c:v>4.336819044442811</c:v>
              </c:pt>
              <c:pt idx="87">
                <c:v>4.336819044442811</c:v>
              </c:pt>
              <c:pt idx="88">
                <c:v>4.336819044442811</c:v>
              </c:pt>
              <c:pt idx="89">
                <c:v>4.336819044442811</c:v>
              </c:pt>
              <c:pt idx="90">
                <c:v>4.336819044442811</c:v>
              </c:pt>
              <c:pt idx="91">
                <c:v>4.336819044442811</c:v>
              </c:pt>
              <c:pt idx="92">
                <c:v>4.336819044442811</c:v>
              </c:pt>
              <c:pt idx="93">
                <c:v>4.336819044442811</c:v>
              </c:pt>
              <c:pt idx="94">
                <c:v>4.336819044442811</c:v>
              </c:pt>
              <c:pt idx="95">
                <c:v>4.336819044442811</c:v>
              </c:pt>
              <c:pt idx="96">
                <c:v>4.336819044442811</c:v>
              </c:pt>
              <c:pt idx="97">
                <c:v>4.336819044442811</c:v>
              </c:pt>
              <c:pt idx="98">
                <c:v>4.336819044442811</c:v>
              </c:pt>
              <c:pt idx="99">
                <c:v>4.336819044442811</c:v>
              </c:pt>
              <c:pt idx="100">
                <c:v>4.336819044442811</c:v>
              </c:pt>
              <c:pt idx="101">
                <c:v>4.336819044442811</c:v>
              </c:pt>
              <c:pt idx="102">
                <c:v>4.336819044442811</c:v>
              </c:pt>
              <c:pt idx="103">
                <c:v>4.336819044442811</c:v>
              </c:pt>
              <c:pt idx="104">
                <c:v>4.336819044442811</c:v>
              </c:pt>
              <c:pt idx="105">
                <c:v>4.336819044442811</c:v>
              </c:pt>
              <c:pt idx="106">
                <c:v>4.336819044442811</c:v>
              </c:pt>
              <c:pt idx="107">
                <c:v>4.336819044442811</c:v>
              </c:pt>
              <c:pt idx="108">
                <c:v>4.336819044442811</c:v>
              </c:pt>
              <c:pt idx="109">
                <c:v>4.336819044442811</c:v>
              </c:pt>
              <c:pt idx="110">
                <c:v>4.336819044442811</c:v>
              </c:pt>
              <c:pt idx="111">
                <c:v>4.336819044442811</c:v>
              </c:pt>
              <c:pt idx="112">
                <c:v>4.336819044442811</c:v>
              </c:pt>
              <c:pt idx="113">
                <c:v>4.336819044442811</c:v>
              </c:pt>
              <c:pt idx="114">
                <c:v>4.336819044442811</c:v>
              </c:pt>
              <c:pt idx="115">
                <c:v>4.336819044442811</c:v>
              </c:pt>
              <c:pt idx="116">
                <c:v>4.336819044442811</c:v>
              </c:pt>
              <c:pt idx="117">
                <c:v>4.336819044442811</c:v>
              </c:pt>
              <c:pt idx="118">
                <c:v>4.336819044442811</c:v>
              </c:pt>
              <c:pt idx="119">
                <c:v>4.336819044442811</c:v>
              </c:pt>
              <c:pt idx="120">
                <c:v>4.336819044442811</c:v>
              </c:pt>
              <c:pt idx="121">
                <c:v>4.336819044442811</c:v>
              </c:pt>
              <c:pt idx="122">
                <c:v>4.336819044442811</c:v>
              </c:pt>
              <c:pt idx="123">
                <c:v>4.336819044442811</c:v>
              </c:pt>
              <c:pt idx="124">
                <c:v>4.336819044442811</c:v>
              </c:pt>
              <c:pt idx="125">
                <c:v>4.336819044442811</c:v>
              </c:pt>
              <c:pt idx="126">
                <c:v>4.336819044442811</c:v>
              </c:pt>
              <c:pt idx="127">
                <c:v>4.336819044442811</c:v>
              </c:pt>
              <c:pt idx="128">
                <c:v>4.336819044442811</c:v>
              </c:pt>
              <c:pt idx="129">
                <c:v>4.336819044442811</c:v>
              </c:pt>
              <c:pt idx="130">
                <c:v>4.336819044442811</c:v>
              </c:pt>
              <c:pt idx="131">
                <c:v>4.336819044442811</c:v>
              </c:pt>
              <c:pt idx="132">
                <c:v>4.336819044442811</c:v>
              </c:pt>
              <c:pt idx="133">
                <c:v>4.336819044442811</c:v>
              </c:pt>
              <c:pt idx="134">
                <c:v>4.336819044442811</c:v>
              </c:pt>
              <c:pt idx="135">
                <c:v>4.336819044442811</c:v>
              </c:pt>
              <c:pt idx="136">
                <c:v>4.336819044442811</c:v>
              </c:pt>
              <c:pt idx="137">
                <c:v>4.336819044442811</c:v>
              </c:pt>
              <c:pt idx="138">
                <c:v>4.336819044442811</c:v>
              </c:pt>
              <c:pt idx="139">
                <c:v>4.336819044442811</c:v>
              </c:pt>
              <c:pt idx="140">
                <c:v>4.336819044442811</c:v>
              </c:pt>
              <c:pt idx="141">
                <c:v>4.336819044442811</c:v>
              </c:pt>
              <c:pt idx="142">
                <c:v>4.336819044442811</c:v>
              </c:pt>
              <c:pt idx="143">
                <c:v>4.336819044442811</c:v>
              </c:pt>
              <c:pt idx="144">
                <c:v>4.336819044442811</c:v>
              </c:pt>
              <c:pt idx="145">
                <c:v>4.336819044442811</c:v>
              </c:pt>
              <c:pt idx="146">
                <c:v>4.336819044442811</c:v>
              </c:pt>
              <c:pt idx="147">
                <c:v>4.336819044442811</c:v>
              </c:pt>
              <c:pt idx="148">
                <c:v>4.336819044442811</c:v>
              </c:pt>
              <c:pt idx="149">
                <c:v>4.336819044442811</c:v>
              </c:pt>
              <c:pt idx="150">
                <c:v>4.336819044442811</c:v>
              </c:pt>
              <c:pt idx="151">
                <c:v>4.336819044442811</c:v>
              </c:pt>
              <c:pt idx="152">
                <c:v>4.336819044442811</c:v>
              </c:pt>
              <c:pt idx="153">
                <c:v>4.336819044442811</c:v>
              </c:pt>
              <c:pt idx="154">
                <c:v>4.336819044442811</c:v>
              </c:pt>
              <c:pt idx="155">
                <c:v>4.336819044442811</c:v>
              </c:pt>
              <c:pt idx="156">
                <c:v>4.336819044442811</c:v>
              </c:pt>
              <c:pt idx="157">
                <c:v>4.336819044442811</c:v>
              </c:pt>
              <c:pt idx="158">
                <c:v>4.336819044442811</c:v>
              </c:pt>
              <c:pt idx="159">
                <c:v>4.336819044442811</c:v>
              </c:pt>
              <c:pt idx="160">
                <c:v>4.336819044442811</c:v>
              </c:pt>
              <c:pt idx="161">
                <c:v>4.336819044442811</c:v>
              </c:pt>
              <c:pt idx="162">
                <c:v>4.336819044442811</c:v>
              </c:pt>
              <c:pt idx="163">
                <c:v>4.336819044442811</c:v>
              </c:pt>
              <c:pt idx="164">
                <c:v>4.336819044442811</c:v>
              </c:pt>
              <c:pt idx="165">
                <c:v>4.336819044442811</c:v>
              </c:pt>
              <c:pt idx="166">
                <c:v>4.336819044442811</c:v>
              </c:pt>
              <c:pt idx="167">
                <c:v>4.336819044442811</c:v>
              </c:pt>
              <c:pt idx="168">
                <c:v>4.336819044442811</c:v>
              </c:pt>
              <c:pt idx="169">
                <c:v>4.336819044442811</c:v>
              </c:pt>
              <c:pt idx="170">
                <c:v>4.336819044442811</c:v>
              </c:pt>
              <c:pt idx="171">
                <c:v>4.336819044442811</c:v>
              </c:pt>
              <c:pt idx="172">
                <c:v>4.336819044442811</c:v>
              </c:pt>
              <c:pt idx="173">
                <c:v>4.336819044442811</c:v>
              </c:pt>
              <c:pt idx="174">
                <c:v>4.336819044442811</c:v>
              </c:pt>
              <c:pt idx="175">
                <c:v>4.336819044442811</c:v>
              </c:pt>
              <c:pt idx="176">
                <c:v>4.336819044442811</c:v>
              </c:pt>
              <c:pt idx="177">
                <c:v>4.336819044442811</c:v>
              </c:pt>
              <c:pt idx="178">
                <c:v>4.336819044442811</c:v>
              </c:pt>
              <c:pt idx="179">
                <c:v>4.336819044442811</c:v>
              </c:pt>
              <c:pt idx="180">
                <c:v>4.336819044442811</c:v>
              </c:pt>
              <c:pt idx="181">
                <c:v>4.336819044442811</c:v>
              </c:pt>
              <c:pt idx="182">
                <c:v>4.336819044442811</c:v>
              </c:pt>
              <c:pt idx="183">
                <c:v>4.336819044442811</c:v>
              </c:pt>
              <c:pt idx="184">
                <c:v>4.336819044442811</c:v>
              </c:pt>
              <c:pt idx="185">
                <c:v>4.336819044442811</c:v>
              </c:pt>
              <c:pt idx="186">
                <c:v>4.336819044442811</c:v>
              </c:pt>
              <c:pt idx="187">
                <c:v>4.336819044442811</c:v>
              </c:pt>
              <c:pt idx="188">
                <c:v>4.336819044442811</c:v>
              </c:pt>
              <c:pt idx="189">
                <c:v>4.336819044442811</c:v>
              </c:pt>
              <c:pt idx="190">
                <c:v>4.336819044442811</c:v>
              </c:pt>
              <c:pt idx="191">
                <c:v>4.336819044442811</c:v>
              </c:pt>
              <c:pt idx="192">
                <c:v>4.336819044442811</c:v>
              </c:pt>
              <c:pt idx="193">
                <c:v>4.336819044442811</c:v>
              </c:pt>
              <c:pt idx="194">
                <c:v>4.336819044442811</c:v>
              </c:pt>
              <c:pt idx="195">
                <c:v>4.336819044442811</c:v>
              </c:pt>
              <c:pt idx="196">
                <c:v>4.336819044442811</c:v>
              </c:pt>
              <c:pt idx="197">
                <c:v>4.336819044442811</c:v>
              </c:pt>
              <c:pt idx="198">
                <c:v>4.336819044442811</c:v>
              </c:pt>
              <c:pt idx="199">
                <c:v>4.336819044442811</c:v>
              </c:pt>
              <c:pt idx="200">
                <c:v>4.336819044442811</c:v>
              </c:pt>
              <c:pt idx="201">
                <c:v>4.336819044442811</c:v>
              </c:pt>
              <c:pt idx="202">
                <c:v>4.336819044442811</c:v>
              </c:pt>
              <c:pt idx="203">
                <c:v>4.336819044442811</c:v>
              </c:pt>
              <c:pt idx="204">
                <c:v>4.336819044442811</c:v>
              </c:pt>
              <c:pt idx="205">
                <c:v>4.336819044442811</c:v>
              </c:pt>
              <c:pt idx="206">
                <c:v>4.336819044442811</c:v>
              </c:pt>
              <c:pt idx="207">
                <c:v>4.336819044442811</c:v>
              </c:pt>
              <c:pt idx="208">
                <c:v>4.336819044442811</c:v>
              </c:pt>
              <c:pt idx="209">
                <c:v>4.336819044442811</c:v>
              </c:pt>
              <c:pt idx="210">
                <c:v>4.336819044442811</c:v>
              </c:pt>
              <c:pt idx="211">
                <c:v>4.336819044442811</c:v>
              </c:pt>
              <c:pt idx="212">
                <c:v>4.336819044442811</c:v>
              </c:pt>
              <c:pt idx="213">
                <c:v>4.336819044442811</c:v>
              </c:pt>
              <c:pt idx="214">
                <c:v>4.336819044442811</c:v>
              </c:pt>
              <c:pt idx="215">
                <c:v>4.336819044442811</c:v>
              </c:pt>
              <c:pt idx="216">
                <c:v>4.336819044442811</c:v>
              </c:pt>
              <c:pt idx="217">
                <c:v>4.336819044442811</c:v>
              </c:pt>
              <c:pt idx="218">
                <c:v>4.336819044442811</c:v>
              </c:pt>
              <c:pt idx="219">
                <c:v>4.336819044442811</c:v>
              </c:pt>
              <c:pt idx="220">
                <c:v>4.336819044442811</c:v>
              </c:pt>
              <c:pt idx="221">
                <c:v>4.336819044442811</c:v>
              </c:pt>
              <c:pt idx="222">
                <c:v>4.336819044442811</c:v>
              </c:pt>
              <c:pt idx="223">
                <c:v>4.336819044442811</c:v>
              </c:pt>
              <c:pt idx="224">
                <c:v>4.336819044442811</c:v>
              </c:pt>
              <c:pt idx="225">
                <c:v>4.336819044442811</c:v>
              </c:pt>
              <c:pt idx="226">
                <c:v>4.336819044442811</c:v>
              </c:pt>
              <c:pt idx="227">
                <c:v>4.336819044442811</c:v>
              </c:pt>
              <c:pt idx="228">
                <c:v>4.336819044442811</c:v>
              </c:pt>
              <c:pt idx="229">
                <c:v>4.336819044442811</c:v>
              </c:pt>
              <c:pt idx="230">
                <c:v>4.336819044442811</c:v>
              </c:pt>
              <c:pt idx="231">
                <c:v>4.336819044442811</c:v>
              </c:pt>
              <c:pt idx="232">
                <c:v>4.336819044442811</c:v>
              </c:pt>
              <c:pt idx="233">
                <c:v>4.336819044442811</c:v>
              </c:pt>
              <c:pt idx="234">
                <c:v>4.336819044442811</c:v>
              </c:pt>
              <c:pt idx="235">
                <c:v>4.336819044442811</c:v>
              </c:pt>
              <c:pt idx="236">
                <c:v>4.336819044442811</c:v>
              </c:pt>
              <c:pt idx="237">
                <c:v>4.336819044442811</c:v>
              </c:pt>
              <c:pt idx="238">
                <c:v>4.336819044442811</c:v>
              </c:pt>
              <c:pt idx="239">
                <c:v>4.336819044442811</c:v>
              </c:pt>
              <c:pt idx="240">
                <c:v>4.336819044442811</c:v>
              </c:pt>
              <c:pt idx="241">
                <c:v>4.336819044442811</c:v>
              </c:pt>
              <c:pt idx="242">
                <c:v>4.336819044442811</c:v>
              </c:pt>
              <c:pt idx="243">
                <c:v>4.336819044442811</c:v>
              </c:pt>
              <c:pt idx="244">
                <c:v>4.336819044442811</c:v>
              </c:pt>
              <c:pt idx="245">
                <c:v>4.336819044442811</c:v>
              </c:pt>
              <c:pt idx="246">
                <c:v>4.336819044442811</c:v>
              </c:pt>
              <c:pt idx="247">
                <c:v>4.336819044442811</c:v>
              </c:pt>
              <c:pt idx="248">
                <c:v>4.336819044442811</c:v>
              </c:pt>
              <c:pt idx="249">
                <c:v>4.336819044442811</c:v>
              </c:pt>
              <c:pt idx="250">
                <c:v>4.336819044442811</c:v>
              </c:pt>
              <c:pt idx="251">
                <c:v>4.336819044442811</c:v>
              </c:pt>
              <c:pt idx="252">
                <c:v>4.336819044442811</c:v>
              </c:pt>
              <c:pt idx="253">
                <c:v>4.336819044442811</c:v>
              </c:pt>
              <c:pt idx="254">
                <c:v>4.336819044442811</c:v>
              </c:pt>
              <c:pt idx="255">
                <c:v>4.336819044442811</c:v>
              </c:pt>
              <c:pt idx="256">
                <c:v>4.336819044442811</c:v>
              </c:pt>
              <c:pt idx="257">
                <c:v>4.336819044442811</c:v>
              </c:pt>
              <c:pt idx="258">
                <c:v>4.336819044442811</c:v>
              </c:pt>
              <c:pt idx="259">
                <c:v>4.336819044442811</c:v>
              </c:pt>
              <c:pt idx="260">
                <c:v>4.336819044442811</c:v>
              </c:pt>
              <c:pt idx="261">
                <c:v>4.336819044442811</c:v>
              </c:pt>
              <c:pt idx="262">
                <c:v>4.336819044442811</c:v>
              </c:pt>
              <c:pt idx="263">
                <c:v>4.336819044442811</c:v>
              </c:pt>
              <c:pt idx="264">
                <c:v>4.336819044442811</c:v>
              </c:pt>
              <c:pt idx="265">
                <c:v>4.336819044442811</c:v>
              </c:pt>
              <c:pt idx="266">
                <c:v>4.336819044442811</c:v>
              </c:pt>
              <c:pt idx="267">
                <c:v>4.336819044442811</c:v>
              </c:pt>
              <c:pt idx="268">
                <c:v>4.336819044442811</c:v>
              </c:pt>
              <c:pt idx="269">
                <c:v>4.336819044442811</c:v>
              </c:pt>
              <c:pt idx="270">
                <c:v>4.336819044442811</c:v>
              </c:pt>
              <c:pt idx="271">
                <c:v>4.336819044442811</c:v>
              </c:pt>
              <c:pt idx="272">
                <c:v>4.336819044442811</c:v>
              </c:pt>
              <c:pt idx="273">
                <c:v>4.336819044442811</c:v>
              </c:pt>
              <c:pt idx="274">
                <c:v>4.336819044442811</c:v>
              </c:pt>
              <c:pt idx="275">
                <c:v>4.336819044442811</c:v>
              </c:pt>
              <c:pt idx="276">
                <c:v>4.336819044442811</c:v>
              </c:pt>
              <c:pt idx="277">
                <c:v>4.336819044442811</c:v>
              </c:pt>
              <c:pt idx="278">
                <c:v>4.336819044442811</c:v>
              </c:pt>
              <c:pt idx="279">
                <c:v>4.336819044442811</c:v>
              </c:pt>
              <c:pt idx="280">
                <c:v>4.336819044442811</c:v>
              </c:pt>
              <c:pt idx="281">
                <c:v>4.336819044442811</c:v>
              </c:pt>
              <c:pt idx="282">
                <c:v>4.336819044442811</c:v>
              </c:pt>
              <c:pt idx="283">
                <c:v>4.336819044442811</c:v>
              </c:pt>
              <c:pt idx="284">
                <c:v>4.336819044442811</c:v>
              </c:pt>
              <c:pt idx="285">
                <c:v>4.336819044442811</c:v>
              </c:pt>
              <c:pt idx="286">
                <c:v>4.336819044442811</c:v>
              </c:pt>
              <c:pt idx="287">
                <c:v>4.336819044442811</c:v>
              </c:pt>
              <c:pt idx="288">
                <c:v>4.336819044442811</c:v>
              </c:pt>
              <c:pt idx="289">
                <c:v>4.336819044442811</c:v>
              </c:pt>
              <c:pt idx="290">
                <c:v>4.336819044442811</c:v>
              </c:pt>
              <c:pt idx="291">
                <c:v>4.336819044442811</c:v>
              </c:pt>
              <c:pt idx="292">
                <c:v>4.336819044442811</c:v>
              </c:pt>
              <c:pt idx="293">
                <c:v>4.336819044442811</c:v>
              </c:pt>
              <c:pt idx="294">
                <c:v>4.336819044442811</c:v>
              </c:pt>
              <c:pt idx="295">
                <c:v>4.336819044442811</c:v>
              </c:pt>
              <c:pt idx="296">
                <c:v>4.336819044442811</c:v>
              </c:pt>
              <c:pt idx="297">
                <c:v>4.336819044442811</c:v>
              </c:pt>
              <c:pt idx="298">
                <c:v>4.336819044442811</c:v>
              </c:pt>
              <c:pt idx="299">
                <c:v>4.336819044442811</c:v>
              </c:pt>
              <c:pt idx="300">
                <c:v>4.336819044442811</c:v>
              </c:pt>
              <c:pt idx="301">
                <c:v>4.336819044442811</c:v>
              </c:pt>
              <c:pt idx="302">
                <c:v>4.336819044442811</c:v>
              </c:pt>
              <c:pt idx="303">
                <c:v>4.336819044442811</c:v>
              </c:pt>
              <c:pt idx="304">
                <c:v>4.336819044442811</c:v>
              </c:pt>
              <c:pt idx="305">
                <c:v>4.336819044442811</c:v>
              </c:pt>
              <c:pt idx="306">
                <c:v>4.336819044442811</c:v>
              </c:pt>
              <c:pt idx="307">
                <c:v>4.336819044442811</c:v>
              </c:pt>
              <c:pt idx="308">
                <c:v>4.336819044442811</c:v>
              </c:pt>
              <c:pt idx="309">
                <c:v>4.336819044442811</c:v>
              </c:pt>
              <c:pt idx="310">
                <c:v>4.336819044442811</c:v>
              </c:pt>
              <c:pt idx="311">
                <c:v>4.336819044442811</c:v>
              </c:pt>
              <c:pt idx="312">
                <c:v>4.336819044442811</c:v>
              </c:pt>
              <c:pt idx="313">
                <c:v>4.336819044442811</c:v>
              </c:pt>
              <c:pt idx="314">
                <c:v>4.336819044442811</c:v>
              </c:pt>
              <c:pt idx="315">
                <c:v>4.336819044442811</c:v>
              </c:pt>
              <c:pt idx="316">
                <c:v>4.336819044442811</c:v>
              </c:pt>
              <c:pt idx="317">
                <c:v>4.336819044442811</c:v>
              </c:pt>
              <c:pt idx="318">
                <c:v>4.336819044442811</c:v>
              </c:pt>
              <c:pt idx="319">
                <c:v>4.336819044442811</c:v>
              </c:pt>
              <c:pt idx="320">
                <c:v>4.336819044442811</c:v>
              </c:pt>
              <c:pt idx="321">
                <c:v>4.336819044442811</c:v>
              </c:pt>
              <c:pt idx="322">
                <c:v>4.336819044442811</c:v>
              </c:pt>
              <c:pt idx="323">
                <c:v>4.336819044442811</c:v>
              </c:pt>
              <c:pt idx="324">
                <c:v>4.336819044442811</c:v>
              </c:pt>
              <c:pt idx="325">
                <c:v>4.336819044442811</c:v>
              </c:pt>
              <c:pt idx="326">
                <c:v>4.336819044442811</c:v>
              </c:pt>
              <c:pt idx="327">
                <c:v>4.336819044442811</c:v>
              </c:pt>
              <c:pt idx="328">
                <c:v>4.336819044442811</c:v>
              </c:pt>
              <c:pt idx="329">
                <c:v>4.336819044442811</c:v>
              </c:pt>
              <c:pt idx="330">
                <c:v>4.336819044442811</c:v>
              </c:pt>
              <c:pt idx="331">
                <c:v>4.336819044442811</c:v>
              </c:pt>
              <c:pt idx="332">
                <c:v>4.336819044442811</c:v>
              </c:pt>
              <c:pt idx="333">
                <c:v>4.336819044442811</c:v>
              </c:pt>
              <c:pt idx="334">
                <c:v>4.336819044442811</c:v>
              </c:pt>
              <c:pt idx="335">
                <c:v>4.336819044442811</c:v>
              </c:pt>
              <c:pt idx="336">
                <c:v>4.336819044442811</c:v>
              </c:pt>
              <c:pt idx="337">
                <c:v>4.336819044442811</c:v>
              </c:pt>
              <c:pt idx="338">
                <c:v>4.336819044442811</c:v>
              </c:pt>
              <c:pt idx="339">
                <c:v>4.336819044442811</c:v>
              </c:pt>
              <c:pt idx="340">
                <c:v>4.336819044442811</c:v>
              </c:pt>
              <c:pt idx="341">
                <c:v>4.336819044442811</c:v>
              </c:pt>
              <c:pt idx="342">
                <c:v>4.336819044442811</c:v>
              </c:pt>
              <c:pt idx="343">
                <c:v>4.336819044442811</c:v>
              </c:pt>
              <c:pt idx="344">
                <c:v>4.336819044442811</c:v>
              </c:pt>
              <c:pt idx="345">
                <c:v>4.336819044442811</c:v>
              </c:pt>
              <c:pt idx="346">
                <c:v>4.336819044442811</c:v>
              </c:pt>
              <c:pt idx="347">
                <c:v>4.336819044442811</c:v>
              </c:pt>
              <c:pt idx="348">
                <c:v>4.336819044442811</c:v>
              </c:pt>
              <c:pt idx="349">
                <c:v>4.336819044442811</c:v>
              </c:pt>
              <c:pt idx="350">
                <c:v>4.336819044442811</c:v>
              </c:pt>
              <c:pt idx="351">
                <c:v>4.336819044442811</c:v>
              </c:pt>
              <c:pt idx="352">
                <c:v>4.336819044442811</c:v>
              </c:pt>
              <c:pt idx="353">
                <c:v>4.336819044442811</c:v>
              </c:pt>
              <c:pt idx="354">
                <c:v>4.336819044442811</c:v>
              </c:pt>
              <c:pt idx="355">
                <c:v>4.336819044442811</c:v>
              </c:pt>
              <c:pt idx="356">
                <c:v>4.336819044442811</c:v>
              </c:pt>
              <c:pt idx="357">
                <c:v>4.336819044442811</c:v>
              </c:pt>
              <c:pt idx="358">
                <c:v>4.336819044442811</c:v>
              </c:pt>
              <c:pt idx="359">
                <c:v>4.336819044442811</c:v>
              </c:pt>
              <c:pt idx="360">
                <c:v>4.336819044442811</c:v>
              </c:pt>
              <c:pt idx="361">
                <c:v>4.336819044442811</c:v>
              </c:pt>
              <c:pt idx="362">
                <c:v>4.336819044442811</c:v>
              </c:pt>
              <c:pt idx="363">
                <c:v>4.336819044442811</c:v>
              </c:pt>
              <c:pt idx="364">
                <c:v>4.336819044442811</c:v>
              </c:pt>
              <c:pt idx="365">
                <c:v>4.336819044442811</c:v>
              </c:pt>
              <c:pt idx="366">
                <c:v>4.336819044442811</c:v>
              </c:pt>
              <c:pt idx="367">
                <c:v>4.336819044442811</c:v>
              </c:pt>
              <c:pt idx="368">
                <c:v>4.336819044442811</c:v>
              </c:pt>
              <c:pt idx="369">
                <c:v>4.336819044442811</c:v>
              </c:pt>
              <c:pt idx="370">
                <c:v>4.336819044442811</c:v>
              </c:pt>
              <c:pt idx="371">
                <c:v>4.336819044442811</c:v>
              </c:pt>
              <c:pt idx="372">
                <c:v>4.336819044442811</c:v>
              </c:pt>
              <c:pt idx="373">
                <c:v>4.336819044442811</c:v>
              </c:pt>
              <c:pt idx="374">
                <c:v>4.336819044442811</c:v>
              </c:pt>
              <c:pt idx="375">
                <c:v>4.336819044442811</c:v>
              </c:pt>
              <c:pt idx="376">
                <c:v>4.336819044442811</c:v>
              </c:pt>
              <c:pt idx="377">
                <c:v>4.336819044442811</c:v>
              </c:pt>
              <c:pt idx="378">
                <c:v>4.336819044442811</c:v>
              </c:pt>
              <c:pt idx="379">
                <c:v>4.336819044442811</c:v>
              </c:pt>
              <c:pt idx="380">
                <c:v>4.336819044442811</c:v>
              </c:pt>
              <c:pt idx="381">
                <c:v>4.336819044442811</c:v>
              </c:pt>
              <c:pt idx="382">
                <c:v>4.336819044442811</c:v>
              </c:pt>
              <c:pt idx="383">
                <c:v>4.336819044442811</c:v>
              </c:pt>
              <c:pt idx="384">
                <c:v>4.336819044442811</c:v>
              </c:pt>
              <c:pt idx="385">
                <c:v>4.336819044442811</c:v>
              </c:pt>
              <c:pt idx="386">
                <c:v>4.336819044442811</c:v>
              </c:pt>
              <c:pt idx="387">
                <c:v>4.336819044442811</c:v>
              </c:pt>
              <c:pt idx="388">
                <c:v>4.336819044442811</c:v>
              </c:pt>
              <c:pt idx="389">
                <c:v>4.336819044442811</c:v>
              </c:pt>
              <c:pt idx="390">
                <c:v>4.336819044442811</c:v>
              </c:pt>
              <c:pt idx="391">
                <c:v>4.336819044442811</c:v>
              </c:pt>
              <c:pt idx="392">
                <c:v>4.336819044442811</c:v>
              </c:pt>
              <c:pt idx="393">
                <c:v>4.336819044442811</c:v>
              </c:pt>
              <c:pt idx="394">
                <c:v>4.336819044442811</c:v>
              </c:pt>
              <c:pt idx="395">
                <c:v>4.336819044442811</c:v>
              </c:pt>
              <c:pt idx="396">
                <c:v>4.336819044442811</c:v>
              </c:pt>
              <c:pt idx="397">
                <c:v>4.336819044442811</c:v>
              </c:pt>
              <c:pt idx="398">
                <c:v>4.336819044442811</c:v>
              </c:pt>
              <c:pt idx="399">
                <c:v>4.336819044442811</c:v>
              </c:pt>
              <c:pt idx="400">
                <c:v>4.336819044442811</c:v>
              </c:pt>
              <c:pt idx="401">
                <c:v>4.336819044442811</c:v>
              </c:pt>
              <c:pt idx="402">
                <c:v>4.336819044442811</c:v>
              </c:pt>
              <c:pt idx="403">
                <c:v>4.336819044442811</c:v>
              </c:pt>
              <c:pt idx="404">
                <c:v>4.336819044442811</c:v>
              </c:pt>
              <c:pt idx="405">
                <c:v>4.336819044442811</c:v>
              </c:pt>
              <c:pt idx="406">
                <c:v>4.336819044442811</c:v>
              </c:pt>
              <c:pt idx="407">
                <c:v>4.336819044442811</c:v>
              </c:pt>
              <c:pt idx="408">
                <c:v>4.336819044442811</c:v>
              </c:pt>
              <c:pt idx="409">
                <c:v>4.336819044442811</c:v>
              </c:pt>
              <c:pt idx="410">
                <c:v>4.336819044442811</c:v>
              </c:pt>
              <c:pt idx="411">
                <c:v>4.336819044442811</c:v>
              </c:pt>
              <c:pt idx="412">
                <c:v>4.336819044442811</c:v>
              </c:pt>
              <c:pt idx="413">
                <c:v>4.336819044442811</c:v>
              </c:pt>
              <c:pt idx="414">
                <c:v>4.336819044442811</c:v>
              </c:pt>
              <c:pt idx="415">
                <c:v>4.336819044442811</c:v>
              </c:pt>
              <c:pt idx="416">
                <c:v>4.336819044442811</c:v>
              </c:pt>
              <c:pt idx="417">
                <c:v>4.336819044442811</c:v>
              </c:pt>
              <c:pt idx="418">
                <c:v>4.336819044442811</c:v>
              </c:pt>
              <c:pt idx="419">
                <c:v>4.336819044442811</c:v>
              </c:pt>
              <c:pt idx="420">
                <c:v>4.336819044442811</c:v>
              </c:pt>
              <c:pt idx="421">
                <c:v>4.336819044442811</c:v>
              </c:pt>
              <c:pt idx="422">
                <c:v>4.336819044442811</c:v>
              </c:pt>
              <c:pt idx="423">
                <c:v>4.336819044442811</c:v>
              </c:pt>
              <c:pt idx="424">
                <c:v>4.336819044442811</c:v>
              </c:pt>
              <c:pt idx="425">
                <c:v>4.336819044442811</c:v>
              </c:pt>
              <c:pt idx="426">
                <c:v>4.336819044442811</c:v>
              </c:pt>
              <c:pt idx="427">
                <c:v>4.336819044442811</c:v>
              </c:pt>
              <c:pt idx="428">
                <c:v>4.336819044442811</c:v>
              </c:pt>
              <c:pt idx="429">
                <c:v>4.336819044442811</c:v>
              </c:pt>
              <c:pt idx="430">
                <c:v>4.336819044442811</c:v>
              </c:pt>
              <c:pt idx="431">
                <c:v>4.336819044442811</c:v>
              </c:pt>
              <c:pt idx="432">
                <c:v>4.336819044442811</c:v>
              </c:pt>
              <c:pt idx="433">
                <c:v>4.336819044442811</c:v>
              </c:pt>
              <c:pt idx="434">
                <c:v>4.336819044442811</c:v>
              </c:pt>
              <c:pt idx="435">
                <c:v>4.336819044442811</c:v>
              </c:pt>
              <c:pt idx="436">
                <c:v>4.336819044442811</c:v>
              </c:pt>
              <c:pt idx="437">
                <c:v>4.336819044442811</c:v>
              </c:pt>
              <c:pt idx="438">
                <c:v>4.336819044442811</c:v>
              </c:pt>
              <c:pt idx="439">
                <c:v>4.336819044442811</c:v>
              </c:pt>
              <c:pt idx="440">
                <c:v>4.336819044442811</c:v>
              </c:pt>
              <c:pt idx="441">
                <c:v>4.336819044442811</c:v>
              </c:pt>
              <c:pt idx="442">
                <c:v>4.336819044442811</c:v>
              </c:pt>
              <c:pt idx="443">
                <c:v>4.336819044442811</c:v>
              </c:pt>
              <c:pt idx="444">
                <c:v>4.336819044442811</c:v>
              </c:pt>
              <c:pt idx="445">
                <c:v>4.336819044442811</c:v>
              </c:pt>
              <c:pt idx="446">
                <c:v>4.336819044442811</c:v>
              </c:pt>
              <c:pt idx="447">
                <c:v>4.336819044442811</c:v>
              </c:pt>
              <c:pt idx="448">
                <c:v>4.336819044442811</c:v>
              </c:pt>
              <c:pt idx="449">
                <c:v>4.336819044442811</c:v>
              </c:pt>
            </c:numLit>
          </c:yVal>
          <c:smooth val="0"/>
        </c:ser>
        <c:ser>
          <c:idx val="3"/>
          <c:order val="3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1.1533739287265037</c:v>
              </c:pt>
              <c:pt idx="1">
                <c:v>1.7176057459273668</c:v>
              </c:pt>
              <c:pt idx="2">
                <c:v>1.7176057459273668</c:v>
              </c:pt>
              <c:pt idx="3">
                <c:v>1.7176057459273668</c:v>
              </c:pt>
              <c:pt idx="4">
                <c:v>1.7176057459273668</c:v>
              </c:pt>
              <c:pt idx="5">
                <c:v>1.7176057459273668</c:v>
              </c:pt>
              <c:pt idx="6">
                <c:v>1.7176057459273668</c:v>
              </c:pt>
              <c:pt idx="7">
                <c:v>1.7176057459273668</c:v>
              </c:pt>
              <c:pt idx="8">
                <c:v>1.7176057459273668</c:v>
              </c:pt>
              <c:pt idx="9">
                <c:v>1.7176057459273668</c:v>
              </c:pt>
              <c:pt idx="10">
                <c:v>1.7176057459273668</c:v>
              </c:pt>
              <c:pt idx="11">
                <c:v>1.7176057459273668</c:v>
              </c:pt>
              <c:pt idx="12">
                <c:v>1.7176057459273668</c:v>
              </c:pt>
              <c:pt idx="13">
                <c:v>1.7176057459273668</c:v>
              </c:pt>
              <c:pt idx="14">
                <c:v>1.7176057459273668</c:v>
              </c:pt>
              <c:pt idx="15">
                <c:v>1.7176057459273668</c:v>
              </c:pt>
              <c:pt idx="16">
                <c:v>1.7176057459273668</c:v>
              </c:pt>
              <c:pt idx="17">
                <c:v>1.7176057459273668</c:v>
              </c:pt>
              <c:pt idx="18">
                <c:v>1.7176057459273668</c:v>
              </c:pt>
              <c:pt idx="19">
                <c:v>1.7176057459273668</c:v>
              </c:pt>
              <c:pt idx="20">
                <c:v>1.7176057459273668</c:v>
              </c:pt>
              <c:pt idx="21">
                <c:v>1.7176057459273668</c:v>
              </c:pt>
              <c:pt idx="22">
                <c:v>1.7176057459273668</c:v>
              </c:pt>
              <c:pt idx="23">
                <c:v>1.7176057459273668</c:v>
              </c:pt>
              <c:pt idx="24">
                <c:v>1.7176057459273668</c:v>
              </c:pt>
              <c:pt idx="25">
                <c:v>1.7176057459273668</c:v>
              </c:pt>
              <c:pt idx="26">
                <c:v>1.7176057459273668</c:v>
              </c:pt>
              <c:pt idx="27">
                <c:v>1.7176057459273668</c:v>
              </c:pt>
              <c:pt idx="28">
                <c:v>1.7176057459273668</c:v>
              </c:pt>
              <c:pt idx="29">
                <c:v>1.7176057459273668</c:v>
              </c:pt>
              <c:pt idx="30">
                <c:v>1.7176057459273668</c:v>
              </c:pt>
              <c:pt idx="31">
                <c:v>1.7176057459273668</c:v>
              </c:pt>
              <c:pt idx="32">
                <c:v>1.7176057459273668</c:v>
              </c:pt>
              <c:pt idx="33">
                <c:v>1.7176057459273668</c:v>
              </c:pt>
              <c:pt idx="34">
                <c:v>1.7176057459273668</c:v>
              </c:pt>
              <c:pt idx="35">
                <c:v>1.7176057459273668</c:v>
              </c:pt>
              <c:pt idx="36">
                <c:v>1.7176057459273668</c:v>
              </c:pt>
              <c:pt idx="37">
                <c:v>1.7176057459273668</c:v>
              </c:pt>
              <c:pt idx="38">
                <c:v>1.7176057459273668</c:v>
              </c:pt>
              <c:pt idx="39">
                <c:v>1.7176057459273668</c:v>
              </c:pt>
              <c:pt idx="40">
                <c:v>1.7176057459273668</c:v>
              </c:pt>
              <c:pt idx="41">
                <c:v>1.7176057459273668</c:v>
              </c:pt>
              <c:pt idx="42">
                <c:v>1.7176057459273668</c:v>
              </c:pt>
              <c:pt idx="43">
                <c:v>1.7176057459273668</c:v>
              </c:pt>
              <c:pt idx="44">
                <c:v>1.7176057459273668</c:v>
              </c:pt>
              <c:pt idx="45">
                <c:v>1.7176057459273668</c:v>
              </c:pt>
              <c:pt idx="46">
                <c:v>1.7176057459273668</c:v>
              </c:pt>
              <c:pt idx="47">
                <c:v>1.7176057459273668</c:v>
              </c:pt>
              <c:pt idx="48">
                <c:v>1.7176057459273668</c:v>
              </c:pt>
              <c:pt idx="49">
                <c:v>1.7176057459273668</c:v>
              </c:pt>
              <c:pt idx="50">
                <c:v>1.7176057459273668</c:v>
              </c:pt>
              <c:pt idx="51">
                <c:v>1.7176057459273668</c:v>
              </c:pt>
              <c:pt idx="52">
                <c:v>1.7176057459273668</c:v>
              </c:pt>
              <c:pt idx="53">
                <c:v>1.7176057459273668</c:v>
              </c:pt>
              <c:pt idx="54">
                <c:v>1.7176057459273668</c:v>
              </c:pt>
              <c:pt idx="55">
                <c:v>1.7176057459273668</c:v>
              </c:pt>
              <c:pt idx="56">
                <c:v>1.7176057459273668</c:v>
              </c:pt>
              <c:pt idx="57">
                <c:v>1.7176057459273668</c:v>
              </c:pt>
              <c:pt idx="58">
                <c:v>1.7176057459273668</c:v>
              </c:pt>
              <c:pt idx="59">
                <c:v>1.7176057459273668</c:v>
              </c:pt>
              <c:pt idx="60">
                <c:v>1.7176057459273668</c:v>
              </c:pt>
              <c:pt idx="61">
                <c:v>1.7176057459273668</c:v>
              </c:pt>
              <c:pt idx="62">
                <c:v>1.7176057459273668</c:v>
              </c:pt>
              <c:pt idx="63">
                <c:v>1.7176057459273668</c:v>
              </c:pt>
              <c:pt idx="64">
                <c:v>1.7176057459273668</c:v>
              </c:pt>
              <c:pt idx="65">
                <c:v>1.7176057459273668</c:v>
              </c:pt>
              <c:pt idx="66">
                <c:v>1.7176057459273668</c:v>
              </c:pt>
              <c:pt idx="67">
                <c:v>1.7176057459273668</c:v>
              </c:pt>
              <c:pt idx="68">
                <c:v>1.7176057459273668</c:v>
              </c:pt>
              <c:pt idx="69">
                <c:v>1.7176057459273668</c:v>
              </c:pt>
              <c:pt idx="70">
                <c:v>1.7176057459273668</c:v>
              </c:pt>
              <c:pt idx="71">
                <c:v>1.7176057459273668</c:v>
              </c:pt>
              <c:pt idx="72">
                <c:v>1.7176057459273668</c:v>
              </c:pt>
              <c:pt idx="73">
                <c:v>1.7176057459273668</c:v>
              </c:pt>
              <c:pt idx="74">
                <c:v>1.7176057459273668</c:v>
              </c:pt>
              <c:pt idx="75">
                <c:v>1.7176057459273668</c:v>
              </c:pt>
              <c:pt idx="76">
                <c:v>1.7176057459273668</c:v>
              </c:pt>
              <c:pt idx="77">
                <c:v>1.7176057459273668</c:v>
              </c:pt>
              <c:pt idx="78">
                <c:v>1.7176057459273668</c:v>
              </c:pt>
              <c:pt idx="79">
                <c:v>1.7176057459273668</c:v>
              </c:pt>
              <c:pt idx="80">
                <c:v>1.7176057459273668</c:v>
              </c:pt>
              <c:pt idx="81">
                <c:v>1.7176057459273668</c:v>
              </c:pt>
              <c:pt idx="82">
                <c:v>1.7176057459273668</c:v>
              </c:pt>
              <c:pt idx="83">
                <c:v>1.7176057459273668</c:v>
              </c:pt>
              <c:pt idx="84">
                <c:v>1.7176057459273668</c:v>
              </c:pt>
              <c:pt idx="85">
                <c:v>1.7176057459273668</c:v>
              </c:pt>
              <c:pt idx="86">
                <c:v>1.7176057459273668</c:v>
              </c:pt>
              <c:pt idx="87">
                <c:v>1.7176057459273668</c:v>
              </c:pt>
              <c:pt idx="88">
                <c:v>1.7176057459273668</c:v>
              </c:pt>
              <c:pt idx="89">
                <c:v>1.7176057459273668</c:v>
              </c:pt>
              <c:pt idx="90">
                <c:v>1.7176057459273668</c:v>
              </c:pt>
              <c:pt idx="91">
                <c:v>1.7176057459273668</c:v>
              </c:pt>
              <c:pt idx="92">
                <c:v>1.7176057459273668</c:v>
              </c:pt>
              <c:pt idx="93">
                <c:v>1.7176057459273668</c:v>
              </c:pt>
              <c:pt idx="94">
                <c:v>1.7176057459273668</c:v>
              </c:pt>
              <c:pt idx="95">
                <c:v>1.7176057459273668</c:v>
              </c:pt>
              <c:pt idx="96">
                <c:v>1.7176057459273668</c:v>
              </c:pt>
              <c:pt idx="97">
                <c:v>1.7176057459273668</c:v>
              </c:pt>
              <c:pt idx="98">
                <c:v>1.7176057459273668</c:v>
              </c:pt>
              <c:pt idx="99">
                <c:v>1.7176057459273668</c:v>
              </c:pt>
              <c:pt idx="100">
                <c:v>1.7176057459273668</c:v>
              </c:pt>
              <c:pt idx="101">
                <c:v>1.7176057459273668</c:v>
              </c:pt>
              <c:pt idx="102">
                <c:v>1.7176057459273668</c:v>
              </c:pt>
              <c:pt idx="103">
                <c:v>1.7176057459273668</c:v>
              </c:pt>
              <c:pt idx="104">
                <c:v>1.7176057459273668</c:v>
              </c:pt>
              <c:pt idx="105">
                <c:v>1.7176057459273668</c:v>
              </c:pt>
              <c:pt idx="106">
                <c:v>1.7176057459273668</c:v>
              </c:pt>
              <c:pt idx="107">
                <c:v>1.7176057459273668</c:v>
              </c:pt>
              <c:pt idx="108">
                <c:v>1.7176057459273668</c:v>
              </c:pt>
              <c:pt idx="109">
                <c:v>1.7176057459273668</c:v>
              </c:pt>
              <c:pt idx="110">
                <c:v>1.7176057459273668</c:v>
              </c:pt>
              <c:pt idx="111">
                <c:v>1.7176057459273668</c:v>
              </c:pt>
              <c:pt idx="112">
                <c:v>1.7176057459273668</c:v>
              </c:pt>
              <c:pt idx="113">
                <c:v>1.7176057459273668</c:v>
              </c:pt>
              <c:pt idx="114">
                <c:v>1.7176057459273668</c:v>
              </c:pt>
              <c:pt idx="115">
                <c:v>1.7176057459273668</c:v>
              </c:pt>
              <c:pt idx="116">
                <c:v>1.7176057459273668</c:v>
              </c:pt>
              <c:pt idx="117">
                <c:v>1.7176057459273668</c:v>
              </c:pt>
              <c:pt idx="118">
                <c:v>1.7176057459273668</c:v>
              </c:pt>
              <c:pt idx="119">
                <c:v>1.7176057459273668</c:v>
              </c:pt>
              <c:pt idx="120">
                <c:v>1.7176057459273668</c:v>
              </c:pt>
              <c:pt idx="121">
                <c:v>1.7176057459273668</c:v>
              </c:pt>
              <c:pt idx="122">
                <c:v>1.7176057459273668</c:v>
              </c:pt>
              <c:pt idx="123">
                <c:v>1.7176057459273668</c:v>
              </c:pt>
              <c:pt idx="124">
                <c:v>1.7176057459273668</c:v>
              </c:pt>
              <c:pt idx="125">
                <c:v>1.7176057459273668</c:v>
              </c:pt>
              <c:pt idx="126">
                <c:v>1.7176057459273668</c:v>
              </c:pt>
              <c:pt idx="127">
                <c:v>1.7176057459273668</c:v>
              </c:pt>
              <c:pt idx="128">
                <c:v>1.7176057459273668</c:v>
              </c:pt>
              <c:pt idx="129">
                <c:v>1.7176057459273668</c:v>
              </c:pt>
              <c:pt idx="130">
                <c:v>1.7176057459273668</c:v>
              </c:pt>
              <c:pt idx="131">
                <c:v>1.7176057459273668</c:v>
              </c:pt>
              <c:pt idx="132">
                <c:v>1.7176057459273668</c:v>
              </c:pt>
              <c:pt idx="133">
                <c:v>1.7176057459273668</c:v>
              </c:pt>
              <c:pt idx="134">
                <c:v>1.7176057459273668</c:v>
              </c:pt>
              <c:pt idx="135">
                <c:v>1.7176057459273668</c:v>
              </c:pt>
              <c:pt idx="136">
                <c:v>1.7176057459273668</c:v>
              </c:pt>
              <c:pt idx="137">
                <c:v>1.7176057459273668</c:v>
              </c:pt>
              <c:pt idx="138">
                <c:v>1.7176057459273668</c:v>
              </c:pt>
              <c:pt idx="139">
                <c:v>1.7176057459273668</c:v>
              </c:pt>
              <c:pt idx="140">
                <c:v>1.7176057459273668</c:v>
              </c:pt>
              <c:pt idx="141">
                <c:v>1.7176057459273668</c:v>
              </c:pt>
              <c:pt idx="142">
                <c:v>1.7176057459273668</c:v>
              </c:pt>
              <c:pt idx="143">
                <c:v>1.7176057459273668</c:v>
              </c:pt>
              <c:pt idx="144">
                <c:v>1.7176057459273668</c:v>
              </c:pt>
              <c:pt idx="145">
                <c:v>1.7176057459273668</c:v>
              </c:pt>
              <c:pt idx="146">
                <c:v>1.7176057459273668</c:v>
              </c:pt>
              <c:pt idx="147">
                <c:v>1.7176057459273668</c:v>
              </c:pt>
              <c:pt idx="148">
                <c:v>1.7176057459273668</c:v>
              </c:pt>
              <c:pt idx="149">
                <c:v>1.7176057459273668</c:v>
              </c:pt>
              <c:pt idx="150">
                <c:v>1.7176057459273668</c:v>
              </c:pt>
              <c:pt idx="151">
                <c:v>1.7176057459273668</c:v>
              </c:pt>
              <c:pt idx="152">
                <c:v>1.7176057459273668</c:v>
              </c:pt>
              <c:pt idx="153">
                <c:v>1.7176057459273668</c:v>
              </c:pt>
              <c:pt idx="154">
                <c:v>1.7176057459273668</c:v>
              </c:pt>
              <c:pt idx="155">
                <c:v>1.7176057459273668</c:v>
              </c:pt>
              <c:pt idx="156">
                <c:v>1.7176057459273668</c:v>
              </c:pt>
              <c:pt idx="157">
                <c:v>1.7176057459273668</c:v>
              </c:pt>
              <c:pt idx="158">
                <c:v>1.7176057459273668</c:v>
              </c:pt>
              <c:pt idx="159">
                <c:v>1.7176057459273668</c:v>
              </c:pt>
              <c:pt idx="160">
                <c:v>1.7176057459273668</c:v>
              </c:pt>
              <c:pt idx="161">
                <c:v>1.7176057459273668</c:v>
              </c:pt>
              <c:pt idx="162">
                <c:v>1.7176057459273668</c:v>
              </c:pt>
              <c:pt idx="163">
                <c:v>1.7176057459273668</c:v>
              </c:pt>
              <c:pt idx="164">
                <c:v>1.7176057459273668</c:v>
              </c:pt>
              <c:pt idx="165">
                <c:v>1.7176057459273668</c:v>
              </c:pt>
              <c:pt idx="166">
                <c:v>1.7176057459273668</c:v>
              </c:pt>
              <c:pt idx="167">
                <c:v>1.7176057459273668</c:v>
              </c:pt>
              <c:pt idx="168">
                <c:v>1.7176057459273668</c:v>
              </c:pt>
              <c:pt idx="169">
                <c:v>1.7176057459273668</c:v>
              </c:pt>
              <c:pt idx="170">
                <c:v>1.7176057459273668</c:v>
              </c:pt>
              <c:pt idx="171">
                <c:v>1.7176057459273668</c:v>
              </c:pt>
              <c:pt idx="172">
                <c:v>1.7176057459273668</c:v>
              </c:pt>
              <c:pt idx="173">
                <c:v>1.7176057459273668</c:v>
              </c:pt>
              <c:pt idx="174">
                <c:v>1.7176057459273668</c:v>
              </c:pt>
              <c:pt idx="175">
                <c:v>1.7176057459273668</c:v>
              </c:pt>
              <c:pt idx="176">
                <c:v>1.7176057459273668</c:v>
              </c:pt>
              <c:pt idx="177">
                <c:v>1.7176057459273668</c:v>
              </c:pt>
              <c:pt idx="178">
                <c:v>1.7176057459273668</c:v>
              </c:pt>
              <c:pt idx="179">
                <c:v>1.7176057459273668</c:v>
              </c:pt>
              <c:pt idx="180">
                <c:v>1.7176057459273668</c:v>
              </c:pt>
              <c:pt idx="181">
                <c:v>1.7176057459273668</c:v>
              </c:pt>
              <c:pt idx="182">
                <c:v>1.7176057459273668</c:v>
              </c:pt>
              <c:pt idx="183">
                <c:v>1.7176057459273668</c:v>
              </c:pt>
              <c:pt idx="184">
                <c:v>1.7176057459273668</c:v>
              </c:pt>
              <c:pt idx="185">
                <c:v>1.7176057459273668</c:v>
              </c:pt>
              <c:pt idx="186">
                <c:v>1.7176057459273668</c:v>
              </c:pt>
              <c:pt idx="187">
                <c:v>1.7176057459273668</c:v>
              </c:pt>
              <c:pt idx="188">
                <c:v>1.7176057459273668</c:v>
              </c:pt>
              <c:pt idx="189">
                <c:v>1.7176057459273668</c:v>
              </c:pt>
              <c:pt idx="190">
                <c:v>1.7176057459273668</c:v>
              </c:pt>
              <c:pt idx="191">
                <c:v>1.7176057459273668</c:v>
              </c:pt>
              <c:pt idx="192">
                <c:v>1.7176057459273668</c:v>
              </c:pt>
              <c:pt idx="193">
                <c:v>1.7176057459273668</c:v>
              </c:pt>
              <c:pt idx="194">
                <c:v>1.7176057459273668</c:v>
              </c:pt>
              <c:pt idx="195">
                <c:v>1.7176057459273668</c:v>
              </c:pt>
              <c:pt idx="196">
                <c:v>1.7176057459273668</c:v>
              </c:pt>
              <c:pt idx="197">
                <c:v>1.7176057459273668</c:v>
              </c:pt>
              <c:pt idx="198">
                <c:v>1.7176057459273668</c:v>
              </c:pt>
              <c:pt idx="199">
                <c:v>1.7176057459273668</c:v>
              </c:pt>
              <c:pt idx="200">
                <c:v>1.7176057459273668</c:v>
              </c:pt>
              <c:pt idx="201">
                <c:v>1.7176057459273668</c:v>
              </c:pt>
              <c:pt idx="202">
                <c:v>1.7176057459273668</c:v>
              </c:pt>
              <c:pt idx="203">
                <c:v>1.7176057459273668</c:v>
              </c:pt>
              <c:pt idx="204">
                <c:v>1.7176057459273668</c:v>
              </c:pt>
              <c:pt idx="205">
                <c:v>1.7176057459273668</c:v>
              </c:pt>
              <c:pt idx="206">
                <c:v>1.7176057459273668</c:v>
              </c:pt>
              <c:pt idx="207">
                <c:v>1.7176057459273668</c:v>
              </c:pt>
              <c:pt idx="208">
                <c:v>1.7176057459273668</c:v>
              </c:pt>
              <c:pt idx="209">
                <c:v>1.7176057459273668</c:v>
              </c:pt>
              <c:pt idx="210">
                <c:v>1.7176057459273668</c:v>
              </c:pt>
              <c:pt idx="211">
                <c:v>1.7176057459273668</c:v>
              </c:pt>
              <c:pt idx="212">
                <c:v>1.7176057459273668</c:v>
              </c:pt>
              <c:pt idx="213">
                <c:v>1.7176057459273668</c:v>
              </c:pt>
              <c:pt idx="214">
                <c:v>1.7176057459273668</c:v>
              </c:pt>
              <c:pt idx="215">
                <c:v>1.7176057459273668</c:v>
              </c:pt>
              <c:pt idx="216">
                <c:v>1.7176057459273668</c:v>
              </c:pt>
              <c:pt idx="217">
                <c:v>1.7176057459273668</c:v>
              </c:pt>
              <c:pt idx="218">
                <c:v>1.7176057459273668</c:v>
              </c:pt>
              <c:pt idx="219">
                <c:v>1.7176057459273668</c:v>
              </c:pt>
              <c:pt idx="220">
                <c:v>1.7176057459273668</c:v>
              </c:pt>
              <c:pt idx="221">
                <c:v>1.7176057459273668</c:v>
              </c:pt>
              <c:pt idx="222">
                <c:v>1.7176057459273668</c:v>
              </c:pt>
              <c:pt idx="223">
                <c:v>1.7176057459273668</c:v>
              </c:pt>
              <c:pt idx="224">
                <c:v>1.7176057459273668</c:v>
              </c:pt>
              <c:pt idx="225">
                <c:v>1.7176057459273668</c:v>
              </c:pt>
              <c:pt idx="226">
                <c:v>1.7176057459273668</c:v>
              </c:pt>
              <c:pt idx="227">
                <c:v>1.7176057459273668</c:v>
              </c:pt>
              <c:pt idx="228">
                <c:v>1.7176057459273668</c:v>
              </c:pt>
              <c:pt idx="229">
                <c:v>1.7176057459273668</c:v>
              </c:pt>
              <c:pt idx="230">
                <c:v>1.7176057459273668</c:v>
              </c:pt>
              <c:pt idx="231">
                <c:v>1.7176057459273668</c:v>
              </c:pt>
              <c:pt idx="232">
                <c:v>1.7176057459273668</c:v>
              </c:pt>
              <c:pt idx="233">
                <c:v>1.7176057459273668</c:v>
              </c:pt>
              <c:pt idx="234">
                <c:v>1.7176057459273668</c:v>
              </c:pt>
              <c:pt idx="235">
                <c:v>1.7176057459273668</c:v>
              </c:pt>
              <c:pt idx="236">
                <c:v>1.7176057459273668</c:v>
              </c:pt>
              <c:pt idx="237">
                <c:v>1.7176057459273668</c:v>
              </c:pt>
              <c:pt idx="238">
                <c:v>1.7176057459273668</c:v>
              </c:pt>
              <c:pt idx="239">
                <c:v>1.7176057459273668</c:v>
              </c:pt>
              <c:pt idx="240">
                <c:v>1.7176057459273668</c:v>
              </c:pt>
              <c:pt idx="241">
                <c:v>1.7176057459273668</c:v>
              </c:pt>
              <c:pt idx="242">
                <c:v>1.7176057459273668</c:v>
              </c:pt>
              <c:pt idx="243">
                <c:v>1.7176057459273668</c:v>
              </c:pt>
              <c:pt idx="244">
                <c:v>1.7176057459273668</c:v>
              </c:pt>
              <c:pt idx="245">
                <c:v>1.7176057459273668</c:v>
              </c:pt>
              <c:pt idx="246">
                <c:v>1.7176057459273668</c:v>
              </c:pt>
              <c:pt idx="247">
                <c:v>1.7176057459273668</c:v>
              </c:pt>
              <c:pt idx="248">
                <c:v>1.7176057459273668</c:v>
              </c:pt>
              <c:pt idx="249">
                <c:v>1.7176057459273668</c:v>
              </c:pt>
              <c:pt idx="250">
                <c:v>1.7176057459273668</c:v>
              </c:pt>
              <c:pt idx="251">
                <c:v>1.7176057459273668</c:v>
              </c:pt>
              <c:pt idx="252">
                <c:v>1.7176057459273668</c:v>
              </c:pt>
              <c:pt idx="253">
                <c:v>1.7176057459273668</c:v>
              </c:pt>
              <c:pt idx="254">
                <c:v>1.7176057459273668</c:v>
              </c:pt>
              <c:pt idx="255">
                <c:v>1.7176057459273668</c:v>
              </c:pt>
              <c:pt idx="256">
                <c:v>1.7176057459273668</c:v>
              </c:pt>
              <c:pt idx="257">
                <c:v>1.7176057459273668</c:v>
              </c:pt>
              <c:pt idx="258">
                <c:v>1.7176057459273668</c:v>
              </c:pt>
              <c:pt idx="259">
                <c:v>1.7176057459273668</c:v>
              </c:pt>
              <c:pt idx="260">
                <c:v>1.7176057459273668</c:v>
              </c:pt>
              <c:pt idx="261">
                <c:v>1.7176057459273668</c:v>
              </c:pt>
              <c:pt idx="262">
                <c:v>1.7176057459273668</c:v>
              </c:pt>
              <c:pt idx="263">
                <c:v>1.7176057459273668</c:v>
              </c:pt>
              <c:pt idx="264">
                <c:v>1.7176057459273668</c:v>
              </c:pt>
              <c:pt idx="265">
                <c:v>1.7176057459273668</c:v>
              </c:pt>
              <c:pt idx="266">
                <c:v>1.7176057459273668</c:v>
              </c:pt>
              <c:pt idx="267">
                <c:v>1.7176057459273668</c:v>
              </c:pt>
              <c:pt idx="268">
                <c:v>1.7176057459273668</c:v>
              </c:pt>
              <c:pt idx="269">
                <c:v>1.7176057459273668</c:v>
              </c:pt>
              <c:pt idx="270">
                <c:v>1.7176057459273668</c:v>
              </c:pt>
              <c:pt idx="271">
                <c:v>1.7176057459273668</c:v>
              </c:pt>
              <c:pt idx="272">
                <c:v>1.7176057459273668</c:v>
              </c:pt>
              <c:pt idx="273">
                <c:v>1.7176057459273668</c:v>
              </c:pt>
              <c:pt idx="274">
                <c:v>1.7176057459273668</c:v>
              </c:pt>
              <c:pt idx="275">
                <c:v>1.7176057459273668</c:v>
              </c:pt>
              <c:pt idx="276">
                <c:v>1.7176057459273668</c:v>
              </c:pt>
              <c:pt idx="277">
                <c:v>1.7176057459273668</c:v>
              </c:pt>
              <c:pt idx="278">
                <c:v>1.7176057459273668</c:v>
              </c:pt>
              <c:pt idx="279">
                <c:v>1.7176057459273668</c:v>
              </c:pt>
              <c:pt idx="280">
                <c:v>1.7176057459273668</c:v>
              </c:pt>
              <c:pt idx="281">
                <c:v>1.7176057459273668</c:v>
              </c:pt>
              <c:pt idx="282">
                <c:v>1.7176057459273668</c:v>
              </c:pt>
              <c:pt idx="283">
                <c:v>1.7176057459273668</c:v>
              </c:pt>
              <c:pt idx="284">
                <c:v>1.7176057459273668</c:v>
              </c:pt>
              <c:pt idx="285">
                <c:v>1.7176057459273668</c:v>
              </c:pt>
              <c:pt idx="286">
                <c:v>1.7176057459273668</c:v>
              </c:pt>
              <c:pt idx="287">
                <c:v>1.7176057459273668</c:v>
              </c:pt>
              <c:pt idx="288">
                <c:v>1.7176057459273668</c:v>
              </c:pt>
              <c:pt idx="289">
                <c:v>1.7176057459273668</c:v>
              </c:pt>
              <c:pt idx="290">
                <c:v>1.7176057459273668</c:v>
              </c:pt>
              <c:pt idx="291">
                <c:v>1.7176057459273668</c:v>
              </c:pt>
              <c:pt idx="292">
                <c:v>1.7176057459273668</c:v>
              </c:pt>
              <c:pt idx="293">
                <c:v>1.7176057459273668</c:v>
              </c:pt>
              <c:pt idx="294">
                <c:v>1.7176057459273668</c:v>
              </c:pt>
              <c:pt idx="295">
                <c:v>1.7176057459273668</c:v>
              </c:pt>
              <c:pt idx="296">
                <c:v>1.7176057459273668</c:v>
              </c:pt>
              <c:pt idx="297">
                <c:v>1.7176057459273668</c:v>
              </c:pt>
              <c:pt idx="298">
                <c:v>1.7176057459273668</c:v>
              </c:pt>
              <c:pt idx="299">
                <c:v>1.7176057459273668</c:v>
              </c:pt>
              <c:pt idx="300">
                <c:v>1.7176057459273668</c:v>
              </c:pt>
              <c:pt idx="301">
                <c:v>1.7176057459273668</c:v>
              </c:pt>
              <c:pt idx="302">
                <c:v>1.7176057459273668</c:v>
              </c:pt>
              <c:pt idx="303">
                <c:v>1.7176057459273668</c:v>
              </c:pt>
              <c:pt idx="304">
                <c:v>1.7176057459273668</c:v>
              </c:pt>
              <c:pt idx="305">
                <c:v>1.7176057459273668</c:v>
              </c:pt>
              <c:pt idx="306">
                <c:v>1.7176057459273668</c:v>
              </c:pt>
              <c:pt idx="307">
                <c:v>1.7176057459273668</c:v>
              </c:pt>
              <c:pt idx="308">
                <c:v>1.7176057459273668</c:v>
              </c:pt>
              <c:pt idx="309">
                <c:v>1.7176057459273668</c:v>
              </c:pt>
              <c:pt idx="310">
                <c:v>1.7176057459273668</c:v>
              </c:pt>
              <c:pt idx="311">
                <c:v>1.7176057459273668</c:v>
              </c:pt>
              <c:pt idx="312">
                <c:v>1.7176057459273668</c:v>
              </c:pt>
              <c:pt idx="313">
                <c:v>1.7176057459273668</c:v>
              </c:pt>
              <c:pt idx="314">
                <c:v>1.7176057459273668</c:v>
              </c:pt>
              <c:pt idx="315">
                <c:v>1.7176057459273668</c:v>
              </c:pt>
              <c:pt idx="316">
                <c:v>1.7176057459273668</c:v>
              </c:pt>
              <c:pt idx="317">
                <c:v>1.7176057459273668</c:v>
              </c:pt>
              <c:pt idx="318">
                <c:v>1.7176057459273668</c:v>
              </c:pt>
              <c:pt idx="319">
                <c:v>1.7176057459273668</c:v>
              </c:pt>
              <c:pt idx="320">
                <c:v>1.7176057459273668</c:v>
              </c:pt>
              <c:pt idx="321">
                <c:v>1.7176057459273668</c:v>
              </c:pt>
              <c:pt idx="322">
                <c:v>1.7176057459273668</c:v>
              </c:pt>
              <c:pt idx="323">
                <c:v>1.7176057459273668</c:v>
              </c:pt>
              <c:pt idx="324">
                <c:v>1.7176057459273668</c:v>
              </c:pt>
              <c:pt idx="325">
                <c:v>1.7176057459273668</c:v>
              </c:pt>
              <c:pt idx="326">
                <c:v>1.7176057459273668</c:v>
              </c:pt>
              <c:pt idx="327">
                <c:v>1.7176057459273668</c:v>
              </c:pt>
              <c:pt idx="328">
                <c:v>1.7176057459273668</c:v>
              </c:pt>
              <c:pt idx="329">
                <c:v>1.7176057459273668</c:v>
              </c:pt>
              <c:pt idx="330">
                <c:v>1.7176057459273668</c:v>
              </c:pt>
              <c:pt idx="331">
                <c:v>1.7176057459273668</c:v>
              </c:pt>
              <c:pt idx="332">
                <c:v>1.7176057459273668</c:v>
              </c:pt>
              <c:pt idx="333">
                <c:v>1.7176057459273668</c:v>
              </c:pt>
              <c:pt idx="334">
                <c:v>1.7176057459273668</c:v>
              </c:pt>
              <c:pt idx="335">
                <c:v>1.7176057459273668</c:v>
              </c:pt>
              <c:pt idx="336">
                <c:v>1.7176057459273668</c:v>
              </c:pt>
              <c:pt idx="337">
                <c:v>1.7176057459273668</c:v>
              </c:pt>
              <c:pt idx="338">
                <c:v>1.7176057459273668</c:v>
              </c:pt>
              <c:pt idx="339">
                <c:v>1.7176057459273668</c:v>
              </c:pt>
              <c:pt idx="340">
                <c:v>1.7176057459273668</c:v>
              </c:pt>
              <c:pt idx="341">
                <c:v>1.7176057459273668</c:v>
              </c:pt>
              <c:pt idx="342">
                <c:v>1.7176057459273668</c:v>
              </c:pt>
              <c:pt idx="343">
                <c:v>1.7176057459273668</c:v>
              </c:pt>
              <c:pt idx="344">
                <c:v>1.7176057459273668</c:v>
              </c:pt>
              <c:pt idx="345">
                <c:v>1.7176057459273668</c:v>
              </c:pt>
              <c:pt idx="346">
                <c:v>1.7176057459273668</c:v>
              </c:pt>
              <c:pt idx="347">
                <c:v>1.7176057459273668</c:v>
              </c:pt>
              <c:pt idx="348">
                <c:v>1.7176057459273668</c:v>
              </c:pt>
              <c:pt idx="349">
                <c:v>1.7176057459273668</c:v>
              </c:pt>
              <c:pt idx="350">
                <c:v>1.7176057459273668</c:v>
              </c:pt>
              <c:pt idx="351">
                <c:v>1.7176057459273668</c:v>
              </c:pt>
              <c:pt idx="352">
                <c:v>1.7176057459273668</c:v>
              </c:pt>
              <c:pt idx="353">
                <c:v>1.7176057459273668</c:v>
              </c:pt>
              <c:pt idx="354">
                <c:v>1.7176057459273668</c:v>
              </c:pt>
              <c:pt idx="355">
                <c:v>1.7176057459273668</c:v>
              </c:pt>
              <c:pt idx="356">
                <c:v>1.7176057459273668</c:v>
              </c:pt>
              <c:pt idx="357">
                <c:v>1.7176057459273668</c:v>
              </c:pt>
              <c:pt idx="358">
                <c:v>1.7176057459273668</c:v>
              </c:pt>
              <c:pt idx="359">
                <c:v>1.7176057459273668</c:v>
              </c:pt>
              <c:pt idx="360">
                <c:v>1.7176057459273668</c:v>
              </c:pt>
              <c:pt idx="361">
                <c:v>1.7176057459273668</c:v>
              </c:pt>
              <c:pt idx="362">
                <c:v>1.7176057459273668</c:v>
              </c:pt>
              <c:pt idx="363">
                <c:v>1.7176057459273668</c:v>
              </c:pt>
              <c:pt idx="364">
                <c:v>1.7176057459273668</c:v>
              </c:pt>
              <c:pt idx="365">
                <c:v>1.7176057459273668</c:v>
              </c:pt>
              <c:pt idx="366">
                <c:v>1.7176057459273668</c:v>
              </c:pt>
              <c:pt idx="367">
                <c:v>1.7176057459273668</c:v>
              </c:pt>
              <c:pt idx="368">
                <c:v>1.7176057459273668</c:v>
              </c:pt>
              <c:pt idx="369">
                <c:v>1.7176057459273668</c:v>
              </c:pt>
              <c:pt idx="370">
                <c:v>1.7176057459273668</c:v>
              </c:pt>
              <c:pt idx="371">
                <c:v>1.7176057459273668</c:v>
              </c:pt>
              <c:pt idx="372">
                <c:v>1.7176057459273668</c:v>
              </c:pt>
              <c:pt idx="373">
                <c:v>1.7176057459273668</c:v>
              </c:pt>
              <c:pt idx="374">
                <c:v>1.7176057459273668</c:v>
              </c:pt>
              <c:pt idx="375">
                <c:v>1.7176057459273668</c:v>
              </c:pt>
              <c:pt idx="376">
                <c:v>1.7176057459273668</c:v>
              </c:pt>
              <c:pt idx="377">
                <c:v>1.7176057459273668</c:v>
              </c:pt>
              <c:pt idx="378">
                <c:v>1.7176057459273668</c:v>
              </c:pt>
              <c:pt idx="379">
                <c:v>1.7176057459273668</c:v>
              </c:pt>
              <c:pt idx="380">
                <c:v>1.7176057459273668</c:v>
              </c:pt>
              <c:pt idx="381">
                <c:v>1.7176057459273668</c:v>
              </c:pt>
              <c:pt idx="382">
                <c:v>1.7176057459273668</c:v>
              </c:pt>
              <c:pt idx="383">
                <c:v>1.7176057459273668</c:v>
              </c:pt>
              <c:pt idx="384">
                <c:v>1.7176057459273668</c:v>
              </c:pt>
              <c:pt idx="385">
                <c:v>1.7176057459273668</c:v>
              </c:pt>
              <c:pt idx="386">
                <c:v>1.7176057459273668</c:v>
              </c:pt>
              <c:pt idx="387">
                <c:v>1.7176057459273668</c:v>
              </c:pt>
              <c:pt idx="388">
                <c:v>1.7176057459273668</c:v>
              </c:pt>
              <c:pt idx="389">
                <c:v>1.7176057459273668</c:v>
              </c:pt>
              <c:pt idx="390">
                <c:v>1.7176057459273668</c:v>
              </c:pt>
              <c:pt idx="391">
                <c:v>1.7176057459273668</c:v>
              </c:pt>
              <c:pt idx="392">
                <c:v>1.7176057459273668</c:v>
              </c:pt>
              <c:pt idx="393">
                <c:v>1.7176057459273668</c:v>
              </c:pt>
              <c:pt idx="394">
                <c:v>1.7176057459273668</c:v>
              </c:pt>
              <c:pt idx="395">
                <c:v>1.7176057459273668</c:v>
              </c:pt>
              <c:pt idx="396">
                <c:v>1.7176057459273668</c:v>
              </c:pt>
              <c:pt idx="397">
                <c:v>1.7176057459273668</c:v>
              </c:pt>
              <c:pt idx="398">
                <c:v>1.7176057459273668</c:v>
              </c:pt>
              <c:pt idx="399">
                <c:v>1.7176057459273668</c:v>
              </c:pt>
              <c:pt idx="400">
                <c:v>1.7176057459273668</c:v>
              </c:pt>
              <c:pt idx="401">
                <c:v>1.7176057459273668</c:v>
              </c:pt>
              <c:pt idx="402">
                <c:v>1.7176057459273668</c:v>
              </c:pt>
              <c:pt idx="403">
                <c:v>1.7176057459273668</c:v>
              </c:pt>
              <c:pt idx="404">
                <c:v>1.7176057459273668</c:v>
              </c:pt>
              <c:pt idx="405">
                <c:v>1.7176057459273668</c:v>
              </c:pt>
              <c:pt idx="406">
                <c:v>1.7176057459273668</c:v>
              </c:pt>
              <c:pt idx="407">
                <c:v>1.7176057459273668</c:v>
              </c:pt>
              <c:pt idx="408">
                <c:v>1.7176057459273668</c:v>
              </c:pt>
              <c:pt idx="409">
                <c:v>1.7176057459273668</c:v>
              </c:pt>
              <c:pt idx="410">
                <c:v>1.7176057459273668</c:v>
              </c:pt>
              <c:pt idx="411">
                <c:v>1.7176057459273668</c:v>
              </c:pt>
              <c:pt idx="412">
                <c:v>1.7176057459273668</c:v>
              </c:pt>
              <c:pt idx="413">
                <c:v>1.7176057459273668</c:v>
              </c:pt>
              <c:pt idx="414">
                <c:v>1.7176057459273668</c:v>
              </c:pt>
              <c:pt idx="415">
                <c:v>1.7176057459273668</c:v>
              </c:pt>
              <c:pt idx="416">
                <c:v>1.7176057459273668</c:v>
              </c:pt>
              <c:pt idx="417">
                <c:v>1.7176057459273668</c:v>
              </c:pt>
              <c:pt idx="418">
                <c:v>1.7176057459273668</c:v>
              </c:pt>
              <c:pt idx="419">
                <c:v>1.7176057459273668</c:v>
              </c:pt>
              <c:pt idx="420">
                <c:v>1.7176057459273668</c:v>
              </c:pt>
              <c:pt idx="421">
                <c:v>1.7176057459273668</c:v>
              </c:pt>
              <c:pt idx="422">
                <c:v>1.7176057459273668</c:v>
              </c:pt>
              <c:pt idx="423">
                <c:v>1.7176057459273668</c:v>
              </c:pt>
              <c:pt idx="424">
                <c:v>1.7176057459273668</c:v>
              </c:pt>
              <c:pt idx="425">
                <c:v>1.7176057459273668</c:v>
              </c:pt>
              <c:pt idx="426">
                <c:v>1.7176057459273668</c:v>
              </c:pt>
              <c:pt idx="427">
                <c:v>1.7176057459273668</c:v>
              </c:pt>
              <c:pt idx="428">
                <c:v>1.7176057459273668</c:v>
              </c:pt>
              <c:pt idx="429">
                <c:v>1.7176057459273668</c:v>
              </c:pt>
              <c:pt idx="430">
                <c:v>1.7176057459273668</c:v>
              </c:pt>
              <c:pt idx="431">
                <c:v>1.7176057459273668</c:v>
              </c:pt>
              <c:pt idx="432">
                <c:v>1.7176057459273668</c:v>
              </c:pt>
              <c:pt idx="433">
                <c:v>1.7176057459273668</c:v>
              </c:pt>
              <c:pt idx="434">
                <c:v>1.7176057459273668</c:v>
              </c:pt>
              <c:pt idx="435">
                <c:v>1.7176057459273668</c:v>
              </c:pt>
              <c:pt idx="436">
                <c:v>1.7176057459273668</c:v>
              </c:pt>
              <c:pt idx="437">
                <c:v>1.7176057459273668</c:v>
              </c:pt>
              <c:pt idx="438">
                <c:v>1.7176057459273668</c:v>
              </c:pt>
              <c:pt idx="439">
                <c:v>1.7176057459273668</c:v>
              </c:pt>
              <c:pt idx="440">
                <c:v>1.7176057459273668</c:v>
              </c:pt>
              <c:pt idx="441">
                <c:v>1.7176057459273668</c:v>
              </c:pt>
              <c:pt idx="442">
                <c:v>1.7176057459273668</c:v>
              </c:pt>
              <c:pt idx="443">
                <c:v>1.7176057459273668</c:v>
              </c:pt>
              <c:pt idx="444">
                <c:v>1.7176057459273668</c:v>
              </c:pt>
              <c:pt idx="445">
                <c:v>1.7176057459273668</c:v>
              </c:pt>
              <c:pt idx="446">
                <c:v>1.7176057459273668</c:v>
              </c:pt>
              <c:pt idx="447">
                <c:v>1.7176057459273668</c:v>
              </c:pt>
              <c:pt idx="448">
                <c:v>1.7176057459273668</c:v>
              </c:pt>
              <c:pt idx="449">
                <c:v>1.7176057459273668</c:v>
              </c:pt>
            </c:numLit>
          </c:xVal>
          <c:yVal>
            <c:numLit>
              <c:formatCode>0.0</c:formatCode>
              <c:ptCount val="450"/>
              <c:pt idx="0">
                <c:v>3.761988422676205</c:v>
              </c:pt>
              <c:pt idx="1">
                <c:v>3.761988422676205</c:v>
              </c:pt>
              <c:pt idx="2">
                <c:v>3.761988422676205</c:v>
              </c:pt>
              <c:pt idx="3">
                <c:v>3.761988422676205</c:v>
              </c:pt>
              <c:pt idx="4">
                <c:v>3.761988422676205</c:v>
              </c:pt>
              <c:pt idx="5">
                <c:v>3.761988422676205</c:v>
              </c:pt>
              <c:pt idx="6">
                <c:v>3.761988422676205</c:v>
              </c:pt>
              <c:pt idx="7">
                <c:v>3.761988422676205</c:v>
              </c:pt>
              <c:pt idx="8">
                <c:v>3.761988422676205</c:v>
              </c:pt>
              <c:pt idx="9">
                <c:v>3.761988422676205</c:v>
              </c:pt>
              <c:pt idx="10">
                <c:v>3.761988422676205</c:v>
              </c:pt>
              <c:pt idx="11">
                <c:v>3.761988422676205</c:v>
              </c:pt>
              <c:pt idx="12">
                <c:v>3.761988422676205</c:v>
              </c:pt>
              <c:pt idx="13">
                <c:v>3.761988422676205</c:v>
              </c:pt>
              <c:pt idx="14">
                <c:v>3.761988422676205</c:v>
              </c:pt>
              <c:pt idx="15">
                <c:v>3.761988422676205</c:v>
              </c:pt>
              <c:pt idx="16">
                <c:v>3.761988422676205</c:v>
              </c:pt>
              <c:pt idx="17">
                <c:v>3.761988422676205</c:v>
              </c:pt>
              <c:pt idx="18">
                <c:v>3.761988422676205</c:v>
              </c:pt>
              <c:pt idx="19">
                <c:v>3.761988422676205</c:v>
              </c:pt>
              <c:pt idx="20">
                <c:v>3.761988422676205</c:v>
              </c:pt>
              <c:pt idx="21">
                <c:v>3.761988422676205</c:v>
              </c:pt>
              <c:pt idx="22">
                <c:v>3.761988422676205</c:v>
              </c:pt>
              <c:pt idx="23">
                <c:v>3.761988422676205</c:v>
              </c:pt>
              <c:pt idx="24">
                <c:v>3.761988422676205</c:v>
              </c:pt>
              <c:pt idx="25">
                <c:v>3.761988422676205</c:v>
              </c:pt>
              <c:pt idx="26">
                <c:v>3.761988422676205</c:v>
              </c:pt>
              <c:pt idx="27">
                <c:v>3.761988422676205</c:v>
              </c:pt>
              <c:pt idx="28">
                <c:v>3.761988422676205</c:v>
              </c:pt>
              <c:pt idx="29">
                <c:v>3.761988422676205</c:v>
              </c:pt>
              <c:pt idx="30">
                <c:v>3.761988422676205</c:v>
              </c:pt>
              <c:pt idx="31">
                <c:v>3.761988422676205</c:v>
              </c:pt>
              <c:pt idx="32">
                <c:v>3.761988422676205</c:v>
              </c:pt>
              <c:pt idx="33">
                <c:v>3.761988422676205</c:v>
              </c:pt>
              <c:pt idx="34">
                <c:v>3.761988422676205</c:v>
              </c:pt>
              <c:pt idx="35">
                <c:v>3.761988422676205</c:v>
              </c:pt>
              <c:pt idx="36">
                <c:v>3.761988422676205</c:v>
              </c:pt>
              <c:pt idx="37">
                <c:v>3.761988422676205</c:v>
              </c:pt>
              <c:pt idx="38">
                <c:v>3.761988422676205</c:v>
              </c:pt>
              <c:pt idx="39">
                <c:v>3.761988422676205</c:v>
              </c:pt>
              <c:pt idx="40">
                <c:v>3.761988422676205</c:v>
              </c:pt>
              <c:pt idx="41">
                <c:v>3.761988422676205</c:v>
              </c:pt>
              <c:pt idx="42">
                <c:v>3.761988422676205</c:v>
              </c:pt>
              <c:pt idx="43">
                <c:v>3.761988422676205</c:v>
              </c:pt>
              <c:pt idx="44">
                <c:v>3.761988422676205</c:v>
              </c:pt>
              <c:pt idx="45">
                <c:v>3.761988422676205</c:v>
              </c:pt>
              <c:pt idx="46">
                <c:v>3.761988422676205</c:v>
              </c:pt>
              <c:pt idx="47">
                <c:v>3.761988422676205</c:v>
              </c:pt>
              <c:pt idx="48">
                <c:v>3.761988422676205</c:v>
              </c:pt>
              <c:pt idx="49">
                <c:v>3.761988422676205</c:v>
              </c:pt>
              <c:pt idx="50">
                <c:v>3.761988422676205</c:v>
              </c:pt>
              <c:pt idx="51">
                <c:v>3.761988422676205</c:v>
              </c:pt>
              <c:pt idx="52">
                <c:v>3.761988422676205</c:v>
              </c:pt>
              <c:pt idx="53">
                <c:v>3.761988422676205</c:v>
              </c:pt>
              <c:pt idx="54">
                <c:v>3.761988422676205</c:v>
              </c:pt>
              <c:pt idx="55">
                <c:v>3.761988422676205</c:v>
              </c:pt>
              <c:pt idx="56">
                <c:v>3.761988422676205</c:v>
              </c:pt>
              <c:pt idx="57">
                <c:v>3.761988422676205</c:v>
              </c:pt>
              <c:pt idx="58">
                <c:v>3.761988422676205</c:v>
              </c:pt>
              <c:pt idx="59">
                <c:v>3.761988422676205</c:v>
              </c:pt>
              <c:pt idx="60">
                <c:v>3.761988422676205</c:v>
              </c:pt>
              <c:pt idx="61">
                <c:v>3.761988422676205</c:v>
              </c:pt>
              <c:pt idx="62">
                <c:v>3.761988422676205</c:v>
              </c:pt>
              <c:pt idx="63">
                <c:v>3.761988422676205</c:v>
              </c:pt>
              <c:pt idx="64">
                <c:v>3.761988422676205</c:v>
              </c:pt>
              <c:pt idx="65">
                <c:v>3.761988422676205</c:v>
              </c:pt>
              <c:pt idx="66">
                <c:v>3.761988422676205</c:v>
              </c:pt>
              <c:pt idx="67">
                <c:v>3.761988422676205</c:v>
              </c:pt>
              <c:pt idx="68">
                <c:v>3.761988422676205</c:v>
              </c:pt>
              <c:pt idx="69">
                <c:v>3.761988422676205</c:v>
              </c:pt>
              <c:pt idx="70">
                <c:v>3.761988422676205</c:v>
              </c:pt>
              <c:pt idx="71">
                <c:v>3.761988422676205</c:v>
              </c:pt>
              <c:pt idx="72">
                <c:v>3.761988422676205</c:v>
              </c:pt>
              <c:pt idx="73">
                <c:v>3.761988422676205</c:v>
              </c:pt>
              <c:pt idx="74">
                <c:v>3.761988422676205</c:v>
              </c:pt>
              <c:pt idx="75">
                <c:v>3.761988422676205</c:v>
              </c:pt>
              <c:pt idx="76">
                <c:v>3.761988422676205</c:v>
              </c:pt>
              <c:pt idx="77">
                <c:v>3.761988422676205</c:v>
              </c:pt>
              <c:pt idx="78">
                <c:v>3.761988422676205</c:v>
              </c:pt>
              <c:pt idx="79">
                <c:v>3.761988422676205</c:v>
              </c:pt>
              <c:pt idx="80">
                <c:v>3.761988422676205</c:v>
              </c:pt>
              <c:pt idx="81">
                <c:v>3.761988422676205</c:v>
              </c:pt>
              <c:pt idx="82">
                <c:v>3.761988422676205</c:v>
              </c:pt>
              <c:pt idx="83">
                <c:v>3.761988422676205</c:v>
              </c:pt>
              <c:pt idx="84">
                <c:v>3.761988422676205</c:v>
              </c:pt>
              <c:pt idx="85">
                <c:v>3.761988422676205</c:v>
              </c:pt>
              <c:pt idx="86">
                <c:v>3.761988422676205</c:v>
              </c:pt>
              <c:pt idx="87">
                <c:v>3.761988422676205</c:v>
              </c:pt>
              <c:pt idx="88">
                <c:v>3.761988422676205</c:v>
              </c:pt>
              <c:pt idx="89">
                <c:v>3.761988422676205</c:v>
              </c:pt>
              <c:pt idx="90">
                <c:v>3.761988422676205</c:v>
              </c:pt>
              <c:pt idx="91">
                <c:v>3.761988422676205</c:v>
              </c:pt>
              <c:pt idx="92">
                <c:v>3.761988422676205</c:v>
              </c:pt>
              <c:pt idx="93">
                <c:v>3.761988422676205</c:v>
              </c:pt>
              <c:pt idx="94">
                <c:v>3.761988422676205</c:v>
              </c:pt>
              <c:pt idx="95">
                <c:v>3.761988422676205</c:v>
              </c:pt>
              <c:pt idx="96">
                <c:v>3.761988422676205</c:v>
              </c:pt>
              <c:pt idx="97">
                <c:v>3.761988422676205</c:v>
              </c:pt>
              <c:pt idx="98">
                <c:v>3.761988422676205</c:v>
              </c:pt>
              <c:pt idx="99">
                <c:v>3.761988422676205</c:v>
              </c:pt>
              <c:pt idx="100">
                <c:v>3.761988422676205</c:v>
              </c:pt>
              <c:pt idx="101">
                <c:v>3.761988422676205</c:v>
              </c:pt>
              <c:pt idx="102">
                <c:v>3.761988422676205</c:v>
              </c:pt>
              <c:pt idx="103">
                <c:v>3.761988422676205</c:v>
              </c:pt>
              <c:pt idx="104">
                <c:v>3.761988422676205</c:v>
              </c:pt>
              <c:pt idx="105">
                <c:v>3.761988422676205</c:v>
              </c:pt>
              <c:pt idx="106">
                <c:v>3.761988422676205</c:v>
              </c:pt>
              <c:pt idx="107">
                <c:v>3.761988422676205</c:v>
              </c:pt>
              <c:pt idx="108">
                <c:v>3.761988422676205</c:v>
              </c:pt>
              <c:pt idx="109">
                <c:v>3.761988422676205</c:v>
              </c:pt>
              <c:pt idx="110">
                <c:v>3.761988422676205</c:v>
              </c:pt>
              <c:pt idx="111">
                <c:v>3.761988422676205</c:v>
              </c:pt>
              <c:pt idx="112">
                <c:v>3.761988422676205</c:v>
              </c:pt>
              <c:pt idx="113">
                <c:v>3.761988422676205</c:v>
              </c:pt>
              <c:pt idx="114">
                <c:v>3.761988422676205</c:v>
              </c:pt>
              <c:pt idx="115">
                <c:v>3.761988422676205</c:v>
              </c:pt>
              <c:pt idx="116">
                <c:v>3.761988422676205</c:v>
              </c:pt>
              <c:pt idx="117">
                <c:v>3.761988422676205</c:v>
              </c:pt>
              <c:pt idx="118">
                <c:v>3.761988422676205</c:v>
              </c:pt>
              <c:pt idx="119">
                <c:v>3.761988422676205</c:v>
              </c:pt>
              <c:pt idx="120">
                <c:v>3.761988422676205</c:v>
              </c:pt>
              <c:pt idx="121">
                <c:v>3.761988422676205</c:v>
              </c:pt>
              <c:pt idx="122">
                <c:v>3.761988422676205</c:v>
              </c:pt>
              <c:pt idx="123">
                <c:v>3.761988422676205</c:v>
              </c:pt>
              <c:pt idx="124">
                <c:v>3.761988422676205</c:v>
              </c:pt>
              <c:pt idx="125">
                <c:v>3.761988422676205</c:v>
              </c:pt>
              <c:pt idx="126">
                <c:v>3.761988422676205</c:v>
              </c:pt>
              <c:pt idx="127">
                <c:v>3.761988422676205</c:v>
              </c:pt>
              <c:pt idx="128">
                <c:v>3.761988422676205</c:v>
              </c:pt>
              <c:pt idx="129">
                <c:v>3.761988422676205</c:v>
              </c:pt>
              <c:pt idx="130">
                <c:v>3.761988422676205</c:v>
              </c:pt>
              <c:pt idx="131">
                <c:v>3.761988422676205</c:v>
              </c:pt>
              <c:pt idx="132">
                <c:v>3.761988422676205</c:v>
              </c:pt>
              <c:pt idx="133">
                <c:v>3.761988422676205</c:v>
              </c:pt>
              <c:pt idx="134">
                <c:v>3.761988422676205</c:v>
              </c:pt>
              <c:pt idx="135">
                <c:v>3.761988422676205</c:v>
              </c:pt>
              <c:pt idx="136">
                <c:v>3.761988422676205</c:v>
              </c:pt>
              <c:pt idx="137">
                <c:v>3.761988422676205</c:v>
              </c:pt>
              <c:pt idx="138">
                <c:v>3.761988422676205</c:v>
              </c:pt>
              <c:pt idx="139">
                <c:v>3.761988422676205</c:v>
              </c:pt>
              <c:pt idx="140">
                <c:v>3.761988422676205</c:v>
              </c:pt>
              <c:pt idx="141">
                <c:v>3.761988422676205</c:v>
              </c:pt>
              <c:pt idx="142">
                <c:v>3.761988422676205</c:v>
              </c:pt>
              <c:pt idx="143">
                <c:v>3.761988422676205</c:v>
              </c:pt>
              <c:pt idx="144">
                <c:v>3.761988422676205</c:v>
              </c:pt>
              <c:pt idx="145">
                <c:v>3.761988422676205</c:v>
              </c:pt>
              <c:pt idx="146">
                <c:v>3.761988422676205</c:v>
              </c:pt>
              <c:pt idx="147">
                <c:v>3.761988422676205</c:v>
              </c:pt>
              <c:pt idx="148">
                <c:v>3.761988422676205</c:v>
              </c:pt>
              <c:pt idx="149">
                <c:v>3.761988422676205</c:v>
              </c:pt>
              <c:pt idx="150">
                <c:v>3.761988422676205</c:v>
              </c:pt>
              <c:pt idx="151">
                <c:v>3.761988422676205</c:v>
              </c:pt>
              <c:pt idx="152">
                <c:v>3.761988422676205</c:v>
              </c:pt>
              <c:pt idx="153">
                <c:v>3.761988422676205</c:v>
              </c:pt>
              <c:pt idx="154">
                <c:v>3.761988422676205</c:v>
              </c:pt>
              <c:pt idx="155">
                <c:v>3.761988422676205</c:v>
              </c:pt>
              <c:pt idx="156">
                <c:v>3.761988422676205</c:v>
              </c:pt>
              <c:pt idx="157">
                <c:v>3.761988422676205</c:v>
              </c:pt>
              <c:pt idx="158">
                <c:v>3.761988422676205</c:v>
              </c:pt>
              <c:pt idx="159">
                <c:v>3.761988422676205</c:v>
              </c:pt>
              <c:pt idx="160">
                <c:v>3.761988422676205</c:v>
              </c:pt>
              <c:pt idx="161">
                <c:v>3.761988422676205</c:v>
              </c:pt>
              <c:pt idx="162">
                <c:v>3.761988422676205</c:v>
              </c:pt>
              <c:pt idx="163">
                <c:v>3.761988422676205</c:v>
              </c:pt>
              <c:pt idx="164">
                <c:v>3.761988422676205</c:v>
              </c:pt>
              <c:pt idx="165">
                <c:v>3.761988422676205</c:v>
              </c:pt>
              <c:pt idx="166">
                <c:v>3.761988422676205</c:v>
              </c:pt>
              <c:pt idx="167">
                <c:v>3.761988422676205</c:v>
              </c:pt>
              <c:pt idx="168">
                <c:v>3.761988422676205</c:v>
              </c:pt>
              <c:pt idx="169">
                <c:v>3.761988422676205</c:v>
              </c:pt>
              <c:pt idx="170">
                <c:v>3.761988422676205</c:v>
              </c:pt>
              <c:pt idx="171">
                <c:v>3.761988422676205</c:v>
              </c:pt>
              <c:pt idx="172">
                <c:v>3.761988422676205</c:v>
              </c:pt>
              <c:pt idx="173">
                <c:v>3.761988422676205</c:v>
              </c:pt>
              <c:pt idx="174">
                <c:v>3.761988422676205</c:v>
              </c:pt>
              <c:pt idx="175">
                <c:v>3.761988422676205</c:v>
              </c:pt>
              <c:pt idx="176">
                <c:v>3.761988422676205</c:v>
              </c:pt>
              <c:pt idx="177">
                <c:v>3.761988422676205</c:v>
              </c:pt>
              <c:pt idx="178">
                <c:v>3.761988422676205</c:v>
              </c:pt>
              <c:pt idx="179">
                <c:v>3.761988422676205</c:v>
              </c:pt>
              <c:pt idx="180">
                <c:v>3.761988422676205</c:v>
              </c:pt>
              <c:pt idx="181">
                <c:v>3.761988422676205</c:v>
              </c:pt>
              <c:pt idx="182">
                <c:v>3.761988422676205</c:v>
              </c:pt>
              <c:pt idx="183">
                <c:v>3.761988422676205</c:v>
              </c:pt>
              <c:pt idx="184">
                <c:v>3.761988422676205</c:v>
              </c:pt>
              <c:pt idx="185">
                <c:v>3.761988422676205</c:v>
              </c:pt>
              <c:pt idx="186">
                <c:v>3.761988422676205</c:v>
              </c:pt>
              <c:pt idx="187">
                <c:v>3.761988422676205</c:v>
              </c:pt>
              <c:pt idx="188">
                <c:v>3.761988422676205</c:v>
              </c:pt>
              <c:pt idx="189">
                <c:v>3.761988422676205</c:v>
              </c:pt>
              <c:pt idx="190">
                <c:v>3.761988422676205</c:v>
              </c:pt>
              <c:pt idx="191">
                <c:v>3.761988422676205</c:v>
              </c:pt>
              <c:pt idx="192">
                <c:v>3.761988422676205</c:v>
              </c:pt>
              <c:pt idx="193">
                <c:v>3.761988422676205</c:v>
              </c:pt>
              <c:pt idx="194">
                <c:v>3.761988422676205</c:v>
              </c:pt>
              <c:pt idx="195">
                <c:v>3.761988422676205</c:v>
              </c:pt>
              <c:pt idx="196">
                <c:v>3.761988422676205</c:v>
              </c:pt>
              <c:pt idx="197">
                <c:v>3.761988422676205</c:v>
              </c:pt>
              <c:pt idx="198">
                <c:v>3.761988422676205</c:v>
              </c:pt>
              <c:pt idx="199">
                <c:v>3.761988422676205</c:v>
              </c:pt>
              <c:pt idx="200">
                <c:v>3.761988422676205</c:v>
              </c:pt>
              <c:pt idx="201">
                <c:v>3.761988422676205</c:v>
              </c:pt>
              <c:pt idx="202">
                <c:v>3.761988422676205</c:v>
              </c:pt>
              <c:pt idx="203">
                <c:v>3.761988422676205</c:v>
              </c:pt>
              <c:pt idx="204">
                <c:v>3.761988422676205</c:v>
              </c:pt>
              <c:pt idx="205">
                <c:v>3.761988422676205</c:v>
              </c:pt>
              <c:pt idx="206">
                <c:v>3.761988422676205</c:v>
              </c:pt>
              <c:pt idx="207">
                <c:v>3.761988422676205</c:v>
              </c:pt>
              <c:pt idx="208">
                <c:v>3.761988422676205</c:v>
              </c:pt>
              <c:pt idx="209">
                <c:v>3.761988422676205</c:v>
              </c:pt>
              <c:pt idx="210">
                <c:v>3.761988422676205</c:v>
              </c:pt>
              <c:pt idx="211">
                <c:v>3.761988422676205</c:v>
              </c:pt>
              <c:pt idx="212">
                <c:v>3.761988422676205</c:v>
              </c:pt>
              <c:pt idx="213">
                <c:v>3.761988422676205</c:v>
              </c:pt>
              <c:pt idx="214">
                <c:v>3.761988422676205</c:v>
              </c:pt>
              <c:pt idx="215">
                <c:v>3.761988422676205</c:v>
              </c:pt>
              <c:pt idx="216">
                <c:v>3.761988422676205</c:v>
              </c:pt>
              <c:pt idx="217">
                <c:v>3.761988422676205</c:v>
              </c:pt>
              <c:pt idx="218">
                <c:v>3.761988422676205</c:v>
              </c:pt>
              <c:pt idx="219">
                <c:v>3.761988422676205</c:v>
              </c:pt>
              <c:pt idx="220">
                <c:v>3.761988422676205</c:v>
              </c:pt>
              <c:pt idx="221">
                <c:v>3.761988422676205</c:v>
              </c:pt>
              <c:pt idx="222">
                <c:v>3.761988422676205</c:v>
              </c:pt>
              <c:pt idx="223">
                <c:v>3.761988422676205</c:v>
              </c:pt>
              <c:pt idx="224">
                <c:v>3.761988422676205</c:v>
              </c:pt>
              <c:pt idx="225">
                <c:v>3.761988422676205</c:v>
              </c:pt>
              <c:pt idx="226">
                <c:v>3.761988422676205</c:v>
              </c:pt>
              <c:pt idx="227">
                <c:v>3.761988422676205</c:v>
              </c:pt>
              <c:pt idx="228">
                <c:v>3.761988422676205</c:v>
              </c:pt>
              <c:pt idx="229">
                <c:v>3.761988422676205</c:v>
              </c:pt>
              <c:pt idx="230">
                <c:v>3.761988422676205</c:v>
              </c:pt>
              <c:pt idx="231">
                <c:v>3.761988422676205</c:v>
              </c:pt>
              <c:pt idx="232">
                <c:v>3.761988422676205</c:v>
              </c:pt>
              <c:pt idx="233">
                <c:v>3.761988422676205</c:v>
              </c:pt>
              <c:pt idx="234">
                <c:v>3.761988422676205</c:v>
              </c:pt>
              <c:pt idx="235">
                <c:v>3.761988422676205</c:v>
              </c:pt>
              <c:pt idx="236">
                <c:v>3.761988422676205</c:v>
              </c:pt>
              <c:pt idx="237">
                <c:v>3.761988422676205</c:v>
              </c:pt>
              <c:pt idx="238">
                <c:v>3.761988422676205</c:v>
              </c:pt>
              <c:pt idx="239">
                <c:v>3.761988422676205</c:v>
              </c:pt>
              <c:pt idx="240">
                <c:v>3.761988422676205</c:v>
              </c:pt>
              <c:pt idx="241">
                <c:v>3.761988422676205</c:v>
              </c:pt>
              <c:pt idx="242">
                <c:v>3.761988422676205</c:v>
              </c:pt>
              <c:pt idx="243">
                <c:v>3.761988422676205</c:v>
              </c:pt>
              <c:pt idx="244">
                <c:v>3.761988422676205</c:v>
              </c:pt>
              <c:pt idx="245">
                <c:v>3.761988422676205</c:v>
              </c:pt>
              <c:pt idx="246">
                <c:v>3.761988422676205</c:v>
              </c:pt>
              <c:pt idx="247">
                <c:v>3.761988422676205</c:v>
              </c:pt>
              <c:pt idx="248">
                <c:v>3.761988422676205</c:v>
              </c:pt>
              <c:pt idx="249">
                <c:v>3.761988422676205</c:v>
              </c:pt>
              <c:pt idx="250">
                <c:v>3.761988422676205</c:v>
              </c:pt>
              <c:pt idx="251">
                <c:v>3.761988422676205</c:v>
              </c:pt>
              <c:pt idx="252">
                <c:v>3.761988422676205</c:v>
              </c:pt>
              <c:pt idx="253">
                <c:v>3.761988422676205</c:v>
              </c:pt>
              <c:pt idx="254">
                <c:v>3.761988422676205</c:v>
              </c:pt>
              <c:pt idx="255">
                <c:v>3.761988422676205</c:v>
              </c:pt>
              <c:pt idx="256">
                <c:v>3.761988422676205</c:v>
              </c:pt>
              <c:pt idx="257">
                <c:v>3.761988422676205</c:v>
              </c:pt>
              <c:pt idx="258">
                <c:v>3.761988422676205</c:v>
              </c:pt>
              <c:pt idx="259">
                <c:v>3.761988422676205</c:v>
              </c:pt>
              <c:pt idx="260">
                <c:v>3.761988422676205</c:v>
              </c:pt>
              <c:pt idx="261">
                <c:v>3.761988422676205</c:v>
              </c:pt>
              <c:pt idx="262">
                <c:v>3.761988422676205</c:v>
              </c:pt>
              <c:pt idx="263">
                <c:v>3.761988422676205</c:v>
              </c:pt>
              <c:pt idx="264">
                <c:v>3.761988422676205</c:v>
              </c:pt>
              <c:pt idx="265">
                <c:v>3.761988422676205</c:v>
              </c:pt>
              <c:pt idx="266">
                <c:v>3.761988422676205</c:v>
              </c:pt>
              <c:pt idx="267">
                <c:v>3.761988422676205</c:v>
              </c:pt>
              <c:pt idx="268">
                <c:v>3.761988422676205</c:v>
              </c:pt>
              <c:pt idx="269">
                <c:v>3.761988422676205</c:v>
              </c:pt>
              <c:pt idx="270">
                <c:v>3.761988422676205</c:v>
              </c:pt>
              <c:pt idx="271">
                <c:v>3.761988422676205</c:v>
              </c:pt>
              <c:pt idx="272">
                <c:v>3.761988422676205</c:v>
              </c:pt>
              <c:pt idx="273">
                <c:v>3.761988422676205</c:v>
              </c:pt>
              <c:pt idx="274">
                <c:v>3.761988422676205</c:v>
              </c:pt>
              <c:pt idx="275">
                <c:v>3.761988422676205</c:v>
              </c:pt>
              <c:pt idx="276">
                <c:v>3.761988422676205</c:v>
              </c:pt>
              <c:pt idx="277">
                <c:v>3.761988422676205</c:v>
              </c:pt>
              <c:pt idx="278">
                <c:v>3.761988422676205</c:v>
              </c:pt>
              <c:pt idx="279">
                <c:v>3.761988422676205</c:v>
              </c:pt>
              <c:pt idx="280">
                <c:v>3.761988422676205</c:v>
              </c:pt>
              <c:pt idx="281">
                <c:v>3.761988422676205</c:v>
              </c:pt>
              <c:pt idx="282">
                <c:v>3.761988422676205</c:v>
              </c:pt>
              <c:pt idx="283">
                <c:v>3.761988422676205</c:v>
              </c:pt>
              <c:pt idx="284">
                <c:v>3.761988422676205</c:v>
              </c:pt>
              <c:pt idx="285">
                <c:v>3.761988422676205</c:v>
              </c:pt>
              <c:pt idx="286">
                <c:v>3.761988422676205</c:v>
              </c:pt>
              <c:pt idx="287">
                <c:v>3.761988422676205</c:v>
              </c:pt>
              <c:pt idx="288">
                <c:v>3.761988422676205</c:v>
              </c:pt>
              <c:pt idx="289">
                <c:v>3.761988422676205</c:v>
              </c:pt>
              <c:pt idx="290">
                <c:v>3.761988422676205</c:v>
              </c:pt>
              <c:pt idx="291">
                <c:v>3.761988422676205</c:v>
              </c:pt>
              <c:pt idx="292">
                <c:v>3.761988422676205</c:v>
              </c:pt>
              <c:pt idx="293">
                <c:v>3.761988422676205</c:v>
              </c:pt>
              <c:pt idx="294">
                <c:v>3.761988422676205</c:v>
              </c:pt>
              <c:pt idx="295">
                <c:v>3.761988422676205</c:v>
              </c:pt>
              <c:pt idx="296">
                <c:v>3.761988422676205</c:v>
              </c:pt>
              <c:pt idx="297">
                <c:v>3.761988422676205</c:v>
              </c:pt>
              <c:pt idx="298">
                <c:v>3.761988422676205</c:v>
              </c:pt>
              <c:pt idx="299">
                <c:v>3.761988422676205</c:v>
              </c:pt>
              <c:pt idx="300">
                <c:v>3.761988422676205</c:v>
              </c:pt>
              <c:pt idx="301">
                <c:v>3.761988422676205</c:v>
              </c:pt>
              <c:pt idx="302">
                <c:v>3.761988422676205</c:v>
              </c:pt>
              <c:pt idx="303">
                <c:v>3.761988422676205</c:v>
              </c:pt>
              <c:pt idx="304">
                <c:v>3.761988422676205</c:v>
              </c:pt>
              <c:pt idx="305">
                <c:v>3.761988422676205</c:v>
              </c:pt>
              <c:pt idx="306">
                <c:v>3.761988422676205</c:v>
              </c:pt>
              <c:pt idx="307">
                <c:v>3.761988422676205</c:v>
              </c:pt>
              <c:pt idx="308">
                <c:v>3.761988422676205</c:v>
              </c:pt>
              <c:pt idx="309">
                <c:v>3.761988422676205</c:v>
              </c:pt>
              <c:pt idx="310">
                <c:v>3.761988422676205</c:v>
              </c:pt>
              <c:pt idx="311">
                <c:v>3.761988422676205</c:v>
              </c:pt>
              <c:pt idx="312">
                <c:v>3.761988422676205</c:v>
              </c:pt>
              <c:pt idx="313">
                <c:v>3.761988422676205</c:v>
              </c:pt>
              <c:pt idx="314">
                <c:v>3.761988422676205</c:v>
              </c:pt>
              <c:pt idx="315">
                <c:v>3.761988422676205</c:v>
              </c:pt>
              <c:pt idx="316">
                <c:v>3.761988422676205</c:v>
              </c:pt>
              <c:pt idx="317">
                <c:v>3.761988422676205</c:v>
              </c:pt>
              <c:pt idx="318">
                <c:v>3.761988422676205</c:v>
              </c:pt>
              <c:pt idx="319">
                <c:v>3.761988422676205</c:v>
              </c:pt>
              <c:pt idx="320">
                <c:v>3.761988422676205</c:v>
              </c:pt>
              <c:pt idx="321">
                <c:v>3.761988422676205</c:v>
              </c:pt>
              <c:pt idx="322">
                <c:v>3.761988422676205</c:v>
              </c:pt>
              <c:pt idx="323">
                <c:v>3.761988422676205</c:v>
              </c:pt>
              <c:pt idx="324">
                <c:v>3.761988422676205</c:v>
              </c:pt>
              <c:pt idx="325">
                <c:v>3.761988422676205</c:v>
              </c:pt>
              <c:pt idx="326">
                <c:v>3.761988422676205</c:v>
              </c:pt>
              <c:pt idx="327">
                <c:v>3.761988422676205</c:v>
              </c:pt>
              <c:pt idx="328">
                <c:v>3.761988422676205</c:v>
              </c:pt>
              <c:pt idx="329">
                <c:v>3.761988422676205</c:v>
              </c:pt>
              <c:pt idx="330">
                <c:v>3.761988422676205</c:v>
              </c:pt>
              <c:pt idx="331">
                <c:v>3.761988422676205</c:v>
              </c:pt>
              <c:pt idx="332">
                <c:v>3.761988422676205</c:v>
              </c:pt>
              <c:pt idx="333">
                <c:v>3.761988422676205</c:v>
              </c:pt>
              <c:pt idx="334">
                <c:v>3.761988422676205</c:v>
              </c:pt>
              <c:pt idx="335">
                <c:v>3.761988422676205</c:v>
              </c:pt>
              <c:pt idx="336">
                <c:v>3.761988422676205</c:v>
              </c:pt>
              <c:pt idx="337">
                <c:v>3.761988422676205</c:v>
              </c:pt>
              <c:pt idx="338">
                <c:v>3.761988422676205</c:v>
              </c:pt>
              <c:pt idx="339">
                <c:v>3.761988422676205</c:v>
              </c:pt>
              <c:pt idx="340">
                <c:v>3.761988422676205</c:v>
              </c:pt>
              <c:pt idx="341">
                <c:v>3.761988422676205</c:v>
              </c:pt>
              <c:pt idx="342">
                <c:v>3.761988422676205</c:v>
              </c:pt>
              <c:pt idx="343">
                <c:v>3.761988422676205</c:v>
              </c:pt>
              <c:pt idx="344">
                <c:v>3.761988422676205</c:v>
              </c:pt>
              <c:pt idx="345">
                <c:v>3.761988422676205</c:v>
              </c:pt>
              <c:pt idx="346">
                <c:v>3.761988422676205</c:v>
              </c:pt>
              <c:pt idx="347">
                <c:v>3.761988422676205</c:v>
              </c:pt>
              <c:pt idx="348">
                <c:v>3.761988422676205</c:v>
              </c:pt>
              <c:pt idx="349">
                <c:v>3.761988422676205</c:v>
              </c:pt>
              <c:pt idx="350">
                <c:v>3.761988422676205</c:v>
              </c:pt>
              <c:pt idx="351">
                <c:v>3.761988422676205</c:v>
              </c:pt>
              <c:pt idx="352">
                <c:v>3.761988422676205</c:v>
              </c:pt>
              <c:pt idx="353">
                <c:v>3.761988422676205</c:v>
              </c:pt>
              <c:pt idx="354">
                <c:v>3.761988422676205</c:v>
              </c:pt>
              <c:pt idx="355">
                <c:v>3.761988422676205</c:v>
              </c:pt>
              <c:pt idx="356">
                <c:v>3.761988422676205</c:v>
              </c:pt>
              <c:pt idx="357">
                <c:v>3.761988422676205</c:v>
              </c:pt>
              <c:pt idx="358">
                <c:v>3.761988422676205</c:v>
              </c:pt>
              <c:pt idx="359">
                <c:v>3.761988422676205</c:v>
              </c:pt>
              <c:pt idx="360">
                <c:v>3.761988422676205</c:v>
              </c:pt>
              <c:pt idx="361">
                <c:v>3.761988422676205</c:v>
              </c:pt>
              <c:pt idx="362">
                <c:v>3.761988422676205</c:v>
              </c:pt>
              <c:pt idx="363">
                <c:v>3.761988422676205</c:v>
              </c:pt>
              <c:pt idx="364">
                <c:v>3.761988422676205</c:v>
              </c:pt>
              <c:pt idx="365">
                <c:v>3.761988422676205</c:v>
              </c:pt>
              <c:pt idx="366">
                <c:v>3.761988422676205</c:v>
              </c:pt>
              <c:pt idx="367">
                <c:v>3.761988422676205</c:v>
              </c:pt>
              <c:pt idx="368">
                <c:v>3.761988422676205</c:v>
              </c:pt>
              <c:pt idx="369">
                <c:v>3.761988422676205</c:v>
              </c:pt>
              <c:pt idx="370">
                <c:v>3.761988422676205</c:v>
              </c:pt>
              <c:pt idx="371">
                <c:v>3.761988422676205</c:v>
              </c:pt>
              <c:pt idx="372">
                <c:v>3.761988422676205</c:v>
              </c:pt>
              <c:pt idx="373">
                <c:v>3.761988422676205</c:v>
              </c:pt>
              <c:pt idx="374">
                <c:v>3.761988422676205</c:v>
              </c:pt>
              <c:pt idx="375">
                <c:v>3.761988422676205</c:v>
              </c:pt>
              <c:pt idx="376">
                <c:v>3.761988422676205</c:v>
              </c:pt>
              <c:pt idx="377">
                <c:v>3.761988422676205</c:v>
              </c:pt>
              <c:pt idx="378">
                <c:v>3.761988422676205</c:v>
              </c:pt>
              <c:pt idx="379">
                <c:v>3.761988422676205</c:v>
              </c:pt>
              <c:pt idx="380">
                <c:v>3.761988422676205</c:v>
              </c:pt>
              <c:pt idx="381">
                <c:v>3.761988422676205</c:v>
              </c:pt>
              <c:pt idx="382">
                <c:v>3.761988422676205</c:v>
              </c:pt>
              <c:pt idx="383">
                <c:v>3.761988422676205</c:v>
              </c:pt>
              <c:pt idx="384">
                <c:v>3.761988422676205</c:v>
              </c:pt>
              <c:pt idx="385">
                <c:v>3.761988422676205</c:v>
              </c:pt>
              <c:pt idx="386">
                <c:v>3.761988422676205</c:v>
              </c:pt>
              <c:pt idx="387">
                <c:v>3.761988422676205</c:v>
              </c:pt>
              <c:pt idx="388">
                <c:v>3.761988422676205</c:v>
              </c:pt>
              <c:pt idx="389">
                <c:v>3.761988422676205</c:v>
              </c:pt>
              <c:pt idx="390">
                <c:v>3.761988422676205</c:v>
              </c:pt>
              <c:pt idx="391">
                <c:v>3.761988422676205</c:v>
              </c:pt>
              <c:pt idx="392">
                <c:v>3.761988422676205</c:v>
              </c:pt>
              <c:pt idx="393">
                <c:v>3.761988422676205</c:v>
              </c:pt>
              <c:pt idx="394">
                <c:v>3.761988422676205</c:v>
              </c:pt>
              <c:pt idx="395">
                <c:v>3.761988422676205</c:v>
              </c:pt>
              <c:pt idx="396">
                <c:v>3.761988422676205</c:v>
              </c:pt>
              <c:pt idx="397">
                <c:v>3.761988422676205</c:v>
              </c:pt>
              <c:pt idx="398">
                <c:v>3.761988422676205</c:v>
              </c:pt>
              <c:pt idx="399">
                <c:v>3.761988422676205</c:v>
              </c:pt>
              <c:pt idx="400">
                <c:v>3.761988422676205</c:v>
              </c:pt>
              <c:pt idx="401">
                <c:v>3.761988422676205</c:v>
              </c:pt>
              <c:pt idx="402">
                <c:v>3.761988422676205</c:v>
              </c:pt>
              <c:pt idx="403">
                <c:v>3.761988422676205</c:v>
              </c:pt>
              <c:pt idx="404">
                <c:v>3.761988422676205</c:v>
              </c:pt>
              <c:pt idx="405">
                <c:v>3.761988422676205</c:v>
              </c:pt>
              <c:pt idx="406">
                <c:v>3.761988422676205</c:v>
              </c:pt>
              <c:pt idx="407">
                <c:v>3.761988422676205</c:v>
              </c:pt>
              <c:pt idx="408">
                <c:v>3.761988422676205</c:v>
              </c:pt>
              <c:pt idx="409">
                <c:v>3.761988422676205</c:v>
              </c:pt>
              <c:pt idx="410">
                <c:v>3.761988422676205</c:v>
              </c:pt>
              <c:pt idx="411">
                <c:v>3.761988422676205</c:v>
              </c:pt>
              <c:pt idx="412">
                <c:v>3.761988422676205</c:v>
              </c:pt>
              <c:pt idx="413">
                <c:v>3.761988422676205</c:v>
              </c:pt>
              <c:pt idx="414">
                <c:v>3.761988422676205</c:v>
              </c:pt>
              <c:pt idx="415">
                <c:v>3.761988422676205</c:v>
              </c:pt>
              <c:pt idx="416">
                <c:v>3.761988422676205</c:v>
              </c:pt>
              <c:pt idx="417">
                <c:v>3.761988422676205</c:v>
              </c:pt>
              <c:pt idx="418">
                <c:v>3.761988422676205</c:v>
              </c:pt>
              <c:pt idx="419">
                <c:v>3.761988422676205</c:v>
              </c:pt>
              <c:pt idx="420">
                <c:v>3.761988422676205</c:v>
              </c:pt>
              <c:pt idx="421">
                <c:v>3.761988422676205</c:v>
              </c:pt>
              <c:pt idx="422">
                <c:v>3.761988422676205</c:v>
              </c:pt>
              <c:pt idx="423">
                <c:v>3.761988422676205</c:v>
              </c:pt>
              <c:pt idx="424">
                <c:v>3.761988422676205</c:v>
              </c:pt>
              <c:pt idx="425">
                <c:v>3.761988422676205</c:v>
              </c:pt>
              <c:pt idx="426">
                <c:v>3.761988422676205</c:v>
              </c:pt>
              <c:pt idx="427">
                <c:v>3.761988422676205</c:v>
              </c:pt>
              <c:pt idx="428">
                <c:v>3.761988422676205</c:v>
              </c:pt>
              <c:pt idx="429">
                <c:v>3.761988422676205</c:v>
              </c:pt>
              <c:pt idx="430">
                <c:v>3.761988422676205</c:v>
              </c:pt>
              <c:pt idx="431">
                <c:v>3.761988422676205</c:v>
              </c:pt>
              <c:pt idx="432">
                <c:v>3.761988422676205</c:v>
              </c:pt>
              <c:pt idx="433">
                <c:v>3.761988422676205</c:v>
              </c:pt>
              <c:pt idx="434">
                <c:v>3.761988422676205</c:v>
              </c:pt>
              <c:pt idx="435">
                <c:v>3.761988422676205</c:v>
              </c:pt>
              <c:pt idx="436">
                <c:v>3.761988422676205</c:v>
              </c:pt>
              <c:pt idx="437">
                <c:v>3.761988422676205</c:v>
              </c:pt>
              <c:pt idx="438">
                <c:v>3.761988422676205</c:v>
              </c:pt>
              <c:pt idx="439">
                <c:v>3.761988422676205</c:v>
              </c:pt>
              <c:pt idx="440">
                <c:v>3.761988422676205</c:v>
              </c:pt>
              <c:pt idx="441">
                <c:v>3.761988422676205</c:v>
              </c:pt>
              <c:pt idx="442">
                <c:v>3.761988422676205</c:v>
              </c:pt>
              <c:pt idx="443">
                <c:v>3.761988422676205</c:v>
              </c:pt>
              <c:pt idx="444">
                <c:v>3.761988422676205</c:v>
              </c:pt>
              <c:pt idx="445">
                <c:v>3.761988422676205</c:v>
              </c:pt>
              <c:pt idx="446">
                <c:v>3.761988422676205</c:v>
              </c:pt>
              <c:pt idx="447">
                <c:v>3.761988422676205</c:v>
              </c:pt>
              <c:pt idx="448">
                <c:v>3.761988422676205</c:v>
              </c:pt>
              <c:pt idx="449">
                <c:v>3.761988422676205</c:v>
              </c:pt>
            </c:numLit>
          </c:yVal>
          <c:smooth val="0"/>
        </c:ser>
        <c:ser>
          <c:idx val="4"/>
          <c:order val="4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26.070358299714023</c:v>
              </c:pt>
              <c:pt idx="1">
                <c:v>29.5635051403414</c:v>
              </c:pt>
              <c:pt idx="2">
                <c:v>29.5635051403414</c:v>
              </c:pt>
              <c:pt idx="3">
                <c:v>29.5635051403414</c:v>
              </c:pt>
              <c:pt idx="4">
                <c:v>29.5635051403414</c:v>
              </c:pt>
              <c:pt idx="5">
                <c:v>29.5635051403414</c:v>
              </c:pt>
              <c:pt idx="6">
                <c:v>29.5635051403414</c:v>
              </c:pt>
              <c:pt idx="7">
                <c:v>29.5635051403414</c:v>
              </c:pt>
              <c:pt idx="8">
                <c:v>29.5635051403414</c:v>
              </c:pt>
              <c:pt idx="9">
                <c:v>29.5635051403414</c:v>
              </c:pt>
              <c:pt idx="10">
                <c:v>29.5635051403414</c:v>
              </c:pt>
              <c:pt idx="11">
                <c:v>29.5635051403414</c:v>
              </c:pt>
              <c:pt idx="12">
                <c:v>29.5635051403414</c:v>
              </c:pt>
              <c:pt idx="13">
                <c:v>29.5635051403414</c:v>
              </c:pt>
              <c:pt idx="14">
                <c:v>29.5635051403414</c:v>
              </c:pt>
              <c:pt idx="15">
                <c:v>29.5635051403414</c:v>
              </c:pt>
              <c:pt idx="16">
                <c:v>29.5635051403414</c:v>
              </c:pt>
              <c:pt idx="17">
                <c:v>29.5635051403414</c:v>
              </c:pt>
              <c:pt idx="18">
                <c:v>29.5635051403414</c:v>
              </c:pt>
              <c:pt idx="19">
                <c:v>29.5635051403414</c:v>
              </c:pt>
              <c:pt idx="20">
                <c:v>29.5635051403414</c:v>
              </c:pt>
              <c:pt idx="21">
                <c:v>29.5635051403414</c:v>
              </c:pt>
              <c:pt idx="22">
                <c:v>29.5635051403414</c:v>
              </c:pt>
              <c:pt idx="23">
                <c:v>29.5635051403414</c:v>
              </c:pt>
              <c:pt idx="24">
                <c:v>29.5635051403414</c:v>
              </c:pt>
              <c:pt idx="25">
                <c:v>29.5635051403414</c:v>
              </c:pt>
              <c:pt idx="26">
                <c:v>29.5635051403414</c:v>
              </c:pt>
              <c:pt idx="27">
                <c:v>29.5635051403414</c:v>
              </c:pt>
              <c:pt idx="28">
                <c:v>29.5635051403414</c:v>
              </c:pt>
              <c:pt idx="29">
                <c:v>29.5635051403414</c:v>
              </c:pt>
              <c:pt idx="30">
                <c:v>29.5635051403414</c:v>
              </c:pt>
              <c:pt idx="31">
                <c:v>29.5635051403414</c:v>
              </c:pt>
              <c:pt idx="32">
                <c:v>29.5635051403414</c:v>
              </c:pt>
              <c:pt idx="33">
                <c:v>29.5635051403414</c:v>
              </c:pt>
              <c:pt idx="34">
                <c:v>29.5635051403414</c:v>
              </c:pt>
              <c:pt idx="35">
                <c:v>29.5635051403414</c:v>
              </c:pt>
              <c:pt idx="36">
                <c:v>29.5635051403414</c:v>
              </c:pt>
              <c:pt idx="37">
                <c:v>29.5635051403414</c:v>
              </c:pt>
              <c:pt idx="38">
                <c:v>29.5635051403414</c:v>
              </c:pt>
              <c:pt idx="39">
                <c:v>29.5635051403414</c:v>
              </c:pt>
              <c:pt idx="40">
                <c:v>29.5635051403414</c:v>
              </c:pt>
              <c:pt idx="41">
                <c:v>29.5635051403414</c:v>
              </c:pt>
              <c:pt idx="42">
                <c:v>29.5635051403414</c:v>
              </c:pt>
              <c:pt idx="43">
                <c:v>29.5635051403414</c:v>
              </c:pt>
              <c:pt idx="44">
                <c:v>29.5635051403414</c:v>
              </c:pt>
              <c:pt idx="45">
                <c:v>29.5635051403414</c:v>
              </c:pt>
              <c:pt idx="46">
                <c:v>29.5635051403414</c:v>
              </c:pt>
              <c:pt idx="47">
                <c:v>29.5635051403414</c:v>
              </c:pt>
              <c:pt idx="48">
                <c:v>29.5635051403414</c:v>
              </c:pt>
              <c:pt idx="49">
                <c:v>29.5635051403414</c:v>
              </c:pt>
              <c:pt idx="50">
                <c:v>29.5635051403414</c:v>
              </c:pt>
              <c:pt idx="51">
                <c:v>29.5635051403414</c:v>
              </c:pt>
              <c:pt idx="52">
                <c:v>29.5635051403414</c:v>
              </c:pt>
              <c:pt idx="53">
                <c:v>29.5635051403414</c:v>
              </c:pt>
              <c:pt idx="54">
                <c:v>29.5635051403414</c:v>
              </c:pt>
              <c:pt idx="55">
                <c:v>29.5635051403414</c:v>
              </c:pt>
              <c:pt idx="56">
                <c:v>29.5635051403414</c:v>
              </c:pt>
              <c:pt idx="57">
                <c:v>29.5635051403414</c:v>
              </c:pt>
              <c:pt idx="58">
                <c:v>29.5635051403414</c:v>
              </c:pt>
              <c:pt idx="59">
                <c:v>29.5635051403414</c:v>
              </c:pt>
              <c:pt idx="60">
                <c:v>29.5635051403414</c:v>
              </c:pt>
              <c:pt idx="61">
                <c:v>29.5635051403414</c:v>
              </c:pt>
              <c:pt idx="62">
                <c:v>29.5635051403414</c:v>
              </c:pt>
              <c:pt idx="63">
                <c:v>29.5635051403414</c:v>
              </c:pt>
              <c:pt idx="64">
                <c:v>29.5635051403414</c:v>
              </c:pt>
              <c:pt idx="65">
                <c:v>29.5635051403414</c:v>
              </c:pt>
              <c:pt idx="66">
                <c:v>29.5635051403414</c:v>
              </c:pt>
              <c:pt idx="67">
                <c:v>29.5635051403414</c:v>
              </c:pt>
              <c:pt idx="68">
                <c:v>29.5635051403414</c:v>
              </c:pt>
              <c:pt idx="69">
                <c:v>29.5635051403414</c:v>
              </c:pt>
              <c:pt idx="70">
                <c:v>29.5635051403414</c:v>
              </c:pt>
              <c:pt idx="71">
                <c:v>29.5635051403414</c:v>
              </c:pt>
              <c:pt idx="72">
                <c:v>29.5635051403414</c:v>
              </c:pt>
              <c:pt idx="73">
                <c:v>29.5635051403414</c:v>
              </c:pt>
              <c:pt idx="74">
                <c:v>29.5635051403414</c:v>
              </c:pt>
              <c:pt idx="75">
                <c:v>29.5635051403414</c:v>
              </c:pt>
              <c:pt idx="76">
                <c:v>29.5635051403414</c:v>
              </c:pt>
              <c:pt idx="77">
                <c:v>29.5635051403414</c:v>
              </c:pt>
              <c:pt idx="78">
                <c:v>29.5635051403414</c:v>
              </c:pt>
              <c:pt idx="79">
                <c:v>29.5635051403414</c:v>
              </c:pt>
              <c:pt idx="80">
                <c:v>29.5635051403414</c:v>
              </c:pt>
              <c:pt idx="81">
                <c:v>29.5635051403414</c:v>
              </c:pt>
              <c:pt idx="82">
                <c:v>29.5635051403414</c:v>
              </c:pt>
              <c:pt idx="83">
                <c:v>29.5635051403414</c:v>
              </c:pt>
              <c:pt idx="84">
                <c:v>29.5635051403414</c:v>
              </c:pt>
              <c:pt idx="85">
                <c:v>29.5635051403414</c:v>
              </c:pt>
              <c:pt idx="86">
                <c:v>29.5635051403414</c:v>
              </c:pt>
              <c:pt idx="87">
                <c:v>29.5635051403414</c:v>
              </c:pt>
              <c:pt idx="88">
                <c:v>29.5635051403414</c:v>
              </c:pt>
              <c:pt idx="89">
                <c:v>29.5635051403414</c:v>
              </c:pt>
              <c:pt idx="90">
                <c:v>29.5635051403414</c:v>
              </c:pt>
              <c:pt idx="91">
                <c:v>29.5635051403414</c:v>
              </c:pt>
              <c:pt idx="92">
                <c:v>29.5635051403414</c:v>
              </c:pt>
              <c:pt idx="93">
                <c:v>29.5635051403414</c:v>
              </c:pt>
              <c:pt idx="94">
                <c:v>29.5635051403414</c:v>
              </c:pt>
              <c:pt idx="95">
                <c:v>29.5635051403414</c:v>
              </c:pt>
              <c:pt idx="96">
                <c:v>29.5635051403414</c:v>
              </c:pt>
              <c:pt idx="97">
                <c:v>29.5635051403414</c:v>
              </c:pt>
              <c:pt idx="98">
                <c:v>29.5635051403414</c:v>
              </c:pt>
              <c:pt idx="99">
                <c:v>29.5635051403414</c:v>
              </c:pt>
              <c:pt idx="100">
                <c:v>29.5635051403414</c:v>
              </c:pt>
              <c:pt idx="101">
                <c:v>29.5635051403414</c:v>
              </c:pt>
              <c:pt idx="102">
                <c:v>29.5635051403414</c:v>
              </c:pt>
              <c:pt idx="103">
                <c:v>29.5635051403414</c:v>
              </c:pt>
              <c:pt idx="104">
                <c:v>29.5635051403414</c:v>
              </c:pt>
              <c:pt idx="105">
                <c:v>29.5635051403414</c:v>
              </c:pt>
              <c:pt idx="106">
                <c:v>29.5635051403414</c:v>
              </c:pt>
              <c:pt idx="107">
                <c:v>29.5635051403414</c:v>
              </c:pt>
              <c:pt idx="108">
                <c:v>29.5635051403414</c:v>
              </c:pt>
              <c:pt idx="109">
                <c:v>29.5635051403414</c:v>
              </c:pt>
              <c:pt idx="110">
                <c:v>29.5635051403414</c:v>
              </c:pt>
              <c:pt idx="111">
                <c:v>29.5635051403414</c:v>
              </c:pt>
              <c:pt idx="112">
                <c:v>29.5635051403414</c:v>
              </c:pt>
              <c:pt idx="113">
                <c:v>29.5635051403414</c:v>
              </c:pt>
              <c:pt idx="114">
                <c:v>29.5635051403414</c:v>
              </c:pt>
              <c:pt idx="115">
                <c:v>29.5635051403414</c:v>
              </c:pt>
              <c:pt idx="116">
                <c:v>29.5635051403414</c:v>
              </c:pt>
              <c:pt idx="117">
                <c:v>29.5635051403414</c:v>
              </c:pt>
              <c:pt idx="118">
                <c:v>29.5635051403414</c:v>
              </c:pt>
              <c:pt idx="119">
                <c:v>29.5635051403414</c:v>
              </c:pt>
              <c:pt idx="120">
                <c:v>29.5635051403414</c:v>
              </c:pt>
              <c:pt idx="121">
                <c:v>29.5635051403414</c:v>
              </c:pt>
              <c:pt idx="122">
                <c:v>29.5635051403414</c:v>
              </c:pt>
              <c:pt idx="123">
                <c:v>29.5635051403414</c:v>
              </c:pt>
              <c:pt idx="124">
                <c:v>29.5635051403414</c:v>
              </c:pt>
              <c:pt idx="125">
                <c:v>29.5635051403414</c:v>
              </c:pt>
              <c:pt idx="126">
                <c:v>29.5635051403414</c:v>
              </c:pt>
              <c:pt idx="127">
                <c:v>29.5635051403414</c:v>
              </c:pt>
              <c:pt idx="128">
                <c:v>29.5635051403414</c:v>
              </c:pt>
              <c:pt idx="129">
                <c:v>29.5635051403414</c:v>
              </c:pt>
              <c:pt idx="130">
                <c:v>29.5635051403414</c:v>
              </c:pt>
              <c:pt idx="131">
                <c:v>29.5635051403414</c:v>
              </c:pt>
              <c:pt idx="132">
                <c:v>29.5635051403414</c:v>
              </c:pt>
              <c:pt idx="133">
                <c:v>29.5635051403414</c:v>
              </c:pt>
              <c:pt idx="134">
                <c:v>29.5635051403414</c:v>
              </c:pt>
              <c:pt idx="135">
                <c:v>29.5635051403414</c:v>
              </c:pt>
              <c:pt idx="136">
                <c:v>29.5635051403414</c:v>
              </c:pt>
              <c:pt idx="137">
                <c:v>29.5635051403414</c:v>
              </c:pt>
              <c:pt idx="138">
                <c:v>29.5635051403414</c:v>
              </c:pt>
              <c:pt idx="139">
                <c:v>29.5635051403414</c:v>
              </c:pt>
              <c:pt idx="140">
                <c:v>29.5635051403414</c:v>
              </c:pt>
              <c:pt idx="141">
                <c:v>29.5635051403414</c:v>
              </c:pt>
              <c:pt idx="142">
                <c:v>29.5635051403414</c:v>
              </c:pt>
              <c:pt idx="143">
                <c:v>29.5635051403414</c:v>
              </c:pt>
              <c:pt idx="144">
                <c:v>29.5635051403414</c:v>
              </c:pt>
              <c:pt idx="145">
                <c:v>29.5635051403414</c:v>
              </c:pt>
              <c:pt idx="146">
                <c:v>29.5635051403414</c:v>
              </c:pt>
              <c:pt idx="147">
                <c:v>29.5635051403414</c:v>
              </c:pt>
              <c:pt idx="148">
                <c:v>29.5635051403414</c:v>
              </c:pt>
              <c:pt idx="149">
                <c:v>29.5635051403414</c:v>
              </c:pt>
              <c:pt idx="150">
                <c:v>29.5635051403414</c:v>
              </c:pt>
              <c:pt idx="151">
                <c:v>29.5635051403414</c:v>
              </c:pt>
              <c:pt idx="152">
                <c:v>29.5635051403414</c:v>
              </c:pt>
              <c:pt idx="153">
                <c:v>29.5635051403414</c:v>
              </c:pt>
              <c:pt idx="154">
                <c:v>29.5635051403414</c:v>
              </c:pt>
              <c:pt idx="155">
                <c:v>29.5635051403414</c:v>
              </c:pt>
              <c:pt idx="156">
                <c:v>29.5635051403414</c:v>
              </c:pt>
              <c:pt idx="157">
                <c:v>29.5635051403414</c:v>
              </c:pt>
              <c:pt idx="158">
                <c:v>29.5635051403414</c:v>
              </c:pt>
              <c:pt idx="159">
                <c:v>29.5635051403414</c:v>
              </c:pt>
              <c:pt idx="160">
                <c:v>29.5635051403414</c:v>
              </c:pt>
              <c:pt idx="161">
                <c:v>29.5635051403414</c:v>
              </c:pt>
              <c:pt idx="162">
                <c:v>29.5635051403414</c:v>
              </c:pt>
              <c:pt idx="163">
                <c:v>29.5635051403414</c:v>
              </c:pt>
              <c:pt idx="164">
                <c:v>29.5635051403414</c:v>
              </c:pt>
              <c:pt idx="165">
                <c:v>29.5635051403414</c:v>
              </c:pt>
              <c:pt idx="166">
                <c:v>29.5635051403414</c:v>
              </c:pt>
              <c:pt idx="167">
                <c:v>29.5635051403414</c:v>
              </c:pt>
              <c:pt idx="168">
                <c:v>29.5635051403414</c:v>
              </c:pt>
              <c:pt idx="169">
                <c:v>29.5635051403414</c:v>
              </c:pt>
              <c:pt idx="170">
                <c:v>29.5635051403414</c:v>
              </c:pt>
              <c:pt idx="171">
                <c:v>29.5635051403414</c:v>
              </c:pt>
              <c:pt idx="172">
                <c:v>29.5635051403414</c:v>
              </c:pt>
              <c:pt idx="173">
                <c:v>29.5635051403414</c:v>
              </c:pt>
              <c:pt idx="174">
                <c:v>29.5635051403414</c:v>
              </c:pt>
              <c:pt idx="175">
                <c:v>29.5635051403414</c:v>
              </c:pt>
              <c:pt idx="176">
                <c:v>29.5635051403414</c:v>
              </c:pt>
              <c:pt idx="177">
                <c:v>29.5635051403414</c:v>
              </c:pt>
              <c:pt idx="178">
                <c:v>29.5635051403414</c:v>
              </c:pt>
              <c:pt idx="179">
                <c:v>29.5635051403414</c:v>
              </c:pt>
              <c:pt idx="180">
                <c:v>29.5635051403414</c:v>
              </c:pt>
              <c:pt idx="181">
                <c:v>29.5635051403414</c:v>
              </c:pt>
              <c:pt idx="182">
                <c:v>29.5635051403414</c:v>
              </c:pt>
              <c:pt idx="183">
                <c:v>29.5635051403414</c:v>
              </c:pt>
              <c:pt idx="184">
                <c:v>29.5635051403414</c:v>
              </c:pt>
              <c:pt idx="185">
                <c:v>29.5635051403414</c:v>
              </c:pt>
              <c:pt idx="186">
                <c:v>29.5635051403414</c:v>
              </c:pt>
              <c:pt idx="187">
                <c:v>29.5635051403414</c:v>
              </c:pt>
              <c:pt idx="188">
                <c:v>29.5635051403414</c:v>
              </c:pt>
              <c:pt idx="189">
                <c:v>29.5635051403414</c:v>
              </c:pt>
              <c:pt idx="190">
                <c:v>29.5635051403414</c:v>
              </c:pt>
              <c:pt idx="191">
                <c:v>29.5635051403414</c:v>
              </c:pt>
              <c:pt idx="192">
                <c:v>29.5635051403414</c:v>
              </c:pt>
              <c:pt idx="193">
                <c:v>29.5635051403414</c:v>
              </c:pt>
              <c:pt idx="194">
                <c:v>29.5635051403414</c:v>
              </c:pt>
              <c:pt idx="195">
                <c:v>29.5635051403414</c:v>
              </c:pt>
              <c:pt idx="196">
                <c:v>29.5635051403414</c:v>
              </c:pt>
              <c:pt idx="197">
                <c:v>29.5635051403414</c:v>
              </c:pt>
              <c:pt idx="198">
                <c:v>29.5635051403414</c:v>
              </c:pt>
              <c:pt idx="199">
                <c:v>29.5635051403414</c:v>
              </c:pt>
              <c:pt idx="200">
                <c:v>29.5635051403414</c:v>
              </c:pt>
              <c:pt idx="201">
                <c:v>29.5635051403414</c:v>
              </c:pt>
              <c:pt idx="202">
                <c:v>29.5635051403414</c:v>
              </c:pt>
              <c:pt idx="203">
                <c:v>29.5635051403414</c:v>
              </c:pt>
              <c:pt idx="204">
                <c:v>29.5635051403414</c:v>
              </c:pt>
              <c:pt idx="205">
                <c:v>29.5635051403414</c:v>
              </c:pt>
              <c:pt idx="206">
                <c:v>29.5635051403414</c:v>
              </c:pt>
              <c:pt idx="207">
                <c:v>29.5635051403414</c:v>
              </c:pt>
              <c:pt idx="208">
                <c:v>29.5635051403414</c:v>
              </c:pt>
              <c:pt idx="209">
                <c:v>29.5635051403414</c:v>
              </c:pt>
              <c:pt idx="210">
                <c:v>29.5635051403414</c:v>
              </c:pt>
              <c:pt idx="211">
                <c:v>29.5635051403414</c:v>
              </c:pt>
              <c:pt idx="212">
                <c:v>29.5635051403414</c:v>
              </c:pt>
              <c:pt idx="213">
                <c:v>29.5635051403414</c:v>
              </c:pt>
              <c:pt idx="214">
                <c:v>29.5635051403414</c:v>
              </c:pt>
              <c:pt idx="215">
                <c:v>29.5635051403414</c:v>
              </c:pt>
              <c:pt idx="216">
                <c:v>29.5635051403414</c:v>
              </c:pt>
              <c:pt idx="217">
                <c:v>29.5635051403414</c:v>
              </c:pt>
              <c:pt idx="218">
                <c:v>29.5635051403414</c:v>
              </c:pt>
              <c:pt idx="219">
                <c:v>29.5635051403414</c:v>
              </c:pt>
              <c:pt idx="220">
                <c:v>29.5635051403414</c:v>
              </c:pt>
              <c:pt idx="221">
                <c:v>29.5635051403414</c:v>
              </c:pt>
              <c:pt idx="222">
                <c:v>29.5635051403414</c:v>
              </c:pt>
              <c:pt idx="223">
                <c:v>29.5635051403414</c:v>
              </c:pt>
              <c:pt idx="224">
                <c:v>29.5635051403414</c:v>
              </c:pt>
              <c:pt idx="225">
                <c:v>29.5635051403414</c:v>
              </c:pt>
              <c:pt idx="226">
                <c:v>29.5635051403414</c:v>
              </c:pt>
              <c:pt idx="227">
                <c:v>29.5635051403414</c:v>
              </c:pt>
              <c:pt idx="228">
                <c:v>29.5635051403414</c:v>
              </c:pt>
              <c:pt idx="229">
                <c:v>29.5635051403414</c:v>
              </c:pt>
              <c:pt idx="230">
                <c:v>29.5635051403414</c:v>
              </c:pt>
              <c:pt idx="231">
                <c:v>29.5635051403414</c:v>
              </c:pt>
              <c:pt idx="232">
                <c:v>29.5635051403414</c:v>
              </c:pt>
              <c:pt idx="233">
                <c:v>29.5635051403414</c:v>
              </c:pt>
              <c:pt idx="234">
                <c:v>29.5635051403414</c:v>
              </c:pt>
              <c:pt idx="235">
                <c:v>29.5635051403414</c:v>
              </c:pt>
              <c:pt idx="236">
                <c:v>29.5635051403414</c:v>
              </c:pt>
              <c:pt idx="237">
                <c:v>29.5635051403414</c:v>
              </c:pt>
              <c:pt idx="238">
                <c:v>29.5635051403414</c:v>
              </c:pt>
              <c:pt idx="239">
                <c:v>29.5635051403414</c:v>
              </c:pt>
              <c:pt idx="240">
                <c:v>29.5635051403414</c:v>
              </c:pt>
              <c:pt idx="241">
                <c:v>29.5635051403414</c:v>
              </c:pt>
              <c:pt idx="242">
                <c:v>29.5635051403414</c:v>
              </c:pt>
              <c:pt idx="243">
                <c:v>29.5635051403414</c:v>
              </c:pt>
              <c:pt idx="244">
                <c:v>29.5635051403414</c:v>
              </c:pt>
              <c:pt idx="245">
                <c:v>29.5635051403414</c:v>
              </c:pt>
              <c:pt idx="246">
                <c:v>29.5635051403414</c:v>
              </c:pt>
              <c:pt idx="247">
                <c:v>29.5635051403414</c:v>
              </c:pt>
              <c:pt idx="248">
                <c:v>29.5635051403414</c:v>
              </c:pt>
              <c:pt idx="249">
                <c:v>29.5635051403414</c:v>
              </c:pt>
              <c:pt idx="250">
                <c:v>29.5635051403414</c:v>
              </c:pt>
              <c:pt idx="251">
                <c:v>29.5635051403414</c:v>
              </c:pt>
              <c:pt idx="252">
                <c:v>29.5635051403414</c:v>
              </c:pt>
              <c:pt idx="253">
                <c:v>29.5635051403414</c:v>
              </c:pt>
              <c:pt idx="254">
                <c:v>29.5635051403414</c:v>
              </c:pt>
              <c:pt idx="255">
                <c:v>29.5635051403414</c:v>
              </c:pt>
              <c:pt idx="256">
                <c:v>29.5635051403414</c:v>
              </c:pt>
              <c:pt idx="257">
                <c:v>29.5635051403414</c:v>
              </c:pt>
              <c:pt idx="258">
                <c:v>29.5635051403414</c:v>
              </c:pt>
              <c:pt idx="259">
                <c:v>29.5635051403414</c:v>
              </c:pt>
              <c:pt idx="260">
                <c:v>29.5635051403414</c:v>
              </c:pt>
              <c:pt idx="261">
                <c:v>29.5635051403414</c:v>
              </c:pt>
              <c:pt idx="262">
                <c:v>29.5635051403414</c:v>
              </c:pt>
              <c:pt idx="263">
                <c:v>29.5635051403414</c:v>
              </c:pt>
              <c:pt idx="264">
                <c:v>29.5635051403414</c:v>
              </c:pt>
              <c:pt idx="265">
                <c:v>29.5635051403414</c:v>
              </c:pt>
              <c:pt idx="266">
                <c:v>29.5635051403414</c:v>
              </c:pt>
              <c:pt idx="267">
                <c:v>29.5635051403414</c:v>
              </c:pt>
              <c:pt idx="268">
                <c:v>29.5635051403414</c:v>
              </c:pt>
              <c:pt idx="269">
                <c:v>29.5635051403414</c:v>
              </c:pt>
              <c:pt idx="270">
                <c:v>29.5635051403414</c:v>
              </c:pt>
              <c:pt idx="271">
                <c:v>29.5635051403414</c:v>
              </c:pt>
              <c:pt idx="272">
                <c:v>29.5635051403414</c:v>
              </c:pt>
              <c:pt idx="273">
                <c:v>29.5635051403414</c:v>
              </c:pt>
              <c:pt idx="274">
                <c:v>29.5635051403414</c:v>
              </c:pt>
              <c:pt idx="275">
                <c:v>29.5635051403414</c:v>
              </c:pt>
              <c:pt idx="276">
                <c:v>29.5635051403414</c:v>
              </c:pt>
              <c:pt idx="277">
                <c:v>29.5635051403414</c:v>
              </c:pt>
              <c:pt idx="278">
                <c:v>29.5635051403414</c:v>
              </c:pt>
              <c:pt idx="279">
                <c:v>29.5635051403414</c:v>
              </c:pt>
              <c:pt idx="280">
                <c:v>29.5635051403414</c:v>
              </c:pt>
              <c:pt idx="281">
                <c:v>29.5635051403414</c:v>
              </c:pt>
              <c:pt idx="282">
                <c:v>29.5635051403414</c:v>
              </c:pt>
              <c:pt idx="283">
                <c:v>29.5635051403414</c:v>
              </c:pt>
              <c:pt idx="284">
                <c:v>29.5635051403414</c:v>
              </c:pt>
              <c:pt idx="285">
                <c:v>29.5635051403414</c:v>
              </c:pt>
              <c:pt idx="286">
                <c:v>29.5635051403414</c:v>
              </c:pt>
              <c:pt idx="287">
                <c:v>29.5635051403414</c:v>
              </c:pt>
              <c:pt idx="288">
                <c:v>29.5635051403414</c:v>
              </c:pt>
              <c:pt idx="289">
                <c:v>29.5635051403414</c:v>
              </c:pt>
              <c:pt idx="290">
                <c:v>29.5635051403414</c:v>
              </c:pt>
              <c:pt idx="291">
                <c:v>29.5635051403414</c:v>
              </c:pt>
              <c:pt idx="292">
                <c:v>29.5635051403414</c:v>
              </c:pt>
              <c:pt idx="293">
                <c:v>29.5635051403414</c:v>
              </c:pt>
              <c:pt idx="294">
                <c:v>29.5635051403414</c:v>
              </c:pt>
              <c:pt idx="295">
                <c:v>29.5635051403414</c:v>
              </c:pt>
              <c:pt idx="296">
                <c:v>29.5635051403414</c:v>
              </c:pt>
              <c:pt idx="297">
                <c:v>29.5635051403414</c:v>
              </c:pt>
              <c:pt idx="298">
                <c:v>29.5635051403414</c:v>
              </c:pt>
              <c:pt idx="299">
                <c:v>29.5635051403414</c:v>
              </c:pt>
              <c:pt idx="300">
                <c:v>29.5635051403414</c:v>
              </c:pt>
              <c:pt idx="301">
                <c:v>29.5635051403414</c:v>
              </c:pt>
              <c:pt idx="302">
                <c:v>29.5635051403414</c:v>
              </c:pt>
              <c:pt idx="303">
                <c:v>29.5635051403414</c:v>
              </c:pt>
              <c:pt idx="304">
                <c:v>29.5635051403414</c:v>
              </c:pt>
              <c:pt idx="305">
                <c:v>29.5635051403414</c:v>
              </c:pt>
              <c:pt idx="306">
                <c:v>29.5635051403414</c:v>
              </c:pt>
              <c:pt idx="307">
                <c:v>29.5635051403414</c:v>
              </c:pt>
              <c:pt idx="308">
                <c:v>29.5635051403414</c:v>
              </c:pt>
              <c:pt idx="309">
                <c:v>29.5635051403414</c:v>
              </c:pt>
              <c:pt idx="310">
                <c:v>29.5635051403414</c:v>
              </c:pt>
              <c:pt idx="311">
                <c:v>29.5635051403414</c:v>
              </c:pt>
              <c:pt idx="312">
                <c:v>29.5635051403414</c:v>
              </c:pt>
              <c:pt idx="313">
                <c:v>29.5635051403414</c:v>
              </c:pt>
              <c:pt idx="314">
                <c:v>29.5635051403414</c:v>
              </c:pt>
              <c:pt idx="315">
                <c:v>29.5635051403414</c:v>
              </c:pt>
              <c:pt idx="316">
                <c:v>29.5635051403414</c:v>
              </c:pt>
              <c:pt idx="317">
                <c:v>29.5635051403414</c:v>
              </c:pt>
              <c:pt idx="318">
                <c:v>29.5635051403414</c:v>
              </c:pt>
              <c:pt idx="319">
                <c:v>29.5635051403414</c:v>
              </c:pt>
              <c:pt idx="320">
                <c:v>29.5635051403414</c:v>
              </c:pt>
              <c:pt idx="321">
                <c:v>29.5635051403414</c:v>
              </c:pt>
              <c:pt idx="322">
                <c:v>29.5635051403414</c:v>
              </c:pt>
              <c:pt idx="323">
                <c:v>29.5635051403414</c:v>
              </c:pt>
              <c:pt idx="324">
                <c:v>29.5635051403414</c:v>
              </c:pt>
              <c:pt idx="325">
                <c:v>29.5635051403414</c:v>
              </c:pt>
              <c:pt idx="326">
                <c:v>29.5635051403414</c:v>
              </c:pt>
              <c:pt idx="327">
                <c:v>29.5635051403414</c:v>
              </c:pt>
              <c:pt idx="328">
                <c:v>29.5635051403414</c:v>
              </c:pt>
              <c:pt idx="329">
                <c:v>29.5635051403414</c:v>
              </c:pt>
              <c:pt idx="330">
                <c:v>29.5635051403414</c:v>
              </c:pt>
              <c:pt idx="331">
                <c:v>29.5635051403414</c:v>
              </c:pt>
              <c:pt idx="332">
                <c:v>29.5635051403414</c:v>
              </c:pt>
              <c:pt idx="333">
                <c:v>29.5635051403414</c:v>
              </c:pt>
              <c:pt idx="334">
                <c:v>29.5635051403414</c:v>
              </c:pt>
              <c:pt idx="335">
                <c:v>29.5635051403414</c:v>
              </c:pt>
              <c:pt idx="336">
                <c:v>29.5635051403414</c:v>
              </c:pt>
              <c:pt idx="337">
                <c:v>29.5635051403414</c:v>
              </c:pt>
              <c:pt idx="338">
                <c:v>29.5635051403414</c:v>
              </c:pt>
              <c:pt idx="339">
                <c:v>29.5635051403414</c:v>
              </c:pt>
              <c:pt idx="340">
                <c:v>29.5635051403414</c:v>
              </c:pt>
              <c:pt idx="341">
                <c:v>29.5635051403414</c:v>
              </c:pt>
              <c:pt idx="342">
                <c:v>29.5635051403414</c:v>
              </c:pt>
              <c:pt idx="343">
                <c:v>29.5635051403414</c:v>
              </c:pt>
              <c:pt idx="344">
                <c:v>29.5635051403414</c:v>
              </c:pt>
              <c:pt idx="345">
                <c:v>29.5635051403414</c:v>
              </c:pt>
              <c:pt idx="346">
                <c:v>29.5635051403414</c:v>
              </c:pt>
              <c:pt idx="347">
                <c:v>29.5635051403414</c:v>
              </c:pt>
              <c:pt idx="348">
                <c:v>29.5635051403414</c:v>
              </c:pt>
              <c:pt idx="349">
                <c:v>29.5635051403414</c:v>
              </c:pt>
              <c:pt idx="350">
                <c:v>29.5635051403414</c:v>
              </c:pt>
              <c:pt idx="351">
                <c:v>29.5635051403414</c:v>
              </c:pt>
              <c:pt idx="352">
                <c:v>29.5635051403414</c:v>
              </c:pt>
              <c:pt idx="353">
                <c:v>29.5635051403414</c:v>
              </c:pt>
              <c:pt idx="354">
                <c:v>29.5635051403414</c:v>
              </c:pt>
              <c:pt idx="355">
                <c:v>29.5635051403414</c:v>
              </c:pt>
              <c:pt idx="356">
                <c:v>29.5635051403414</c:v>
              </c:pt>
              <c:pt idx="357">
                <c:v>29.5635051403414</c:v>
              </c:pt>
              <c:pt idx="358">
                <c:v>29.5635051403414</c:v>
              </c:pt>
              <c:pt idx="359">
                <c:v>29.5635051403414</c:v>
              </c:pt>
              <c:pt idx="360">
                <c:v>29.5635051403414</c:v>
              </c:pt>
              <c:pt idx="361">
                <c:v>29.5635051403414</c:v>
              </c:pt>
              <c:pt idx="362">
                <c:v>29.5635051403414</c:v>
              </c:pt>
              <c:pt idx="363">
                <c:v>29.5635051403414</c:v>
              </c:pt>
              <c:pt idx="364">
                <c:v>29.5635051403414</c:v>
              </c:pt>
              <c:pt idx="365">
                <c:v>29.5635051403414</c:v>
              </c:pt>
              <c:pt idx="366">
                <c:v>29.5635051403414</c:v>
              </c:pt>
              <c:pt idx="367">
                <c:v>29.5635051403414</c:v>
              </c:pt>
              <c:pt idx="368">
                <c:v>29.5635051403414</c:v>
              </c:pt>
              <c:pt idx="369">
                <c:v>29.5635051403414</c:v>
              </c:pt>
              <c:pt idx="370">
                <c:v>29.5635051403414</c:v>
              </c:pt>
              <c:pt idx="371">
                <c:v>29.5635051403414</c:v>
              </c:pt>
              <c:pt idx="372">
                <c:v>29.5635051403414</c:v>
              </c:pt>
              <c:pt idx="373">
                <c:v>29.5635051403414</c:v>
              </c:pt>
              <c:pt idx="374">
                <c:v>29.5635051403414</c:v>
              </c:pt>
              <c:pt idx="375">
                <c:v>29.5635051403414</c:v>
              </c:pt>
              <c:pt idx="376">
                <c:v>29.5635051403414</c:v>
              </c:pt>
              <c:pt idx="377">
                <c:v>29.5635051403414</c:v>
              </c:pt>
              <c:pt idx="378">
                <c:v>29.5635051403414</c:v>
              </c:pt>
              <c:pt idx="379">
                <c:v>29.5635051403414</c:v>
              </c:pt>
              <c:pt idx="380">
                <c:v>29.5635051403414</c:v>
              </c:pt>
              <c:pt idx="381">
                <c:v>29.5635051403414</c:v>
              </c:pt>
              <c:pt idx="382">
                <c:v>29.5635051403414</c:v>
              </c:pt>
              <c:pt idx="383">
                <c:v>29.5635051403414</c:v>
              </c:pt>
              <c:pt idx="384">
                <c:v>29.5635051403414</c:v>
              </c:pt>
              <c:pt idx="385">
                <c:v>29.5635051403414</c:v>
              </c:pt>
              <c:pt idx="386">
                <c:v>29.5635051403414</c:v>
              </c:pt>
              <c:pt idx="387">
                <c:v>29.5635051403414</c:v>
              </c:pt>
              <c:pt idx="388">
                <c:v>29.5635051403414</c:v>
              </c:pt>
              <c:pt idx="389">
                <c:v>29.5635051403414</c:v>
              </c:pt>
              <c:pt idx="390">
                <c:v>29.5635051403414</c:v>
              </c:pt>
              <c:pt idx="391">
                <c:v>29.5635051403414</c:v>
              </c:pt>
              <c:pt idx="392">
                <c:v>29.5635051403414</c:v>
              </c:pt>
              <c:pt idx="393">
                <c:v>29.5635051403414</c:v>
              </c:pt>
              <c:pt idx="394">
                <c:v>29.5635051403414</c:v>
              </c:pt>
              <c:pt idx="395">
                <c:v>29.5635051403414</c:v>
              </c:pt>
              <c:pt idx="396">
                <c:v>29.5635051403414</c:v>
              </c:pt>
              <c:pt idx="397">
                <c:v>29.5635051403414</c:v>
              </c:pt>
              <c:pt idx="398">
                <c:v>29.5635051403414</c:v>
              </c:pt>
              <c:pt idx="399">
                <c:v>29.5635051403414</c:v>
              </c:pt>
              <c:pt idx="400">
                <c:v>29.5635051403414</c:v>
              </c:pt>
              <c:pt idx="401">
                <c:v>29.5635051403414</c:v>
              </c:pt>
              <c:pt idx="402">
                <c:v>29.5635051403414</c:v>
              </c:pt>
              <c:pt idx="403">
                <c:v>29.5635051403414</c:v>
              </c:pt>
              <c:pt idx="404">
                <c:v>29.5635051403414</c:v>
              </c:pt>
              <c:pt idx="405">
                <c:v>29.5635051403414</c:v>
              </c:pt>
              <c:pt idx="406">
                <c:v>29.5635051403414</c:v>
              </c:pt>
              <c:pt idx="407">
                <c:v>29.5635051403414</c:v>
              </c:pt>
              <c:pt idx="408">
                <c:v>29.5635051403414</c:v>
              </c:pt>
              <c:pt idx="409">
                <c:v>29.5635051403414</c:v>
              </c:pt>
              <c:pt idx="410">
                <c:v>29.5635051403414</c:v>
              </c:pt>
              <c:pt idx="411">
                <c:v>29.5635051403414</c:v>
              </c:pt>
              <c:pt idx="412">
                <c:v>29.5635051403414</c:v>
              </c:pt>
              <c:pt idx="413">
                <c:v>29.5635051403414</c:v>
              </c:pt>
              <c:pt idx="414">
                <c:v>29.5635051403414</c:v>
              </c:pt>
              <c:pt idx="415">
                <c:v>29.5635051403414</c:v>
              </c:pt>
              <c:pt idx="416">
                <c:v>29.5635051403414</c:v>
              </c:pt>
              <c:pt idx="417">
                <c:v>29.5635051403414</c:v>
              </c:pt>
              <c:pt idx="418">
                <c:v>29.5635051403414</c:v>
              </c:pt>
              <c:pt idx="419">
                <c:v>29.5635051403414</c:v>
              </c:pt>
              <c:pt idx="420">
                <c:v>29.5635051403414</c:v>
              </c:pt>
              <c:pt idx="421">
                <c:v>29.5635051403414</c:v>
              </c:pt>
              <c:pt idx="422">
                <c:v>29.5635051403414</c:v>
              </c:pt>
              <c:pt idx="423">
                <c:v>29.5635051403414</c:v>
              </c:pt>
              <c:pt idx="424">
                <c:v>29.5635051403414</c:v>
              </c:pt>
              <c:pt idx="425">
                <c:v>29.5635051403414</c:v>
              </c:pt>
              <c:pt idx="426">
                <c:v>29.5635051403414</c:v>
              </c:pt>
              <c:pt idx="427">
                <c:v>29.5635051403414</c:v>
              </c:pt>
              <c:pt idx="428">
                <c:v>29.5635051403414</c:v>
              </c:pt>
              <c:pt idx="429">
                <c:v>29.5635051403414</c:v>
              </c:pt>
              <c:pt idx="430">
                <c:v>29.5635051403414</c:v>
              </c:pt>
              <c:pt idx="431">
                <c:v>29.5635051403414</c:v>
              </c:pt>
              <c:pt idx="432">
                <c:v>29.5635051403414</c:v>
              </c:pt>
              <c:pt idx="433">
                <c:v>29.5635051403414</c:v>
              </c:pt>
              <c:pt idx="434">
                <c:v>29.5635051403414</c:v>
              </c:pt>
              <c:pt idx="435">
                <c:v>29.5635051403414</c:v>
              </c:pt>
              <c:pt idx="436">
                <c:v>29.5635051403414</c:v>
              </c:pt>
              <c:pt idx="437">
                <c:v>29.5635051403414</c:v>
              </c:pt>
              <c:pt idx="438">
                <c:v>29.5635051403414</c:v>
              </c:pt>
              <c:pt idx="439">
                <c:v>29.5635051403414</c:v>
              </c:pt>
              <c:pt idx="440">
                <c:v>29.5635051403414</c:v>
              </c:pt>
              <c:pt idx="441">
                <c:v>29.5635051403414</c:v>
              </c:pt>
              <c:pt idx="442">
                <c:v>29.5635051403414</c:v>
              </c:pt>
              <c:pt idx="443">
                <c:v>29.5635051403414</c:v>
              </c:pt>
              <c:pt idx="444">
                <c:v>29.5635051403414</c:v>
              </c:pt>
              <c:pt idx="445">
                <c:v>29.5635051403414</c:v>
              </c:pt>
              <c:pt idx="446">
                <c:v>29.5635051403414</c:v>
              </c:pt>
              <c:pt idx="447">
                <c:v>29.5635051403414</c:v>
              </c:pt>
              <c:pt idx="448">
                <c:v>29.5635051403414</c:v>
              </c:pt>
              <c:pt idx="449">
                <c:v>29.5635051403414</c:v>
              </c:pt>
            </c:numLit>
          </c:xVal>
          <c:yVal>
            <c:numLit>
              <c:formatCode>0.0</c:formatCode>
              <c:ptCount val="450"/>
              <c:pt idx="0">
                <c:v>1.5840754845499974</c:v>
              </c:pt>
              <c:pt idx="1">
                <c:v>1.5840754845499974</c:v>
              </c:pt>
              <c:pt idx="2">
                <c:v>1.5840754845499974</c:v>
              </c:pt>
              <c:pt idx="3">
                <c:v>1.5840754845499974</c:v>
              </c:pt>
              <c:pt idx="4">
                <c:v>1.5840754845499974</c:v>
              </c:pt>
              <c:pt idx="5">
                <c:v>1.5840754845499974</c:v>
              </c:pt>
              <c:pt idx="6">
                <c:v>1.5840754845499974</c:v>
              </c:pt>
              <c:pt idx="7">
                <c:v>1.5840754845499974</c:v>
              </c:pt>
              <c:pt idx="8">
                <c:v>1.5840754845499974</c:v>
              </c:pt>
              <c:pt idx="9">
                <c:v>1.5840754845499974</c:v>
              </c:pt>
              <c:pt idx="10">
                <c:v>1.5840754845499974</c:v>
              </c:pt>
              <c:pt idx="11">
                <c:v>1.5840754845499974</c:v>
              </c:pt>
              <c:pt idx="12">
                <c:v>1.5840754845499974</c:v>
              </c:pt>
              <c:pt idx="13">
                <c:v>1.5840754845499974</c:v>
              </c:pt>
              <c:pt idx="14">
                <c:v>1.5840754845499974</c:v>
              </c:pt>
              <c:pt idx="15">
                <c:v>1.5840754845499974</c:v>
              </c:pt>
              <c:pt idx="16">
                <c:v>1.5840754845499974</c:v>
              </c:pt>
              <c:pt idx="17">
                <c:v>1.5840754845499974</c:v>
              </c:pt>
              <c:pt idx="18">
                <c:v>1.5840754845499974</c:v>
              </c:pt>
              <c:pt idx="19">
                <c:v>1.5840754845499974</c:v>
              </c:pt>
              <c:pt idx="20">
                <c:v>1.5840754845499974</c:v>
              </c:pt>
              <c:pt idx="21">
                <c:v>1.5840754845499974</c:v>
              </c:pt>
              <c:pt idx="22">
                <c:v>1.5840754845499974</c:v>
              </c:pt>
              <c:pt idx="23">
                <c:v>1.5840754845499974</c:v>
              </c:pt>
              <c:pt idx="24">
                <c:v>1.5840754845499974</c:v>
              </c:pt>
              <c:pt idx="25">
                <c:v>1.5840754845499974</c:v>
              </c:pt>
              <c:pt idx="26">
                <c:v>1.5840754845499974</c:v>
              </c:pt>
              <c:pt idx="27">
                <c:v>1.5840754845499974</c:v>
              </c:pt>
              <c:pt idx="28">
                <c:v>1.5840754845499974</c:v>
              </c:pt>
              <c:pt idx="29">
                <c:v>1.5840754845499974</c:v>
              </c:pt>
              <c:pt idx="30">
                <c:v>1.5840754845499974</c:v>
              </c:pt>
              <c:pt idx="31">
                <c:v>1.5840754845499974</c:v>
              </c:pt>
              <c:pt idx="32">
                <c:v>1.5840754845499974</c:v>
              </c:pt>
              <c:pt idx="33">
                <c:v>1.5840754845499974</c:v>
              </c:pt>
              <c:pt idx="34">
                <c:v>1.5840754845499974</c:v>
              </c:pt>
              <c:pt idx="35">
                <c:v>1.5840754845499974</c:v>
              </c:pt>
              <c:pt idx="36">
                <c:v>1.5840754845499974</c:v>
              </c:pt>
              <c:pt idx="37">
                <c:v>1.5840754845499974</c:v>
              </c:pt>
              <c:pt idx="38">
                <c:v>1.5840754845499974</c:v>
              </c:pt>
              <c:pt idx="39">
                <c:v>1.5840754845499974</c:v>
              </c:pt>
              <c:pt idx="40">
                <c:v>1.5840754845499974</c:v>
              </c:pt>
              <c:pt idx="41">
                <c:v>1.5840754845499974</c:v>
              </c:pt>
              <c:pt idx="42">
                <c:v>1.5840754845499974</c:v>
              </c:pt>
              <c:pt idx="43">
                <c:v>1.5840754845499974</c:v>
              </c:pt>
              <c:pt idx="44">
                <c:v>1.5840754845499974</c:v>
              </c:pt>
              <c:pt idx="45">
                <c:v>1.5840754845499974</c:v>
              </c:pt>
              <c:pt idx="46">
                <c:v>1.5840754845499974</c:v>
              </c:pt>
              <c:pt idx="47">
                <c:v>1.5840754845499974</c:v>
              </c:pt>
              <c:pt idx="48">
                <c:v>1.5840754845499974</c:v>
              </c:pt>
              <c:pt idx="49">
                <c:v>1.5840754845499974</c:v>
              </c:pt>
              <c:pt idx="50">
                <c:v>1.5840754845499974</c:v>
              </c:pt>
              <c:pt idx="51">
                <c:v>1.5840754845499974</c:v>
              </c:pt>
              <c:pt idx="52">
                <c:v>1.5840754845499974</c:v>
              </c:pt>
              <c:pt idx="53">
                <c:v>1.5840754845499974</c:v>
              </c:pt>
              <c:pt idx="54">
                <c:v>1.5840754845499974</c:v>
              </c:pt>
              <c:pt idx="55">
                <c:v>1.5840754845499974</c:v>
              </c:pt>
              <c:pt idx="56">
                <c:v>1.5840754845499974</c:v>
              </c:pt>
              <c:pt idx="57">
                <c:v>1.5840754845499974</c:v>
              </c:pt>
              <c:pt idx="58">
                <c:v>1.5840754845499974</c:v>
              </c:pt>
              <c:pt idx="59">
                <c:v>1.5840754845499974</c:v>
              </c:pt>
              <c:pt idx="60">
                <c:v>1.5840754845499974</c:v>
              </c:pt>
              <c:pt idx="61">
                <c:v>1.5840754845499974</c:v>
              </c:pt>
              <c:pt idx="62">
                <c:v>1.5840754845499974</c:v>
              </c:pt>
              <c:pt idx="63">
                <c:v>1.5840754845499974</c:v>
              </c:pt>
              <c:pt idx="64">
                <c:v>1.5840754845499974</c:v>
              </c:pt>
              <c:pt idx="65">
                <c:v>1.5840754845499974</c:v>
              </c:pt>
              <c:pt idx="66">
                <c:v>1.5840754845499974</c:v>
              </c:pt>
              <c:pt idx="67">
                <c:v>1.5840754845499974</c:v>
              </c:pt>
              <c:pt idx="68">
                <c:v>1.5840754845499974</c:v>
              </c:pt>
              <c:pt idx="69">
                <c:v>1.5840754845499974</c:v>
              </c:pt>
              <c:pt idx="70">
                <c:v>1.5840754845499974</c:v>
              </c:pt>
              <c:pt idx="71">
                <c:v>1.5840754845499974</c:v>
              </c:pt>
              <c:pt idx="72">
                <c:v>1.5840754845499974</c:v>
              </c:pt>
              <c:pt idx="73">
                <c:v>1.5840754845499974</c:v>
              </c:pt>
              <c:pt idx="74">
                <c:v>1.5840754845499974</c:v>
              </c:pt>
              <c:pt idx="75">
                <c:v>1.5840754845499974</c:v>
              </c:pt>
              <c:pt idx="76">
                <c:v>1.5840754845499974</c:v>
              </c:pt>
              <c:pt idx="77">
                <c:v>1.5840754845499974</c:v>
              </c:pt>
              <c:pt idx="78">
                <c:v>1.5840754845499974</c:v>
              </c:pt>
              <c:pt idx="79">
                <c:v>1.5840754845499974</c:v>
              </c:pt>
              <c:pt idx="80">
                <c:v>1.5840754845499974</c:v>
              </c:pt>
              <c:pt idx="81">
                <c:v>1.5840754845499974</c:v>
              </c:pt>
              <c:pt idx="82">
                <c:v>1.5840754845499974</c:v>
              </c:pt>
              <c:pt idx="83">
                <c:v>1.5840754845499974</c:v>
              </c:pt>
              <c:pt idx="84">
                <c:v>1.5840754845499974</c:v>
              </c:pt>
              <c:pt idx="85">
                <c:v>1.5840754845499974</c:v>
              </c:pt>
              <c:pt idx="86">
                <c:v>1.5840754845499974</c:v>
              </c:pt>
              <c:pt idx="87">
                <c:v>1.5840754845499974</c:v>
              </c:pt>
              <c:pt idx="88">
                <c:v>1.5840754845499974</c:v>
              </c:pt>
              <c:pt idx="89">
                <c:v>1.5840754845499974</c:v>
              </c:pt>
              <c:pt idx="90">
                <c:v>1.5840754845499974</c:v>
              </c:pt>
              <c:pt idx="91">
                <c:v>1.5840754845499974</c:v>
              </c:pt>
              <c:pt idx="92">
                <c:v>1.5840754845499974</c:v>
              </c:pt>
              <c:pt idx="93">
                <c:v>1.5840754845499974</c:v>
              </c:pt>
              <c:pt idx="94">
                <c:v>1.5840754845499974</c:v>
              </c:pt>
              <c:pt idx="95">
                <c:v>1.5840754845499974</c:v>
              </c:pt>
              <c:pt idx="96">
                <c:v>1.5840754845499974</c:v>
              </c:pt>
              <c:pt idx="97">
                <c:v>1.5840754845499974</c:v>
              </c:pt>
              <c:pt idx="98">
                <c:v>1.5840754845499974</c:v>
              </c:pt>
              <c:pt idx="99">
                <c:v>1.5840754845499974</c:v>
              </c:pt>
              <c:pt idx="100">
                <c:v>1.5840754845499974</c:v>
              </c:pt>
              <c:pt idx="101">
                <c:v>1.5840754845499974</c:v>
              </c:pt>
              <c:pt idx="102">
                <c:v>1.5840754845499974</c:v>
              </c:pt>
              <c:pt idx="103">
                <c:v>1.5840754845499974</c:v>
              </c:pt>
              <c:pt idx="104">
                <c:v>1.5840754845499974</c:v>
              </c:pt>
              <c:pt idx="105">
                <c:v>1.5840754845499974</c:v>
              </c:pt>
              <c:pt idx="106">
                <c:v>1.5840754845499974</c:v>
              </c:pt>
              <c:pt idx="107">
                <c:v>1.5840754845499974</c:v>
              </c:pt>
              <c:pt idx="108">
                <c:v>1.5840754845499974</c:v>
              </c:pt>
              <c:pt idx="109">
                <c:v>1.5840754845499974</c:v>
              </c:pt>
              <c:pt idx="110">
                <c:v>1.5840754845499974</c:v>
              </c:pt>
              <c:pt idx="111">
                <c:v>1.5840754845499974</c:v>
              </c:pt>
              <c:pt idx="112">
                <c:v>1.5840754845499974</c:v>
              </c:pt>
              <c:pt idx="113">
                <c:v>1.5840754845499974</c:v>
              </c:pt>
              <c:pt idx="114">
                <c:v>1.5840754845499974</c:v>
              </c:pt>
              <c:pt idx="115">
                <c:v>1.5840754845499974</c:v>
              </c:pt>
              <c:pt idx="116">
                <c:v>1.5840754845499974</c:v>
              </c:pt>
              <c:pt idx="117">
                <c:v>1.5840754845499974</c:v>
              </c:pt>
              <c:pt idx="118">
                <c:v>1.5840754845499974</c:v>
              </c:pt>
              <c:pt idx="119">
                <c:v>1.5840754845499974</c:v>
              </c:pt>
              <c:pt idx="120">
                <c:v>1.5840754845499974</c:v>
              </c:pt>
              <c:pt idx="121">
                <c:v>1.5840754845499974</c:v>
              </c:pt>
              <c:pt idx="122">
                <c:v>1.5840754845499974</c:v>
              </c:pt>
              <c:pt idx="123">
                <c:v>1.5840754845499974</c:v>
              </c:pt>
              <c:pt idx="124">
                <c:v>1.5840754845499974</c:v>
              </c:pt>
              <c:pt idx="125">
                <c:v>1.5840754845499974</c:v>
              </c:pt>
              <c:pt idx="126">
                <c:v>1.5840754845499974</c:v>
              </c:pt>
              <c:pt idx="127">
                <c:v>1.5840754845499974</c:v>
              </c:pt>
              <c:pt idx="128">
                <c:v>1.5840754845499974</c:v>
              </c:pt>
              <c:pt idx="129">
                <c:v>1.5840754845499974</c:v>
              </c:pt>
              <c:pt idx="130">
                <c:v>1.5840754845499974</c:v>
              </c:pt>
              <c:pt idx="131">
                <c:v>1.5840754845499974</c:v>
              </c:pt>
              <c:pt idx="132">
                <c:v>1.5840754845499974</c:v>
              </c:pt>
              <c:pt idx="133">
                <c:v>1.5840754845499974</c:v>
              </c:pt>
              <c:pt idx="134">
                <c:v>1.5840754845499974</c:v>
              </c:pt>
              <c:pt idx="135">
                <c:v>1.5840754845499974</c:v>
              </c:pt>
              <c:pt idx="136">
                <c:v>1.5840754845499974</c:v>
              </c:pt>
              <c:pt idx="137">
                <c:v>1.5840754845499974</c:v>
              </c:pt>
              <c:pt idx="138">
                <c:v>1.5840754845499974</c:v>
              </c:pt>
              <c:pt idx="139">
                <c:v>1.5840754845499974</c:v>
              </c:pt>
              <c:pt idx="140">
                <c:v>1.5840754845499974</c:v>
              </c:pt>
              <c:pt idx="141">
                <c:v>1.5840754845499974</c:v>
              </c:pt>
              <c:pt idx="142">
                <c:v>1.5840754845499974</c:v>
              </c:pt>
              <c:pt idx="143">
                <c:v>1.5840754845499974</c:v>
              </c:pt>
              <c:pt idx="144">
                <c:v>1.5840754845499974</c:v>
              </c:pt>
              <c:pt idx="145">
                <c:v>1.5840754845499974</c:v>
              </c:pt>
              <c:pt idx="146">
                <c:v>1.5840754845499974</c:v>
              </c:pt>
              <c:pt idx="147">
                <c:v>1.5840754845499974</c:v>
              </c:pt>
              <c:pt idx="148">
                <c:v>1.5840754845499974</c:v>
              </c:pt>
              <c:pt idx="149">
                <c:v>1.5840754845499974</c:v>
              </c:pt>
              <c:pt idx="150">
                <c:v>1.5840754845499974</c:v>
              </c:pt>
              <c:pt idx="151">
                <c:v>1.5840754845499974</c:v>
              </c:pt>
              <c:pt idx="152">
                <c:v>1.5840754845499974</c:v>
              </c:pt>
              <c:pt idx="153">
                <c:v>1.5840754845499974</c:v>
              </c:pt>
              <c:pt idx="154">
                <c:v>1.5840754845499974</c:v>
              </c:pt>
              <c:pt idx="155">
                <c:v>1.5840754845499974</c:v>
              </c:pt>
              <c:pt idx="156">
                <c:v>1.5840754845499974</c:v>
              </c:pt>
              <c:pt idx="157">
                <c:v>1.5840754845499974</c:v>
              </c:pt>
              <c:pt idx="158">
                <c:v>1.5840754845499974</c:v>
              </c:pt>
              <c:pt idx="159">
                <c:v>1.5840754845499974</c:v>
              </c:pt>
              <c:pt idx="160">
                <c:v>1.5840754845499974</c:v>
              </c:pt>
              <c:pt idx="161">
                <c:v>1.5840754845499974</c:v>
              </c:pt>
              <c:pt idx="162">
                <c:v>1.5840754845499974</c:v>
              </c:pt>
              <c:pt idx="163">
                <c:v>1.5840754845499974</c:v>
              </c:pt>
              <c:pt idx="164">
                <c:v>1.5840754845499974</c:v>
              </c:pt>
              <c:pt idx="165">
                <c:v>1.5840754845499974</c:v>
              </c:pt>
              <c:pt idx="166">
                <c:v>1.5840754845499974</c:v>
              </c:pt>
              <c:pt idx="167">
                <c:v>1.5840754845499974</c:v>
              </c:pt>
              <c:pt idx="168">
                <c:v>1.5840754845499974</c:v>
              </c:pt>
              <c:pt idx="169">
                <c:v>1.5840754845499974</c:v>
              </c:pt>
              <c:pt idx="170">
                <c:v>1.5840754845499974</c:v>
              </c:pt>
              <c:pt idx="171">
                <c:v>1.5840754845499974</c:v>
              </c:pt>
              <c:pt idx="172">
                <c:v>1.5840754845499974</c:v>
              </c:pt>
              <c:pt idx="173">
                <c:v>1.5840754845499974</c:v>
              </c:pt>
              <c:pt idx="174">
                <c:v>1.5840754845499974</c:v>
              </c:pt>
              <c:pt idx="175">
                <c:v>1.5840754845499974</c:v>
              </c:pt>
              <c:pt idx="176">
                <c:v>1.5840754845499974</c:v>
              </c:pt>
              <c:pt idx="177">
                <c:v>1.5840754845499974</c:v>
              </c:pt>
              <c:pt idx="178">
                <c:v>1.5840754845499974</c:v>
              </c:pt>
              <c:pt idx="179">
                <c:v>1.5840754845499974</c:v>
              </c:pt>
              <c:pt idx="180">
                <c:v>1.5840754845499974</c:v>
              </c:pt>
              <c:pt idx="181">
                <c:v>1.5840754845499974</c:v>
              </c:pt>
              <c:pt idx="182">
                <c:v>1.5840754845499974</c:v>
              </c:pt>
              <c:pt idx="183">
                <c:v>1.5840754845499974</c:v>
              </c:pt>
              <c:pt idx="184">
                <c:v>1.5840754845499974</c:v>
              </c:pt>
              <c:pt idx="185">
                <c:v>1.5840754845499974</c:v>
              </c:pt>
              <c:pt idx="186">
                <c:v>1.5840754845499974</c:v>
              </c:pt>
              <c:pt idx="187">
                <c:v>1.5840754845499974</c:v>
              </c:pt>
              <c:pt idx="188">
                <c:v>1.5840754845499974</c:v>
              </c:pt>
              <c:pt idx="189">
                <c:v>1.5840754845499974</c:v>
              </c:pt>
              <c:pt idx="190">
                <c:v>1.5840754845499974</c:v>
              </c:pt>
              <c:pt idx="191">
                <c:v>1.5840754845499974</c:v>
              </c:pt>
              <c:pt idx="192">
                <c:v>1.5840754845499974</c:v>
              </c:pt>
              <c:pt idx="193">
                <c:v>1.5840754845499974</c:v>
              </c:pt>
              <c:pt idx="194">
                <c:v>1.5840754845499974</c:v>
              </c:pt>
              <c:pt idx="195">
                <c:v>1.5840754845499974</c:v>
              </c:pt>
              <c:pt idx="196">
                <c:v>1.5840754845499974</c:v>
              </c:pt>
              <c:pt idx="197">
                <c:v>1.5840754845499974</c:v>
              </c:pt>
              <c:pt idx="198">
                <c:v>1.5840754845499974</c:v>
              </c:pt>
              <c:pt idx="199">
                <c:v>1.5840754845499974</c:v>
              </c:pt>
              <c:pt idx="200">
                <c:v>1.5840754845499974</c:v>
              </c:pt>
              <c:pt idx="201">
                <c:v>1.5840754845499974</c:v>
              </c:pt>
              <c:pt idx="202">
                <c:v>1.5840754845499974</c:v>
              </c:pt>
              <c:pt idx="203">
                <c:v>1.5840754845499974</c:v>
              </c:pt>
              <c:pt idx="204">
                <c:v>1.5840754845499974</c:v>
              </c:pt>
              <c:pt idx="205">
                <c:v>1.5840754845499974</c:v>
              </c:pt>
              <c:pt idx="206">
                <c:v>1.5840754845499974</c:v>
              </c:pt>
              <c:pt idx="207">
                <c:v>1.5840754845499974</c:v>
              </c:pt>
              <c:pt idx="208">
                <c:v>1.5840754845499974</c:v>
              </c:pt>
              <c:pt idx="209">
                <c:v>1.5840754845499974</c:v>
              </c:pt>
              <c:pt idx="210">
                <c:v>1.5840754845499974</c:v>
              </c:pt>
              <c:pt idx="211">
                <c:v>1.5840754845499974</c:v>
              </c:pt>
              <c:pt idx="212">
                <c:v>1.5840754845499974</c:v>
              </c:pt>
              <c:pt idx="213">
                <c:v>1.5840754845499974</c:v>
              </c:pt>
              <c:pt idx="214">
                <c:v>1.5840754845499974</c:v>
              </c:pt>
              <c:pt idx="215">
                <c:v>1.5840754845499974</c:v>
              </c:pt>
              <c:pt idx="216">
                <c:v>1.5840754845499974</c:v>
              </c:pt>
              <c:pt idx="217">
                <c:v>1.5840754845499974</c:v>
              </c:pt>
              <c:pt idx="218">
                <c:v>1.5840754845499974</c:v>
              </c:pt>
              <c:pt idx="219">
                <c:v>1.5840754845499974</c:v>
              </c:pt>
              <c:pt idx="220">
                <c:v>1.5840754845499974</c:v>
              </c:pt>
              <c:pt idx="221">
                <c:v>1.5840754845499974</c:v>
              </c:pt>
              <c:pt idx="222">
                <c:v>1.5840754845499974</c:v>
              </c:pt>
              <c:pt idx="223">
                <c:v>1.5840754845499974</c:v>
              </c:pt>
              <c:pt idx="224">
                <c:v>1.5840754845499974</c:v>
              </c:pt>
              <c:pt idx="225">
                <c:v>1.5840754845499974</c:v>
              </c:pt>
              <c:pt idx="226">
                <c:v>1.5840754845499974</c:v>
              </c:pt>
              <c:pt idx="227">
                <c:v>1.5840754845499974</c:v>
              </c:pt>
              <c:pt idx="228">
                <c:v>1.5840754845499974</c:v>
              </c:pt>
              <c:pt idx="229">
                <c:v>1.5840754845499974</c:v>
              </c:pt>
              <c:pt idx="230">
                <c:v>1.5840754845499974</c:v>
              </c:pt>
              <c:pt idx="231">
                <c:v>1.5840754845499974</c:v>
              </c:pt>
              <c:pt idx="232">
                <c:v>1.5840754845499974</c:v>
              </c:pt>
              <c:pt idx="233">
                <c:v>1.5840754845499974</c:v>
              </c:pt>
              <c:pt idx="234">
                <c:v>1.5840754845499974</c:v>
              </c:pt>
              <c:pt idx="235">
                <c:v>1.5840754845499974</c:v>
              </c:pt>
              <c:pt idx="236">
                <c:v>1.5840754845499974</c:v>
              </c:pt>
              <c:pt idx="237">
                <c:v>1.5840754845499974</c:v>
              </c:pt>
              <c:pt idx="238">
                <c:v>1.5840754845499974</c:v>
              </c:pt>
              <c:pt idx="239">
                <c:v>1.5840754845499974</c:v>
              </c:pt>
              <c:pt idx="240">
                <c:v>1.5840754845499974</c:v>
              </c:pt>
              <c:pt idx="241">
                <c:v>1.5840754845499974</c:v>
              </c:pt>
              <c:pt idx="242">
                <c:v>1.5840754845499974</c:v>
              </c:pt>
              <c:pt idx="243">
                <c:v>1.5840754845499974</c:v>
              </c:pt>
              <c:pt idx="244">
                <c:v>1.5840754845499974</c:v>
              </c:pt>
              <c:pt idx="245">
                <c:v>1.5840754845499974</c:v>
              </c:pt>
              <c:pt idx="246">
                <c:v>1.5840754845499974</c:v>
              </c:pt>
              <c:pt idx="247">
                <c:v>1.5840754845499974</c:v>
              </c:pt>
              <c:pt idx="248">
                <c:v>1.5840754845499974</c:v>
              </c:pt>
              <c:pt idx="249">
                <c:v>1.5840754845499974</c:v>
              </c:pt>
              <c:pt idx="250">
                <c:v>1.5840754845499974</c:v>
              </c:pt>
              <c:pt idx="251">
                <c:v>1.5840754845499974</c:v>
              </c:pt>
              <c:pt idx="252">
                <c:v>1.5840754845499974</c:v>
              </c:pt>
              <c:pt idx="253">
                <c:v>1.5840754845499974</c:v>
              </c:pt>
              <c:pt idx="254">
                <c:v>1.5840754845499974</c:v>
              </c:pt>
              <c:pt idx="255">
                <c:v>1.5840754845499974</c:v>
              </c:pt>
              <c:pt idx="256">
                <c:v>1.5840754845499974</c:v>
              </c:pt>
              <c:pt idx="257">
                <c:v>1.5840754845499974</c:v>
              </c:pt>
              <c:pt idx="258">
                <c:v>1.5840754845499974</c:v>
              </c:pt>
              <c:pt idx="259">
                <c:v>1.5840754845499974</c:v>
              </c:pt>
              <c:pt idx="260">
                <c:v>1.5840754845499974</c:v>
              </c:pt>
              <c:pt idx="261">
                <c:v>1.5840754845499974</c:v>
              </c:pt>
              <c:pt idx="262">
                <c:v>1.5840754845499974</c:v>
              </c:pt>
              <c:pt idx="263">
                <c:v>1.5840754845499974</c:v>
              </c:pt>
              <c:pt idx="264">
                <c:v>1.5840754845499974</c:v>
              </c:pt>
              <c:pt idx="265">
                <c:v>1.5840754845499974</c:v>
              </c:pt>
              <c:pt idx="266">
                <c:v>1.5840754845499974</c:v>
              </c:pt>
              <c:pt idx="267">
                <c:v>1.5840754845499974</c:v>
              </c:pt>
              <c:pt idx="268">
                <c:v>1.5840754845499974</c:v>
              </c:pt>
              <c:pt idx="269">
                <c:v>1.5840754845499974</c:v>
              </c:pt>
              <c:pt idx="270">
                <c:v>1.5840754845499974</c:v>
              </c:pt>
              <c:pt idx="271">
                <c:v>1.5840754845499974</c:v>
              </c:pt>
              <c:pt idx="272">
                <c:v>1.5840754845499974</c:v>
              </c:pt>
              <c:pt idx="273">
                <c:v>1.5840754845499974</c:v>
              </c:pt>
              <c:pt idx="274">
                <c:v>1.5840754845499974</c:v>
              </c:pt>
              <c:pt idx="275">
                <c:v>1.5840754845499974</c:v>
              </c:pt>
              <c:pt idx="276">
                <c:v>1.5840754845499974</c:v>
              </c:pt>
              <c:pt idx="277">
                <c:v>1.5840754845499974</c:v>
              </c:pt>
              <c:pt idx="278">
                <c:v>1.5840754845499974</c:v>
              </c:pt>
              <c:pt idx="279">
                <c:v>1.5840754845499974</c:v>
              </c:pt>
              <c:pt idx="280">
                <c:v>1.5840754845499974</c:v>
              </c:pt>
              <c:pt idx="281">
                <c:v>1.5840754845499974</c:v>
              </c:pt>
              <c:pt idx="282">
                <c:v>1.5840754845499974</c:v>
              </c:pt>
              <c:pt idx="283">
                <c:v>1.5840754845499974</c:v>
              </c:pt>
              <c:pt idx="284">
                <c:v>1.5840754845499974</c:v>
              </c:pt>
              <c:pt idx="285">
                <c:v>1.5840754845499974</c:v>
              </c:pt>
              <c:pt idx="286">
                <c:v>1.5840754845499974</c:v>
              </c:pt>
              <c:pt idx="287">
                <c:v>1.5840754845499974</c:v>
              </c:pt>
              <c:pt idx="288">
                <c:v>1.5840754845499974</c:v>
              </c:pt>
              <c:pt idx="289">
                <c:v>1.5840754845499974</c:v>
              </c:pt>
              <c:pt idx="290">
                <c:v>1.5840754845499974</c:v>
              </c:pt>
              <c:pt idx="291">
                <c:v>1.5840754845499974</c:v>
              </c:pt>
              <c:pt idx="292">
                <c:v>1.5840754845499974</c:v>
              </c:pt>
              <c:pt idx="293">
                <c:v>1.5840754845499974</c:v>
              </c:pt>
              <c:pt idx="294">
                <c:v>1.5840754845499974</c:v>
              </c:pt>
              <c:pt idx="295">
                <c:v>1.5840754845499974</c:v>
              </c:pt>
              <c:pt idx="296">
                <c:v>1.5840754845499974</c:v>
              </c:pt>
              <c:pt idx="297">
                <c:v>1.5840754845499974</c:v>
              </c:pt>
              <c:pt idx="298">
                <c:v>1.5840754845499974</c:v>
              </c:pt>
              <c:pt idx="299">
                <c:v>1.5840754845499974</c:v>
              </c:pt>
              <c:pt idx="300">
                <c:v>1.5840754845499974</c:v>
              </c:pt>
              <c:pt idx="301">
                <c:v>1.5840754845499974</c:v>
              </c:pt>
              <c:pt idx="302">
                <c:v>1.5840754845499974</c:v>
              </c:pt>
              <c:pt idx="303">
                <c:v>1.5840754845499974</c:v>
              </c:pt>
              <c:pt idx="304">
                <c:v>1.5840754845499974</c:v>
              </c:pt>
              <c:pt idx="305">
                <c:v>1.5840754845499974</c:v>
              </c:pt>
              <c:pt idx="306">
                <c:v>1.5840754845499974</c:v>
              </c:pt>
              <c:pt idx="307">
                <c:v>1.5840754845499974</c:v>
              </c:pt>
              <c:pt idx="308">
                <c:v>1.5840754845499974</c:v>
              </c:pt>
              <c:pt idx="309">
                <c:v>1.5840754845499974</c:v>
              </c:pt>
              <c:pt idx="310">
                <c:v>1.5840754845499974</c:v>
              </c:pt>
              <c:pt idx="311">
                <c:v>1.5840754845499974</c:v>
              </c:pt>
              <c:pt idx="312">
                <c:v>1.5840754845499974</c:v>
              </c:pt>
              <c:pt idx="313">
                <c:v>1.5840754845499974</c:v>
              </c:pt>
              <c:pt idx="314">
                <c:v>1.5840754845499974</c:v>
              </c:pt>
              <c:pt idx="315">
                <c:v>1.5840754845499974</c:v>
              </c:pt>
              <c:pt idx="316">
                <c:v>1.5840754845499974</c:v>
              </c:pt>
              <c:pt idx="317">
                <c:v>1.5840754845499974</c:v>
              </c:pt>
              <c:pt idx="318">
                <c:v>1.5840754845499974</c:v>
              </c:pt>
              <c:pt idx="319">
                <c:v>1.5840754845499974</c:v>
              </c:pt>
              <c:pt idx="320">
                <c:v>1.5840754845499974</c:v>
              </c:pt>
              <c:pt idx="321">
                <c:v>1.5840754845499974</c:v>
              </c:pt>
              <c:pt idx="322">
                <c:v>1.5840754845499974</c:v>
              </c:pt>
              <c:pt idx="323">
                <c:v>1.5840754845499974</c:v>
              </c:pt>
              <c:pt idx="324">
                <c:v>1.5840754845499974</c:v>
              </c:pt>
              <c:pt idx="325">
                <c:v>1.5840754845499974</c:v>
              </c:pt>
              <c:pt idx="326">
                <c:v>1.5840754845499974</c:v>
              </c:pt>
              <c:pt idx="327">
                <c:v>1.5840754845499974</c:v>
              </c:pt>
              <c:pt idx="328">
                <c:v>1.5840754845499974</c:v>
              </c:pt>
              <c:pt idx="329">
                <c:v>1.5840754845499974</c:v>
              </c:pt>
              <c:pt idx="330">
                <c:v>1.5840754845499974</c:v>
              </c:pt>
              <c:pt idx="331">
                <c:v>1.5840754845499974</c:v>
              </c:pt>
              <c:pt idx="332">
                <c:v>1.5840754845499974</c:v>
              </c:pt>
              <c:pt idx="333">
                <c:v>1.5840754845499974</c:v>
              </c:pt>
              <c:pt idx="334">
                <c:v>1.5840754845499974</c:v>
              </c:pt>
              <c:pt idx="335">
                <c:v>1.5840754845499974</c:v>
              </c:pt>
              <c:pt idx="336">
                <c:v>1.5840754845499974</c:v>
              </c:pt>
              <c:pt idx="337">
                <c:v>1.5840754845499974</c:v>
              </c:pt>
              <c:pt idx="338">
                <c:v>1.5840754845499974</c:v>
              </c:pt>
              <c:pt idx="339">
                <c:v>1.5840754845499974</c:v>
              </c:pt>
              <c:pt idx="340">
                <c:v>1.5840754845499974</c:v>
              </c:pt>
              <c:pt idx="341">
                <c:v>1.5840754845499974</c:v>
              </c:pt>
              <c:pt idx="342">
                <c:v>1.5840754845499974</c:v>
              </c:pt>
              <c:pt idx="343">
                <c:v>1.5840754845499974</c:v>
              </c:pt>
              <c:pt idx="344">
                <c:v>1.5840754845499974</c:v>
              </c:pt>
              <c:pt idx="345">
                <c:v>1.5840754845499974</c:v>
              </c:pt>
              <c:pt idx="346">
                <c:v>1.5840754845499974</c:v>
              </c:pt>
              <c:pt idx="347">
                <c:v>1.5840754845499974</c:v>
              </c:pt>
              <c:pt idx="348">
                <c:v>1.5840754845499974</c:v>
              </c:pt>
              <c:pt idx="349">
                <c:v>1.5840754845499974</c:v>
              </c:pt>
              <c:pt idx="350">
                <c:v>1.5840754845499974</c:v>
              </c:pt>
              <c:pt idx="351">
                <c:v>1.5840754845499974</c:v>
              </c:pt>
              <c:pt idx="352">
                <c:v>1.5840754845499974</c:v>
              </c:pt>
              <c:pt idx="353">
                <c:v>1.5840754845499974</c:v>
              </c:pt>
              <c:pt idx="354">
                <c:v>1.5840754845499974</c:v>
              </c:pt>
              <c:pt idx="355">
                <c:v>1.5840754845499974</c:v>
              </c:pt>
              <c:pt idx="356">
                <c:v>1.5840754845499974</c:v>
              </c:pt>
              <c:pt idx="357">
                <c:v>1.5840754845499974</c:v>
              </c:pt>
              <c:pt idx="358">
                <c:v>1.5840754845499974</c:v>
              </c:pt>
              <c:pt idx="359">
                <c:v>1.5840754845499974</c:v>
              </c:pt>
              <c:pt idx="360">
                <c:v>1.5840754845499974</c:v>
              </c:pt>
              <c:pt idx="361">
                <c:v>1.5840754845499974</c:v>
              </c:pt>
              <c:pt idx="362">
                <c:v>1.5840754845499974</c:v>
              </c:pt>
              <c:pt idx="363">
                <c:v>1.5840754845499974</c:v>
              </c:pt>
              <c:pt idx="364">
                <c:v>1.5840754845499974</c:v>
              </c:pt>
              <c:pt idx="365">
                <c:v>1.5840754845499974</c:v>
              </c:pt>
              <c:pt idx="366">
                <c:v>1.5840754845499974</c:v>
              </c:pt>
              <c:pt idx="367">
                <c:v>1.5840754845499974</c:v>
              </c:pt>
              <c:pt idx="368">
                <c:v>1.5840754845499974</c:v>
              </c:pt>
              <c:pt idx="369">
                <c:v>1.5840754845499974</c:v>
              </c:pt>
              <c:pt idx="370">
                <c:v>1.5840754845499974</c:v>
              </c:pt>
              <c:pt idx="371">
                <c:v>1.5840754845499974</c:v>
              </c:pt>
              <c:pt idx="372">
                <c:v>1.5840754845499974</c:v>
              </c:pt>
              <c:pt idx="373">
                <c:v>1.5840754845499974</c:v>
              </c:pt>
              <c:pt idx="374">
                <c:v>1.5840754845499974</c:v>
              </c:pt>
              <c:pt idx="375">
                <c:v>1.5840754845499974</c:v>
              </c:pt>
              <c:pt idx="376">
                <c:v>1.5840754845499974</c:v>
              </c:pt>
              <c:pt idx="377">
                <c:v>1.5840754845499974</c:v>
              </c:pt>
              <c:pt idx="378">
                <c:v>1.5840754845499974</c:v>
              </c:pt>
              <c:pt idx="379">
                <c:v>1.5840754845499974</c:v>
              </c:pt>
              <c:pt idx="380">
                <c:v>1.5840754845499974</c:v>
              </c:pt>
              <c:pt idx="381">
                <c:v>1.5840754845499974</c:v>
              </c:pt>
              <c:pt idx="382">
                <c:v>1.5840754845499974</c:v>
              </c:pt>
              <c:pt idx="383">
                <c:v>1.5840754845499974</c:v>
              </c:pt>
              <c:pt idx="384">
                <c:v>1.5840754845499974</c:v>
              </c:pt>
              <c:pt idx="385">
                <c:v>1.5840754845499974</c:v>
              </c:pt>
              <c:pt idx="386">
                <c:v>1.5840754845499974</c:v>
              </c:pt>
              <c:pt idx="387">
                <c:v>1.5840754845499974</c:v>
              </c:pt>
              <c:pt idx="388">
                <c:v>1.5840754845499974</c:v>
              </c:pt>
              <c:pt idx="389">
                <c:v>1.5840754845499974</c:v>
              </c:pt>
              <c:pt idx="390">
                <c:v>1.5840754845499974</c:v>
              </c:pt>
              <c:pt idx="391">
                <c:v>1.5840754845499974</c:v>
              </c:pt>
              <c:pt idx="392">
                <c:v>1.5840754845499974</c:v>
              </c:pt>
              <c:pt idx="393">
                <c:v>1.5840754845499974</c:v>
              </c:pt>
              <c:pt idx="394">
                <c:v>1.5840754845499974</c:v>
              </c:pt>
              <c:pt idx="395">
                <c:v>1.5840754845499974</c:v>
              </c:pt>
              <c:pt idx="396">
                <c:v>1.5840754845499974</c:v>
              </c:pt>
              <c:pt idx="397">
                <c:v>1.5840754845499974</c:v>
              </c:pt>
              <c:pt idx="398">
                <c:v>1.5840754845499974</c:v>
              </c:pt>
              <c:pt idx="399">
                <c:v>1.5840754845499974</c:v>
              </c:pt>
              <c:pt idx="400">
                <c:v>1.5840754845499974</c:v>
              </c:pt>
              <c:pt idx="401">
                <c:v>1.5840754845499974</c:v>
              </c:pt>
              <c:pt idx="402">
                <c:v>1.5840754845499974</c:v>
              </c:pt>
              <c:pt idx="403">
                <c:v>1.5840754845499974</c:v>
              </c:pt>
              <c:pt idx="404">
                <c:v>1.5840754845499974</c:v>
              </c:pt>
              <c:pt idx="405">
                <c:v>1.5840754845499974</c:v>
              </c:pt>
              <c:pt idx="406">
                <c:v>1.5840754845499974</c:v>
              </c:pt>
              <c:pt idx="407">
                <c:v>1.5840754845499974</c:v>
              </c:pt>
              <c:pt idx="408">
                <c:v>1.5840754845499974</c:v>
              </c:pt>
              <c:pt idx="409">
                <c:v>1.5840754845499974</c:v>
              </c:pt>
              <c:pt idx="410">
                <c:v>1.5840754845499974</c:v>
              </c:pt>
              <c:pt idx="411">
                <c:v>1.5840754845499974</c:v>
              </c:pt>
              <c:pt idx="412">
                <c:v>1.5840754845499974</c:v>
              </c:pt>
              <c:pt idx="413">
                <c:v>1.5840754845499974</c:v>
              </c:pt>
              <c:pt idx="414">
                <c:v>1.5840754845499974</c:v>
              </c:pt>
              <c:pt idx="415">
                <c:v>1.5840754845499974</c:v>
              </c:pt>
              <c:pt idx="416">
                <c:v>1.5840754845499974</c:v>
              </c:pt>
              <c:pt idx="417">
                <c:v>1.5840754845499974</c:v>
              </c:pt>
              <c:pt idx="418">
                <c:v>1.5840754845499974</c:v>
              </c:pt>
              <c:pt idx="419">
                <c:v>1.5840754845499974</c:v>
              </c:pt>
              <c:pt idx="420">
                <c:v>1.5840754845499974</c:v>
              </c:pt>
              <c:pt idx="421">
                <c:v>1.5840754845499974</c:v>
              </c:pt>
              <c:pt idx="422">
                <c:v>1.5840754845499974</c:v>
              </c:pt>
              <c:pt idx="423">
                <c:v>1.5840754845499974</c:v>
              </c:pt>
              <c:pt idx="424">
                <c:v>1.5840754845499974</c:v>
              </c:pt>
              <c:pt idx="425">
                <c:v>1.5840754845499974</c:v>
              </c:pt>
              <c:pt idx="426">
                <c:v>1.5840754845499974</c:v>
              </c:pt>
              <c:pt idx="427">
                <c:v>1.5840754845499974</c:v>
              </c:pt>
              <c:pt idx="428">
                <c:v>1.5840754845499974</c:v>
              </c:pt>
              <c:pt idx="429">
                <c:v>1.5840754845499974</c:v>
              </c:pt>
              <c:pt idx="430">
                <c:v>1.5840754845499974</c:v>
              </c:pt>
              <c:pt idx="431">
                <c:v>1.5840754845499974</c:v>
              </c:pt>
              <c:pt idx="432">
                <c:v>1.5840754845499974</c:v>
              </c:pt>
              <c:pt idx="433">
                <c:v>1.5840754845499974</c:v>
              </c:pt>
              <c:pt idx="434">
                <c:v>1.5840754845499974</c:v>
              </c:pt>
              <c:pt idx="435">
                <c:v>1.5840754845499974</c:v>
              </c:pt>
              <c:pt idx="436">
                <c:v>1.5840754845499974</c:v>
              </c:pt>
              <c:pt idx="437">
                <c:v>1.5840754845499974</c:v>
              </c:pt>
              <c:pt idx="438">
                <c:v>1.5840754845499974</c:v>
              </c:pt>
              <c:pt idx="439">
                <c:v>1.5840754845499974</c:v>
              </c:pt>
              <c:pt idx="440">
                <c:v>1.5840754845499974</c:v>
              </c:pt>
              <c:pt idx="441">
                <c:v>1.5840754845499974</c:v>
              </c:pt>
              <c:pt idx="442">
                <c:v>1.5840754845499974</c:v>
              </c:pt>
              <c:pt idx="443">
                <c:v>1.5840754845499974</c:v>
              </c:pt>
              <c:pt idx="444">
                <c:v>1.5840754845499974</c:v>
              </c:pt>
              <c:pt idx="445">
                <c:v>1.5840754845499974</c:v>
              </c:pt>
              <c:pt idx="446">
                <c:v>1.5840754845499974</c:v>
              </c:pt>
              <c:pt idx="447">
                <c:v>1.5840754845499974</c:v>
              </c:pt>
              <c:pt idx="448">
                <c:v>1.5840754845499974</c:v>
              </c:pt>
              <c:pt idx="449">
                <c:v>1.5840754845499974</c:v>
              </c:pt>
            </c:numLit>
          </c:yVal>
          <c:smooth val="0"/>
        </c:ser>
        <c:ser>
          <c:idx val="5"/>
          <c:order val="5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58.65915627305822</c:v>
              </c:pt>
              <c:pt idx="1">
                <c:v>64.50258360710379</c:v>
              </c:pt>
              <c:pt idx="2">
                <c:v>64.50258360710379</c:v>
              </c:pt>
              <c:pt idx="3">
                <c:v>64.50258360710379</c:v>
              </c:pt>
              <c:pt idx="4">
                <c:v>64.50258360710379</c:v>
              </c:pt>
              <c:pt idx="5">
                <c:v>64.50258360710379</c:v>
              </c:pt>
              <c:pt idx="6">
                <c:v>64.50258360710379</c:v>
              </c:pt>
              <c:pt idx="7">
                <c:v>64.50258360710379</c:v>
              </c:pt>
              <c:pt idx="8">
                <c:v>64.50258360710379</c:v>
              </c:pt>
              <c:pt idx="9">
                <c:v>64.50258360710379</c:v>
              </c:pt>
              <c:pt idx="10">
                <c:v>64.50258360710379</c:v>
              </c:pt>
              <c:pt idx="11">
                <c:v>64.50258360710379</c:v>
              </c:pt>
              <c:pt idx="12">
                <c:v>64.50258360710379</c:v>
              </c:pt>
              <c:pt idx="13">
                <c:v>64.50258360710379</c:v>
              </c:pt>
              <c:pt idx="14">
                <c:v>64.50258360710379</c:v>
              </c:pt>
              <c:pt idx="15">
                <c:v>64.50258360710379</c:v>
              </c:pt>
              <c:pt idx="16">
                <c:v>64.50258360710379</c:v>
              </c:pt>
              <c:pt idx="17">
                <c:v>64.50258360710379</c:v>
              </c:pt>
              <c:pt idx="18">
                <c:v>64.50258360710379</c:v>
              </c:pt>
              <c:pt idx="19">
                <c:v>64.50258360710379</c:v>
              </c:pt>
              <c:pt idx="20">
                <c:v>64.50258360710379</c:v>
              </c:pt>
              <c:pt idx="21">
                <c:v>64.50258360710379</c:v>
              </c:pt>
              <c:pt idx="22">
                <c:v>64.50258360710379</c:v>
              </c:pt>
              <c:pt idx="23">
                <c:v>64.50258360710379</c:v>
              </c:pt>
              <c:pt idx="24">
                <c:v>64.50258360710379</c:v>
              </c:pt>
              <c:pt idx="25">
                <c:v>64.50258360710379</c:v>
              </c:pt>
              <c:pt idx="26">
                <c:v>64.50258360710379</c:v>
              </c:pt>
              <c:pt idx="27">
                <c:v>64.50258360710379</c:v>
              </c:pt>
              <c:pt idx="28">
                <c:v>64.50258360710379</c:v>
              </c:pt>
              <c:pt idx="29">
                <c:v>64.50258360710379</c:v>
              </c:pt>
              <c:pt idx="30">
                <c:v>64.50258360710379</c:v>
              </c:pt>
              <c:pt idx="31">
                <c:v>64.50258360710379</c:v>
              </c:pt>
              <c:pt idx="32">
                <c:v>64.50258360710379</c:v>
              </c:pt>
              <c:pt idx="33">
                <c:v>64.50258360710379</c:v>
              </c:pt>
              <c:pt idx="34">
                <c:v>64.50258360710379</c:v>
              </c:pt>
              <c:pt idx="35">
                <c:v>64.50258360710379</c:v>
              </c:pt>
              <c:pt idx="36">
                <c:v>64.50258360710379</c:v>
              </c:pt>
              <c:pt idx="37">
                <c:v>64.50258360710379</c:v>
              </c:pt>
              <c:pt idx="38">
                <c:v>64.50258360710379</c:v>
              </c:pt>
              <c:pt idx="39">
                <c:v>64.50258360710379</c:v>
              </c:pt>
              <c:pt idx="40">
                <c:v>64.50258360710379</c:v>
              </c:pt>
              <c:pt idx="41">
                <c:v>64.50258360710379</c:v>
              </c:pt>
              <c:pt idx="42">
                <c:v>64.50258360710379</c:v>
              </c:pt>
              <c:pt idx="43">
                <c:v>64.50258360710379</c:v>
              </c:pt>
              <c:pt idx="44">
                <c:v>64.50258360710379</c:v>
              </c:pt>
              <c:pt idx="45">
                <c:v>64.50258360710379</c:v>
              </c:pt>
              <c:pt idx="46">
                <c:v>64.50258360710379</c:v>
              </c:pt>
              <c:pt idx="47">
                <c:v>64.50258360710379</c:v>
              </c:pt>
              <c:pt idx="48">
                <c:v>64.50258360710379</c:v>
              </c:pt>
              <c:pt idx="49">
                <c:v>64.50258360710379</c:v>
              </c:pt>
              <c:pt idx="50">
                <c:v>64.50258360710379</c:v>
              </c:pt>
              <c:pt idx="51">
                <c:v>64.50258360710379</c:v>
              </c:pt>
              <c:pt idx="52">
                <c:v>64.50258360710379</c:v>
              </c:pt>
              <c:pt idx="53">
                <c:v>64.50258360710379</c:v>
              </c:pt>
              <c:pt idx="54">
                <c:v>64.50258360710379</c:v>
              </c:pt>
              <c:pt idx="55">
                <c:v>64.50258360710379</c:v>
              </c:pt>
              <c:pt idx="56">
                <c:v>64.50258360710379</c:v>
              </c:pt>
              <c:pt idx="57">
                <c:v>64.50258360710379</c:v>
              </c:pt>
              <c:pt idx="58">
                <c:v>64.50258360710379</c:v>
              </c:pt>
              <c:pt idx="59">
                <c:v>64.50258360710379</c:v>
              </c:pt>
              <c:pt idx="60">
                <c:v>64.50258360710379</c:v>
              </c:pt>
              <c:pt idx="61">
                <c:v>64.50258360710379</c:v>
              </c:pt>
              <c:pt idx="62">
                <c:v>64.50258360710379</c:v>
              </c:pt>
              <c:pt idx="63">
                <c:v>64.50258360710379</c:v>
              </c:pt>
              <c:pt idx="64">
                <c:v>64.50258360710379</c:v>
              </c:pt>
              <c:pt idx="65">
                <c:v>64.50258360710379</c:v>
              </c:pt>
              <c:pt idx="66">
                <c:v>64.50258360710379</c:v>
              </c:pt>
              <c:pt idx="67">
                <c:v>64.50258360710379</c:v>
              </c:pt>
              <c:pt idx="68">
                <c:v>64.50258360710379</c:v>
              </c:pt>
              <c:pt idx="69">
                <c:v>64.50258360710379</c:v>
              </c:pt>
              <c:pt idx="70">
                <c:v>64.50258360710379</c:v>
              </c:pt>
              <c:pt idx="71">
                <c:v>64.50258360710379</c:v>
              </c:pt>
              <c:pt idx="72">
                <c:v>64.50258360710379</c:v>
              </c:pt>
              <c:pt idx="73">
                <c:v>64.50258360710379</c:v>
              </c:pt>
              <c:pt idx="74">
                <c:v>64.50258360710379</c:v>
              </c:pt>
              <c:pt idx="75">
                <c:v>64.50258360710379</c:v>
              </c:pt>
              <c:pt idx="76">
                <c:v>64.50258360710379</c:v>
              </c:pt>
              <c:pt idx="77">
                <c:v>64.50258360710379</c:v>
              </c:pt>
              <c:pt idx="78">
                <c:v>64.50258360710379</c:v>
              </c:pt>
              <c:pt idx="79">
                <c:v>64.50258360710379</c:v>
              </c:pt>
              <c:pt idx="80">
                <c:v>64.50258360710379</c:v>
              </c:pt>
              <c:pt idx="81">
                <c:v>64.50258360710379</c:v>
              </c:pt>
              <c:pt idx="82">
                <c:v>64.50258360710379</c:v>
              </c:pt>
              <c:pt idx="83">
                <c:v>64.50258360710379</c:v>
              </c:pt>
              <c:pt idx="84">
                <c:v>64.50258360710379</c:v>
              </c:pt>
              <c:pt idx="85">
                <c:v>64.50258360710379</c:v>
              </c:pt>
              <c:pt idx="86">
                <c:v>64.50258360710379</c:v>
              </c:pt>
              <c:pt idx="87">
                <c:v>64.50258360710379</c:v>
              </c:pt>
              <c:pt idx="88">
                <c:v>64.50258360710379</c:v>
              </c:pt>
              <c:pt idx="89">
                <c:v>64.50258360710379</c:v>
              </c:pt>
              <c:pt idx="90">
                <c:v>64.50258360710379</c:v>
              </c:pt>
              <c:pt idx="91">
                <c:v>64.50258360710379</c:v>
              </c:pt>
              <c:pt idx="92">
                <c:v>64.50258360710379</c:v>
              </c:pt>
              <c:pt idx="93">
                <c:v>64.50258360710379</c:v>
              </c:pt>
              <c:pt idx="94">
                <c:v>64.50258360710379</c:v>
              </c:pt>
              <c:pt idx="95">
                <c:v>64.50258360710379</c:v>
              </c:pt>
              <c:pt idx="96">
                <c:v>64.50258360710379</c:v>
              </c:pt>
              <c:pt idx="97">
                <c:v>64.50258360710379</c:v>
              </c:pt>
              <c:pt idx="98">
                <c:v>64.50258360710379</c:v>
              </c:pt>
              <c:pt idx="99">
                <c:v>64.50258360710379</c:v>
              </c:pt>
              <c:pt idx="100">
                <c:v>64.50258360710379</c:v>
              </c:pt>
              <c:pt idx="101">
                <c:v>64.50258360710379</c:v>
              </c:pt>
              <c:pt idx="102">
                <c:v>64.50258360710379</c:v>
              </c:pt>
              <c:pt idx="103">
                <c:v>64.50258360710379</c:v>
              </c:pt>
              <c:pt idx="104">
                <c:v>64.50258360710379</c:v>
              </c:pt>
              <c:pt idx="105">
                <c:v>64.50258360710379</c:v>
              </c:pt>
              <c:pt idx="106">
                <c:v>64.50258360710379</c:v>
              </c:pt>
              <c:pt idx="107">
                <c:v>64.50258360710379</c:v>
              </c:pt>
              <c:pt idx="108">
                <c:v>64.50258360710379</c:v>
              </c:pt>
              <c:pt idx="109">
                <c:v>64.50258360710379</c:v>
              </c:pt>
              <c:pt idx="110">
                <c:v>64.50258360710379</c:v>
              </c:pt>
              <c:pt idx="111">
                <c:v>64.50258360710379</c:v>
              </c:pt>
              <c:pt idx="112">
                <c:v>64.50258360710379</c:v>
              </c:pt>
              <c:pt idx="113">
                <c:v>64.50258360710379</c:v>
              </c:pt>
              <c:pt idx="114">
                <c:v>64.50258360710379</c:v>
              </c:pt>
              <c:pt idx="115">
                <c:v>64.50258360710379</c:v>
              </c:pt>
              <c:pt idx="116">
                <c:v>64.50258360710379</c:v>
              </c:pt>
              <c:pt idx="117">
                <c:v>64.50258360710379</c:v>
              </c:pt>
              <c:pt idx="118">
                <c:v>64.50258360710379</c:v>
              </c:pt>
              <c:pt idx="119">
                <c:v>64.50258360710379</c:v>
              </c:pt>
              <c:pt idx="120">
                <c:v>64.50258360710379</c:v>
              </c:pt>
              <c:pt idx="121">
                <c:v>64.50258360710379</c:v>
              </c:pt>
              <c:pt idx="122">
                <c:v>64.50258360710379</c:v>
              </c:pt>
              <c:pt idx="123">
                <c:v>64.50258360710379</c:v>
              </c:pt>
              <c:pt idx="124">
                <c:v>64.50258360710379</c:v>
              </c:pt>
              <c:pt idx="125">
                <c:v>64.50258360710379</c:v>
              </c:pt>
              <c:pt idx="126">
                <c:v>64.50258360710379</c:v>
              </c:pt>
              <c:pt idx="127">
                <c:v>64.50258360710379</c:v>
              </c:pt>
              <c:pt idx="128">
                <c:v>64.50258360710379</c:v>
              </c:pt>
              <c:pt idx="129">
                <c:v>64.50258360710379</c:v>
              </c:pt>
              <c:pt idx="130">
                <c:v>64.50258360710379</c:v>
              </c:pt>
              <c:pt idx="131">
                <c:v>64.50258360710379</c:v>
              </c:pt>
              <c:pt idx="132">
                <c:v>64.50258360710379</c:v>
              </c:pt>
              <c:pt idx="133">
                <c:v>64.50258360710379</c:v>
              </c:pt>
              <c:pt idx="134">
                <c:v>64.50258360710379</c:v>
              </c:pt>
              <c:pt idx="135">
                <c:v>64.50258360710379</c:v>
              </c:pt>
              <c:pt idx="136">
                <c:v>64.50258360710379</c:v>
              </c:pt>
              <c:pt idx="137">
                <c:v>64.50258360710379</c:v>
              </c:pt>
              <c:pt idx="138">
                <c:v>64.50258360710379</c:v>
              </c:pt>
              <c:pt idx="139">
                <c:v>64.50258360710379</c:v>
              </c:pt>
              <c:pt idx="140">
                <c:v>64.50258360710379</c:v>
              </c:pt>
              <c:pt idx="141">
                <c:v>64.50258360710379</c:v>
              </c:pt>
              <c:pt idx="142">
                <c:v>64.50258360710379</c:v>
              </c:pt>
              <c:pt idx="143">
                <c:v>64.50258360710379</c:v>
              </c:pt>
              <c:pt idx="144">
                <c:v>64.50258360710379</c:v>
              </c:pt>
              <c:pt idx="145">
                <c:v>64.50258360710379</c:v>
              </c:pt>
              <c:pt idx="146">
                <c:v>64.50258360710379</c:v>
              </c:pt>
              <c:pt idx="147">
                <c:v>64.50258360710379</c:v>
              </c:pt>
              <c:pt idx="148">
                <c:v>64.50258360710379</c:v>
              </c:pt>
              <c:pt idx="149">
                <c:v>64.50258360710379</c:v>
              </c:pt>
              <c:pt idx="150">
                <c:v>64.50258360710379</c:v>
              </c:pt>
              <c:pt idx="151">
                <c:v>64.50258360710379</c:v>
              </c:pt>
              <c:pt idx="152">
                <c:v>64.50258360710379</c:v>
              </c:pt>
              <c:pt idx="153">
                <c:v>64.50258360710379</c:v>
              </c:pt>
              <c:pt idx="154">
                <c:v>64.50258360710379</c:v>
              </c:pt>
              <c:pt idx="155">
                <c:v>64.50258360710379</c:v>
              </c:pt>
              <c:pt idx="156">
                <c:v>64.50258360710379</c:v>
              </c:pt>
              <c:pt idx="157">
                <c:v>64.50258360710379</c:v>
              </c:pt>
              <c:pt idx="158">
                <c:v>64.50258360710379</c:v>
              </c:pt>
              <c:pt idx="159">
                <c:v>64.50258360710379</c:v>
              </c:pt>
              <c:pt idx="160">
                <c:v>64.50258360710379</c:v>
              </c:pt>
              <c:pt idx="161">
                <c:v>64.50258360710379</c:v>
              </c:pt>
              <c:pt idx="162">
                <c:v>64.50258360710379</c:v>
              </c:pt>
              <c:pt idx="163">
                <c:v>64.50258360710379</c:v>
              </c:pt>
              <c:pt idx="164">
                <c:v>64.50258360710379</c:v>
              </c:pt>
              <c:pt idx="165">
                <c:v>64.50258360710379</c:v>
              </c:pt>
              <c:pt idx="166">
                <c:v>64.50258360710379</c:v>
              </c:pt>
              <c:pt idx="167">
                <c:v>64.50258360710379</c:v>
              </c:pt>
              <c:pt idx="168">
                <c:v>64.50258360710379</c:v>
              </c:pt>
              <c:pt idx="169">
                <c:v>64.50258360710379</c:v>
              </c:pt>
              <c:pt idx="170">
                <c:v>64.50258360710379</c:v>
              </c:pt>
              <c:pt idx="171">
                <c:v>64.50258360710379</c:v>
              </c:pt>
              <c:pt idx="172">
                <c:v>64.50258360710379</c:v>
              </c:pt>
              <c:pt idx="173">
                <c:v>64.50258360710379</c:v>
              </c:pt>
              <c:pt idx="174">
                <c:v>64.50258360710379</c:v>
              </c:pt>
              <c:pt idx="175">
                <c:v>64.50258360710379</c:v>
              </c:pt>
              <c:pt idx="176">
                <c:v>64.50258360710379</c:v>
              </c:pt>
              <c:pt idx="177">
                <c:v>64.50258360710379</c:v>
              </c:pt>
              <c:pt idx="178">
                <c:v>64.50258360710379</c:v>
              </c:pt>
              <c:pt idx="179">
                <c:v>64.50258360710379</c:v>
              </c:pt>
              <c:pt idx="180">
                <c:v>64.50258360710379</c:v>
              </c:pt>
              <c:pt idx="181">
                <c:v>64.50258360710379</c:v>
              </c:pt>
              <c:pt idx="182">
                <c:v>64.50258360710379</c:v>
              </c:pt>
              <c:pt idx="183">
                <c:v>64.50258360710379</c:v>
              </c:pt>
              <c:pt idx="184">
                <c:v>64.50258360710379</c:v>
              </c:pt>
              <c:pt idx="185">
                <c:v>64.50258360710379</c:v>
              </c:pt>
              <c:pt idx="186">
                <c:v>64.50258360710379</c:v>
              </c:pt>
              <c:pt idx="187">
                <c:v>64.50258360710379</c:v>
              </c:pt>
              <c:pt idx="188">
                <c:v>64.50258360710379</c:v>
              </c:pt>
              <c:pt idx="189">
                <c:v>64.50258360710379</c:v>
              </c:pt>
              <c:pt idx="190">
                <c:v>64.50258360710379</c:v>
              </c:pt>
              <c:pt idx="191">
                <c:v>64.50258360710379</c:v>
              </c:pt>
              <c:pt idx="192">
                <c:v>64.50258360710379</c:v>
              </c:pt>
              <c:pt idx="193">
                <c:v>64.50258360710379</c:v>
              </c:pt>
              <c:pt idx="194">
                <c:v>64.50258360710379</c:v>
              </c:pt>
              <c:pt idx="195">
                <c:v>64.50258360710379</c:v>
              </c:pt>
              <c:pt idx="196">
                <c:v>64.50258360710379</c:v>
              </c:pt>
              <c:pt idx="197">
                <c:v>64.50258360710379</c:v>
              </c:pt>
              <c:pt idx="198">
                <c:v>64.50258360710379</c:v>
              </c:pt>
              <c:pt idx="199">
                <c:v>64.50258360710379</c:v>
              </c:pt>
              <c:pt idx="200">
                <c:v>64.50258360710379</c:v>
              </c:pt>
              <c:pt idx="201">
                <c:v>64.50258360710379</c:v>
              </c:pt>
              <c:pt idx="202">
                <c:v>64.50258360710379</c:v>
              </c:pt>
              <c:pt idx="203">
                <c:v>64.50258360710379</c:v>
              </c:pt>
              <c:pt idx="204">
                <c:v>64.50258360710379</c:v>
              </c:pt>
              <c:pt idx="205">
                <c:v>64.50258360710379</c:v>
              </c:pt>
              <c:pt idx="206">
                <c:v>64.50258360710379</c:v>
              </c:pt>
              <c:pt idx="207">
                <c:v>64.50258360710379</c:v>
              </c:pt>
              <c:pt idx="208">
                <c:v>64.50258360710379</c:v>
              </c:pt>
              <c:pt idx="209">
                <c:v>64.50258360710379</c:v>
              </c:pt>
              <c:pt idx="210">
                <c:v>64.50258360710379</c:v>
              </c:pt>
              <c:pt idx="211">
                <c:v>64.50258360710379</c:v>
              </c:pt>
              <c:pt idx="212">
                <c:v>64.50258360710379</c:v>
              </c:pt>
              <c:pt idx="213">
                <c:v>64.50258360710379</c:v>
              </c:pt>
              <c:pt idx="214">
                <c:v>64.50258360710379</c:v>
              </c:pt>
              <c:pt idx="215">
                <c:v>64.50258360710379</c:v>
              </c:pt>
              <c:pt idx="216">
                <c:v>64.50258360710379</c:v>
              </c:pt>
              <c:pt idx="217">
                <c:v>64.50258360710379</c:v>
              </c:pt>
              <c:pt idx="218">
                <c:v>64.50258360710379</c:v>
              </c:pt>
              <c:pt idx="219">
                <c:v>64.50258360710379</c:v>
              </c:pt>
              <c:pt idx="220">
                <c:v>64.50258360710379</c:v>
              </c:pt>
              <c:pt idx="221">
                <c:v>64.50258360710379</c:v>
              </c:pt>
              <c:pt idx="222">
                <c:v>64.50258360710379</c:v>
              </c:pt>
              <c:pt idx="223">
                <c:v>64.50258360710379</c:v>
              </c:pt>
              <c:pt idx="224">
                <c:v>64.50258360710379</c:v>
              </c:pt>
              <c:pt idx="225">
                <c:v>64.50258360710379</c:v>
              </c:pt>
              <c:pt idx="226">
                <c:v>64.50258360710379</c:v>
              </c:pt>
              <c:pt idx="227">
                <c:v>64.50258360710379</c:v>
              </c:pt>
              <c:pt idx="228">
                <c:v>64.50258360710379</c:v>
              </c:pt>
              <c:pt idx="229">
                <c:v>64.50258360710379</c:v>
              </c:pt>
              <c:pt idx="230">
                <c:v>64.50258360710379</c:v>
              </c:pt>
              <c:pt idx="231">
                <c:v>64.50258360710379</c:v>
              </c:pt>
              <c:pt idx="232">
                <c:v>64.50258360710379</c:v>
              </c:pt>
              <c:pt idx="233">
                <c:v>64.50258360710379</c:v>
              </c:pt>
              <c:pt idx="234">
                <c:v>64.50258360710379</c:v>
              </c:pt>
              <c:pt idx="235">
                <c:v>64.50258360710379</c:v>
              </c:pt>
              <c:pt idx="236">
                <c:v>64.50258360710379</c:v>
              </c:pt>
              <c:pt idx="237">
                <c:v>64.50258360710379</c:v>
              </c:pt>
              <c:pt idx="238">
                <c:v>64.50258360710379</c:v>
              </c:pt>
              <c:pt idx="239">
                <c:v>64.50258360710379</c:v>
              </c:pt>
              <c:pt idx="240">
                <c:v>64.50258360710379</c:v>
              </c:pt>
              <c:pt idx="241">
                <c:v>64.50258360710379</c:v>
              </c:pt>
              <c:pt idx="242">
                <c:v>64.50258360710379</c:v>
              </c:pt>
              <c:pt idx="243">
                <c:v>64.50258360710379</c:v>
              </c:pt>
              <c:pt idx="244">
                <c:v>64.50258360710379</c:v>
              </c:pt>
              <c:pt idx="245">
                <c:v>64.50258360710379</c:v>
              </c:pt>
              <c:pt idx="246">
                <c:v>64.50258360710379</c:v>
              </c:pt>
              <c:pt idx="247">
                <c:v>64.50258360710379</c:v>
              </c:pt>
              <c:pt idx="248">
                <c:v>64.50258360710379</c:v>
              </c:pt>
              <c:pt idx="249">
                <c:v>64.50258360710379</c:v>
              </c:pt>
              <c:pt idx="250">
                <c:v>64.50258360710379</c:v>
              </c:pt>
              <c:pt idx="251">
                <c:v>64.50258360710379</c:v>
              </c:pt>
              <c:pt idx="252">
                <c:v>64.50258360710379</c:v>
              </c:pt>
              <c:pt idx="253">
                <c:v>64.50258360710379</c:v>
              </c:pt>
              <c:pt idx="254">
                <c:v>64.50258360710379</c:v>
              </c:pt>
              <c:pt idx="255">
                <c:v>64.50258360710379</c:v>
              </c:pt>
              <c:pt idx="256">
                <c:v>64.50258360710379</c:v>
              </c:pt>
              <c:pt idx="257">
                <c:v>64.50258360710379</c:v>
              </c:pt>
              <c:pt idx="258">
                <c:v>64.50258360710379</c:v>
              </c:pt>
              <c:pt idx="259">
                <c:v>64.50258360710379</c:v>
              </c:pt>
              <c:pt idx="260">
                <c:v>64.50258360710379</c:v>
              </c:pt>
              <c:pt idx="261">
                <c:v>64.50258360710379</c:v>
              </c:pt>
              <c:pt idx="262">
                <c:v>64.50258360710379</c:v>
              </c:pt>
              <c:pt idx="263">
                <c:v>64.50258360710379</c:v>
              </c:pt>
              <c:pt idx="264">
                <c:v>64.50258360710379</c:v>
              </c:pt>
              <c:pt idx="265">
                <c:v>64.50258360710379</c:v>
              </c:pt>
              <c:pt idx="266">
                <c:v>64.50258360710379</c:v>
              </c:pt>
              <c:pt idx="267">
                <c:v>64.50258360710379</c:v>
              </c:pt>
              <c:pt idx="268">
                <c:v>64.50258360710379</c:v>
              </c:pt>
              <c:pt idx="269">
                <c:v>64.50258360710379</c:v>
              </c:pt>
              <c:pt idx="270">
                <c:v>64.50258360710379</c:v>
              </c:pt>
              <c:pt idx="271">
                <c:v>64.50258360710379</c:v>
              </c:pt>
              <c:pt idx="272">
                <c:v>64.50258360710379</c:v>
              </c:pt>
              <c:pt idx="273">
                <c:v>64.50258360710379</c:v>
              </c:pt>
              <c:pt idx="274">
                <c:v>64.50258360710379</c:v>
              </c:pt>
              <c:pt idx="275">
                <c:v>64.50258360710379</c:v>
              </c:pt>
              <c:pt idx="276">
                <c:v>64.50258360710379</c:v>
              </c:pt>
              <c:pt idx="277">
                <c:v>64.50258360710379</c:v>
              </c:pt>
              <c:pt idx="278">
                <c:v>64.50258360710379</c:v>
              </c:pt>
              <c:pt idx="279">
                <c:v>64.50258360710379</c:v>
              </c:pt>
              <c:pt idx="280">
                <c:v>64.50258360710379</c:v>
              </c:pt>
              <c:pt idx="281">
                <c:v>64.50258360710379</c:v>
              </c:pt>
              <c:pt idx="282">
                <c:v>64.50258360710379</c:v>
              </c:pt>
              <c:pt idx="283">
                <c:v>64.50258360710379</c:v>
              </c:pt>
              <c:pt idx="284">
                <c:v>64.50258360710379</c:v>
              </c:pt>
              <c:pt idx="285">
                <c:v>64.50258360710379</c:v>
              </c:pt>
              <c:pt idx="286">
                <c:v>64.50258360710379</c:v>
              </c:pt>
              <c:pt idx="287">
                <c:v>64.50258360710379</c:v>
              </c:pt>
              <c:pt idx="288">
                <c:v>64.50258360710379</c:v>
              </c:pt>
              <c:pt idx="289">
                <c:v>64.50258360710379</c:v>
              </c:pt>
              <c:pt idx="290">
                <c:v>64.50258360710379</c:v>
              </c:pt>
              <c:pt idx="291">
                <c:v>64.50258360710379</c:v>
              </c:pt>
              <c:pt idx="292">
                <c:v>64.50258360710379</c:v>
              </c:pt>
              <c:pt idx="293">
                <c:v>64.50258360710379</c:v>
              </c:pt>
              <c:pt idx="294">
                <c:v>64.50258360710379</c:v>
              </c:pt>
              <c:pt idx="295">
                <c:v>64.50258360710379</c:v>
              </c:pt>
              <c:pt idx="296">
                <c:v>64.50258360710379</c:v>
              </c:pt>
              <c:pt idx="297">
                <c:v>64.50258360710379</c:v>
              </c:pt>
              <c:pt idx="298">
                <c:v>64.50258360710379</c:v>
              </c:pt>
              <c:pt idx="299">
                <c:v>64.50258360710379</c:v>
              </c:pt>
              <c:pt idx="300">
                <c:v>64.50258360710379</c:v>
              </c:pt>
              <c:pt idx="301">
                <c:v>64.50258360710379</c:v>
              </c:pt>
              <c:pt idx="302">
                <c:v>64.50258360710379</c:v>
              </c:pt>
              <c:pt idx="303">
                <c:v>64.50258360710379</c:v>
              </c:pt>
              <c:pt idx="304">
                <c:v>64.50258360710379</c:v>
              </c:pt>
              <c:pt idx="305">
                <c:v>64.50258360710379</c:v>
              </c:pt>
              <c:pt idx="306">
                <c:v>64.50258360710379</c:v>
              </c:pt>
              <c:pt idx="307">
                <c:v>64.50258360710379</c:v>
              </c:pt>
              <c:pt idx="308">
                <c:v>64.50258360710379</c:v>
              </c:pt>
              <c:pt idx="309">
                <c:v>64.50258360710379</c:v>
              </c:pt>
              <c:pt idx="310">
                <c:v>64.50258360710379</c:v>
              </c:pt>
              <c:pt idx="311">
                <c:v>64.50258360710379</c:v>
              </c:pt>
              <c:pt idx="312">
                <c:v>64.50258360710379</c:v>
              </c:pt>
              <c:pt idx="313">
                <c:v>64.50258360710379</c:v>
              </c:pt>
              <c:pt idx="314">
                <c:v>64.50258360710379</c:v>
              </c:pt>
              <c:pt idx="315">
                <c:v>64.50258360710379</c:v>
              </c:pt>
              <c:pt idx="316">
                <c:v>64.50258360710379</c:v>
              </c:pt>
              <c:pt idx="317">
                <c:v>64.50258360710379</c:v>
              </c:pt>
              <c:pt idx="318">
                <c:v>64.50258360710379</c:v>
              </c:pt>
              <c:pt idx="319">
                <c:v>64.50258360710379</c:v>
              </c:pt>
              <c:pt idx="320">
                <c:v>64.50258360710379</c:v>
              </c:pt>
              <c:pt idx="321">
                <c:v>64.50258360710379</c:v>
              </c:pt>
              <c:pt idx="322">
                <c:v>64.50258360710379</c:v>
              </c:pt>
              <c:pt idx="323">
                <c:v>64.50258360710379</c:v>
              </c:pt>
              <c:pt idx="324">
                <c:v>64.50258360710379</c:v>
              </c:pt>
              <c:pt idx="325">
                <c:v>64.50258360710379</c:v>
              </c:pt>
              <c:pt idx="326">
                <c:v>64.50258360710379</c:v>
              </c:pt>
              <c:pt idx="327">
                <c:v>64.50258360710379</c:v>
              </c:pt>
              <c:pt idx="328">
                <c:v>64.50258360710379</c:v>
              </c:pt>
              <c:pt idx="329">
                <c:v>64.50258360710379</c:v>
              </c:pt>
              <c:pt idx="330">
                <c:v>64.50258360710379</c:v>
              </c:pt>
              <c:pt idx="331">
                <c:v>64.50258360710379</c:v>
              </c:pt>
              <c:pt idx="332">
                <c:v>64.50258360710379</c:v>
              </c:pt>
              <c:pt idx="333">
                <c:v>64.50258360710379</c:v>
              </c:pt>
              <c:pt idx="334">
                <c:v>64.50258360710379</c:v>
              </c:pt>
              <c:pt idx="335">
                <c:v>64.50258360710379</c:v>
              </c:pt>
              <c:pt idx="336">
                <c:v>64.50258360710379</c:v>
              </c:pt>
              <c:pt idx="337">
                <c:v>64.50258360710379</c:v>
              </c:pt>
              <c:pt idx="338">
                <c:v>64.50258360710379</c:v>
              </c:pt>
              <c:pt idx="339">
                <c:v>64.50258360710379</c:v>
              </c:pt>
              <c:pt idx="340">
                <c:v>64.50258360710379</c:v>
              </c:pt>
              <c:pt idx="341">
                <c:v>64.50258360710379</c:v>
              </c:pt>
              <c:pt idx="342">
                <c:v>64.50258360710379</c:v>
              </c:pt>
              <c:pt idx="343">
                <c:v>64.50258360710379</c:v>
              </c:pt>
              <c:pt idx="344">
                <c:v>64.50258360710379</c:v>
              </c:pt>
              <c:pt idx="345">
                <c:v>64.50258360710379</c:v>
              </c:pt>
              <c:pt idx="346">
                <c:v>64.50258360710379</c:v>
              </c:pt>
              <c:pt idx="347">
                <c:v>64.50258360710379</c:v>
              </c:pt>
              <c:pt idx="348">
                <c:v>64.50258360710379</c:v>
              </c:pt>
              <c:pt idx="349">
                <c:v>64.50258360710379</c:v>
              </c:pt>
              <c:pt idx="350">
                <c:v>64.50258360710379</c:v>
              </c:pt>
              <c:pt idx="351">
                <c:v>64.50258360710379</c:v>
              </c:pt>
              <c:pt idx="352">
                <c:v>64.50258360710379</c:v>
              </c:pt>
              <c:pt idx="353">
                <c:v>64.50258360710379</c:v>
              </c:pt>
              <c:pt idx="354">
                <c:v>64.50258360710379</c:v>
              </c:pt>
              <c:pt idx="355">
                <c:v>64.50258360710379</c:v>
              </c:pt>
              <c:pt idx="356">
                <c:v>64.50258360710379</c:v>
              </c:pt>
              <c:pt idx="357">
                <c:v>64.50258360710379</c:v>
              </c:pt>
              <c:pt idx="358">
                <c:v>64.50258360710379</c:v>
              </c:pt>
              <c:pt idx="359">
                <c:v>64.50258360710379</c:v>
              </c:pt>
              <c:pt idx="360">
                <c:v>64.50258360710379</c:v>
              </c:pt>
              <c:pt idx="361">
                <c:v>64.50258360710379</c:v>
              </c:pt>
              <c:pt idx="362">
                <c:v>64.50258360710379</c:v>
              </c:pt>
              <c:pt idx="363">
                <c:v>64.50258360710379</c:v>
              </c:pt>
              <c:pt idx="364">
                <c:v>64.50258360710379</c:v>
              </c:pt>
              <c:pt idx="365">
                <c:v>64.50258360710379</c:v>
              </c:pt>
              <c:pt idx="366">
                <c:v>64.50258360710379</c:v>
              </c:pt>
              <c:pt idx="367">
                <c:v>64.50258360710379</c:v>
              </c:pt>
              <c:pt idx="368">
                <c:v>64.50258360710379</c:v>
              </c:pt>
              <c:pt idx="369">
                <c:v>64.50258360710379</c:v>
              </c:pt>
              <c:pt idx="370">
                <c:v>64.50258360710379</c:v>
              </c:pt>
              <c:pt idx="371">
                <c:v>64.50258360710379</c:v>
              </c:pt>
              <c:pt idx="372">
                <c:v>64.50258360710379</c:v>
              </c:pt>
              <c:pt idx="373">
                <c:v>64.50258360710379</c:v>
              </c:pt>
              <c:pt idx="374">
                <c:v>64.50258360710379</c:v>
              </c:pt>
              <c:pt idx="375">
                <c:v>64.50258360710379</c:v>
              </c:pt>
              <c:pt idx="376">
                <c:v>64.50258360710379</c:v>
              </c:pt>
              <c:pt idx="377">
                <c:v>64.50258360710379</c:v>
              </c:pt>
              <c:pt idx="378">
                <c:v>64.50258360710379</c:v>
              </c:pt>
              <c:pt idx="379">
                <c:v>64.50258360710379</c:v>
              </c:pt>
              <c:pt idx="380">
                <c:v>64.50258360710379</c:v>
              </c:pt>
              <c:pt idx="381">
                <c:v>64.50258360710379</c:v>
              </c:pt>
              <c:pt idx="382">
                <c:v>64.50258360710379</c:v>
              </c:pt>
              <c:pt idx="383">
                <c:v>64.50258360710379</c:v>
              </c:pt>
              <c:pt idx="384">
                <c:v>64.50258360710379</c:v>
              </c:pt>
              <c:pt idx="385">
                <c:v>64.50258360710379</c:v>
              </c:pt>
              <c:pt idx="386">
                <c:v>64.50258360710379</c:v>
              </c:pt>
              <c:pt idx="387">
                <c:v>64.50258360710379</c:v>
              </c:pt>
              <c:pt idx="388">
                <c:v>64.50258360710379</c:v>
              </c:pt>
              <c:pt idx="389">
                <c:v>64.50258360710379</c:v>
              </c:pt>
              <c:pt idx="390">
                <c:v>64.50258360710379</c:v>
              </c:pt>
              <c:pt idx="391">
                <c:v>64.50258360710379</c:v>
              </c:pt>
              <c:pt idx="392">
                <c:v>64.50258360710379</c:v>
              </c:pt>
              <c:pt idx="393">
                <c:v>64.50258360710379</c:v>
              </c:pt>
              <c:pt idx="394">
                <c:v>64.50258360710379</c:v>
              </c:pt>
              <c:pt idx="395">
                <c:v>64.50258360710379</c:v>
              </c:pt>
              <c:pt idx="396">
                <c:v>64.50258360710379</c:v>
              </c:pt>
              <c:pt idx="397">
                <c:v>64.50258360710379</c:v>
              </c:pt>
              <c:pt idx="398">
                <c:v>64.50258360710379</c:v>
              </c:pt>
              <c:pt idx="399">
                <c:v>64.50258360710379</c:v>
              </c:pt>
              <c:pt idx="400">
                <c:v>64.50258360710379</c:v>
              </c:pt>
              <c:pt idx="401">
                <c:v>64.50258360710379</c:v>
              </c:pt>
              <c:pt idx="402">
                <c:v>64.50258360710379</c:v>
              </c:pt>
              <c:pt idx="403">
                <c:v>64.50258360710379</c:v>
              </c:pt>
              <c:pt idx="404">
                <c:v>64.50258360710379</c:v>
              </c:pt>
              <c:pt idx="405">
                <c:v>64.50258360710379</c:v>
              </c:pt>
              <c:pt idx="406">
                <c:v>64.50258360710379</c:v>
              </c:pt>
              <c:pt idx="407">
                <c:v>64.50258360710379</c:v>
              </c:pt>
              <c:pt idx="408">
                <c:v>64.50258360710379</c:v>
              </c:pt>
              <c:pt idx="409">
                <c:v>64.50258360710379</c:v>
              </c:pt>
              <c:pt idx="410">
                <c:v>64.50258360710379</c:v>
              </c:pt>
              <c:pt idx="411">
                <c:v>64.50258360710379</c:v>
              </c:pt>
              <c:pt idx="412">
                <c:v>64.50258360710379</c:v>
              </c:pt>
              <c:pt idx="413">
                <c:v>64.50258360710379</c:v>
              </c:pt>
              <c:pt idx="414">
                <c:v>64.50258360710379</c:v>
              </c:pt>
              <c:pt idx="415">
                <c:v>64.50258360710379</c:v>
              </c:pt>
              <c:pt idx="416">
                <c:v>64.50258360710379</c:v>
              </c:pt>
              <c:pt idx="417">
                <c:v>64.50258360710379</c:v>
              </c:pt>
              <c:pt idx="418">
                <c:v>64.50258360710379</c:v>
              </c:pt>
              <c:pt idx="419">
                <c:v>64.50258360710379</c:v>
              </c:pt>
              <c:pt idx="420">
                <c:v>64.50258360710379</c:v>
              </c:pt>
              <c:pt idx="421">
                <c:v>64.50258360710379</c:v>
              </c:pt>
              <c:pt idx="422">
                <c:v>64.50258360710379</c:v>
              </c:pt>
              <c:pt idx="423">
                <c:v>64.50258360710379</c:v>
              </c:pt>
              <c:pt idx="424">
                <c:v>64.50258360710379</c:v>
              </c:pt>
              <c:pt idx="425">
                <c:v>64.50258360710379</c:v>
              </c:pt>
              <c:pt idx="426">
                <c:v>64.50258360710379</c:v>
              </c:pt>
              <c:pt idx="427">
                <c:v>64.50258360710379</c:v>
              </c:pt>
              <c:pt idx="428">
                <c:v>64.50258360710379</c:v>
              </c:pt>
              <c:pt idx="429">
                <c:v>64.50258360710379</c:v>
              </c:pt>
              <c:pt idx="430">
                <c:v>64.50258360710379</c:v>
              </c:pt>
              <c:pt idx="431">
                <c:v>64.50258360710379</c:v>
              </c:pt>
              <c:pt idx="432">
                <c:v>64.50258360710379</c:v>
              </c:pt>
              <c:pt idx="433">
                <c:v>64.50258360710379</c:v>
              </c:pt>
              <c:pt idx="434">
                <c:v>64.50258360710379</c:v>
              </c:pt>
              <c:pt idx="435">
                <c:v>64.50258360710379</c:v>
              </c:pt>
              <c:pt idx="436">
                <c:v>64.50258360710379</c:v>
              </c:pt>
              <c:pt idx="437">
                <c:v>64.50258360710379</c:v>
              </c:pt>
              <c:pt idx="438">
                <c:v>64.50258360710379</c:v>
              </c:pt>
              <c:pt idx="439">
                <c:v>64.50258360710379</c:v>
              </c:pt>
              <c:pt idx="440">
                <c:v>64.50258360710379</c:v>
              </c:pt>
              <c:pt idx="441">
                <c:v>64.50258360710379</c:v>
              </c:pt>
              <c:pt idx="442">
                <c:v>64.50258360710379</c:v>
              </c:pt>
              <c:pt idx="443">
                <c:v>64.50258360710379</c:v>
              </c:pt>
              <c:pt idx="444">
                <c:v>64.50258360710379</c:v>
              </c:pt>
              <c:pt idx="445">
                <c:v>64.50258360710379</c:v>
              </c:pt>
              <c:pt idx="446">
                <c:v>64.50258360710379</c:v>
              </c:pt>
              <c:pt idx="447">
                <c:v>64.50258360710379</c:v>
              </c:pt>
              <c:pt idx="448">
                <c:v>64.50258360710379</c:v>
              </c:pt>
              <c:pt idx="449">
                <c:v>64.50258360710379</c:v>
              </c:pt>
            </c:numLit>
          </c:xVal>
          <c:yVal>
            <c:numLit>
              <c:formatCode>0.0</c:formatCode>
              <c:ptCount val="450"/>
              <c:pt idx="0">
                <c:v>0.2018692505988826</c:v>
              </c:pt>
              <c:pt idx="1">
                <c:v>0.2018692505988826</c:v>
              </c:pt>
              <c:pt idx="2">
                <c:v>0.2018692505988826</c:v>
              </c:pt>
              <c:pt idx="3">
                <c:v>0.2018692505988826</c:v>
              </c:pt>
              <c:pt idx="4">
                <c:v>0.2018692505988826</c:v>
              </c:pt>
              <c:pt idx="5">
                <c:v>0.2018692505988826</c:v>
              </c:pt>
              <c:pt idx="6">
                <c:v>0.2018692505988826</c:v>
              </c:pt>
              <c:pt idx="7">
                <c:v>0.2018692505988826</c:v>
              </c:pt>
              <c:pt idx="8">
                <c:v>0.2018692505988826</c:v>
              </c:pt>
              <c:pt idx="9">
                <c:v>0.2018692505988826</c:v>
              </c:pt>
              <c:pt idx="10">
                <c:v>0.2018692505988826</c:v>
              </c:pt>
              <c:pt idx="11">
                <c:v>0.2018692505988826</c:v>
              </c:pt>
              <c:pt idx="12">
                <c:v>0.2018692505988826</c:v>
              </c:pt>
              <c:pt idx="13">
                <c:v>0.2018692505988826</c:v>
              </c:pt>
              <c:pt idx="14">
                <c:v>0.2018692505988826</c:v>
              </c:pt>
              <c:pt idx="15">
                <c:v>0.2018692505988826</c:v>
              </c:pt>
              <c:pt idx="16">
                <c:v>0.2018692505988826</c:v>
              </c:pt>
              <c:pt idx="17">
                <c:v>0.2018692505988826</c:v>
              </c:pt>
              <c:pt idx="18">
                <c:v>0.2018692505988826</c:v>
              </c:pt>
              <c:pt idx="19">
                <c:v>0.2018692505988826</c:v>
              </c:pt>
              <c:pt idx="20">
                <c:v>0.2018692505988826</c:v>
              </c:pt>
              <c:pt idx="21">
                <c:v>0.2018692505988826</c:v>
              </c:pt>
              <c:pt idx="22">
                <c:v>0.2018692505988826</c:v>
              </c:pt>
              <c:pt idx="23">
                <c:v>0.2018692505988826</c:v>
              </c:pt>
              <c:pt idx="24">
                <c:v>0.2018692505988826</c:v>
              </c:pt>
              <c:pt idx="25">
                <c:v>0.2018692505988826</c:v>
              </c:pt>
              <c:pt idx="26">
                <c:v>0.2018692505988826</c:v>
              </c:pt>
              <c:pt idx="27">
                <c:v>0.2018692505988826</c:v>
              </c:pt>
              <c:pt idx="28">
                <c:v>0.2018692505988826</c:v>
              </c:pt>
              <c:pt idx="29">
                <c:v>0.2018692505988826</c:v>
              </c:pt>
              <c:pt idx="30">
                <c:v>0.2018692505988826</c:v>
              </c:pt>
              <c:pt idx="31">
                <c:v>0.2018692505988826</c:v>
              </c:pt>
              <c:pt idx="32">
                <c:v>0.2018692505988826</c:v>
              </c:pt>
              <c:pt idx="33">
                <c:v>0.2018692505988826</c:v>
              </c:pt>
              <c:pt idx="34">
                <c:v>0.2018692505988826</c:v>
              </c:pt>
              <c:pt idx="35">
                <c:v>0.2018692505988826</c:v>
              </c:pt>
              <c:pt idx="36">
                <c:v>0.2018692505988826</c:v>
              </c:pt>
              <c:pt idx="37">
                <c:v>0.2018692505988826</c:v>
              </c:pt>
              <c:pt idx="38">
                <c:v>0.2018692505988826</c:v>
              </c:pt>
              <c:pt idx="39">
                <c:v>0.2018692505988826</c:v>
              </c:pt>
              <c:pt idx="40">
                <c:v>0.2018692505988826</c:v>
              </c:pt>
              <c:pt idx="41">
                <c:v>0.2018692505988826</c:v>
              </c:pt>
              <c:pt idx="42">
                <c:v>0.2018692505988826</c:v>
              </c:pt>
              <c:pt idx="43">
                <c:v>0.2018692505988826</c:v>
              </c:pt>
              <c:pt idx="44">
                <c:v>0.2018692505988826</c:v>
              </c:pt>
              <c:pt idx="45">
                <c:v>0.2018692505988826</c:v>
              </c:pt>
              <c:pt idx="46">
                <c:v>0.2018692505988826</c:v>
              </c:pt>
              <c:pt idx="47">
                <c:v>0.2018692505988826</c:v>
              </c:pt>
              <c:pt idx="48">
                <c:v>0.2018692505988826</c:v>
              </c:pt>
              <c:pt idx="49">
                <c:v>0.2018692505988826</c:v>
              </c:pt>
              <c:pt idx="50">
                <c:v>0.2018692505988826</c:v>
              </c:pt>
              <c:pt idx="51">
                <c:v>0.2018692505988826</c:v>
              </c:pt>
              <c:pt idx="52">
                <c:v>0.2018692505988826</c:v>
              </c:pt>
              <c:pt idx="53">
                <c:v>0.2018692505988826</c:v>
              </c:pt>
              <c:pt idx="54">
                <c:v>0.2018692505988826</c:v>
              </c:pt>
              <c:pt idx="55">
                <c:v>0.2018692505988826</c:v>
              </c:pt>
              <c:pt idx="56">
                <c:v>0.2018692505988826</c:v>
              </c:pt>
              <c:pt idx="57">
                <c:v>0.2018692505988826</c:v>
              </c:pt>
              <c:pt idx="58">
                <c:v>0.2018692505988826</c:v>
              </c:pt>
              <c:pt idx="59">
                <c:v>0.2018692505988826</c:v>
              </c:pt>
              <c:pt idx="60">
                <c:v>0.2018692505988826</c:v>
              </c:pt>
              <c:pt idx="61">
                <c:v>0.2018692505988826</c:v>
              </c:pt>
              <c:pt idx="62">
                <c:v>0.2018692505988826</c:v>
              </c:pt>
              <c:pt idx="63">
                <c:v>0.2018692505988826</c:v>
              </c:pt>
              <c:pt idx="64">
                <c:v>0.2018692505988826</c:v>
              </c:pt>
              <c:pt idx="65">
                <c:v>0.2018692505988826</c:v>
              </c:pt>
              <c:pt idx="66">
                <c:v>0.2018692505988826</c:v>
              </c:pt>
              <c:pt idx="67">
                <c:v>0.2018692505988826</c:v>
              </c:pt>
              <c:pt idx="68">
                <c:v>0.2018692505988826</c:v>
              </c:pt>
              <c:pt idx="69">
                <c:v>0.2018692505988826</c:v>
              </c:pt>
              <c:pt idx="70">
                <c:v>0.2018692505988826</c:v>
              </c:pt>
              <c:pt idx="71">
                <c:v>0.2018692505988826</c:v>
              </c:pt>
              <c:pt idx="72">
                <c:v>0.2018692505988826</c:v>
              </c:pt>
              <c:pt idx="73">
                <c:v>0.2018692505988826</c:v>
              </c:pt>
              <c:pt idx="74">
                <c:v>0.2018692505988826</c:v>
              </c:pt>
              <c:pt idx="75">
                <c:v>0.2018692505988826</c:v>
              </c:pt>
              <c:pt idx="76">
                <c:v>0.2018692505988826</c:v>
              </c:pt>
              <c:pt idx="77">
                <c:v>0.2018692505988826</c:v>
              </c:pt>
              <c:pt idx="78">
                <c:v>0.2018692505988826</c:v>
              </c:pt>
              <c:pt idx="79">
                <c:v>0.2018692505988826</c:v>
              </c:pt>
              <c:pt idx="80">
                <c:v>0.2018692505988826</c:v>
              </c:pt>
              <c:pt idx="81">
                <c:v>0.2018692505988826</c:v>
              </c:pt>
              <c:pt idx="82">
                <c:v>0.2018692505988826</c:v>
              </c:pt>
              <c:pt idx="83">
                <c:v>0.2018692505988826</c:v>
              </c:pt>
              <c:pt idx="84">
                <c:v>0.2018692505988826</c:v>
              </c:pt>
              <c:pt idx="85">
                <c:v>0.2018692505988826</c:v>
              </c:pt>
              <c:pt idx="86">
                <c:v>0.2018692505988826</c:v>
              </c:pt>
              <c:pt idx="87">
                <c:v>0.2018692505988826</c:v>
              </c:pt>
              <c:pt idx="88">
                <c:v>0.2018692505988826</c:v>
              </c:pt>
              <c:pt idx="89">
                <c:v>0.2018692505988826</c:v>
              </c:pt>
              <c:pt idx="90">
                <c:v>0.2018692505988826</c:v>
              </c:pt>
              <c:pt idx="91">
                <c:v>0.2018692505988826</c:v>
              </c:pt>
              <c:pt idx="92">
                <c:v>0.2018692505988826</c:v>
              </c:pt>
              <c:pt idx="93">
                <c:v>0.2018692505988826</c:v>
              </c:pt>
              <c:pt idx="94">
                <c:v>0.2018692505988826</c:v>
              </c:pt>
              <c:pt idx="95">
                <c:v>0.2018692505988826</c:v>
              </c:pt>
              <c:pt idx="96">
                <c:v>0.2018692505988826</c:v>
              </c:pt>
              <c:pt idx="97">
                <c:v>0.2018692505988826</c:v>
              </c:pt>
              <c:pt idx="98">
                <c:v>0.2018692505988826</c:v>
              </c:pt>
              <c:pt idx="99">
                <c:v>0.2018692505988826</c:v>
              </c:pt>
              <c:pt idx="100">
                <c:v>0.2018692505988826</c:v>
              </c:pt>
              <c:pt idx="101">
                <c:v>0.2018692505988826</c:v>
              </c:pt>
              <c:pt idx="102">
                <c:v>0.2018692505988826</c:v>
              </c:pt>
              <c:pt idx="103">
                <c:v>0.2018692505988826</c:v>
              </c:pt>
              <c:pt idx="104">
                <c:v>0.2018692505988826</c:v>
              </c:pt>
              <c:pt idx="105">
                <c:v>0.2018692505988826</c:v>
              </c:pt>
              <c:pt idx="106">
                <c:v>0.2018692505988826</c:v>
              </c:pt>
              <c:pt idx="107">
                <c:v>0.2018692505988826</c:v>
              </c:pt>
              <c:pt idx="108">
                <c:v>0.2018692505988826</c:v>
              </c:pt>
              <c:pt idx="109">
                <c:v>0.2018692505988826</c:v>
              </c:pt>
              <c:pt idx="110">
                <c:v>0.2018692505988826</c:v>
              </c:pt>
              <c:pt idx="111">
                <c:v>0.2018692505988826</c:v>
              </c:pt>
              <c:pt idx="112">
                <c:v>0.2018692505988826</c:v>
              </c:pt>
              <c:pt idx="113">
                <c:v>0.2018692505988826</c:v>
              </c:pt>
              <c:pt idx="114">
                <c:v>0.2018692505988826</c:v>
              </c:pt>
              <c:pt idx="115">
                <c:v>0.2018692505988826</c:v>
              </c:pt>
              <c:pt idx="116">
                <c:v>0.2018692505988826</c:v>
              </c:pt>
              <c:pt idx="117">
                <c:v>0.2018692505988826</c:v>
              </c:pt>
              <c:pt idx="118">
                <c:v>0.2018692505988826</c:v>
              </c:pt>
              <c:pt idx="119">
                <c:v>0.2018692505988826</c:v>
              </c:pt>
              <c:pt idx="120">
                <c:v>0.2018692505988826</c:v>
              </c:pt>
              <c:pt idx="121">
                <c:v>0.2018692505988826</c:v>
              </c:pt>
              <c:pt idx="122">
                <c:v>0.2018692505988826</c:v>
              </c:pt>
              <c:pt idx="123">
                <c:v>0.2018692505988826</c:v>
              </c:pt>
              <c:pt idx="124">
                <c:v>0.2018692505988826</c:v>
              </c:pt>
              <c:pt idx="125">
                <c:v>0.2018692505988826</c:v>
              </c:pt>
              <c:pt idx="126">
                <c:v>0.2018692505988826</c:v>
              </c:pt>
              <c:pt idx="127">
                <c:v>0.2018692505988826</c:v>
              </c:pt>
              <c:pt idx="128">
                <c:v>0.2018692505988826</c:v>
              </c:pt>
              <c:pt idx="129">
                <c:v>0.2018692505988826</c:v>
              </c:pt>
              <c:pt idx="130">
                <c:v>0.2018692505988826</c:v>
              </c:pt>
              <c:pt idx="131">
                <c:v>0.2018692505988826</c:v>
              </c:pt>
              <c:pt idx="132">
                <c:v>0.2018692505988826</c:v>
              </c:pt>
              <c:pt idx="133">
                <c:v>0.2018692505988826</c:v>
              </c:pt>
              <c:pt idx="134">
                <c:v>0.2018692505988826</c:v>
              </c:pt>
              <c:pt idx="135">
                <c:v>0.2018692505988826</c:v>
              </c:pt>
              <c:pt idx="136">
                <c:v>0.2018692505988826</c:v>
              </c:pt>
              <c:pt idx="137">
                <c:v>0.2018692505988826</c:v>
              </c:pt>
              <c:pt idx="138">
                <c:v>0.2018692505988826</c:v>
              </c:pt>
              <c:pt idx="139">
                <c:v>0.2018692505988826</c:v>
              </c:pt>
              <c:pt idx="140">
                <c:v>0.2018692505988826</c:v>
              </c:pt>
              <c:pt idx="141">
                <c:v>0.2018692505988826</c:v>
              </c:pt>
              <c:pt idx="142">
                <c:v>0.2018692505988826</c:v>
              </c:pt>
              <c:pt idx="143">
                <c:v>0.2018692505988826</c:v>
              </c:pt>
              <c:pt idx="144">
                <c:v>0.2018692505988826</c:v>
              </c:pt>
              <c:pt idx="145">
                <c:v>0.2018692505988826</c:v>
              </c:pt>
              <c:pt idx="146">
                <c:v>0.2018692505988826</c:v>
              </c:pt>
              <c:pt idx="147">
                <c:v>0.2018692505988826</c:v>
              </c:pt>
              <c:pt idx="148">
                <c:v>0.2018692505988826</c:v>
              </c:pt>
              <c:pt idx="149">
                <c:v>0.2018692505988826</c:v>
              </c:pt>
              <c:pt idx="150">
                <c:v>0.2018692505988826</c:v>
              </c:pt>
              <c:pt idx="151">
                <c:v>0.2018692505988826</c:v>
              </c:pt>
              <c:pt idx="152">
                <c:v>0.2018692505988826</c:v>
              </c:pt>
              <c:pt idx="153">
                <c:v>0.2018692505988826</c:v>
              </c:pt>
              <c:pt idx="154">
                <c:v>0.2018692505988826</c:v>
              </c:pt>
              <c:pt idx="155">
                <c:v>0.2018692505988826</c:v>
              </c:pt>
              <c:pt idx="156">
                <c:v>0.2018692505988826</c:v>
              </c:pt>
              <c:pt idx="157">
                <c:v>0.2018692505988826</c:v>
              </c:pt>
              <c:pt idx="158">
                <c:v>0.2018692505988826</c:v>
              </c:pt>
              <c:pt idx="159">
                <c:v>0.2018692505988826</c:v>
              </c:pt>
              <c:pt idx="160">
                <c:v>0.2018692505988826</c:v>
              </c:pt>
              <c:pt idx="161">
                <c:v>0.2018692505988826</c:v>
              </c:pt>
              <c:pt idx="162">
                <c:v>0.2018692505988826</c:v>
              </c:pt>
              <c:pt idx="163">
                <c:v>0.2018692505988826</c:v>
              </c:pt>
              <c:pt idx="164">
                <c:v>0.2018692505988826</c:v>
              </c:pt>
              <c:pt idx="165">
                <c:v>0.2018692505988826</c:v>
              </c:pt>
              <c:pt idx="166">
                <c:v>0.2018692505988826</c:v>
              </c:pt>
              <c:pt idx="167">
                <c:v>0.2018692505988826</c:v>
              </c:pt>
              <c:pt idx="168">
                <c:v>0.2018692505988826</c:v>
              </c:pt>
              <c:pt idx="169">
                <c:v>0.2018692505988826</c:v>
              </c:pt>
              <c:pt idx="170">
                <c:v>0.2018692505988826</c:v>
              </c:pt>
              <c:pt idx="171">
                <c:v>0.2018692505988826</c:v>
              </c:pt>
              <c:pt idx="172">
                <c:v>0.2018692505988826</c:v>
              </c:pt>
              <c:pt idx="173">
                <c:v>0.2018692505988826</c:v>
              </c:pt>
              <c:pt idx="174">
                <c:v>0.2018692505988826</c:v>
              </c:pt>
              <c:pt idx="175">
                <c:v>0.2018692505988826</c:v>
              </c:pt>
              <c:pt idx="176">
                <c:v>0.2018692505988826</c:v>
              </c:pt>
              <c:pt idx="177">
                <c:v>0.2018692505988826</c:v>
              </c:pt>
              <c:pt idx="178">
                <c:v>0.2018692505988826</c:v>
              </c:pt>
              <c:pt idx="179">
                <c:v>0.2018692505988826</c:v>
              </c:pt>
              <c:pt idx="180">
                <c:v>0.2018692505988826</c:v>
              </c:pt>
              <c:pt idx="181">
                <c:v>0.2018692505988826</c:v>
              </c:pt>
              <c:pt idx="182">
                <c:v>0.2018692505988826</c:v>
              </c:pt>
              <c:pt idx="183">
                <c:v>0.2018692505988826</c:v>
              </c:pt>
              <c:pt idx="184">
                <c:v>0.2018692505988826</c:v>
              </c:pt>
              <c:pt idx="185">
                <c:v>0.2018692505988826</c:v>
              </c:pt>
              <c:pt idx="186">
                <c:v>0.2018692505988826</c:v>
              </c:pt>
              <c:pt idx="187">
                <c:v>0.2018692505988826</c:v>
              </c:pt>
              <c:pt idx="188">
                <c:v>0.2018692505988826</c:v>
              </c:pt>
              <c:pt idx="189">
                <c:v>0.2018692505988826</c:v>
              </c:pt>
              <c:pt idx="190">
                <c:v>0.2018692505988826</c:v>
              </c:pt>
              <c:pt idx="191">
                <c:v>0.2018692505988826</c:v>
              </c:pt>
              <c:pt idx="192">
                <c:v>0.2018692505988826</c:v>
              </c:pt>
              <c:pt idx="193">
                <c:v>0.2018692505988826</c:v>
              </c:pt>
              <c:pt idx="194">
                <c:v>0.2018692505988826</c:v>
              </c:pt>
              <c:pt idx="195">
                <c:v>0.2018692505988826</c:v>
              </c:pt>
              <c:pt idx="196">
                <c:v>0.2018692505988826</c:v>
              </c:pt>
              <c:pt idx="197">
                <c:v>0.2018692505988826</c:v>
              </c:pt>
              <c:pt idx="198">
                <c:v>0.2018692505988826</c:v>
              </c:pt>
              <c:pt idx="199">
                <c:v>0.2018692505988826</c:v>
              </c:pt>
              <c:pt idx="200">
                <c:v>0.2018692505988826</c:v>
              </c:pt>
              <c:pt idx="201">
                <c:v>0.2018692505988826</c:v>
              </c:pt>
              <c:pt idx="202">
                <c:v>0.2018692505988826</c:v>
              </c:pt>
              <c:pt idx="203">
                <c:v>0.2018692505988826</c:v>
              </c:pt>
              <c:pt idx="204">
                <c:v>0.2018692505988826</c:v>
              </c:pt>
              <c:pt idx="205">
                <c:v>0.2018692505988826</c:v>
              </c:pt>
              <c:pt idx="206">
                <c:v>0.2018692505988826</c:v>
              </c:pt>
              <c:pt idx="207">
                <c:v>0.2018692505988826</c:v>
              </c:pt>
              <c:pt idx="208">
                <c:v>0.2018692505988826</c:v>
              </c:pt>
              <c:pt idx="209">
                <c:v>0.2018692505988826</c:v>
              </c:pt>
              <c:pt idx="210">
                <c:v>0.2018692505988826</c:v>
              </c:pt>
              <c:pt idx="211">
                <c:v>0.2018692505988826</c:v>
              </c:pt>
              <c:pt idx="212">
                <c:v>0.2018692505988826</c:v>
              </c:pt>
              <c:pt idx="213">
                <c:v>0.2018692505988826</c:v>
              </c:pt>
              <c:pt idx="214">
                <c:v>0.2018692505988826</c:v>
              </c:pt>
              <c:pt idx="215">
                <c:v>0.2018692505988826</c:v>
              </c:pt>
              <c:pt idx="216">
                <c:v>0.2018692505988826</c:v>
              </c:pt>
              <c:pt idx="217">
                <c:v>0.2018692505988826</c:v>
              </c:pt>
              <c:pt idx="218">
                <c:v>0.2018692505988826</c:v>
              </c:pt>
              <c:pt idx="219">
                <c:v>0.2018692505988826</c:v>
              </c:pt>
              <c:pt idx="220">
                <c:v>0.2018692505988826</c:v>
              </c:pt>
              <c:pt idx="221">
                <c:v>0.2018692505988826</c:v>
              </c:pt>
              <c:pt idx="222">
                <c:v>0.2018692505988826</c:v>
              </c:pt>
              <c:pt idx="223">
                <c:v>0.2018692505988826</c:v>
              </c:pt>
              <c:pt idx="224">
                <c:v>0.2018692505988826</c:v>
              </c:pt>
              <c:pt idx="225">
                <c:v>0.2018692505988826</c:v>
              </c:pt>
              <c:pt idx="226">
                <c:v>0.2018692505988826</c:v>
              </c:pt>
              <c:pt idx="227">
                <c:v>0.2018692505988826</c:v>
              </c:pt>
              <c:pt idx="228">
                <c:v>0.2018692505988826</c:v>
              </c:pt>
              <c:pt idx="229">
                <c:v>0.2018692505988826</c:v>
              </c:pt>
              <c:pt idx="230">
                <c:v>0.2018692505988826</c:v>
              </c:pt>
              <c:pt idx="231">
                <c:v>0.2018692505988826</c:v>
              </c:pt>
              <c:pt idx="232">
                <c:v>0.2018692505988826</c:v>
              </c:pt>
              <c:pt idx="233">
                <c:v>0.2018692505988826</c:v>
              </c:pt>
              <c:pt idx="234">
                <c:v>0.2018692505988826</c:v>
              </c:pt>
              <c:pt idx="235">
                <c:v>0.2018692505988826</c:v>
              </c:pt>
              <c:pt idx="236">
                <c:v>0.2018692505988826</c:v>
              </c:pt>
              <c:pt idx="237">
                <c:v>0.2018692505988826</c:v>
              </c:pt>
              <c:pt idx="238">
                <c:v>0.2018692505988826</c:v>
              </c:pt>
              <c:pt idx="239">
                <c:v>0.2018692505988826</c:v>
              </c:pt>
              <c:pt idx="240">
                <c:v>0.2018692505988826</c:v>
              </c:pt>
              <c:pt idx="241">
                <c:v>0.2018692505988826</c:v>
              </c:pt>
              <c:pt idx="242">
                <c:v>0.2018692505988826</c:v>
              </c:pt>
              <c:pt idx="243">
                <c:v>0.2018692505988826</c:v>
              </c:pt>
              <c:pt idx="244">
                <c:v>0.2018692505988826</c:v>
              </c:pt>
              <c:pt idx="245">
                <c:v>0.2018692505988826</c:v>
              </c:pt>
              <c:pt idx="246">
                <c:v>0.2018692505988826</c:v>
              </c:pt>
              <c:pt idx="247">
                <c:v>0.2018692505988826</c:v>
              </c:pt>
              <c:pt idx="248">
                <c:v>0.2018692505988826</c:v>
              </c:pt>
              <c:pt idx="249">
                <c:v>0.2018692505988826</c:v>
              </c:pt>
              <c:pt idx="250">
                <c:v>0.2018692505988826</c:v>
              </c:pt>
              <c:pt idx="251">
                <c:v>0.2018692505988826</c:v>
              </c:pt>
              <c:pt idx="252">
                <c:v>0.2018692505988826</c:v>
              </c:pt>
              <c:pt idx="253">
                <c:v>0.2018692505988826</c:v>
              </c:pt>
              <c:pt idx="254">
                <c:v>0.2018692505988826</c:v>
              </c:pt>
              <c:pt idx="255">
                <c:v>0.2018692505988826</c:v>
              </c:pt>
              <c:pt idx="256">
                <c:v>0.2018692505988826</c:v>
              </c:pt>
              <c:pt idx="257">
                <c:v>0.2018692505988826</c:v>
              </c:pt>
              <c:pt idx="258">
                <c:v>0.2018692505988826</c:v>
              </c:pt>
              <c:pt idx="259">
                <c:v>0.2018692505988826</c:v>
              </c:pt>
              <c:pt idx="260">
                <c:v>0.2018692505988826</c:v>
              </c:pt>
              <c:pt idx="261">
                <c:v>0.2018692505988826</c:v>
              </c:pt>
              <c:pt idx="262">
                <c:v>0.2018692505988826</c:v>
              </c:pt>
              <c:pt idx="263">
                <c:v>0.2018692505988826</c:v>
              </c:pt>
              <c:pt idx="264">
                <c:v>0.2018692505988826</c:v>
              </c:pt>
              <c:pt idx="265">
                <c:v>0.2018692505988826</c:v>
              </c:pt>
              <c:pt idx="266">
                <c:v>0.2018692505988826</c:v>
              </c:pt>
              <c:pt idx="267">
                <c:v>0.2018692505988826</c:v>
              </c:pt>
              <c:pt idx="268">
                <c:v>0.2018692505988826</c:v>
              </c:pt>
              <c:pt idx="269">
                <c:v>0.2018692505988826</c:v>
              </c:pt>
              <c:pt idx="270">
                <c:v>0.2018692505988826</c:v>
              </c:pt>
              <c:pt idx="271">
                <c:v>0.2018692505988826</c:v>
              </c:pt>
              <c:pt idx="272">
                <c:v>0.2018692505988826</c:v>
              </c:pt>
              <c:pt idx="273">
                <c:v>0.2018692505988826</c:v>
              </c:pt>
              <c:pt idx="274">
                <c:v>0.2018692505988826</c:v>
              </c:pt>
              <c:pt idx="275">
                <c:v>0.2018692505988826</c:v>
              </c:pt>
              <c:pt idx="276">
                <c:v>0.2018692505988826</c:v>
              </c:pt>
              <c:pt idx="277">
                <c:v>0.2018692505988826</c:v>
              </c:pt>
              <c:pt idx="278">
                <c:v>0.2018692505988826</c:v>
              </c:pt>
              <c:pt idx="279">
                <c:v>0.2018692505988826</c:v>
              </c:pt>
              <c:pt idx="280">
                <c:v>0.2018692505988826</c:v>
              </c:pt>
              <c:pt idx="281">
                <c:v>0.2018692505988826</c:v>
              </c:pt>
              <c:pt idx="282">
                <c:v>0.2018692505988826</c:v>
              </c:pt>
              <c:pt idx="283">
                <c:v>0.2018692505988826</c:v>
              </c:pt>
              <c:pt idx="284">
                <c:v>0.2018692505988826</c:v>
              </c:pt>
              <c:pt idx="285">
                <c:v>0.2018692505988826</c:v>
              </c:pt>
              <c:pt idx="286">
                <c:v>0.2018692505988826</c:v>
              </c:pt>
              <c:pt idx="287">
                <c:v>0.2018692505988826</c:v>
              </c:pt>
              <c:pt idx="288">
                <c:v>0.2018692505988826</c:v>
              </c:pt>
              <c:pt idx="289">
                <c:v>0.2018692505988826</c:v>
              </c:pt>
              <c:pt idx="290">
                <c:v>0.2018692505988826</c:v>
              </c:pt>
              <c:pt idx="291">
                <c:v>0.2018692505988826</c:v>
              </c:pt>
              <c:pt idx="292">
                <c:v>0.2018692505988826</c:v>
              </c:pt>
              <c:pt idx="293">
                <c:v>0.2018692505988826</c:v>
              </c:pt>
              <c:pt idx="294">
                <c:v>0.2018692505988826</c:v>
              </c:pt>
              <c:pt idx="295">
                <c:v>0.2018692505988826</c:v>
              </c:pt>
              <c:pt idx="296">
                <c:v>0.2018692505988826</c:v>
              </c:pt>
              <c:pt idx="297">
                <c:v>0.2018692505988826</c:v>
              </c:pt>
              <c:pt idx="298">
                <c:v>0.2018692505988826</c:v>
              </c:pt>
              <c:pt idx="299">
                <c:v>0.2018692505988826</c:v>
              </c:pt>
              <c:pt idx="300">
                <c:v>0.2018692505988826</c:v>
              </c:pt>
              <c:pt idx="301">
                <c:v>0.2018692505988826</c:v>
              </c:pt>
              <c:pt idx="302">
                <c:v>0.2018692505988826</c:v>
              </c:pt>
              <c:pt idx="303">
                <c:v>0.2018692505988826</c:v>
              </c:pt>
              <c:pt idx="304">
                <c:v>0.2018692505988826</c:v>
              </c:pt>
              <c:pt idx="305">
                <c:v>0.2018692505988826</c:v>
              </c:pt>
              <c:pt idx="306">
                <c:v>0.2018692505988826</c:v>
              </c:pt>
              <c:pt idx="307">
                <c:v>0.2018692505988826</c:v>
              </c:pt>
              <c:pt idx="308">
                <c:v>0.2018692505988826</c:v>
              </c:pt>
              <c:pt idx="309">
                <c:v>0.2018692505988826</c:v>
              </c:pt>
              <c:pt idx="310">
                <c:v>0.2018692505988826</c:v>
              </c:pt>
              <c:pt idx="311">
                <c:v>0.2018692505988826</c:v>
              </c:pt>
              <c:pt idx="312">
                <c:v>0.2018692505988826</c:v>
              </c:pt>
              <c:pt idx="313">
                <c:v>0.2018692505988826</c:v>
              </c:pt>
              <c:pt idx="314">
                <c:v>0.2018692505988826</c:v>
              </c:pt>
              <c:pt idx="315">
                <c:v>0.2018692505988826</c:v>
              </c:pt>
              <c:pt idx="316">
                <c:v>0.2018692505988826</c:v>
              </c:pt>
              <c:pt idx="317">
                <c:v>0.2018692505988826</c:v>
              </c:pt>
              <c:pt idx="318">
                <c:v>0.2018692505988826</c:v>
              </c:pt>
              <c:pt idx="319">
                <c:v>0.2018692505988826</c:v>
              </c:pt>
              <c:pt idx="320">
                <c:v>0.2018692505988826</c:v>
              </c:pt>
              <c:pt idx="321">
                <c:v>0.2018692505988826</c:v>
              </c:pt>
              <c:pt idx="322">
                <c:v>0.2018692505988826</c:v>
              </c:pt>
              <c:pt idx="323">
                <c:v>0.2018692505988826</c:v>
              </c:pt>
              <c:pt idx="324">
                <c:v>0.2018692505988826</c:v>
              </c:pt>
              <c:pt idx="325">
                <c:v>0.2018692505988826</c:v>
              </c:pt>
              <c:pt idx="326">
                <c:v>0.2018692505988826</c:v>
              </c:pt>
              <c:pt idx="327">
                <c:v>0.2018692505988826</c:v>
              </c:pt>
              <c:pt idx="328">
                <c:v>0.2018692505988826</c:v>
              </c:pt>
              <c:pt idx="329">
                <c:v>0.2018692505988826</c:v>
              </c:pt>
              <c:pt idx="330">
                <c:v>0.2018692505988826</c:v>
              </c:pt>
              <c:pt idx="331">
                <c:v>0.2018692505988826</c:v>
              </c:pt>
              <c:pt idx="332">
                <c:v>0.2018692505988826</c:v>
              </c:pt>
              <c:pt idx="333">
                <c:v>0.2018692505988826</c:v>
              </c:pt>
              <c:pt idx="334">
                <c:v>0.2018692505988826</c:v>
              </c:pt>
              <c:pt idx="335">
                <c:v>0.2018692505988826</c:v>
              </c:pt>
              <c:pt idx="336">
                <c:v>0.2018692505988826</c:v>
              </c:pt>
              <c:pt idx="337">
                <c:v>0.2018692505988826</c:v>
              </c:pt>
              <c:pt idx="338">
                <c:v>0.2018692505988826</c:v>
              </c:pt>
              <c:pt idx="339">
                <c:v>0.2018692505988826</c:v>
              </c:pt>
              <c:pt idx="340">
                <c:v>0.2018692505988826</c:v>
              </c:pt>
              <c:pt idx="341">
                <c:v>0.2018692505988826</c:v>
              </c:pt>
              <c:pt idx="342">
                <c:v>0.2018692505988826</c:v>
              </c:pt>
              <c:pt idx="343">
                <c:v>0.2018692505988826</c:v>
              </c:pt>
              <c:pt idx="344">
                <c:v>0.2018692505988826</c:v>
              </c:pt>
              <c:pt idx="345">
                <c:v>0.2018692505988826</c:v>
              </c:pt>
              <c:pt idx="346">
                <c:v>0.2018692505988826</c:v>
              </c:pt>
              <c:pt idx="347">
                <c:v>0.2018692505988826</c:v>
              </c:pt>
              <c:pt idx="348">
                <c:v>0.2018692505988826</c:v>
              </c:pt>
              <c:pt idx="349">
                <c:v>0.2018692505988826</c:v>
              </c:pt>
              <c:pt idx="350">
                <c:v>0.2018692505988826</c:v>
              </c:pt>
              <c:pt idx="351">
                <c:v>0.2018692505988826</c:v>
              </c:pt>
              <c:pt idx="352">
                <c:v>0.2018692505988826</c:v>
              </c:pt>
              <c:pt idx="353">
                <c:v>0.2018692505988826</c:v>
              </c:pt>
              <c:pt idx="354">
                <c:v>0.2018692505988826</c:v>
              </c:pt>
              <c:pt idx="355">
                <c:v>0.2018692505988826</c:v>
              </c:pt>
              <c:pt idx="356">
                <c:v>0.2018692505988826</c:v>
              </c:pt>
              <c:pt idx="357">
                <c:v>0.2018692505988826</c:v>
              </c:pt>
              <c:pt idx="358">
                <c:v>0.2018692505988826</c:v>
              </c:pt>
              <c:pt idx="359">
                <c:v>0.2018692505988826</c:v>
              </c:pt>
              <c:pt idx="360">
                <c:v>0.2018692505988826</c:v>
              </c:pt>
              <c:pt idx="361">
                <c:v>0.2018692505988826</c:v>
              </c:pt>
              <c:pt idx="362">
                <c:v>0.2018692505988826</c:v>
              </c:pt>
              <c:pt idx="363">
                <c:v>0.2018692505988826</c:v>
              </c:pt>
              <c:pt idx="364">
                <c:v>0.2018692505988826</c:v>
              </c:pt>
              <c:pt idx="365">
                <c:v>0.2018692505988826</c:v>
              </c:pt>
              <c:pt idx="366">
                <c:v>0.2018692505988826</c:v>
              </c:pt>
              <c:pt idx="367">
                <c:v>0.2018692505988826</c:v>
              </c:pt>
              <c:pt idx="368">
                <c:v>0.2018692505988826</c:v>
              </c:pt>
              <c:pt idx="369">
                <c:v>0.2018692505988826</c:v>
              </c:pt>
              <c:pt idx="370">
                <c:v>0.2018692505988826</c:v>
              </c:pt>
              <c:pt idx="371">
                <c:v>0.2018692505988826</c:v>
              </c:pt>
              <c:pt idx="372">
                <c:v>0.2018692505988826</c:v>
              </c:pt>
              <c:pt idx="373">
                <c:v>0.2018692505988826</c:v>
              </c:pt>
              <c:pt idx="374">
                <c:v>0.2018692505988826</c:v>
              </c:pt>
              <c:pt idx="375">
                <c:v>0.2018692505988826</c:v>
              </c:pt>
              <c:pt idx="376">
                <c:v>0.2018692505988826</c:v>
              </c:pt>
              <c:pt idx="377">
                <c:v>0.2018692505988826</c:v>
              </c:pt>
              <c:pt idx="378">
                <c:v>0.2018692505988826</c:v>
              </c:pt>
              <c:pt idx="379">
                <c:v>0.2018692505988826</c:v>
              </c:pt>
              <c:pt idx="380">
                <c:v>0.2018692505988826</c:v>
              </c:pt>
              <c:pt idx="381">
                <c:v>0.2018692505988826</c:v>
              </c:pt>
              <c:pt idx="382">
                <c:v>0.2018692505988826</c:v>
              </c:pt>
              <c:pt idx="383">
                <c:v>0.2018692505988826</c:v>
              </c:pt>
              <c:pt idx="384">
                <c:v>0.2018692505988826</c:v>
              </c:pt>
              <c:pt idx="385">
                <c:v>0.2018692505988826</c:v>
              </c:pt>
              <c:pt idx="386">
                <c:v>0.2018692505988826</c:v>
              </c:pt>
              <c:pt idx="387">
                <c:v>0.2018692505988826</c:v>
              </c:pt>
              <c:pt idx="388">
                <c:v>0.2018692505988826</c:v>
              </c:pt>
              <c:pt idx="389">
                <c:v>0.2018692505988826</c:v>
              </c:pt>
              <c:pt idx="390">
                <c:v>0.2018692505988826</c:v>
              </c:pt>
              <c:pt idx="391">
                <c:v>0.2018692505988826</c:v>
              </c:pt>
              <c:pt idx="392">
                <c:v>0.2018692505988826</c:v>
              </c:pt>
              <c:pt idx="393">
                <c:v>0.2018692505988826</c:v>
              </c:pt>
              <c:pt idx="394">
                <c:v>0.2018692505988826</c:v>
              </c:pt>
              <c:pt idx="395">
                <c:v>0.2018692505988826</c:v>
              </c:pt>
              <c:pt idx="396">
                <c:v>0.2018692505988826</c:v>
              </c:pt>
              <c:pt idx="397">
                <c:v>0.2018692505988826</c:v>
              </c:pt>
              <c:pt idx="398">
                <c:v>0.2018692505988826</c:v>
              </c:pt>
              <c:pt idx="399">
                <c:v>0.2018692505988826</c:v>
              </c:pt>
              <c:pt idx="400">
                <c:v>0.2018692505988826</c:v>
              </c:pt>
              <c:pt idx="401">
                <c:v>0.2018692505988826</c:v>
              </c:pt>
              <c:pt idx="402">
                <c:v>0.2018692505988826</c:v>
              </c:pt>
              <c:pt idx="403">
                <c:v>0.2018692505988826</c:v>
              </c:pt>
              <c:pt idx="404">
                <c:v>0.2018692505988826</c:v>
              </c:pt>
              <c:pt idx="405">
                <c:v>0.2018692505988826</c:v>
              </c:pt>
              <c:pt idx="406">
                <c:v>0.2018692505988826</c:v>
              </c:pt>
              <c:pt idx="407">
                <c:v>0.2018692505988826</c:v>
              </c:pt>
              <c:pt idx="408">
                <c:v>0.2018692505988826</c:v>
              </c:pt>
              <c:pt idx="409">
                <c:v>0.2018692505988826</c:v>
              </c:pt>
              <c:pt idx="410">
                <c:v>0.2018692505988826</c:v>
              </c:pt>
              <c:pt idx="411">
                <c:v>0.2018692505988826</c:v>
              </c:pt>
              <c:pt idx="412">
                <c:v>0.2018692505988826</c:v>
              </c:pt>
              <c:pt idx="413">
                <c:v>0.2018692505988826</c:v>
              </c:pt>
              <c:pt idx="414">
                <c:v>0.2018692505988826</c:v>
              </c:pt>
              <c:pt idx="415">
                <c:v>0.2018692505988826</c:v>
              </c:pt>
              <c:pt idx="416">
                <c:v>0.2018692505988826</c:v>
              </c:pt>
              <c:pt idx="417">
                <c:v>0.2018692505988826</c:v>
              </c:pt>
              <c:pt idx="418">
                <c:v>0.2018692505988826</c:v>
              </c:pt>
              <c:pt idx="419">
                <c:v>0.2018692505988826</c:v>
              </c:pt>
              <c:pt idx="420">
                <c:v>0.2018692505988826</c:v>
              </c:pt>
              <c:pt idx="421">
                <c:v>0.2018692505988826</c:v>
              </c:pt>
              <c:pt idx="422">
                <c:v>0.2018692505988826</c:v>
              </c:pt>
              <c:pt idx="423">
                <c:v>0.2018692505988826</c:v>
              </c:pt>
              <c:pt idx="424">
                <c:v>0.2018692505988826</c:v>
              </c:pt>
              <c:pt idx="425">
                <c:v>0.2018692505988826</c:v>
              </c:pt>
              <c:pt idx="426">
                <c:v>0.2018692505988826</c:v>
              </c:pt>
              <c:pt idx="427">
                <c:v>0.2018692505988826</c:v>
              </c:pt>
              <c:pt idx="428">
                <c:v>0.2018692505988826</c:v>
              </c:pt>
              <c:pt idx="429">
                <c:v>0.2018692505988826</c:v>
              </c:pt>
              <c:pt idx="430">
                <c:v>0.2018692505988826</c:v>
              </c:pt>
              <c:pt idx="431">
                <c:v>0.2018692505988826</c:v>
              </c:pt>
              <c:pt idx="432">
                <c:v>0.2018692505988826</c:v>
              </c:pt>
              <c:pt idx="433">
                <c:v>0.2018692505988826</c:v>
              </c:pt>
              <c:pt idx="434">
                <c:v>0.2018692505988826</c:v>
              </c:pt>
              <c:pt idx="435">
                <c:v>0.2018692505988826</c:v>
              </c:pt>
              <c:pt idx="436">
                <c:v>0.2018692505988826</c:v>
              </c:pt>
              <c:pt idx="437">
                <c:v>0.2018692505988826</c:v>
              </c:pt>
              <c:pt idx="438">
                <c:v>0.2018692505988826</c:v>
              </c:pt>
              <c:pt idx="439">
                <c:v>0.2018692505988826</c:v>
              </c:pt>
              <c:pt idx="440">
                <c:v>0.2018692505988826</c:v>
              </c:pt>
              <c:pt idx="441">
                <c:v>0.2018692505988826</c:v>
              </c:pt>
              <c:pt idx="442">
                <c:v>0.2018692505988826</c:v>
              </c:pt>
              <c:pt idx="443">
                <c:v>0.2018692505988826</c:v>
              </c:pt>
              <c:pt idx="444">
                <c:v>0.2018692505988826</c:v>
              </c:pt>
              <c:pt idx="445">
                <c:v>0.2018692505988826</c:v>
              </c:pt>
              <c:pt idx="446">
                <c:v>0.2018692505988826</c:v>
              </c:pt>
              <c:pt idx="447">
                <c:v>0.2018692505988826</c:v>
              </c:pt>
              <c:pt idx="448">
                <c:v>0.2018692505988826</c:v>
              </c:pt>
              <c:pt idx="449">
                <c:v>0.2018692505988826</c:v>
              </c:pt>
            </c:numLit>
          </c:yVal>
          <c:smooth val="0"/>
        </c:ser>
        <c:ser>
          <c:idx val="6"/>
          <c:order val="6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  <c:pt idx="448">
                <c:v>0</c:v>
              </c:pt>
              <c:pt idx="449">
                <c:v>0</c:v>
              </c:pt>
            </c:numLit>
          </c:xVal>
          <c:yVal>
            <c:numLit>
              <c:formatCode>0.0</c:formatCode>
              <c:ptCount val="450"/>
              <c:pt idx="0">
                <c:v>4.336819044442811</c:v>
              </c:pt>
              <c:pt idx="1">
                <c:v>4.336819044442811</c:v>
              </c:pt>
              <c:pt idx="2">
                <c:v>4.336819044442811</c:v>
              </c:pt>
              <c:pt idx="3">
                <c:v>4.336819044442811</c:v>
              </c:pt>
              <c:pt idx="4">
                <c:v>4.336819044442811</c:v>
              </c:pt>
              <c:pt idx="5">
                <c:v>4.336819044442811</c:v>
              </c:pt>
              <c:pt idx="6">
                <c:v>4.336819044442811</c:v>
              </c:pt>
              <c:pt idx="7">
                <c:v>4.336819044442811</c:v>
              </c:pt>
              <c:pt idx="8">
                <c:v>4.336819044442811</c:v>
              </c:pt>
              <c:pt idx="9">
                <c:v>4.336819044442811</c:v>
              </c:pt>
              <c:pt idx="10">
                <c:v>4.336819044442811</c:v>
              </c:pt>
              <c:pt idx="11">
                <c:v>4.336819044442811</c:v>
              </c:pt>
              <c:pt idx="12">
                <c:v>4.336819044442811</c:v>
              </c:pt>
              <c:pt idx="13">
                <c:v>4.336819044442811</c:v>
              </c:pt>
              <c:pt idx="14">
                <c:v>4.336819044442811</c:v>
              </c:pt>
              <c:pt idx="15">
                <c:v>4.336819044442811</c:v>
              </c:pt>
              <c:pt idx="16">
                <c:v>4.336819044442811</c:v>
              </c:pt>
              <c:pt idx="17">
                <c:v>4.336819044442811</c:v>
              </c:pt>
              <c:pt idx="18">
                <c:v>4.336819044442811</c:v>
              </c:pt>
              <c:pt idx="19">
                <c:v>4.336819044442811</c:v>
              </c:pt>
              <c:pt idx="20">
                <c:v>4.336819044442811</c:v>
              </c:pt>
              <c:pt idx="21">
                <c:v>4.336819044442811</c:v>
              </c:pt>
              <c:pt idx="22">
                <c:v>4.336819044442811</c:v>
              </c:pt>
              <c:pt idx="23">
                <c:v>4.336819044442811</c:v>
              </c:pt>
              <c:pt idx="24">
                <c:v>4.336819044442811</c:v>
              </c:pt>
              <c:pt idx="25">
                <c:v>4.336819044442811</c:v>
              </c:pt>
              <c:pt idx="26">
                <c:v>4.336819044442811</c:v>
              </c:pt>
              <c:pt idx="27">
                <c:v>4.336819044442811</c:v>
              </c:pt>
              <c:pt idx="28">
                <c:v>4.336819044442811</c:v>
              </c:pt>
              <c:pt idx="29">
                <c:v>4.336819044442811</c:v>
              </c:pt>
              <c:pt idx="30">
                <c:v>4.336819044442811</c:v>
              </c:pt>
              <c:pt idx="31">
                <c:v>4.336819044442811</c:v>
              </c:pt>
              <c:pt idx="32">
                <c:v>4.336819044442811</c:v>
              </c:pt>
              <c:pt idx="33">
                <c:v>4.336819044442811</c:v>
              </c:pt>
              <c:pt idx="34">
                <c:v>4.336819044442811</c:v>
              </c:pt>
              <c:pt idx="35">
                <c:v>4.336819044442811</c:v>
              </c:pt>
              <c:pt idx="36">
                <c:v>4.336819044442811</c:v>
              </c:pt>
              <c:pt idx="37">
                <c:v>4.336819044442811</c:v>
              </c:pt>
              <c:pt idx="38">
                <c:v>4.336819044442811</c:v>
              </c:pt>
              <c:pt idx="39">
                <c:v>4.336819044442811</c:v>
              </c:pt>
              <c:pt idx="40">
                <c:v>4.336819044442811</c:v>
              </c:pt>
              <c:pt idx="41">
                <c:v>4.336819044442811</c:v>
              </c:pt>
              <c:pt idx="42">
                <c:v>4.336819044442811</c:v>
              </c:pt>
              <c:pt idx="43">
                <c:v>4.336819044442811</c:v>
              </c:pt>
              <c:pt idx="44">
                <c:v>4.336819044442811</c:v>
              </c:pt>
              <c:pt idx="45">
                <c:v>4.336819044442811</c:v>
              </c:pt>
              <c:pt idx="46">
                <c:v>4.336819044442811</c:v>
              </c:pt>
              <c:pt idx="47">
                <c:v>4.336819044442811</c:v>
              </c:pt>
              <c:pt idx="48">
                <c:v>4.336819044442811</c:v>
              </c:pt>
              <c:pt idx="49">
                <c:v>4.336819044442811</c:v>
              </c:pt>
              <c:pt idx="50">
                <c:v>4.336819044442811</c:v>
              </c:pt>
              <c:pt idx="51">
                <c:v>4.336819044442811</c:v>
              </c:pt>
              <c:pt idx="52">
                <c:v>4.336819044442811</c:v>
              </c:pt>
              <c:pt idx="53">
                <c:v>4.336819044442811</c:v>
              </c:pt>
              <c:pt idx="54">
                <c:v>4.336819044442811</c:v>
              </c:pt>
              <c:pt idx="55">
                <c:v>4.336819044442811</c:v>
              </c:pt>
              <c:pt idx="56">
                <c:v>4.336819044442811</c:v>
              </c:pt>
              <c:pt idx="57">
                <c:v>4.336819044442811</c:v>
              </c:pt>
              <c:pt idx="58">
                <c:v>4.336819044442811</c:v>
              </c:pt>
              <c:pt idx="59">
                <c:v>4.336819044442811</c:v>
              </c:pt>
              <c:pt idx="60">
                <c:v>4.336819044442811</c:v>
              </c:pt>
              <c:pt idx="61">
                <c:v>4.336819044442811</c:v>
              </c:pt>
              <c:pt idx="62">
                <c:v>4.336819044442811</c:v>
              </c:pt>
              <c:pt idx="63">
                <c:v>4.336819044442811</c:v>
              </c:pt>
              <c:pt idx="64">
                <c:v>4.336819044442811</c:v>
              </c:pt>
              <c:pt idx="65">
                <c:v>4.336819044442811</c:v>
              </c:pt>
              <c:pt idx="66">
                <c:v>4.336819044442811</c:v>
              </c:pt>
              <c:pt idx="67">
                <c:v>4.336819044442811</c:v>
              </c:pt>
              <c:pt idx="68">
                <c:v>4.336819044442811</c:v>
              </c:pt>
              <c:pt idx="69">
                <c:v>4.336819044442811</c:v>
              </c:pt>
              <c:pt idx="70">
                <c:v>4.336819044442811</c:v>
              </c:pt>
              <c:pt idx="71">
                <c:v>4.336819044442811</c:v>
              </c:pt>
              <c:pt idx="72">
                <c:v>4.336819044442811</c:v>
              </c:pt>
              <c:pt idx="73">
                <c:v>4.336819044442811</c:v>
              </c:pt>
              <c:pt idx="74">
                <c:v>4.336819044442811</c:v>
              </c:pt>
              <c:pt idx="75">
                <c:v>4.336819044442811</c:v>
              </c:pt>
              <c:pt idx="76">
                <c:v>4.336819044442811</c:v>
              </c:pt>
              <c:pt idx="77">
                <c:v>4.336819044442811</c:v>
              </c:pt>
              <c:pt idx="78">
                <c:v>4.336819044442811</c:v>
              </c:pt>
              <c:pt idx="79">
                <c:v>4.336819044442811</c:v>
              </c:pt>
              <c:pt idx="80">
                <c:v>4.336819044442811</c:v>
              </c:pt>
              <c:pt idx="81">
                <c:v>4.336819044442811</c:v>
              </c:pt>
              <c:pt idx="82">
                <c:v>4.336819044442811</c:v>
              </c:pt>
              <c:pt idx="83">
                <c:v>4.336819044442811</c:v>
              </c:pt>
              <c:pt idx="84">
                <c:v>4.336819044442811</c:v>
              </c:pt>
              <c:pt idx="85">
                <c:v>4.336819044442811</c:v>
              </c:pt>
              <c:pt idx="86">
                <c:v>4.336819044442811</c:v>
              </c:pt>
              <c:pt idx="87">
                <c:v>4.336819044442811</c:v>
              </c:pt>
              <c:pt idx="88">
                <c:v>4.336819044442811</c:v>
              </c:pt>
              <c:pt idx="89">
                <c:v>4.336819044442811</c:v>
              </c:pt>
              <c:pt idx="90">
                <c:v>4.336819044442811</c:v>
              </c:pt>
              <c:pt idx="91">
                <c:v>4.336819044442811</c:v>
              </c:pt>
              <c:pt idx="92">
                <c:v>4.336819044442811</c:v>
              </c:pt>
              <c:pt idx="93">
                <c:v>4.336819044442811</c:v>
              </c:pt>
              <c:pt idx="94">
                <c:v>4.336819044442811</c:v>
              </c:pt>
              <c:pt idx="95">
                <c:v>4.336819044442811</c:v>
              </c:pt>
              <c:pt idx="96">
                <c:v>4.336819044442811</c:v>
              </c:pt>
              <c:pt idx="97">
                <c:v>4.336819044442811</c:v>
              </c:pt>
              <c:pt idx="98">
                <c:v>4.336819044442811</c:v>
              </c:pt>
              <c:pt idx="99">
                <c:v>4.336819044442811</c:v>
              </c:pt>
              <c:pt idx="100">
                <c:v>4.336819044442811</c:v>
              </c:pt>
              <c:pt idx="101">
                <c:v>4.336819044442811</c:v>
              </c:pt>
              <c:pt idx="102">
                <c:v>4.336819044442811</c:v>
              </c:pt>
              <c:pt idx="103">
                <c:v>4.336819044442811</c:v>
              </c:pt>
              <c:pt idx="104">
                <c:v>4.336819044442811</c:v>
              </c:pt>
              <c:pt idx="105">
                <c:v>4.336819044442811</c:v>
              </c:pt>
              <c:pt idx="106">
                <c:v>4.336819044442811</c:v>
              </c:pt>
              <c:pt idx="107">
                <c:v>4.336819044442811</c:v>
              </c:pt>
              <c:pt idx="108">
                <c:v>4.336819044442811</c:v>
              </c:pt>
              <c:pt idx="109">
                <c:v>4.336819044442811</c:v>
              </c:pt>
              <c:pt idx="110">
                <c:v>4.336819044442811</c:v>
              </c:pt>
              <c:pt idx="111">
                <c:v>4.336819044442811</c:v>
              </c:pt>
              <c:pt idx="112">
                <c:v>4.336819044442811</c:v>
              </c:pt>
              <c:pt idx="113">
                <c:v>4.336819044442811</c:v>
              </c:pt>
              <c:pt idx="114">
                <c:v>4.336819044442811</c:v>
              </c:pt>
              <c:pt idx="115">
                <c:v>4.336819044442811</c:v>
              </c:pt>
              <c:pt idx="116">
                <c:v>4.336819044442811</c:v>
              </c:pt>
              <c:pt idx="117">
                <c:v>4.336819044442811</c:v>
              </c:pt>
              <c:pt idx="118">
                <c:v>4.336819044442811</c:v>
              </c:pt>
              <c:pt idx="119">
                <c:v>4.336819044442811</c:v>
              </c:pt>
              <c:pt idx="120">
                <c:v>4.336819044442811</c:v>
              </c:pt>
              <c:pt idx="121">
                <c:v>4.336819044442811</c:v>
              </c:pt>
              <c:pt idx="122">
                <c:v>4.336819044442811</c:v>
              </c:pt>
              <c:pt idx="123">
                <c:v>4.336819044442811</c:v>
              </c:pt>
              <c:pt idx="124">
                <c:v>4.336819044442811</c:v>
              </c:pt>
              <c:pt idx="125">
                <c:v>4.336819044442811</c:v>
              </c:pt>
              <c:pt idx="126">
                <c:v>4.336819044442811</c:v>
              </c:pt>
              <c:pt idx="127">
                <c:v>4.336819044442811</c:v>
              </c:pt>
              <c:pt idx="128">
                <c:v>4.336819044442811</c:v>
              </c:pt>
              <c:pt idx="129">
                <c:v>4.336819044442811</c:v>
              </c:pt>
              <c:pt idx="130">
                <c:v>4.336819044442811</c:v>
              </c:pt>
              <c:pt idx="131">
                <c:v>4.336819044442811</c:v>
              </c:pt>
              <c:pt idx="132">
                <c:v>4.336819044442811</c:v>
              </c:pt>
              <c:pt idx="133">
                <c:v>4.336819044442811</c:v>
              </c:pt>
              <c:pt idx="134">
                <c:v>4.336819044442811</c:v>
              </c:pt>
              <c:pt idx="135">
                <c:v>4.336819044442811</c:v>
              </c:pt>
              <c:pt idx="136">
                <c:v>4.336819044442811</c:v>
              </c:pt>
              <c:pt idx="137">
                <c:v>4.336819044442811</c:v>
              </c:pt>
              <c:pt idx="138">
                <c:v>4.336819044442811</c:v>
              </c:pt>
              <c:pt idx="139">
                <c:v>4.336819044442811</c:v>
              </c:pt>
              <c:pt idx="140">
                <c:v>4.336819044442811</c:v>
              </c:pt>
              <c:pt idx="141">
                <c:v>4.336819044442811</c:v>
              </c:pt>
              <c:pt idx="142">
                <c:v>4.336819044442811</c:v>
              </c:pt>
              <c:pt idx="143">
                <c:v>4.336819044442811</c:v>
              </c:pt>
              <c:pt idx="144">
                <c:v>4.336819044442811</c:v>
              </c:pt>
              <c:pt idx="145">
                <c:v>4.336819044442811</c:v>
              </c:pt>
              <c:pt idx="146">
                <c:v>4.336819044442811</c:v>
              </c:pt>
              <c:pt idx="147">
                <c:v>4.336819044442811</c:v>
              </c:pt>
              <c:pt idx="148">
                <c:v>4.336819044442811</c:v>
              </c:pt>
              <c:pt idx="149">
                <c:v>4.336819044442811</c:v>
              </c:pt>
              <c:pt idx="150">
                <c:v>4.336819044442811</c:v>
              </c:pt>
              <c:pt idx="151">
                <c:v>4.336819044442811</c:v>
              </c:pt>
              <c:pt idx="152">
                <c:v>4.336819044442811</c:v>
              </c:pt>
              <c:pt idx="153">
                <c:v>4.336819044442811</c:v>
              </c:pt>
              <c:pt idx="154">
                <c:v>4.336819044442811</c:v>
              </c:pt>
              <c:pt idx="155">
                <c:v>4.336819044442811</c:v>
              </c:pt>
              <c:pt idx="156">
                <c:v>4.336819044442811</c:v>
              </c:pt>
              <c:pt idx="157">
                <c:v>4.336819044442811</c:v>
              </c:pt>
              <c:pt idx="158">
                <c:v>4.336819044442811</c:v>
              </c:pt>
              <c:pt idx="159">
                <c:v>4.336819044442811</c:v>
              </c:pt>
              <c:pt idx="160">
                <c:v>4.336819044442811</c:v>
              </c:pt>
              <c:pt idx="161">
                <c:v>4.336819044442811</c:v>
              </c:pt>
              <c:pt idx="162">
                <c:v>4.336819044442811</c:v>
              </c:pt>
              <c:pt idx="163">
                <c:v>4.336819044442811</c:v>
              </c:pt>
              <c:pt idx="164">
                <c:v>4.336819044442811</c:v>
              </c:pt>
              <c:pt idx="165">
                <c:v>4.336819044442811</c:v>
              </c:pt>
              <c:pt idx="166">
                <c:v>4.336819044442811</c:v>
              </c:pt>
              <c:pt idx="167">
                <c:v>4.336819044442811</c:v>
              </c:pt>
              <c:pt idx="168">
                <c:v>4.336819044442811</c:v>
              </c:pt>
              <c:pt idx="169">
                <c:v>4.336819044442811</c:v>
              </c:pt>
              <c:pt idx="170">
                <c:v>4.336819044442811</c:v>
              </c:pt>
              <c:pt idx="171">
                <c:v>4.336819044442811</c:v>
              </c:pt>
              <c:pt idx="172">
                <c:v>4.336819044442811</c:v>
              </c:pt>
              <c:pt idx="173">
                <c:v>4.336819044442811</c:v>
              </c:pt>
              <c:pt idx="174">
                <c:v>4.336819044442811</c:v>
              </c:pt>
              <c:pt idx="175">
                <c:v>4.336819044442811</c:v>
              </c:pt>
              <c:pt idx="176">
                <c:v>4.336819044442811</c:v>
              </c:pt>
              <c:pt idx="177">
                <c:v>4.336819044442811</c:v>
              </c:pt>
              <c:pt idx="178">
                <c:v>4.336819044442811</c:v>
              </c:pt>
              <c:pt idx="179">
                <c:v>4.336819044442811</c:v>
              </c:pt>
              <c:pt idx="180">
                <c:v>4.336819044442811</c:v>
              </c:pt>
              <c:pt idx="181">
                <c:v>4.336819044442811</c:v>
              </c:pt>
              <c:pt idx="182">
                <c:v>4.336819044442811</c:v>
              </c:pt>
              <c:pt idx="183">
                <c:v>4.336819044442811</c:v>
              </c:pt>
              <c:pt idx="184">
                <c:v>4.336819044442811</c:v>
              </c:pt>
              <c:pt idx="185">
                <c:v>4.336819044442811</c:v>
              </c:pt>
              <c:pt idx="186">
                <c:v>4.336819044442811</c:v>
              </c:pt>
              <c:pt idx="187">
                <c:v>4.336819044442811</c:v>
              </c:pt>
              <c:pt idx="188">
                <c:v>4.336819044442811</c:v>
              </c:pt>
              <c:pt idx="189">
                <c:v>4.336819044442811</c:v>
              </c:pt>
              <c:pt idx="190">
                <c:v>4.336819044442811</c:v>
              </c:pt>
              <c:pt idx="191">
                <c:v>4.336819044442811</c:v>
              </c:pt>
              <c:pt idx="192">
                <c:v>4.336819044442811</c:v>
              </c:pt>
              <c:pt idx="193">
                <c:v>4.336819044442811</c:v>
              </c:pt>
              <c:pt idx="194">
                <c:v>4.336819044442811</c:v>
              </c:pt>
              <c:pt idx="195">
                <c:v>4.336819044442811</c:v>
              </c:pt>
              <c:pt idx="196">
                <c:v>4.336819044442811</c:v>
              </c:pt>
              <c:pt idx="197">
                <c:v>4.336819044442811</c:v>
              </c:pt>
              <c:pt idx="198">
                <c:v>4.336819044442811</c:v>
              </c:pt>
              <c:pt idx="199">
                <c:v>4.336819044442811</c:v>
              </c:pt>
              <c:pt idx="200">
                <c:v>4.336819044442811</c:v>
              </c:pt>
              <c:pt idx="201">
                <c:v>4.336819044442811</c:v>
              </c:pt>
              <c:pt idx="202">
                <c:v>4.336819044442811</c:v>
              </c:pt>
              <c:pt idx="203">
                <c:v>4.336819044442811</c:v>
              </c:pt>
              <c:pt idx="204">
                <c:v>4.336819044442811</c:v>
              </c:pt>
              <c:pt idx="205">
                <c:v>4.336819044442811</c:v>
              </c:pt>
              <c:pt idx="206">
                <c:v>4.336819044442811</c:v>
              </c:pt>
              <c:pt idx="207">
                <c:v>4.336819044442811</c:v>
              </c:pt>
              <c:pt idx="208">
                <c:v>4.336819044442811</c:v>
              </c:pt>
              <c:pt idx="209">
                <c:v>4.336819044442811</c:v>
              </c:pt>
              <c:pt idx="210">
                <c:v>4.336819044442811</c:v>
              </c:pt>
              <c:pt idx="211">
                <c:v>4.336819044442811</c:v>
              </c:pt>
              <c:pt idx="212">
                <c:v>4.336819044442811</c:v>
              </c:pt>
              <c:pt idx="213">
                <c:v>4.336819044442811</c:v>
              </c:pt>
              <c:pt idx="214">
                <c:v>4.336819044442811</c:v>
              </c:pt>
              <c:pt idx="215">
                <c:v>4.336819044442811</c:v>
              </c:pt>
              <c:pt idx="216">
                <c:v>4.336819044442811</c:v>
              </c:pt>
              <c:pt idx="217">
                <c:v>4.336819044442811</c:v>
              </c:pt>
              <c:pt idx="218">
                <c:v>4.336819044442811</c:v>
              </c:pt>
              <c:pt idx="219">
                <c:v>4.336819044442811</c:v>
              </c:pt>
              <c:pt idx="220">
                <c:v>4.336819044442811</c:v>
              </c:pt>
              <c:pt idx="221">
                <c:v>4.336819044442811</c:v>
              </c:pt>
              <c:pt idx="222">
                <c:v>4.336819044442811</c:v>
              </c:pt>
              <c:pt idx="223">
                <c:v>4.336819044442811</c:v>
              </c:pt>
              <c:pt idx="224">
                <c:v>4.336819044442811</c:v>
              </c:pt>
              <c:pt idx="225">
                <c:v>4.336819044442811</c:v>
              </c:pt>
              <c:pt idx="226">
                <c:v>4.336819044442811</c:v>
              </c:pt>
              <c:pt idx="227">
                <c:v>4.336819044442811</c:v>
              </c:pt>
              <c:pt idx="228">
                <c:v>4.336819044442811</c:v>
              </c:pt>
              <c:pt idx="229">
                <c:v>4.336819044442811</c:v>
              </c:pt>
              <c:pt idx="230">
                <c:v>4.336819044442811</c:v>
              </c:pt>
              <c:pt idx="231">
                <c:v>4.336819044442811</c:v>
              </c:pt>
              <c:pt idx="232">
                <c:v>4.336819044442811</c:v>
              </c:pt>
              <c:pt idx="233">
                <c:v>4.336819044442811</c:v>
              </c:pt>
              <c:pt idx="234">
                <c:v>4.336819044442811</c:v>
              </c:pt>
              <c:pt idx="235">
                <c:v>4.336819044442811</c:v>
              </c:pt>
              <c:pt idx="236">
                <c:v>4.336819044442811</c:v>
              </c:pt>
              <c:pt idx="237">
                <c:v>4.336819044442811</c:v>
              </c:pt>
              <c:pt idx="238">
                <c:v>4.336819044442811</c:v>
              </c:pt>
              <c:pt idx="239">
                <c:v>4.336819044442811</c:v>
              </c:pt>
              <c:pt idx="240">
                <c:v>4.336819044442811</c:v>
              </c:pt>
              <c:pt idx="241">
                <c:v>4.336819044442811</c:v>
              </c:pt>
              <c:pt idx="242">
                <c:v>4.336819044442811</c:v>
              </c:pt>
              <c:pt idx="243">
                <c:v>4.336819044442811</c:v>
              </c:pt>
              <c:pt idx="244">
                <c:v>4.336819044442811</c:v>
              </c:pt>
              <c:pt idx="245">
                <c:v>4.336819044442811</c:v>
              </c:pt>
              <c:pt idx="246">
                <c:v>4.336819044442811</c:v>
              </c:pt>
              <c:pt idx="247">
                <c:v>4.336819044442811</c:v>
              </c:pt>
              <c:pt idx="248">
                <c:v>4.336819044442811</c:v>
              </c:pt>
              <c:pt idx="249">
                <c:v>4.336819044442811</c:v>
              </c:pt>
              <c:pt idx="250">
                <c:v>4.336819044442811</c:v>
              </c:pt>
              <c:pt idx="251">
                <c:v>4.336819044442811</c:v>
              </c:pt>
              <c:pt idx="252">
                <c:v>4.336819044442811</c:v>
              </c:pt>
              <c:pt idx="253">
                <c:v>4.336819044442811</c:v>
              </c:pt>
              <c:pt idx="254">
                <c:v>4.336819044442811</c:v>
              </c:pt>
              <c:pt idx="255">
                <c:v>4.336819044442811</c:v>
              </c:pt>
              <c:pt idx="256">
                <c:v>4.336819044442811</c:v>
              </c:pt>
              <c:pt idx="257">
                <c:v>4.336819044442811</c:v>
              </c:pt>
              <c:pt idx="258">
                <c:v>4.336819044442811</c:v>
              </c:pt>
              <c:pt idx="259">
                <c:v>4.336819044442811</c:v>
              </c:pt>
              <c:pt idx="260">
                <c:v>4.336819044442811</c:v>
              </c:pt>
              <c:pt idx="261">
                <c:v>4.336819044442811</c:v>
              </c:pt>
              <c:pt idx="262">
                <c:v>4.336819044442811</c:v>
              </c:pt>
              <c:pt idx="263">
                <c:v>4.336819044442811</c:v>
              </c:pt>
              <c:pt idx="264">
                <c:v>4.336819044442811</c:v>
              </c:pt>
              <c:pt idx="265">
                <c:v>4.336819044442811</c:v>
              </c:pt>
              <c:pt idx="266">
                <c:v>4.336819044442811</c:v>
              </c:pt>
              <c:pt idx="267">
                <c:v>4.336819044442811</c:v>
              </c:pt>
              <c:pt idx="268">
                <c:v>4.336819044442811</c:v>
              </c:pt>
              <c:pt idx="269">
                <c:v>4.336819044442811</c:v>
              </c:pt>
              <c:pt idx="270">
                <c:v>4.336819044442811</c:v>
              </c:pt>
              <c:pt idx="271">
                <c:v>4.336819044442811</c:v>
              </c:pt>
              <c:pt idx="272">
                <c:v>4.336819044442811</c:v>
              </c:pt>
              <c:pt idx="273">
                <c:v>4.336819044442811</c:v>
              </c:pt>
              <c:pt idx="274">
                <c:v>4.336819044442811</c:v>
              </c:pt>
              <c:pt idx="275">
                <c:v>4.336819044442811</c:v>
              </c:pt>
              <c:pt idx="276">
                <c:v>4.336819044442811</c:v>
              </c:pt>
              <c:pt idx="277">
                <c:v>4.336819044442811</c:v>
              </c:pt>
              <c:pt idx="278">
                <c:v>4.336819044442811</c:v>
              </c:pt>
              <c:pt idx="279">
                <c:v>4.336819044442811</c:v>
              </c:pt>
              <c:pt idx="280">
                <c:v>4.336819044442811</c:v>
              </c:pt>
              <c:pt idx="281">
                <c:v>4.336819044442811</c:v>
              </c:pt>
              <c:pt idx="282">
                <c:v>4.336819044442811</c:v>
              </c:pt>
              <c:pt idx="283">
                <c:v>4.336819044442811</c:v>
              </c:pt>
              <c:pt idx="284">
                <c:v>4.336819044442811</c:v>
              </c:pt>
              <c:pt idx="285">
                <c:v>4.336819044442811</c:v>
              </c:pt>
              <c:pt idx="286">
                <c:v>4.336819044442811</c:v>
              </c:pt>
              <c:pt idx="287">
                <c:v>4.336819044442811</c:v>
              </c:pt>
              <c:pt idx="288">
                <c:v>4.336819044442811</c:v>
              </c:pt>
              <c:pt idx="289">
                <c:v>4.336819044442811</c:v>
              </c:pt>
              <c:pt idx="290">
                <c:v>4.336819044442811</c:v>
              </c:pt>
              <c:pt idx="291">
                <c:v>4.336819044442811</c:v>
              </c:pt>
              <c:pt idx="292">
                <c:v>4.336819044442811</c:v>
              </c:pt>
              <c:pt idx="293">
                <c:v>4.336819044442811</c:v>
              </c:pt>
              <c:pt idx="294">
                <c:v>4.336819044442811</c:v>
              </c:pt>
              <c:pt idx="295">
                <c:v>4.336819044442811</c:v>
              </c:pt>
              <c:pt idx="296">
                <c:v>4.336819044442811</c:v>
              </c:pt>
              <c:pt idx="297">
                <c:v>4.336819044442811</c:v>
              </c:pt>
              <c:pt idx="298">
                <c:v>4.336819044442811</c:v>
              </c:pt>
              <c:pt idx="299">
                <c:v>4.336819044442811</c:v>
              </c:pt>
              <c:pt idx="300">
                <c:v>4.336819044442811</c:v>
              </c:pt>
              <c:pt idx="301">
                <c:v>4.336819044442811</c:v>
              </c:pt>
              <c:pt idx="302">
                <c:v>4.336819044442811</c:v>
              </c:pt>
              <c:pt idx="303">
                <c:v>4.336819044442811</c:v>
              </c:pt>
              <c:pt idx="304">
                <c:v>4.336819044442811</c:v>
              </c:pt>
              <c:pt idx="305">
                <c:v>4.336819044442811</c:v>
              </c:pt>
              <c:pt idx="306">
                <c:v>4.336819044442811</c:v>
              </c:pt>
              <c:pt idx="307">
                <c:v>4.336819044442811</c:v>
              </c:pt>
              <c:pt idx="308">
                <c:v>4.336819044442811</c:v>
              </c:pt>
              <c:pt idx="309">
                <c:v>4.336819044442811</c:v>
              </c:pt>
              <c:pt idx="310">
                <c:v>4.336819044442811</c:v>
              </c:pt>
              <c:pt idx="311">
                <c:v>4.336819044442811</c:v>
              </c:pt>
              <c:pt idx="312">
                <c:v>4.336819044442811</c:v>
              </c:pt>
              <c:pt idx="313">
                <c:v>4.336819044442811</c:v>
              </c:pt>
              <c:pt idx="314">
                <c:v>4.336819044442811</c:v>
              </c:pt>
              <c:pt idx="315">
                <c:v>4.336819044442811</c:v>
              </c:pt>
              <c:pt idx="316">
                <c:v>4.336819044442811</c:v>
              </c:pt>
              <c:pt idx="317">
                <c:v>4.336819044442811</c:v>
              </c:pt>
              <c:pt idx="318">
                <c:v>4.336819044442811</c:v>
              </c:pt>
              <c:pt idx="319">
                <c:v>4.336819044442811</c:v>
              </c:pt>
              <c:pt idx="320">
                <c:v>4.336819044442811</c:v>
              </c:pt>
              <c:pt idx="321">
                <c:v>4.336819044442811</c:v>
              </c:pt>
              <c:pt idx="322">
                <c:v>4.336819044442811</c:v>
              </c:pt>
              <c:pt idx="323">
                <c:v>4.336819044442811</c:v>
              </c:pt>
              <c:pt idx="324">
                <c:v>4.336819044442811</c:v>
              </c:pt>
              <c:pt idx="325">
                <c:v>4.336819044442811</c:v>
              </c:pt>
              <c:pt idx="326">
                <c:v>4.336819044442811</c:v>
              </c:pt>
              <c:pt idx="327">
                <c:v>4.336819044442811</c:v>
              </c:pt>
              <c:pt idx="328">
                <c:v>4.336819044442811</c:v>
              </c:pt>
              <c:pt idx="329">
                <c:v>4.336819044442811</c:v>
              </c:pt>
              <c:pt idx="330">
                <c:v>4.336819044442811</c:v>
              </c:pt>
              <c:pt idx="331">
                <c:v>4.336819044442811</c:v>
              </c:pt>
              <c:pt idx="332">
                <c:v>4.336819044442811</c:v>
              </c:pt>
              <c:pt idx="333">
                <c:v>4.336819044442811</c:v>
              </c:pt>
              <c:pt idx="334">
                <c:v>4.336819044442811</c:v>
              </c:pt>
              <c:pt idx="335">
                <c:v>4.336819044442811</c:v>
              </c:pt>
              <c:pt idx="336">
                <c:v>4.336819044442811</c:v>
              </c:pt>
              <c:pt idx="337">
                <c:v>4.336819044442811</c:v>
              </c:pt>
              <c:pt idx="338">
                <c:v>4.336819044442811</c:v>
              </c:pt>
              <c:pt idx="339">
                <c:v>4.336819044442811</c:v>
              </c:pt>
              <c:pt idx="340">
                <c:v>4.336819044442811</c:v>
              </c:pt>
              <c:pt idx="341">
                <c:v>4.336819044442811</c:v>
              </c:pt>
              <c:pt idx="342">
                <c:v>4.336819044442811</c:v>
              </c:pt>
              <c:pt idx="343">
                <c:v>4.336819044442811</c:v>
              </c:pt>
              <c:pt idx="344">
                <c:v>4.336819044442811</c:v>
              </c:pt>
              <c:pt idx="345">
                <c:v>4.336819044442811</c:v>
              </c:pt>
              <c:pt idx="346">
                <c:v>4.336819044442811</c:v>
              </c:pt>
              <c:pt idx="347">
                <c:v>4.336819044442811</c:v>
              </c:pt>
              <c:pt idx="348">
                <c:v>4.336819044442811</c:v>
              </c:pt>
              <c:pt idx="349">
                <c:v>4.336819044442811</c:v>
              </c:pt>
              <c:pt idx="350">
                <c:v>4.336819044442811</c:v>
              </c:pt>
              <c:pt idx="351">
                <c:v>4.336819044442811</c:v>
              </c:pt>
              <c:pt idx="352">
                <c:v>4.336819044442811</c:v>
              </c:pt>
              <c:pt idx="353">
                <c:v>4.336819044442811</c:v>
              </c:pt>
              <c:pt idx="354">
                <c:v>4.336819044442811</c:v>
              </c:pt>
              <c:pt idx="355">
                <c:v>4.336819044442811</c:v>
              </c:pt>
              <c:pt idx="356">
                <c:v>4.336819044442811</c:v>
              </c:pt>
              <c:pt idx="357">
                <c:v>4.336819044442811</c:v>
              </c:pt>
              <c:pt idx="358">
                <c:v>4.336819044442811</c:v>
              </c:pt>
              <c:pt idx="359">
                <c:v>4.336819044442811</c:v>
              </c:pt>
              <c:pt idx="360">
                <c:v>4.336819044442811</c:v>
              </c:pt>
              <c:pt idx="361">
                <c:v>4.336819044442811</c:v>
              </c:pt>
              <c:pt idx="362">
                <c:v>4.336819044442811</c:v>
              </c:pt>
              <c:pt idx="363">
                <c:v>4.336819044442811</c:v>
              </c:pt>
              <c:pt idx="364">
                <c:v>4.336819044442811</c:v>
              </c:pt>
              <c:pt idx="365">
                <c:v>4.336819044442811</c:v>
              </c:pt>
              <c:pt idx="366">
                <c:v>4.336819044442811</c:v>
              </c:pt>
              <c:pt idx="367">
                <c:v>4.336819044442811</c:v>
              </c:pt>
              <c:pt idx="368">
                <c:v>4.336819044442811</c:v>
              </c:pt>
              <c:pt idx="369">
                <c:v>4.336819044442811</c:v>
              </c:pt>
              <c:pt idx="370">
                <c:v>4.336819044442811</c:v>
              </c:pt>
              <c:pt idx="371">
                <c:v>4.336819044442811</c:v>
              </c:pt>
              <c:pt idx="372">
                <c:v>4.336819044442811</c:v>
              </c:pt>
              <c:pt idx="373">
                <c:v>4.336819044442811</c:v>
              </c:pt>
              <c:pt idx="374">
                <c:v>4.336819044442811</c:v>
              </c:pt>
              <c:pt idx="375">
                <c:v>4.336819044442811</c:v>
              </c:pt>
              <c:pt idx="376">
                <c:v>4.336819044442811</c:v>
              </c:pt>
              <c:pt idx="377">
                <c:v>4.336819044442811</c:v>
              </c:pt>
              <c:pt idx="378">
                <c:v>4.336819044442811</c:v>
              </c:pt>
              <c:pt idx="379">
                <c:v>4.336819044442811</c:v>
              </c:pt>
              <c:pt idx="380">
                <c:v>4.336819044442811</c:v>
              </c:pt>
              <c:pt idx="381">
                <c:v>4.336819044442811</c:v>
              </c:pt>
              <c:pt idx="382">
                <c:v>4.336819044442811</c:v>
              </c:pt>
              <c:pt idx="383">
                <c:v>4.336819044442811</c:v>
              </c:pt>
              <c:pt idx="384">
                <c:v>4.336819044442811</c:v>
              </c:pt>
              <c:pt idx="385">
                <c:v>4.336819044442811</c:v>
              </c:pt>
              <c:pt idx="386">
                <c:v>4.336819044442811</c:v>
              </c:pt>
              <c:pt idx="387">
                <c:v>4.336819044442811</c:v>
              </c:pt>
              <c:pt idx="388">
                <c:v>4.336819044442811</c:v>
              </c:pt>
              <c:pt idx="389">
                <c:v>4.336819044442811</c:v>
              </c:pt>
              <c:pt idx="390">
                <c:v>4.336819044442811</c:v>
              </c:pt>
              <c:pt idx="391">
                <c:v>4.336819044442811</c:v>
              </c:pt>
              <c:pt idx="392">
                <c:v>4.336819044442811</c:v>
              </c:pt>
              <c:pt idx="393">
                <c:v>4.336819044442811</c:v>
              </c:pt>
              <c:pt idx="394">
                <c:v>4.336819044442811</c:v>
              </c:pt>
              <c:pt idx="395">
                <c:v>4.336819044442811</c:v>
              </c:pt>
              <c:pt idx="396">
                <c:v>4.336819044442811</c:v>
              </c:pt>
              <c:pt idx="397">
                <c:v>4.336819044442811</c:v>
              </c:pt>
              <c:pt idx="398">
                <c:v>4.336819044442811</c:v>
              </c:pt>
              <c:pt idx="399">
                <c:v>4.336819044442811</c:v>
              </c:pt>
              <c:pt idx="400">
                <c:v>4.336819044442811</c:v>
              </c:pt>
              <c:pt idx="401">
                <c:v>4.336819044442811</c:v>
              </c:pt>
              <c:pt idx="402">
                <c:v>4.336819044442811</c:v>
              </c:pt>
              <c:pt idx="403">
                <c:v>4.336819044442811</c:v>
              </c:pt>
              <c:pt idx="404">
                <c:v>4.336819044442811</c:v>
              </c:pt>
              <c:pt idx="405">
                <c:v>4.336819044442811</c:v>
              </c:pt>
              <c:pt idx="406">
                <c:v>4.336819044442811</c:v>
              </c:pt>
              <c:pt idx="407">
                <c:v>4.336819044442811</c:v>
              </c:pt>
              <c:pt idx="408">
                <c:v>4.336819044442811</c:v>
              </c:pt>
              <c:pt idx="409">
                <c:v>4.336819044442811</c:v>
              </c:pt>
              <c:pt idx="410">
                <c:v>4.336819044442811</c:v>
              </c:pt>
              <c:pt idx="411">
                <c:v>4.336819044442811</c:v>
              </c:pt>
              <c:pt idx="412">
                <c:v>4.336819044442811</c:v>
              </c:pt>
              <c:pt idx="413">
                <c:v>4.336819044442811</c:v>
              </c:pt>
              <c:pt idx="414">
                <c:v>4.336819044442811</c:v>
              </c:pt>
              <c:pt idx="415">
                <c:v>4.336819044442811</c:v>
              </c:pt>
              <c:pt idx="416">
                <c:v>4.336819044442811</c:v>
              </c:pt>
              <c:pt idx="417">
                <c:v>4.336819044442811</c:v>
              </c:pt>
              <c:pt idx="418">
                <c:v>4.336819044442811</c:v>
              </c:pt>
              <c:pt idx="419">
                <c:v>4.336819044442811</c:v>
              </c:pt>
              <c:pt idx="420">
                <c:v>4.336819044442811</c:v>
              </c:pt>
              <c:pt idx="421">
                <c:v>4.336819044442811</c:v>
              </c:pt>
              <c:pt idx="422">
                <c:v>4.336819044442811</c:v>
              </c:pt>
              <c:pt idx="423">
                <c:v>4.336819044442811</c:v>
              </c:pt>
              <c:pt idx="424">
                <c:v>4.336819044442811</c:v>
              </c:pt>
              <c:pt idx="425">
                <c:v>4.336819044442811</c:v>
              </c:pt>
              <c:pt idx="426">
                <c:v>4.336819044442811</c:v>
              </c:pt>
              <c:pt idx="427">
                <c:v>4.336819044442811</c:v>
              </c:pt>
              <c:pt idx="428">
                <c:v>4.336819044442811</c:v>
              </c:pt>
              <c:pt idx="429">
                <c:v>4.336819044442811</c:v>
              </c:pt>
              <c:pt idx="430">
                <c:v>4.336819044442811</c:v>
              </c:pt>
              <c:pt idx="431">
                <c:v>4.336819044442811</c:v>
              </c:pt>
              <c:pt idx="432">
                <c:v>4.336819044442811</c:v>
              </c:pt>
              <c:pt idx="433">
                <c:v>4.336819044442811</c:v>
              </c:pt>
              <c:pt idx="434">
                <c:v>4.336819044442811</c:v>
              </c:pt>
              <c:pt idx="435">
                <c:v>4.336819044442811</c:v>
              </c:pt>
              <c:pt idx="436">
                <c:v>4.336819044442811</c:v>
              </c:pt>
              <c:pt idx="437">
                <c:v>4.336819044442811</c:v>
              </c:pt>
              <c:pt idx="438">
                <c:v>4.336819044442811</c:v>
              </c:pt>
              <c:pt idx="439">
                <c:v>4.336819044442811</c:v>
              </c:pt>
              <c:pt idx="440">
                <c:v>4.336819044442811</c:v>
              </c:pt>
              <c:pt idx="441">
                <c:v>4.336819044442811</c:v>
              </c:pt>
              <c:pt idx="442">
                <c:v>4.336819044442811</c:v>
              </c:pt>
              <c:pt idx="443">
                <c:v>4.336819044442811</c:v>
              </c:pt>
              <c:pt idx="444">
                <c:v>4.336819044442811</c:v>
              </c:pt>
              <c:pt idx="445">
                <c:v>4.336819044442811</c:v>
              </c:pt>
              <c:pt idx="446">
                <c:v>4.336819044442811</c:v>
              </c:pt>
              <c:pt idx="447">
                <c:v>4.336819044442811</c:v>
              </c:pt>
              <c:pt idx="448">
                <c:v>4.336819044442811</c:v>
              </c:pt>
              <c:pt idx="449">
                <c:v>4.336819044442811</c:v>
              </c:pt>
            </c:numLit>
          </c:yVal>
          <c:smooth val="0"/>
        </c:ser>
        <c:ser>
          <c:idx val="7"/>
          <c:order val="7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1.1533739287265037</c:v>
              </c:pt>
              <c:pt idx="1">
                <c:v>1.1533739287265037</c:v>
              </c:pt>
              <c:pt idx="2">
                <c:v>1.1533739287265037</c:v>
              </c:pt>
              <c:pt idx="3">
                <c:v>1.1533739287265037</c:v>
              </c:pt>
              <c:pt idx="4">
                <c:v>1.1533739287265037</c:v>
              </c:pt>
              <c:pt idx="5">
                <c:v>1.1533739287265037</c:v>
              </c:pt>
              <c:pt idx="6">
                <c:v>1.1533739287265037</c:v>
              </c:pt>
              <c:pt idx="7">
                <c:v>1.1533739287265037</c:v>
              </c:pt>
              <c:pt idx="8">
                <c:v>1.1533739287265037</c:v>
              </c:pt>
              <c:pt idx="9">
                <c:v>1.1533739287265037</c:v>
              </c:pt>
              <c:pt idx="10">
                <c:v>1.1533739287265037</c:v>
              </c:pt>
              <c:pt idx="11">
                <c:v>1.1533739287265037</c:v>
              </c:pt>
              <c:pt idx="12">
                <c:v>1.1533739287265037</c:v>
              </c:pt>
              <c:pt idx="13">
                <c:v>1.1533739287265037</c:v>
              </c:pt>
              <c:pt idx="14">
                <c:v>1.1533739287265037</c:v>
              </c:pt>
              <c:pt idx="15">
                <c:v>1.1533739287265037</c:v>
              </c:pt>
              <c:pt idx="16">
                <c:v>1.1533739287265037</c:v>
              </c:pt>
              <c:pt idx="17">
                <c:v>1.1533739287265037</c:v>
              </c:pt>
              <c:pt idx="18">
                <c:v>1.1533739287265037</c:v>
              </c:pt>
              <c:pt idx="19">
                <c:v>1.1533739287265037</c:v>
              </c:pt>
              <c:pt idx="20">
                <c:v>1.1533739287265037</c:v>
              </c:pt>
              <c:pt idx="21">
                <c:v>1.1533739287265037</c:v>
              </c:pt>
              <c:pt idx="22">
                <c:v>1.1533739287265037</c:v>
              </c:pt>
              <c:pt idx="23">
                <c:v>1.1533739287265037</c:v>
              </c:pt>
              <c:pt idx="24">
                <c:v>1.1533739287265037</c:v>
              </c:pt>
              <c:pt idx="25">
                <c:v>1.1533739287265037</c:v>
              </c:pt>
              <c:pt idx="26">
                <c:v>1.1533739287265037</c:v>
              </c:pt>
              <c:pt idx="27">
                <c:v>1.1533739287265037</c:v>
              </c:pt>
              <c:pt idx="28">
                <c:v>1.1533739287265037</c:v>
              </c:pt>
              <c:pt idx="29">
                <c:v>1.1533739287265037</c:v>
              </c:pt>
              <c:pt idx="30">
                <c:v>1.1533739287265037</c:v>
              </c:pt>
              <c:pt idx="31">
                <c:v>1.1533739287265037</c:v>
              </c:pt>
              <c:pt idx="32">
                <c:v>1.1533739287265037</c:v>
              </c:pt>
              <c:pt idx="33">
                <c:v>1.1533739287265037</c:v>
              </c:pt>
              <c:pt idx="34">
                <c:v>1.1533739287265037</c:v>
              </c:pt>
              <c:pt idx="35">
                <c:v>1.1533739287265037</c:v>
              </c:pt>
              <c:pt idx="36">
                <c:v>1.1533739287265037</c:v>
              </c:pt>
              <c:pt idx="37">
                <c:v>1.1533739287265037</c:v>
              </c:pt>
              <c:pt idx="38">
                <c:v>1.1533739287265037</c:v>
              </c:pt>
              <c:pt idx="39">
                <c:v>1.1533739287265037</c:v>
              </c:pt>
              <c:pt idx="40">
                <c:v>1.1533739287265037</c:v>
              </c:pt>
              <c:pt idx="41">
                <c:v>1.1533739287265037</c:v>
              </c:pt>
              <c:pt idx="42">
                <c:v>1.1533739287265037</c:v>
              </c:pt>
              <c:pt idx="43">
                <c:v>1.1533739287265037</c:v>
              </c:pt>
              <c:pt idx="44">
                <c:v>1.1533739287265037</c:v>
              </c:pt>
              <c:pt idx="45">
                <c:v>1.1533739287265037</c:v>
              </c:pt>
              <c:pt idx="46">
                <c:v>1.1533739287265037</c:v>
              </c:pt>
              <c:pt idx="47">
                <c:v>1.1533739287265037</c:v>
              </c:pt>
              <c:pt idx="48">
                <c:v>1.1533739287265037</c:v>
              </c:pt>
              <c:pt idx="49">
                <c:v>1.1533739287265037</c:v>
              </c:pt>
              <c:pt idx="50">
                <c:v>1.1533739287265037</c:v>
              </c:pt>
              <c:pt idx="51">
                <c:v>1.1533739287265037</c:v>
              </c:pt>
              <c:pt idx="52">
                <c:v>1.1533739287265037</c:v>
              </c:pt>
              <c:pt idx="53">
                <c:v>1.1533739287265037</c:v>
              </c:pt>
              <c:pt idx="54">
                <c:v>1.1533739287265037</c:v>
              </c:pt>
              <c:pt idx="55">
                <c:v>1.1533739287265037</c:v>
              </c:pt>
              <c:pt idx="56">
                <c:v>1.1533739287265037</c:v>
              </c:pt>
              <c:pt idx="57">
                <c:v>1.1533739287265037</c:v>
              </c:pt>
              <c:pt idx="58">
                <c:v>1.1533739287265037</c:v>
              </c:pt>
              <c:pt idx="59">
                <c:v>1.1533739287265037</c:v>
              </c:pt>
              <c:pt idx="60">
                <c:v>1.1533739287265037</c:v>
              </c:pt>
              <c:pt idx="61">
                <c:v>1.1533739287265037</c:v>
              </c:pt>
              <c:pt idx="62">
                <c:v>1.1533739287265037</c:v>
              </c:pt>
              <c:pt idx="63">
                <c:v>1.1533739287265037</c:v>
              </c:pt>
              <c:pt idx="64">
                <c:v>1.1533739287265037</c:v>
              </c:pt>
              <c:pt idx="65">
                <c:v>1.1533739287265037</c:v>
              </c:pt>
              <c:pt idx="66">
                <c:v>1.1533739287265037</c:v>
              </c:pt>
              <c:pt idx="67">
                <c:v>1.1533739287265037</c:v>
              </c:pt>
              <c:pt idx="68">
                <c:v>1.1533739287265037</c:v>
              </c:pt>
              <c:pt idx="69">
                <c:v>1.1533739287265037</c:v>
              </c:pt>
              <c:pt idx="70">
                <c:v>1.1533739287265037</c:v>
              </c:pt>
              <c:pt idx="71">
                <c:v>1.1533739287265037</c:v>
              </c:pt>
              <c:pt idx="72">
                <c:v>1.1533739287265037</c:v>
              </c:pt>
              <c:pt idx="73">
                <c:v>1.1533739287265037</c:v>
              </c:pt>
              <c:pt idx="74">
                <c:v>1.1533739287265037</c:v>
              </c:pt>
              <c:pt idx="75">
                <c:v>1.1533739287265037</c:v>
              </c:pt>
              <c:pt idx="76">
                <c:v>1.1533739287265037</c:v>
              </c:pt>
              <c:pt idx="77">
                <c:v>1.1533739287265037</c:v>
              </c:pt>
              <c:pt idx="78">
                <c:v>1.1533739287265037</c:v>
              </c:pt>
              <c:pt idx="79">
                <c:v>1.1533739287265037</c:v>
              </c:pt>
              <c:pt idx="80">
                <c:v>1.1533739287265037</c:v>
              </c:pt>
              <c:pt idx="81">
                <c:v>1.1533739287265037</c:v>
              </c:pt>
              <c:pt idx="82">
                <c:v>1.1533739287265037</c:v>
              </c:pt>
              <c:pt idx="83">
                <c:v>1.1533739287265037</c:v>
              </c:pt>
              <c:pt idx="84">
                <c:v>1.1533739287265037</c:v>
              </c:pt>
              <c:pt idx="85">
                <c:v>1.1533739287265037</c:v>
              </c:pt>
              <c:pt idx="86">
                <c:v>1.1533739287265037</c:v>
              </c:pt>
              <c:pt idx="87">
                <c:v>1.1533739287265037</c:v>
              </c:pt>
              <c:pt idx="88">
                <c:v>1.1533739287265037</c:v>
              </c:pt>
              <c:pt idx="89">
                <c:v>1.1533739287265037</c:v>
              </c:pt>
              <c:pt idx="90">
                <c:v>1.1533739287265037</c:v>
              </c:pt>
              <c:pt idx="91">
                <c:v>1.1533739287265037</c:v>
              </c:pt>
              <c:pt idx="92">
                <c:v>1.1533739287265037</c:v>
              </c:pt>
              <c:pt idx="93">
                <c:v>1.1533739287265037</c:v>
              </c:pt>
              <c:pt idx="94">
                <c:v>1.1533739287265037</c:v>
              </c:pt>
              <c:pt idx="95">
                <c:v>1.1533739287265037</c:v>
              </c:pt>
              <c:pt idx="96">
                <c:v>1.1533739287265037</c:v>
              </c:pt>
              <c:pt idx="97">
                <c:v>1.1533739287265037</c:v>
              </c:pt>
              <c:pt idx="98">
                <c:v>1.1533739287265037</c:v>
              </c:pt>
              <c:pt idx="99">
                <c:v>1.1533739287265037</c:v>
              </c:pt>
              <c:pt idx="100">
                <c:v>1.1533739287265037</c:v>
              </c:pt>
              <c:pt idx="101">
                <c:v>1.1533739287265037</c:v>
              </c:pt>
              <c:pt idx="102">
                <c:v>1.1533739287265037</c:v>
              </c:pt>
              <c:pt idx="103">
                <c:v>1.1533739287265037</c:v>
              </c:pt>
              <c:pt idx="104">
                <c:v>1.1533739287265037</c:v>
              </c:pt>
              <c:pt idx="105">
                <c:v>1.1533739287265037</c:v>
              </c:pt>
              <c:pt idx="106">
                <c:v>1.1533739287265037</c:v>
              </c:pt>
              <c:pt idx="107">
                <c:v>1.1533739287265037</c:v>
              </c:pt>
              <c:pt idx="108">
                <c:v>1.1533739287265037</c:v>
              </c:pt>
              <c:pt idx="109">
                <c:v>1.1533739287265037</c:v>
              </c:pt>
              <c:pt idx="110">
                <c:v>1.1533739287265037</c:v>
              </c:pt>
              <c:pt idx="111">
                <c:v>1.1533739287265037</c:v>
              </c:pt>
              <c:pt idx="112">
                <c:v>1.1533739287265037</c:v>
              </c:pt>
              <c:pt idx="113">
                <c:v>1.1533739287265037</c:v>
              </c:pt>
              <c:pt idx="114">
                <c:v>1.1533739287265037</c:v>
              </c:pt>
              <c:pt idx="115">
                <c:v>1.1533739287265037</c:v>
              </c:pt>
              <c:pt idx="116">
                <c:v>1.1533739287265037</c:v>
              </c:pt>
              <c:pt idx="117">
                <c:v>1.1533739287265037</c:v>
              </c:pt>
              <c:pt idx="118">
                <c:v>1.1533739287265037</c:v>
              </c:pt>
              <c:pt idx="119">
                <c:v>1.1533739287265037</c:v>
              </c:pt>
              <c:pt idx="120">
                <c:v>1.1533739287265037</c:v>
              </c:pt>
              <c:pt idx="121">
                <c:v>1.1533739287265037</c:v>
              </c:pt>
              <c:pt idx="122">
                <c:v>1.1533739287265037</c:v>
              </c:pt>
              <c:pt idx="123">
                <c:v>1.1533739287265037</c:v>
              </c:pt>
              <c:pt idx="124">
                <c:v>1.1533739287265037</c:v>
              </c:pt>
              <c:pt idx="125">
                <c:v>1.1533739287265037</c:v>
              </c:pt>
              <c:pt idx="126">
                <c:v>1.1533739287265037</c:v>
              </c:pt>
              <c:pt idx="127">
                <c:v>1.1533739287265037</c:v>
              </c:pt>
              <c:pt idx="128">
                <c:v>1.1533739287265037</c:v>
              </c:pt>
              <c:pt idx="129">
                <c:v>1.1533739287265037</c:v>
              </c:pt>
              <c:pt idx="130">
                <c:v>1.1533739287265037</c:v>
              </c:pt>
              <c:pt idx="131">
                <c:v>1.1533739287265037</c:v>
              </c:pt>
              <c:pt idx="132">
                <c:v>1.1533739287265037</c:v>
              </c:pt>
              <c:pt idx="133">
                <c:v>1.1533739287265037</c:v>
              </c:pt>
              <c:pt idx="134">
                <c:v>1.1533739287265037</c:v>
              </c:pt>
              <c:pt idx="135">
                <c:v>1.1533739287265037</c:v>
              </c:pt>
              <c:pt idx="136">
                <c:v>1.1533739287265037</c:v>
              </c:pt>
              <c:pt idx="137">
                <c:v>1.1533739287265037</c:v>
              </c:pt>
              <c:pt idx="138">
                <c:v>1.1533739287265037</c:v>
              </c:pt>
              <c:pt idx="139">
                <c:v>1.1533739287265037</c:v>
              </c:pt>
              <c:pt idx="140">
                <c:v>1.1533739287265037</c:v>
              </c:pt>
              <c:pt idx="141">
                <c:v>1.1533739287265037</c:v>
              </c:pt>
              <c:pt idx="142">
                <c:v>1.1533739287265037</c:v>
              </c:pt>
              <c:pt idx="143">
                <c:v>1.1533739287265037</c:v>
              </c:pt>
              <c:pt idx="144">
                <c:v>1.1533739287265037</c:v>
              </c:pt>
              <c:pt idx="145">
                <c:v>1.1533739287265037</c:v>
              </c:pt>
              <c:pt idx="146">
                <c:v>1.1533739287265037</c:v>
              </c:pt>
              <c:pt idx="147">
                <c:v>1.1533739287265037</c:v>
              </c:pt>
              <c:pt idx="148">
                <c:v>1.1533739287265037</c:v>
              </c:pt>
              <c:pt idx="149">
                <c:v>1.1533739287265037</c:v>
              </c:pt>
              <c:pt idx="150">
                <c:v>1.1533739287265037</c:v>
              </c:pt>
              <c:pt idx="151">
                <c:v>1.1533739287265037</c:v>
              </c:pt>
              <c:pt idx="152">
                <c:v>1.1533739287265037</c:v>
              </c:pt>
              <c:pt idx="153">
                <c:v>1.1533739287265037</c:v>
              </c:pt>
              <c:pt idx="154">
                <c:v>1.1533739287265037</c:v>
              </c:pt>
              <c:pt idx="155">
                <c:v>1.1533739287265037</c:v>
              </c:pt>
              <c:pt idx="156">
                <c:v>1.1533739287265037</c:v>
              </c:pt>
              <c:pt idx="157">
                <c:v>1.1533739287265037</c:v>
              </c:pt>
              <c:pt idx="158">
                <c:v>1.1533739287265037</c:v>
              </c:pt>
              <c:pt idx="159">
                <c:v>1.1533739287265037</c:v>
              </c:pt>
              <c:pt idx="160">
                <c:v>1.1533739287265037</c:v>
              </c:pt>
              <c:pt idx="161">
                <c:v>1.1533739287265037</c:v>
              </c:pt>
              <c:pt idx="162">
                <c:v>1.1533739287265037</c:v>
              </c:pt>
              <c:pt idx="163">
                <c:v>1.1533739287265037</c:v>
              </c:pt>
              <c:pt idx="164">
                <c:v>1.1533739287265037</c:v>
              </c:pt>
              <c:pt idx="165">
                <c:v>1.1533739287265037</c:v>
              </c:pt>
              <c:pt idx="166">
                <c:v>1.1533739287265037</c:v>
              </c:pt>
              <c:pt idx="167">
                <c:v>1.1533739287265037</c:v>
              </c:pt>
              <c:pt idx="168">
                <c:v>1.1533739287265037</c:v>
              </c:pt>
              <c:pt idx="169">
                <c:v>1.1533739287265037</c:v>
              </c:pt>
              <c:pt idx="170">
                <c:v>1.1533739287265037</c:v>
              </c:pt>
              <c:pt idx="171">
                <c:v>1.1533739287265037</c:v>
              </c:pt>
              <c:pt idx="172">
                <c:v>1.1533739287265037</c:v>
              </c:pt>
              <c:pt idx="173">
                <c:v>1.1533739287265037</c:v>
              </c:pt>
              <c:pt idx="174">
                <c:v>1.1533739287265037</c:v>
              </c:pt>
              <c:pt idx="175">
                <c:v>1.1533739287265037</c:v>
              </c:pt>
              <c:pt idx="176">
                <c:v>1.1533739287265037</c:v>
              </c:pt>
              <c:pt idx="177">
                <c:v>1.1533739287265037</c:v>
              </c:pt>
              <c:pt idx="178">
                <c:v>1.1533739287265037</c:v>
              </c:pt>
              <c:pt idx="179">
                <c:v>1.1533739287265037</c:v>
              </c:pt>
              <c:pt idx="180">
                <c:v>1.1533739287265037</c:v>
              </c:pt>
              <c:pt idx="181">
                <c:v>1.1533739287265037</c:v>
              </c:pt>
              <c:pt idx="182">
                <c:v>1.1533739287265037</c:v>
              </c:pt>
              <c:pt idx="183">
                <c:v>1.1533739287265037</c:v>
              </c:pt>
              <c:pt idx="184">
                <c:v>1.1533739287265037</c:v>
              </c:pt>
              <c:pt idx="185">
                <c:v>1.1533739287265037</c:v>
              </c:pt>
              <c:pt idx="186">
                <c:v>1.1533739287265037</c:v>
              </c:pt>
              <c:pt idx="187">
                <c:v>1.1533739287265037</c:v>
              </c:pt>
              <c:pt idx="188">
                <c:v>1.1533739287265037</c:v>
              </c:pt>
              <c:pt idx="189">
                <c:v>1.1533739287265037</c:v>
              </c:pt>
              <c:pt idx="190">
                <c:v>1.1533739287265037</c:v>
              </c:pt>
              <c:pt idx="191">
                <c:v>1.1533739287265037</c:v>
              </c:pt>
              <c:pt idx="192">
                <c:v>1.1533739287265037</c:v>
              </c:pt>
              <c:pt idx="193">
                <c:v>1.1533739287265037</c:v>
              </c:pt>
              <c:pt idx="194">
                <c:v>1.1533739287265037</c:v>
              </c:pt>
              <c:pt idx="195">
                <c:v>1.1533739287265037</c:v>
              </c:pt>
              <c:pt idx="196">
                <c:v>1.1533739287265037</c:v>
              </c:pt>
              <c:pt idx="197">
                <c:v>1.1533739287265037</c:v>
              </c:pt>
              <c:pt idx="198">
                <c:v>1.1533739287265037</c:v>
              </c:pt>
              <c:pt idx="199">
                <c:v>1.1533739287265037</c:v>
              </c:pt>
              <c:pt idx="200">
                <c:v>1.1533739287265037</c:v>
              </c:pt>
              <c:pt idx="201">
                <c:v>1.1533739287265037</c:v>
              </c:pt>
              <c:pt idx="202">
                <c:v>1.1533739287265037</c:v>
              </c:pt>
              <c:pt idx="203">
                <c:v>1.1533739287265037</c:v>
              </c:pt>
              <c:pt idx="204">
                <c:v>1.1533739287265037</c:v>
              </c:pt>
              <c:pt idx="205">
                <c:v>1.1533739287265037</c:v>
              </c:pt>
              <c:pt idx="206">
                <c:v>1.1533739287265037</c:v>
              </c:pt>
              <c:pt idx="207">
                <c:v>1.1533739287265037</c:v>
              </c:pt>
              <c:pt idx="208">
                <c:v>1.1533739287265037</c:v>
              </c:pt>
              <c:pt idx="209">
                <c:v>1.1533739287265037</c:v>
              </c:pt>
              <c:pt idx="210">
                <c:v>1.1533739287265037</c:v>
              </c:pt>
              <c:pt idx="211">
                <c:v>1.1533739287265037</c:v>
              </c:pt>
              <c:pt idx="212">
                <c:v>1.1533739287265037</c:v>
              </c:pt>
              <c:pt idx="213">
                <c:v>1.1533739287265037</c:v>
              </c:pt>
              <c:pt idx="214">
                <c:v>1.1533739287265037</c:v>
              </c:pt>
              <c:pt idx="215">
                <c:v>1.1533739287265037</c:v>
              </c:pt>
              <c:pt idx="216">
                <c:v>1.1533739287265037</c:v>
              </c:pt>
              <c:pt idx="217">
                <c:v>1.1533739287265037</c:v>
              </c:pt>
              <c:pt idx="218">
                <c:v>1.1533739287265037</c:v>
              </c:pt>
              <c:pt idx="219">
                <c:v>1.1533739287265037</c:v>
              </c:pt>
              <c:pt idx="220">
                <c:v>1.1533739287265037</c:v>
              </c:pt>
              <c:pt idx="221">
                <c:v>1.1533739287265037</c:v>
              </c:pt>
              <c:pt idx="222">
                <c:v>1.1533739287265037</c:v>
              </c:pt>
              <c:pt idx="223">
                <c:v>1.1533739287265037</c:v>
              </c:pt>
              <c:pt idx="224">
                <c:v>1.1533739287265037</c:v>
              </c:pt>
              <c:pt idx="225">
                <c:v>1.1533739287265037</c:v>
              </c:pt>
              <c:pt idx="226">
                <c:v>1.1533739287265037</c:v>
              </c:pt>
              <c:pt idx="227">
                <c:v>1.1533739287265037</c:v>
              </c:pt>
              <c:pt idx="228">
                <c:v>1.1533739287265037</c:v>
              </c:pt>
              <c:pt idx="229">
                <c:v>1.1533739287265037</c:v>
              </c:pt>
              <c:pt idx="230">
                <c:v>1.1533739287265037</c:v>
              </c:pt>
              <c:pt idx="231">
                <c:v>1.1533739287265037</c:v>
              </c:pt>
              <c:pt idx="232">
                <c:v>1.1533739287265037</c:v>
              </c:pt>
              <c:pt idx="233">
                <c:v>1.1533739287265037</c:v>
              </c:pt>
              <c:pt idx="234">
                <c:v>1.1533739287265037</c:v>
              </c:pt>
              <c:pt idx="235">
                <c:v>1.1533739287265037</c:v>
              </c:pt>
              <c:pt idx="236">
                <c:v>1.1533739287265037</c:v>
              </c:pt>
              <c:pt idx="237">
                <c:v>1.1533739287265037</c:v>
              </c:pt>
              <c:pt idx="238">
                <c:v>1.1533739287265037</c:v>
              </c:pt>
              <c:pt idx="239">
                <c:v>1.1533739287265037</c:v>
              </c:pt>
              <c:pt idx="240">
                <c:v>1.1533739287265037</c:v>
              </c:pt>
              <c:pt idx="241">
                <c:v>1.1533739287265037</c:v>
              </c:pt>
              <c:pt idx="242">
                <c:v>1.1533739287265037</c:v>
              </c:pt>
              <c:pt idx="243">
                <c:v>1.1533739287265037</c:v>
              </c:pt>
              <c:pt idx="244">
                <c:v>1.1533739287265037</c:v>
              </c:pt>
              <c:pt idx="245">
                <c:v>1.1533739287265037</c:v>
              </c:pt>
              <c:pt idx="246">
                <c:v>1.1533739287265037</c:v>
              </c:pt>
              <c:pt idx="247">
                <c:v>1.1533739287265037</c:v>
              </c:pt>
              <c:pt idx="248">
                <c:v>1.1533739287265037</c:v>
              </c:pt>
              <c:pt idx="249">
                <c:v>1.1533739287265037</c:v>
              </c:pt>
              <c:pt idx="250">
                <c:v>1.1533739287265037</c:v>
              </c:pt>
              <c:pt idx="251">
                <c:v>1.1533739287265037</c:v>
              </c:pt>
              <c:pt idx="252">
                <c:v>1.1533739287265037</c:v>
              </c:pt>
              <c:pt idx="253">
                <c:v>1.1533739287265037</c:v>
              </c:pt>
              <c:pt idx="254">
                <c:v>1.1533739287265037</c:v>
              </c:pt>
              <c:pt idx="255">
                <c:v>1.1533739287265037</c:v>
              </c:pt>
              <c:pt idx="256">
                <c:v>1.1533739287265037</c:v>
              </c:pt>
              <c:pt idx="257">
                <c:v>1.1533739287265037</c:v>
              </c:pt>
              <c:pt idx="258">
                <c:v>1.1533739287265037</c:v>
              </c:pt>
              <c:pt idx="259">
                <c:v>1.1533739287265037</c:v>
              </c:pt>
              <c:pt idx="260">
                <c:v>1.1533739287265037</c:v>
              </c:pt>
              <c:pt idx="261">
                <c:v>1.1533739287265037</c:v>
              </c:pt>
              <c:pt idx="262">
                <c:v>1.1533739287265037</c:v>
              </c:pt>
              <c:pt idx="263">
                <c:v>1.1533739287265037</c:v>
              </c:pt>
              <c:pt idx="264">
                <c:v>1.1533739287265037</c:v>
              </c:pt>
              <c:pt idx="265">
                <c:v>1.1533739287265037</c:v>
              </c:pt>
              <c:pt idx="266">
                <c:v>1.1533739287265037</c:v>
              </c:pt>
              <c:pt idx="267">
                <c:v>1.1533739287265037</c:v>
              </c:pt>
              <c:pt idx="268">
                <c:v>1.1533739287265037</c:v>
              </c:pt>
              <c:pt idx="269">
                <c:v>1.1533739287265037</c:v>
              </c:pt>
              <c:pt idx="270">
                <c:v>1.1533739287265037</c:v>
              </c:pt>
              <c:pt idx="271">
                <c:v>1.1533739287265037</c:v>
              </c:pt>
              <c:pt idx="272">
                <c:v>1.1533739287265037</c:v>
              </c:pt>
              <c:pt idx="273">
                <c:v>1.1533739287265037</c:v>
              </c:pt>
              <c:pt idx="274">
                <c:v>1.1533739287265037</c:v>
              </c:pt>
              <c:pt idx="275">
                <c:v>1.1533739287265037</c:v>
              </c:pt>
              <c:pt idx="276">
                <c:v>1.1533739287265037</c:v>
              </c:pt>
              <c:pt idx="277">
                <c:v>1.1533739287265037</c:v>
              </c:pt>
              <c:pt idx="278">
                <c:v>1.1533739287265037</c:v>
              </c:pt>
              <c:pt idx="279">
                <c:v>1.1533739287265037</c:v>
              </c:pt>
              <c:pt idx="280">
                <c:v>1.1533739287265037</c:v>
              </c:pt>
              <c:pt idx="281">
                <c:v>1.1533739287265037</c:v>
              </c:pt>
              <c:pt idx="282">
                <c:v>1.1533739287265037</c:v>
              </c:pt>
              <c:pt idx="283">
                <c:v>1.1533739287265037</c:v>
              </c:pt>
              <c:pt idx="284">
                <c:v>1.1533739287265037</c:v>
              </c:pt>
              <c:pt idx="285">
                <c:v>1.1533739287265037</c:v>
              </c:pt>
              <c:pt idx="286">
                <c:v>1.1533739287265037</c:v>
              </c:pt>
              <c:pt idx="287">
                <c:v>1.1533739287265037</c:v>
              </c:pt>
              <c:pt idx="288">
                <c:v>1.1533739287265037</c:v>
              </c:pt>
              <c:pt idx="289">
                <c:v>1.1533739287265037</c:v>
              </c:pt>
              <c:pt idx="290">
                <c:v>1.1533739287265037</c:v>
              </c:pt>
              <c:pt idx="291">
                <c:v>1.1533739287265037</c:v>
              </c:pt>
              <c:pt idx="292">
                <c:v>1.1533739287265037</c:v>
              </c:pt>
              <c:pt idx="293">
                <c:v>1.1533739287265037</c:v>
              </c:pt>
              <c:pt idx="294">
                <c:v>1.1533739287265037</c:v>
              </c:pt>
              <c:pt idx="295">
                <c:v>1.1533739287265037</c:v>
              </c:pt>
              <c:pt idx="296">
                <c:v>1.1533739287265037</c:v>
              </c:pt>
              <c:pt idx="297">
                <c:v>1.1533739287265037</c:v>
              </c:pt>
              <c:pt idx="298">
                <c:v>1.1533739287265037</c:v>
              </c:pt>
              <c:pt idx="299">
                <c:v>1.1533739287265037</c:v>
              </c:pt>
              <c:pt idx="300">
                <c:v>1.1533739287265037</c:v>
              </c:pt>
              <c:pt idx="301">
                <c:v>1.1533739287265037</c:v>
              </c:pt>
              <c:pt idx="302">
                <c:v>1.1533739287265037</c:v>
              </c:pt>
              <c:pt idx="303">
                <c:v>1.1533739287265037</c:v>
              </c:pt>
              <c:pt idx="304">
                <c:v>1.1533739287265037</c:v>
              </c:pt>
              <c:pt idx="305">
                <c:v>1.1533739287265037</c:v>
              </c:pt>
              <c:pt idx="306">
                <c:v>1.1533739287265037</c:v>
              </c:pt>
              <c:pt idx="307">
                <c:v>1.1533739287265037</c:v>
              </c:pt>
              <c:pt idx="308">
                <c:v>1.1533739287265037</c:v>
              </c:pt>
              <c:pt idx="309">
                <c:v>1.1533739287265037</c:v>
              </c:pt>
              <c:pt idx="310">
                <c:v>1.1533739287265037</c:v>
              </c:pt>
              <c:pt idx="311">
                <c:v>1.1533739287265037</c:v>
              </c:pt>
              <c:pt idx="312">
                <c:v>1.1533739287265037</c:v>
              </c:pt>
              <c:pt idx="313">
                <c:v>1.1533739287265037</c:v>
              </c:pt>
              <c:pt idx="314">
                <c:v>1.1533739287265037</c:v>
              </c:pt>
              <c:pt idx="315">
                <c:v>1.1533739287265037</c:v>
              </c:pt>
              <c:pt idx="316">
                <c:v>1.1533739287265037</c:v>
              </c:pt>
              <c:pt idx="317">
                <c:v>1.1533739287265037</c:v>
              </c:pt>
              <c:pt idx="318">
                <c:v>1.1533739287265037</c:v>
              </c:pt>
              <c:pt idx="319">
                <c:v>1.1533739287265037</c:v>
              </c:pt>
              <c:pt idx="320">
                <c:v>1.1533739287265037</c:v>
              </c:pt>
              <c:pt idx="321">
                <c:v>1.1533739287265037</c:v>
              </c:pt>
              <c:pt idx="322">
                <c:v>1.1533739287265037</c:v>
              </c:pt>
              <c:pt idx="323">
                <c:v>1.1533739287265037</c:v>
              </c:pt>
              <c:pt idx="324">
                <c:v>1.1533739287265037</c:v>
              </c:pt>
              <c:pt idx="325">
                <c:v>1.1533739287265037</c:v>
              </c:pt>
              <c:pt idx="326">
                <c:v>1.1533739287265037</c:v>
              </c:pt>
              <c:pt idx="327">
                <c:v>1.1533739287265037</c:v>
              </c:pt>
              <c:pt idx="328">
                <c:v>1.1533739287265037</c:v>
              </c:pt>
              <c:pt idx="329">
                <c:v>1.1533739287265037</c:v>
              </c:pt>
              <c:pt idx="330">
                <c:v>1.1533739287265037</c:v>
              </c:pt>
              <c:pt idx="331">
                <c:v>1.1533739287265037</c:v>
              </c:pt>
              <c:pt idx="332">
                <c:v>1.1533739287265037</c:v>
              </c:pt>
              <c:pt idx="333">
                <c:v>1.1533739287265037</c:v>
              </c:pt>
              <c:pt idx="334">
                <c:v>1.1533739287265037</c:v>
              </c:pt>
              <c:pt idx="335">
                <c:v>1.1533739287265037</c:v>
              </c:pt>
              <c:pt idx="336">
                <c:v>1.1533739287265037</c:v>
              </c:pt>
              <c:pt idx="337">
                <c:v>1.1533739287265037</c:v>
              </c:pt>
              <c:pt idx="338">
                <c:v>1.1533739287265037</c:v>
              </c:pt>
              <c:pt idx="339">
                <c:v>1.1533739287265037</c:v>
              </c:pt>
              <c:pt idx="340">
                <c:v>1.1533739287265037</c:v>
              </c:pt>
              <c:pt idx="341">
                <c:v>1.1533739287265037</c:v>
              </c:pt>
              <c:pt idx="342">
                <c:v>1.1533739287265037</c:v>
              </c:pt>
              <c:pt idx="343">
                <c:v>1.1533739287265037</c:v>
              </c:pt>
              <c:pt idx="344">
                <c:v>1.1533739287265037</c:v>
              </c:pt>
              <c:pt idx="345">
                <c:v>1.1533739287265037</c:v>
              </c:pt>
              <c:pt idx="346">
                <c:v>1.1533739287265037</c:v>
              </c:pt>
              <c:pt idx="347">
                <c:v>1.1533739287265037</c:v>
              </c:pt>
              <c:pt idx="348">
                <c:v>1.1533739287265037</c:v>
              </c:pt>
              <c:pt idx="349">
                <c:v>1.1533739287265037</c:v>
              </c:pt>
              <c:pt idx="350">
                <c:v>1.1533739287265037</c:v>
              </c:pt>
              <c:pt idx="351">
                <c:v>1.1533739287265037</c:v>
              </c:pt>
              <c:pt idx="352">
                <c:v>1.1533739287265037</c:v>
              </c:pt>
              <c:pt idx="353">
                <c:v>1.1533739287265037</c:v>
              </c:pt>
              <c:pt idx="354">
                <c:v>1.1533739287265037</c:v>
              </c:pt>
              <c:pt idx="355">
                <c:v>1.1533739287265037</c:v>
              </c:pt>
              <c:pt idx="356">
                <c:v>1.1533739287265037</c:v>
              </c:pt>
              <c:pt idx="357">
                <c:v>1.1533739287265037</c:v>
              </c:pt>
              <c:pt idx="358">
                <c:v>1.1533739287265037</c:v>
              </c:pt>
              <c:pt idx="359">
                <c:v>1.1533739287265037</c:v>
              </c:pt>
              <c:pt idx="360">
                <c:v>1.1533739287265037</c:v>
              </c:pt>
              <c:pt idx="361">
                <c:v>1.1533739287265037</c:v>
              </c:pt>
              <c:pt idx="362">
                <c:v>1.1533739287265037</c:v>
              </c:pt>
              <c:pt idx="363">
                <c:v>1.1533739287265037</c:v>
              </c:pt>
              <c:pt idx="364">
                <c:v>1.1533739287265037</c:v>
              </c:pt>
              <c:pt idx="365">
                <c:v>1.1533739287265037</c:v>
              </c:pt>
              <c:pt idx="366">
                <c:v>1.1533739287265037</c:v>
              </c:pt>
              <c:pt idx="367">
                <c:v>1.1533739287265037</c:v>
              </c:pt>
              <c:pt idx="368">
                <c:v>1.1533739287265037</c:v>
              </c:pt>
              <c:pt idx="369">
                <c:v>1.1533739287265037</c:v>
              </c:pt>
              <c:pt idx="370">
                <c:v>1.1533739287265037</c:v>
              </c:pt>
              <c:pt idx="371">
                <c:v>1.1533739287265037</c:v>
              </c:pt>
              <c:pt idx="372">
                <c:v>1.1533739287265037</c:v>
              </c:pt>
              <c:pt idx="373">
                <c:v>1.1533739287265037</c:v>
              </c:pt>
              <c:pt idx="374">
                <c:v>1.1533739287265037</c:v>
              </c:pt>
              <c:pt idx="375">
                <c:v>1.1533739287265037</c:v>
              </c:pt>
              <c:pt idx="376">
                <c:v>1.1533739287265037</c:v>
              </c:pt>
              <c:pt idx="377">
                <c:v>1.1533739287265037</c:v>
              </c:pt>
              <c:pt idx="378">
                <c:v>1.1533739287265037</c:v>
              </c:pt>
              <c:pt idx="379">
                <c:v>1.1533739287265037</c:v>
              </c:pt>
              <c:pt idx="380">
                <c:v>1.1533739287265037</c:v>
              </c:pt>
              <c:pt idx="381">
                <c:v>1.1533739287265037</c:v>
              </c:pt>
              <c:pt idx="382">
                <c:v>1.1533739287265037</c:v>
              </c:pt>
              <c:pt idx="383">
                <c:v>1.1533739287265037</c:v>
              </c:pt>
              <c:pt idx="384">
                <c:v>1.1533739287265037</c:v>
              </c:pt>
              <c:pt idx="385">
                <c:v>1.1533739287265037</c:v>
              </c:pt>
              <c:pt idx="386">
                <c:v>1.1533739287265037</c:v>
              </c:pt>
              <c:pt idx="387">
                <c:v>1.1533739287265037</c:v>
              </c:pt>
              <c:pt idx="388">
                <c:v>1.1533739287265037</c:v>
              </c:pt>
              <c:pt idx="389">
                <c:v>1.1533739287265037</c:v>
              </c:pt>
              <c:pt idx="390">
                <c:v>1.1533739287265037</c:v>
              </c:pt>
              <c:pt idx="391">
                <c:v>1.1533739287265037</c:v>
              </c:pt>
              <c:pt idx="392">
                <c:v>1.1533739287265037</c:v>
              </c:pt>
              <c:pt idx="393">
                <c:v>1.1533739287265037</c:v>
              </c:pt>
              <c:pt idx="394">
                <c:v>1.1533739287265037</c:v>
              </c:pt>
              <c:pt idx="395">
                <c:v>1.1533739287265037</c:v>
              </c:pt>
              <c:pt idx="396">
                <c:v>1.1533739287265037</c:v>
              </c:pt>
              <c:pt idx="397">
                <c:v>1.1533739287265037</c:v>
              </c:pt>
              <c:pt idx="398">
                <c:v>1.1533739287265037</c:v>
              </c:pt>
              <c:pt idx="399">
                <c:v>1.1533739287265037</c:v>
              </c:pt>
              <c:pt idx="400">
                <c:v>1.1533739287265037</c:v>
              </c:pt>
              <c:pt idx="401">
                <c:v>1.1533739287265037</c:v>
              </c:pt>
              <c:pt idx="402">
                <c:v>1.1533739287265037</c:v>
              </c:pt>
              <c:pt idx="403">
                <c:v>1.1533739287265037</c:v>
              </c:pt>
              <c:pt idx="404">
                <c:v>1.1533739287265037</c:v>
              </c:pt>
              <c:pt idx="405">
                <c:v>1.1533739287265037</c:v>
              </c:pt>
              <c:pt idx="406">
                <c:v>1.1533739287265037</c:v>
              </c:pt>
              <c:pt idx="407">
                <c:v>1.1533739287265037</c:v>
              </c:pt>
              <c:pt idx="408">
                <c:v>1.1533739287265037</c:v>
              </c:pt>
              <c:pt idx="409">
                <c:v>1.1533739287265037</c:v>
              </c:pt>
              <c:pt idx="410">
                <c:v>1.1533739287265037</c:v>
              </c:pt>
              <c:pt idx="411">
                <c:v>1.1533739287265037</c:v>
              </c:pt>
              <c:pt idx="412">
                <c:v>1.1533739287265037</c:v>
              </c:pt>
              <c:pt idx="413">
                <c:v>1.1533739287265037</c:v>
              </c:pt>
              <c:pt idx="414">
                <c:v>1.1533739287265037</c:v>
              </c:pt>
              <c:pt idx="415">
                <c:v>1.1533739287265037</c:v>
              </c:pt>
              <c:pt idx="416">
                <c:v>1.1533739287265037</c:v>
              </c:pt>
              <c:pt idx="417">
                <c:v>1.1533739287265037</c:v>
              </c:pt>
              <c:pt idx="418">
                <c:v>1.1533739287265037</c:v>
              </c:pt>
              <c:pt idx="419">
                <c:v>1.1533739287265037</c:v>
              </c:pt>
              <c:pt idx="420">
                <c:v>1.1533739287265037</c:v>
              </c:pt>
              <c:pt idx="421">
                <c:v>1.1533739287265037</c:v>
              </c:pt>
              <c:pt idx="422">
                <c:v>1.1533739287265037</c:v>
              </c:pt>
              <c:pt idx="423">
                <c:v>1.1533739287265037</c:v>
              </c:pt>
              <c:pt idx="424">
                <c:v>1.1533739287265037</c:v>
              </c:pt>
              <c:pt idx="425">
                <c:v>1.1533739287265037</c:v>
              </c:pt>
              <c:pt idx="426">
                <c:v>1.1533739287265037</c:v>
              </c:pt>
              <c:pt idx="427">
                <c:v>1.1533739287265037</c:v>
              </c:pt>
              <c:pt idx="428">
                <c:v>1.1533739287265037</c:v>
              </c:pt>
              <c:pt idx="429">
                <c:v>1.1533739287265037</c:v>
              </c:pt>
              <c:pt idx="430">
                <c:v>1.1533739287265037</c:v>
              </c:pt>
              <c:pt idx="431">
                <c:v>1.1533739287265037</c:v>
              </c:pt>
              <c:pt idx="432">
                <c:v>1.1533739287265037</c:v>
              </c:pt>
              <c:pt idx="433">
                <c:v>1.1533739287265037</c:v>
              </c:pt>
              <c:pt idx="434">
                <c:v>1.1533739287265037</c:v>
              </c:pt>
              <c:pt idx="435">
                <c:v>1.1533739287265037</c:v>
              </c:pt>
              <c:pt idx="436">
                <c:v>1.1533739287265037</c:v>
              </c:pt>
              <c:pt idx="437">
                <c:v>1.1533739287265037</c:v>
              </c:pt>
              <c:pt idx="438">
                <c:v>1.1533739287265037</c:v>
              </c:pt>
              <c:pt idx="439">
                <c:v>1.1533739287265037</c:v>
              </c:pt>
              <c:pt idx="440">
                <c:v>1.1533739287265037</c:v>
              </c:pt>
              <c:pt idx="441">
                <c:v>1.1533739287265037</c:v>
              </c:pt>
              <c:pt idx="442">
                <c:v>1.1533739287265037</c:v>
              </c:pt>
              <c:pt idx="443">
                <c:v>1.1533739287265037</c:v>
              </c:pt>
              <c:pt idx="444">
                <c:v>1.1533739287265037</c:v>
              </c:pt>
              <c:pt idx="445">
                <c:v>1.1533739287265037</c:v>
              </c:pt>
              <c:pt idx="446">
                <c:v>1.1533739287265037</c:v>
              </c:pt>
              <c:pt idx="447">
                <c:v>1.1533739287265037</c:v>
              </c:pt>
              <c:pt idx="448">
                <c:v>1.1533739287265037</c:v>
              </c:pt>
              <c:pt idx="449">
                <c:v>1.1533739287265037</c:v>
              </c:pt>
            </c:numLit>
          </c:xVal>
          <c:yVal>
            <c:numLit>
              <c:formatCode>0.0</c:formatCode>
              <c:ptCount val="450"/>
              <c:pt idx="0">
                <c:v>3.761988422676205</c:v>
              </c:pt>
              <c:pt idx="1">
                <c:v>3.761988422676205</c:v>
              </c:pt>
              <c:pt idx="2">
                <c:v>3.761988422676205</c:v>
              </c:pt>
              <c:pt idx="3">
                <c:v>3.761988422676205</c:v>
              </c:pt>
              <c:pt idx="4">
                <c:v>3.761988422676205</c:v>
              </c:pt>
              <c:pt idx="5">
                <c:v>3.761988422676205</c:v>
              </c:pt>
              <c:pt idx="6">
                <c:v>3.761988422676205</c:v>
              </c:pt>
              <c:pt idx="7">
                <c:v>3.761988422676205</c:v>
              </c:pt>
              <c:pt idx="8">
                <c:v>3.761988422676205</c:v>
              </c:pt>
              <c:pt idx="9">
                <c:v>3.761988422676205</c:v>
              </c:pt>
              <c:pt idx="10">
                <c:v>3.761988422676205</c:v>
              </c:pt>
              <c:pt idx="11">
                <c:v>3.761988422676205</c:v>
              </c:pt>
              <c:pt idx="12">
                <c:v>3.761988422676205</c:v>
              </c:pt>
              <c:pt idx="13">
                <c:v>3.761988422676205</c:v>
              </c:pt>
              <c:pt idx="14">
                <c:v>3.761988422676205</c:v>
              </c:pt>
              <c:pt idx="15">
                <c:v>3.761988422676205</c:v>
              </c:pt>
              <c:pt idx="16">
                <c:v>3.761988422676205</c:v>
              </c:pt>
              <c:pt idx="17">
                <c:v>3.761988422676205</c:v>
              </c:pt>
              <c:pt idx="18">
                <c:v>3.761988422676205</c:v>
              </c:pt>
              <c:pt idx="19">
                <c:v>3.761988422676205</c:v>
              </c:pt>
              <c:pt idx="20">
                <c:v>3.761988422676205</c:v>
              </c:pt>
              <c:pt idx="21">
                <c:v>3.761988422676205</c:v>
              </c:pt>
              <c:pt idx="22">
                <c:v>3.761988422676205</c:v>
              </c:pt>
              <c:pt idx="23">
                <c:v>3.761988422676205</c:v>
              </c:pt>
              <c:pt idx="24">
                <c:v>3.761988422676205</c:v>
              </c:pt>
              <c:pt idx="25">
                <c:v>3.761988422676205</c:v>
              </c:pt>
              <c:pt idx="26">
                <c:v>3.761988422676205</c:v>
              </c:pt>
              <c:pt idx="27">
                <c:v>3.761988422676205</c:v>
              </c:pt>
              <c:pt idx="28">
                <c:v>3.761988422676205</c:v>
              </c:pt>
              <c:pt idx="29">
                <c:v>3.761988422676205</c:v>
              </c:pt>
              <c:pt idx="30">
                <c:v>3.761988422676205</c:v>
              </c:pt>
              <c:pt idx="31">
                <c:v>3.761988422676205</c:v>
              </c:pt>
              <c:pt idx="32">
                <c:v>3.761988422676205</c:v>
              </c:pt>
              <c:pt idx="33">
                <c:v>3.761988422676205</c:v>
              </c:pt>
              <c:pt idx="34">
                <c:v>3.761988422676205</c:v>
              </c:pt>
              <c:pt idx="35">
                <c:v>3.761988422676205</c:v>
              </c:pt>
              <c:pt idx="36">
                <c:v>3.761988422676205</c:v>
              </c:pt>
              <c:pt idx="37">
                <c:v>3.761988422676205</c:v>
              </c:pt>
              <c:pt idx="38">
                <c:v>3.761988422676205</c:v>
              </c:pt>
              <c:pt idx="39">
                <c:v>3.761988422676205</c:v>
              </c:pt>
              <c:pt idx="40">
                <c:v>3.761988422676205</c:v>
              </c:pt>
              <c:pt idx="41">
                <c:v>3.761988422676205</c:v>
              </c:pt>
              <c:pt idx="42">
                <c:v>3.761988422676205</c:v>
              </c:pt>
              <c:pt idx="43">
                <c:v>3.761988422676205</c:v>
              </c:pt>
              <c:pt idx="44">
                <c:v>3.761988422676205</c:v>
              </c:pt>
              <c:pt idx="45">
                <c:v>3.761988422676205</c:v>
              </c:pt>
              <c:pt idx="46">
                <c:v>3.761988422676205</c:v>
              </c:pt>
              <c:pt idx="47">
                <c:v>3.761988422676205</c:v>
              </c:pt>
              <c:pt idx="48">
                <c:v>3.761988422676205</c:v>
              </c:pt>
              <c:pt idx="49">
                <c:v>3.761988422676205</c:v>
              </c:pt>
              <c:pt idx="50">
                <c:v>3.761988422676205</c:v>
              </c:pt>
              <c:pt idx="51">
                <c:v>3.761988422676205</c:v>
              </c:pt>
              <c:pt idx="52">
                <c:v>3.761988422676205</c:v>
              </c:pt>
              <c:pt idx="53">
                <c:v>3.761988422676205</c:v>
              </c:pt>
              <c:pt idx="54">
                <c:v>3.761988422676205</c:v>
              </c:pt>
              <c:pt idx="55">
                <c:v>3.761988422676205</c:v>
              </c:pt>
              <c:pt idx="56">
                <c:v>3.761988422676205</c:v>
              </c:pt>
              <c:pt idx="57">
                <c:v>3.761988422676205</c:v>
              </c:pt>
              <c:pt idx="58">
                <c:v>3.761988422676205</c:v>
              </c:pt>
              <c:pt idx="59">
                <c:v>3.761988422676205</c:v>
              </c:pt>
              <c:pt idx="60">
                <c:v>3.761988422676205</c:v>
              </c:pt>
              <c:pt idx="61">
                <c:v>3.761988422676205</c:v>
              </c:pt>
              <c:pt idx="62">
                <c:v>3.761988422676205</c:v>
              </c:pt>
              <c:pt idx="63">
                <c:v>3.761988422676205</c:v>
              </c:pt>
              <c:pt idx="64">
                <c:v>3.761988422676205</c:v>
              </c:pt>
              <c:pt idx="65">
                <c:v>3.761988422676205</c:v>
              </c:pt>
              <c:pt idx="66">
                <c:v>3.761988422676205</c:v>
              </c:pt>
              <c:pt idx="67">
                <c:v>3.761988422676205</c:v>
              </c:pt>
              <c:pt idx="68">
                <c:v>3.761988422676205</c:v>
              </c:pt>
              <c:pt idx="69">
                <c:v>3.761988422676205</c:v>
              </c:pt>
              <c:pt idx="70">
                <c:v>3.761988422676205</c:v>
              </c:pt>
              <c:pt idx="71">
                <c:v>3.761988422676205</c:v>
              </c:pt>
              <c:pt idx="72">
                <c:v>3.761988422676205</c:v>
              </c:pt>
              <c:pt idx="73">
                <c:v>3.761988422676205</c:v>
              </c:pt>
              <c:pt idx="74">
                <c:v>3.761988422676205</c:v>
              </c:pt>
              <c:pt idx="75">
                <c:v>3.761988422676205</c:v>
              </c:pt>
              <c:pt idx="76">
                <c:v>3.761988422676205</c:v>
              </c:pt>
              <c:pt idx="77">
                <c:v>3.761988422676205</c:v>
              </c:pt>
              <c:pt idx="78">
                <c:v>3.761988422676205</c:v>
              </c:pt>
              <c:pt idx="79">
                <c:v>3.761988422676205</c:v>
              </c:pt>
              <c:pt idx="80">
                <c:v>3.761988422676205</c:v>
              </c:pt>
              <c:pt idx="81">
                <c:v>3.761988422676205</c:v>
              </c:pt>
              <c:pt idx="82">
                <c:v>3.761988422676205</c:v>
              </c:pt>
              <c:pt idx="83">
                <c:v>3.761988422676205</c:v>
              </c:pt>
              <c:pt idx="84">
                <c:v>3.761988422676205</c:v>
              </c:pt>
              <c:pt idx="85">
                <c:v>3.761988422676205</c:v>
              </c:pt>
              <c:pt idx="86">
                <c:v>3.761988422676205</c:v>
              </c:pt>
              <c:pt idx="87">
                <c:v>3.761988422676205</c:v>
              </c:pt>
              <c:pt idx="88">
                <c:v>3.761988422676205</c:v>
              </c:pt>
              <c:pt idx="89">
                <c:v>3.761988422676205</c:v>
              </c:pt>
              <c:pt idx="90">
                <c:v>3.761988422676205</c:v>
              </c:pt>
              <c:pt idx="91">
                <c:v>3.761988422676205</c:v>
              </c:pt>
              <c:pt idx="92">
                <c:v>3.761988422676205</c:v>
              </c:pt>
              <c:pt idx="93">
                <c:v>3.761988422676205</c:v>
              </c:pt>
              <c:pt idx="94">
                <c:v>3.761988422676205</c:v>
              </c:pt>
              <c:pt idx="95">
                <c:v>3.761988422676205</c:v>
              </c:pt>
              <c:pt idx="96">
                <c:v>3.761988422676205</c:v>
              </c:pt>
              <c:pt idx="97">
                <c:v>3.761988422676205</c:v>
              </c:pt>
              <c:pt idx="98">
                <c:v>3.761988422676205</c:v>
              </c:pt>
              <c:pt idx="99">
                <c:v>3.761988422676205</c:v>
              </c:pt>
              <c:pt idx="100">
                <c:v>3.761988422676205</c:v>
              </c:pt>
              <c:pt idx="101">
                <c:v>3.761988422676205</c:v>
              </c:pt>
              <c:pt idx="102">
                <c:v>3.761988422676205</c:v>
              </c:pt>
              <c:pt idx="103">
                <c:v>3.761988422676205</c:v>
              </c:pt>
              <c:pt idx="104">
                <c:v>3.761988422676205</c:v>
              </c:pt>
              <c:pt idx="105">
                <c:v>3.761988422676205</c:v>
              </c:pt>
              <c:pt idx="106">
                <c:v>3.761988422676205</c:v>
              </c:pt>
              <c:pt idx="107">
                <c:v>3.761988422676205</c:v>
              </c:pt>
              <c:pt idx="108">
                <c:v>3.761988422676205</c:v>
              </c:pt>
              <c:pt idx="109">
                <c:v>3.761988422676205</c:v>
              </c:pt>
              <c:pt idx="110">
                <c:v>3.761988422676205</c:v>
              </c:pt>
              <c:pt idx="111">
                <c:v>3.761988422676205</c:v>
              </c:pt>
              <c:pt idx="112">
                <c:v>3.761988422676205</c:v>
              </c:pt>
              <c:pt idx="113">
                <c:v>3.761988422676205</c:v>
              </c:pt>
              <c:pt idx="114">
                <c:v>3.761988422676205</c:v>
              </c:pt>
              <c:pt idx="115">
                <c:v>3.761988422676205</c:v>
              </c:pt>
              <c:pt idx="116">
                <c:v>3.761988422676205</c:v>
              </c:pt>
              <c:pt idx="117">
                <c:v>3.761988422676205</c:v>
              </c:pt>
              <c:pt idx="118">
                <c:v>3.761988422676205</c:v>
              </c:pt>
              <c:pt idx="119">
                <c:v>3.761988422676205</c:v>
              </c:pt>
              <c:pt idx="120">
                <c:v>3.761988422676205</c:v>
              </c:pt>
              <c:pt idx="121">
                <c:v>3.761988422676205</c:v>
              </c:pt>
              <c:pt idx="122">
                <c:v>3.761988422676205</c:v>
              </c:pt>
              <c:pt idx="123">
                <c:v>3.761988422676205</c:v>
              </c:pt>
              <c:pt idx="124">
                <c:v>3.761988422676205</c:v>
              </c:pt>
              <c:pt idx="125">
                <c:v>3.761988422676205</c:v>
              </c:pt>
              <c:pt idx="126">
                <c:v>3.761988422676205</c:v>
              </c:pt>
              <c:pt idx="127">
                <c:v>3.761988422676205</c:v>
              </c:pt>
              <c:pt idx="128">
                <c:v>3.761988422676205</c:v>
              </c:pt>
              <c:pt idx="129">
                <c:v>3.761988422676205</c:v>
              </c:pt>
              <c:pt idx="130">
                <c:v>3.761988422676205</c:v>
              </c:pt>
              <c:pt idx="131">
                <c:v>3.761988422676205</c:v>
              </c:pt>
              <c:pt idx="132">
                <c:v>3.761988422676205</c:v>
              </c:pt>
              <c:pt idx="133">
                <c:v>3.761988422676205</c:v>
              </c:pt>
              <c:pt idx="134">
                <c:v>3.761988422676205</c:v>
              </c:pt>
              <c:pt idx="135">
                <c:v>3.761988422676205</c:v>
              </c:pt>
              <c:pt idx="136">
                <c:v>3.761988422676205</c:v>
              </c:pt>
              <c:pt idx="137">
                <c:v>3.761988422676205</c:v>
              </c:pt>
              <c:pt idx="138">
                <c:v>3.761988422676205</c:v>
              </c:pt>
              <c:pt idx="139">
                <c:v>3.761988422676205</c:v>
              </c:pt>
              <c:pt idx="140">
                <c:v>3.761988422676205</c:v>
              </c:pt>
              <c:pt idx="141">
                <c:v>3.761988422676205</c:v>
              </c:pt>
              <c:pt idx="142">
                <c:v>3.761988422676205</c:v>
              </c:pt>
              <c:pt idx="143">
                <c:v>3.761988422676205</c:v>
              </c:pt>
              <c:pt idx="144">
                <c:v>3.761988422676205</c:v>
              </c:pt>
              <c:pt idx="145">
                <c:v>3.761988422676205</c:v>
              </c:pt>
              <c:pt idx="146">
                <c:v>3.761988422676205</c:v>
              </c:pt>
              <c:pt idx="147">
                <c:v>3.761988422676205</c:v>
              </c:pt>
              <c:pt idx="148">
                <c:v>3.761988422676205</c:v>
              </c:pt>
              <c:pt idx="149">
                <c:v>3.761988422676205</c:v>
              </c:pt>
              <c:pt idx="150">
                <c:v>3.761988422676205</c:v>
              </c:pt>
              <c:pt idx="151">
                <c:v>3.761988422676205</c:v>
              </c:pt>
              <c:pt idx="152">
                <c:v>3.761988422676205</c:v>
              </c:pt>
              <c:pt idx="153">
                <c:v>3.761988422676205</c:v>
              </c:pt>
              <c:pt idx="154">
                <c:v>3.761988422676205</c:v>
              </c:pt>
              <c:pt idx="155">
                <c:v>3.761988422676205</c:v>
              </c:pt>
              <c:pt idx="156">
                <c:v>3.761988422676205</c:v>
              </c:pt>
              <c:pt idx="157">
                <c:v>3.761988422676205</c:v>
              </c:pt>
              <c:pt idx="158">
                <c:v>3.761988422676205</c:v>
              </c:pt>
              <c:pt idx="159">
                <c:v>3.761988422676205</c:v>
              </c:pt>
              <c:pt idx="160">
                <c:v>3.761988422676205</c:v>
              </c:pt>
              <c:pt idx="161">
                <c:v>3.761988422676205</c:v>
              </c:pt>
              <c:pt idx="162">
                <c:v>3.761988422676205</c:v>
              </c:pt>
              <c:pt idx="163">
                <c:v>3.761988422676205</c:v>
              </c:pt>
              <c:pt idx="164">
                <c:v>3.761988422676205</c:v>
              </c:pt>
              <c:pt idx="165">
                <c:v>3.761988422676205</c:v>
              </c:pt>
              <c:pt idx="166">
                <c:v>3.761988422676205</c:v>
              </c:pt>
              <c:pt idx="167">
                <c:v>3.761988422676205</c:v>
              </c:pt>
              <c:pt idx="168">
                <c:v>3.761988422676205</c:v>
              </c:pt>
              <c:pt idx="169">
                <c:v>3.761988422676205</c:v>
              </c:pt>
              <c:pt idx="170">
                <c:v>3.761988422676205</c:v>
              </c:pt>
              <c:pt idx="171">
                <c:v>3.761988422676205</c:v>
              </c:pt>
              <c:pt idx="172">
                <c:v>3.761988422676205</c:v>
              </c:pt>
              <c:pt idx="173">
                <c:v>3.761988422676205</c:v>
              </c:pt>
              <c:pt idx="174">
                <c:v>3.761988422676205</c:v>
              </c:pt>
              <c:pt idx="175">
                <c:v>3.761988422676205</c:v>
              </c:pt>
              <c:pt idx="176">
                <c:v>3.761988422676205</c:v>
              </c:pt>
              <c:pt idx="177">
                <c:v>3.761988422676205</c:v>
              </c:pt>
              <c:pt idx="178">
                <c:v>3.761988422676205</c:v>
              </c:pt>
              <c:pt idx="179">
                <c:v>3.761988422676205</c:v>
              </c:pt>
              <c:pt idx="180">
                <c:v>3.761988422676205</c:v>
              </c:pt>
              <c:pt idx="181">
                <c:v>3.761988422676205</c:v>
              </c:pt>
              <c:pt idx="182">
                <c:v>3.761988422676205</c:v>
              </c:pt>
              <c:pt idx="183">
                <c:v>3.761988422676205</c:v>
              </c:pt>
              <c:pt idx="184">
                <c:v>3.761988422676205</c:v>
              </c:pt>
              <c:pt idx="185">
                <c:v>3.761988422676205</c:v>
              </c:pt>
              <c:pt idx="186">
                <c:v>3.761988422676205</c:v>
              </c:pt>
              <c:pt idx="187">
                <c:v>3.761988422676205</c:v>
              </c:pt>
              <c:pt idx="188">
                <c:v>3.761988422676205</c:v>
              </c:pt>
              <c:pt idx="189">
                <c:v>3.761988422676205</c:v>
              </c:pt>
              <c:pt idx="190">
                <c:v>3.761988422676205</c:v>
              </c:pt>
              <c:pt idx="191">
                <c:v>3.761988422676205</c:v>
              </c:pt>
              <c:pt idx="192">
                <c:v>3.761988422676205</c:v>
              </c:pt>
              <c:pt idx="193">
                <c:v>3.761988422676205</c:v>
              </c:pt>
              <c:pt idx="194">
                <c:v>3.761988422676205</c:v>
              </c:pt>
              <c:pt idx="195">
                <c:v>3.761988422676205</c:v>
              </c:pt>
              <c:pt idx="196">
                <c:v>3.761988422676205</c:v>
              </c:pt>
              <c:pt idx="197">
                <c:v>3.761988422676205</c:v>
              </c:pt>
              <c:pt idx="198">
                <c:v>3.761988422676205</c:v>
              </c:pt>
              <c:pt idx="199">
                <c:v>3.761988422676205</c:v>
              </c:pt>
              <c:pt idx="200">
                <c:v>3.761988422676205</c:v>
              </c:pt>
              <c:pt idx="201">
                <c:v>3.761988422676205</c:v>
              </c:pt>
              <c:pt idx="202">
                <c:v>3.761988422676205</c:v>
              </c:pt>
              <c:pt idx="203">
                <c:v>3.761988422676205</c:v>
              </c:pt>
              <c:pt idx="204">
                <c:v>3.761988422676205</c:v>
              </c:pt>
              <c:pt idx="205">
                <c:v>3.761988422676205</c:v>
              </c:pt>
              <c:pt idx="206">
                <c:v>3.761988422676205</c:v>
              </c:pt>
              <c:pt idx="207">
                <c:v>3.761988422676205</c:v>
              </c:pt>
              <c:pt idx="208">
                <c:v>3.761988422676205</c:v>
              </c:pt>
              <c:pt idx="209">
                <c:v>3.761988422676205</c:v>
              </c:pt>
              <c:pt idx="210">
                <c:v>3.761988422676205</c:v>
              </c:pt>
              <c:pt idx="211">
                <c:v>3.761988422676205</c:v>
              </c:pt>
              <c:pt idx="212">
                <c:v>3.761988422676205</c:v>
              </c:pt>
              <c:pt idx="213">
                <c:v>3.761988422676205</c:v>
              </c:pt>
              <c:pt idx="214">
                <c:v>3.761988422676205</c:v>
              </c:pt>
              <c:pt idx="215">
                <c:v>3.761988422676205</c:v>
              </c:pt>
              <c:pt idx="216">
                <c:v>3.761988422676205</c:v>
              </c:pt>
              <c:pt idx="217">
                <c:v>3.761988422676205</c:v>
              </c:pt>
              <c:pt idx="218">
                <c:v>3.761988422676205</c:v>
              </c:pt>
              <c:pt idx="219">
                <c:v>3.761988422676205</c:v>
              </c:pt>
              <c:pt idx="220">
                <c:v>3.761988422676205</c:v>
              </c:pt>
              <c:pt idx="221">
                <c:v>3.761988422676205</c:v>
              </c:pt>
              <c:pt idx="222">
                <c:v>3.761988422676205</c:v>
              </c:pt>
              <c:pt idx="223">
                <c:v>3.761988422676205</c:v>
              </c:pt>
              <c:pt idx="224">
                <c:v>3.761988422676205</c:v>
              </c:pt>
              <c:pt idx="225">
                <c:v>3.761988422676205</c:v>
              </c:pt>
              <c:pt idx="226">
                <c:v>3.761988422676205</c:v>
              </c:pt>
              <c:pt idx="227">
                <c:v>3.761988422676205</c:v>
              </c:pt>
              <c:pt idx="228">
                <c:v>3.761988422676205</c:v>
              </c:pt>
              <c:pt idx="229">
                <c:v>3.761988422676205</c:v>
              </c:pt>
              <c:pt idx="230">
                <c:v>3.761988422676205</c:v>
              </c:pt>
              <c:pt idx="231">
                <c:v>3.761988422676205</c:v>
              </c:pt>
              <c:pt idx="232">
                <c:v>3.761988422676205</c:v>
              </c:pt>
              <c:pt idx="233">
                <c:v>3.761988422676205</c:v>
              </c:pt>
              <c:pt idx="234">
                <c:v>3.761988422676205</c:v>
              </c:pt>
              <c:pt idx="235">
                <c:v>3.761988422676205</c:v>
              </c:pt>
              <c:pt idx="236">
                <c:v>3.761988422676205</c:v>
              </c:pt>
              <c:pt idx="237">
                <c:v>3.761988422676205</c:v>
              </c:pt>
              <c:pt idx="238">
                <c:v>3.761988422676205</c:v>
              </c:pt>
              <c:pt idx="239">
                <c:v>3.761988422676205</c:v>
              </c:pt>
              <c:pt idx="240">
                <c:v>3.761988422676205</c:v>
              </c:pt>
              <c:pt idx="241">
                <c:v>3.761988422676205</c:v>
              </c:pt>
              <c:pt idx="242">
                <c:v>3.761988422676205</c:v>
              </c:pt>
              <c:pt idx="243">
                <c:v>3.761988422676205</c:v>
              </c:pt>
              <c:pt idx="244">
                <c:v>3.761988422676205</c:v>
              </c:pt>
              <c:pt idx="245">
                <c:v>3.761988422676205</c:v>
              </c:pt>
              <c:pt idx="246">
                <c:v>3.761988422676205</c:v>
              </c:pt>
              <c:pt idx="247">
                <c:v>3.761988422676205</c:v>
              </c:pt>
              <c:pt idx="248">
                <c:v>3.761988422676205</c:v>
              </c:pt>
              <c:pt idx="249">
                <c:v>3.761988422676205</c:v>
              </c:pt>
              <c:pt idx="250">
                <c:v>3.761988422676205</c:v>
              </c:pt>
              <c:pt idx="251">
                <c:v>3.761988422676205</c:v>
              </c:pt>
              <c:pt idx="252">
                <c:v>3.761988422676205</c:v>
              </c:pt>
              <c:pt idx="253">
                <c:v>3.761988422676205</c:v>
              </c:pt>
              <c:pt idx="254">
                <c:v>3.761988422676205</c:v>
              </c:pt>
              <c:pt idx="255">
                <c:v>3.761988422676205</c:v>
              </c:pt>
              <c:pt idx="256">
                <c:v>3.761988422676205</c:v>
              </c:pt>
              <c:pt idx="257">
                <c:v>3.761988422676205</c:v>
              </c:pt>
              <c:pt idx="258">
                <c:v>3.761988422676205</c:v>
              </c:pt>
              <c:pt idx="259">
                <c:v>3.761988422676205</c:v>
              </c:pt>
              <c:pt idx="260">
                <c:v>3.761988422676205</c:v>
              </c:pt>
              <c:pt idx="261">
                <c:v>3.761988422676205</c:v>
              </c:pt>
              <c:pt idx="262">
                <c:v>3.761988422676205</c:v>
              </c:pt>
              <c:pt idx="263">
                <c:v>3.761988422676205</c:v>
              </c:pt>
              <c:pt idx="264">
                <c:v>3.761988422676205</c:v>
              </c:pt>
              <c:pt idx="265">
                <c:v>3.761988422676205</c:v>
              </c:pt>
              <c:pt idx="266">
                <c:v>3.761988422676205</c:v>
              </c:pt>
              <c:pt idx="267">
                <c:v>3.761988422676205</c:v>
              </c:pt>
              <c:pt idx="268">
                <c:v>3.761988422676205</c:v>
              </c:pt>
              <c:pt idx="269">
                <c:v>3.761988422676205</c:v>
              </c:pt>
              <c:pt idx="270">
                <c:v>3.761988422676205</c:v>
              </c:pt>
              <c:pt idx="271">
                <c:v>3.761988422676205</c:v>
              </c:pt>
              <c:pt idx="272">
                <c:v>3.761988422676205</c:v>
              </c:pt>
              <c:pt idx="273">
                <c:v>3.761988422676205</c:v>
              </c:pt>
              <c:pt idx="274">
                <c:v>3.761988422676205</c:v>
              </c:pt>
              <c:pt idx="275">
                <c:v>3.761988422676205</c:v>
              </c:pt>
              <c:pt idx="276">
                <c:v>3.761988422676205</c:v>
              </c:pt>
              <c:pt idx="277">
                <c:v>3.761988422676205</c:v>
              </c:pt>
              <c:pt idx="278">
                <c:v>3.761988422676205</c:v>
              </c:pt>
              <c:pt idx="279">
                <c:v>3.761988422676205</c:v>
              </c:pt>
              <c:pt idx="280">
                <c:v>3.761988422676205</c:v>
              </c:pt>
              <c:pt idx="281">
                <c:v>3.761988422676205</c:v>
              </c:pt>
              <c:pt idx="282">
                <c:v>3.761988422676205</c:v>
              </c:pt>
              <c:pt idx="283">
                <c:v>3.761988422676205</c:v>
              </c:pt>
              <c:pt idx="284">
                <c:v>3.761988422676205</c:v>
              </c:pt>
              <c:pt idx="285">
                <c:v>3.761988422676205</c:v>
              </c:pt>
              <c:pt idx="286">
                <c:v>3.761988422676205</c:v>
              </c:pt>
              <c:pt idx="287">
                <c:v>3.761988422676205</c:v>
              </c:pt>
              <c:pt idx="288">
                <c:v>3.761988422676205</c:v>
              </c:pt>
              <c:pt idx="289">
                <c:v>3.761988422676205</c:v>
              </c:pt>
              <c:pt idx="290">
                <c:v>3.761988422676205</c:v>
              </c:pt>
              <c:pt idx="291">
                <c:v>3.761988422676205</c:v>
              </c:pt>
              <c:pt idx="292">
                <c:v>3.761988422676205</c:v>
              </c:pt>
              <c:pt idx="293">
                <c:v>3.761988422676205</c:v>
              </c:pt>
              <c:pt idx="294">
                <c:v>3.761988422676205</c:v>
              </c:pt>
              <c:pt idx="295">
                <c:v>3.761988422676205</c:v>
              </c:pt>
              <c:pt idx="296">
                <c:v>3.761988422676205</c:v>
              </c:pt>
              <c:pt idx="297">
                <c:v>3.761988422676205</c:v>
              </c:pt>
              <c:pt idx="298">
                <c:v>3.761988422676205</c:v>
              </c:pt>
              <c:pt idx="299">
                <c:v>3.761988422676205</c:v>
              </c:pt>
              <c:pt idx="300">
                <c:v>3.761988422676205</c:v>
              </c:pt>
              <c:pt idx="301">
                <c:v>3.761988422676205</c:v>
              </c:pt>
              <c:pt idx="302">
                <c:v>3.761988422676205</c:v>
              </c:pt>
              <c:pt idx="303">
                <c:v>3.761988422676205</c:v>
              </c:pt>
              <c:pt idx="304">
                <c:v>3.761988422676205</c:v>
              </c:pt>
              <c:pt idx="305">
                <c:v>3.761988422676205</c:v>
              </c:pt>
              <c:pt idx="306">
                <c:v>3.761988422676205</c:v>
              </c:pt>
              <c:pt idx="307">
                <c:v>3.761988422676205</c:v>
              </c:pt>
              <c:pt idx="308">
                <c:v>3.761988422676205</c:v>
              </c:pt>
              <c:pt idx="309">
                <c:v>3.761988422676205</c:v>
              </c:pt>
              <c:pt idx="310">
                <c:v>3.761988422676205</c:v>
              </c:pt>
              <c:pt idx="311">
                <c:v>3.761988422676205</c:v>
              </c:pt>
              <c:pt idx="312">
                <c:v>3.761988422676205</c:v>
              </c:pt>
              <c:pt idx="313">
                <c:v>3.761988422676205</c:v>
              </c:pt>
              <c:pt idx="314">
                <c:v>3.761988422676205</c:v>
              </c:pt>
              <c:pt idx="315">
                <c:v>3.761988422676205</c:v>
              </c:pt>
              <c:pt idx="316">
                <c:v>3.761988422676205</c:v>
              </c:pt>
              <c:pt idx="317">
                <c:v>3.761988422676205</c:v>
              </c:pt>
              <c:pt idx="318">
                <c:v>3.761988422676205</c:v>
              </c:pt>
              <c:pt idx="319">
                <c:v>3.761988422676205</c:v>
              </c:pt>
              <c:pt idx="320">
                <c:v>3.761988422676205</c:v>
              </c:pt>
              <c:pt idx="321">
                <c:v>3.761988422676205</c:v>
              </c:pt>
              <c:pt idx="322">
                <c:v>3.761988422676205</c:v>
              </c:pt>
              <c:pt idx="323">
                <c:v>3.761988422676205</c:v>
              </c:pt>
              <c:pt idx="324">
                <c:v>3.761988422676205</c:v>
              </c:pt>
              <c:pt idx="325">
                <c:v>3.761988422676205</c:v>
              </c:pt>
              <c:pt idx="326">
                <c:v>3.761988422676205</c:v>
              </c:pt>
              <c:pt idx="327">
                <c:v>3.761988422676205</c:v>
              </c:pt>
              <c:pt idx="328">
                <c:v>3.761988422676205</c:v>
              </c:pt>
              <c:pt idx="329">
                <c:v>3.761988422676205</c:v>
              </c:pt>
              <c:pt idx="330">
                <c:v>3.761988422676205</c:v>
              </c:pt>
              <c:pt idx="331">
                <c:v>3.761988422676205</c:v>
              </c:pt>
              <c:pt idx="332">
                <c:v>3.761988422676205</c:v>
              </c:pt>
              <c:pt idx="333">
                <c:v>3.761988422676205</c:v>
              </c:pt>
              <c:pt idx="334">
                <c:v>3.761988422676205</c:v>
              </c:pt>
              <c:pt idx="335">
                <c:v>3.761988422676205</c:v>
              </c:pt>
              <c:pt idx="336">
                <c:v>3.761988422676205</c:v>
              </c:pt>
              <c:pt idx="337">
                <c:v>3.761988422676205</c:v>
              </c:pt>
              <c:pt idx="338">
                <c:v>3.761988422676205</c:v>
              </c:pt>
              <c:pt idx="339">
                <c:v>3.761988422676205</c:v>
              </c:pt>
              <c:pt idx="340">
                <c:v>3.761988422676205</c:v>
              </c:pt>
              <c:pt idx="341">
                <c:v>3.761988422676205</c:v>
              </c:pt>
              <c:pt idx="342">
                <c:v>3.761988422676205</c:v>
              </c:pt>
              <c:pt idx="343">
                <c:v>3.761988422676205</c:v>
              </c:pt>
              <c:pt idx="344">
                <c:v>3.761988422676205</c:v>
              </c:pt>
              <c:pt idx="345">
                <c:v>3.761988422676205</c:v>
              </c:pt>
              <c:pt idx="346">
                <c:v>3.761988422676205</c:v>
              </c:pt>
              <c:pt idx="347">
                <c:v>3.761988422676205</c:v>
              </c:pt>
              <c:pt idx="348">
                <c:v>3.761988422676205</c:v>
              </c:pt>
              <c:pt idx="349">
                <c:v>3.761988422676205</c:v>
              </c:pt>
              <c:pt idx="350">
                <c:v>3.761988422676205</c:v>
              </c:pt>
              <c:pt idx="351">
                <c:v>3.761988422676205</c:v>
              </c:pt>
              <c:pt idx="352">
                <c:v>3.761988422676205</c:v>
              </c:pt>
              <c:pt idx="353">
                <c:v>3.761988422676205</c:v>
              </c:pt>
              <c:pt idx="354">
                <c:v>3.761988422676205</c:v>
              </c:pt>
              <c:pt idx="355">
                <c:v>3.761988422676205</c:v>
              </c:pt>
              <c:pt idx="356">
                <c:v>3.761988422676205</c:v>
              </c:pt>
              <c:pt idx="357">
                <c:v>3.761988422676205</c:v>
              </c:pt>
              <c:pt idx="358">
                <c:v>3.761988422676205</c:v>
              </c:pt>
              <c:pt idx="359">
                <c:v>3.761988422676205</c:v>
              </c:pt>
              <c:pt idx="360">
                <c:v>3.761988422676205</c:v>
              </c:pt>
              <c:pt idx="361">
                <c:v>3.761988422676205</c:v>
              </c:pt>
              <c:pt idx="362">
                <c:v>3.761988422676205</c:v>
              </c:pt>
              <c:pt idx="363">
                <c:v>3.761988422676205</c:v>
              </c:pt>
              <c:pt idx="364">
                <c:v>3.761988422676205</c:v>
              </c:pt>
              <c:pt idx="365">
                <c:v>3.761988422676205</c:v>
              </c:pt>
              <c:pt idx="366">
                <c:v>3.761988422676205</c:v>
              </c:pt>
              <c:pt idx="367">
                <c:v>3.761988422676205</c:v>
              </c:pt>
              <c:pt idx="368">
                <c:v>3.761988422676205</c:v>
              </c:pt>
              <c:pt idx="369">
                <c:v>3.761988422676205</c:v>
              </c:pt>
              <c:pt idx="370">
                <c:v>3.761988422676205</c:v>
              </c:pt>
              <c:pt idx="371">
                <c:v>3.761988422676205</c:v>
              </c:pt>
              <c:pt idx="372">
                <c:v>3.761988422676205</c:v>
              </c:pt>
              <c:pt idx="373">
                <c:v>3.761988422676205</c:v>
              </c:pt>
              <c:pt idx="374">
                <c:v>3.761988422676205</c:v>
              </c:pt>
              <c:pt idx="375">
                <c:v>3.761988422676205</c:v>
              </c:pt>
              <c:pt idx="376">
                <c:v>3.761988422676205</c:v>
              </c:pt>
              <c:pt idx="377">
                <c:v>3.761988422676205</c:v>
              </c:pt>
              <c:pt idx="378">
                <c:v>3.761988422676205</c:v>
              </c:pt>
              <c:pt idx="379">
                <c:v>3.761988422676205</c:v>
              </c:pt>
              <c:pt idx="380">
                <c:v>3.761988422676205</c:v>
              </c:pt>
              <c:pt idx="381">
                <c:v>3.761988422676205</c:v>
              </c:pt>
              <c:pt idx="382">
                <c:v>3.761988422676205</c:v>
              </c:pt>
              <c:pt idx="383">
                <c:v>3.761988422676205</c:v>
              </c:pt>
              <c:pt idx="384">
                <c:v>3.761988422676205</c:v>
              </c:pt>
              <c:pt idx="385">
                <c:v>3.761988422676205</c:v>
              </c:pt>
              <c:pt idx="386">
                <c:v>3.761988422676205</c:v>
              </c:pt>
              <c:pt idx="387">
                <c:v>3.761988422676205</c:v>
              </c:pt>
              <c:pt idx="388">
                <c:v>3.761988422676205</c:v>
              </c:pt>
              <c:pt idx="389">
                <c:v>3.761988422676205</c:v>
              </c:pt>
              <c:pt idx="390">
                <c:v>3.761988422676205</c:v>
              </c:pt>
              <c:pt idx="391">
                <c:v>3.761988422676205</c:v>
              </c:pt>
              <c:pt idx="392">
                <c:v>3.761988422676205</c:v>
              </c:pt>
              <c:pt idx="393">
                <c:v>3.761988422676205</c:v>
              </c:pt>
              <c:pt idx="394">
                <c:v>3.761988422676205</c:v>
              </c:pt>
              <c:pt idx="395">
                <c:v>3.761988422676205</c:v>
              </c:pt>
              <c:pt idx="396">
                <c:v>3.761988422676205</c:v>
              </c:pt>
              <c:pt idx="397">
                <c:v>3.761988422676205</c:v>
              </c:pt>
              <c:pt idx="398">
                <c:v>3.761988422676205</c:v>
              </c:pt>
              <c:pt idx="399">
                <c:v>3.761988422676205</c:v>
              </c:pt>
              <c:pt idx="400">
                <c:v>3.761988422676205</c:v>
              </c:pt>
              <c:pt idx="401">
                <c:v>3.761988422676205</c:v>
              </c:pt>
              <c:pt idx="402">
                <c:v>3.761988422676205</c:v>
              </c:pt>
              <c:pt idx="403">
                <c:v>3.761988422676205</c:v>
              </c:pt>
              <c:pt idx="404">
                <c:v>3.761988422676205</c:v>
              </c:pt>
              <c:pt idx="405">
                <c:v>3.761988422676205</c:v>
              </c:pt>
              <c:pt idx="406">
                <c:v>3.761988422676205</c:v>
              </c:pt>
              <c:pt idx="407">
                <c:v>3.761988422676205</c:v>
              </c:pt>
              <c:pt idx="408">
                <c:v>3.761988422676205</c:v>
              </c:pt>
              <c:pt idx="409">
                <c:v>3.761988422676205</c:v>
              </c:pt>
              <c:pt idx="410">
                <c:v>3.761988422676205</c:v>
              </c:pt>
              <c:pt idx="411">
                <c:v>3.761988422676205</c:v>
              </c:pt>
              <c:pt idx="412">
                <c:v>3.761988422676205</c:v>
              </c:pt>
              <c:pt idx="413">
                <c:v>3.761988422676205</c:v>
              </c:pt>
              <c:pt idx="414">
                <c:v>3.761988422676205</c:v>
              </c:pt>
              <c:pt idx="415">
                <c:v>3.761988422676205</c:v>
              </c:pt>
              <c:pt idx="416">
                <c:v>3.761988422676205</c:v>
              </c:pt>
              <c:pt idx="417">
                <c:v>3.761988422676205</c:v>
              </c:pt>
              <c:pt idx="418">
                <c:v>3.761988422676205</c:v>
              </c:pt>
              <c:pt idx="419">
                <c:v>3.761988422676205</c:v>
              </c:pt>
              <c:pt idx="420">
                <c:v>3.761988422676205</c:v>
              </c:pt>
              <c:pt idx="421">
                <c:v>3.761988422676205</c:v>
              </c:pt>
              <c:pt idx="422">
                <c:v>3.761988422676205</c:v>
              </c:pt>
              <c:pt idx="423">
                <c:v>3.761988422676205</c:v>
              </c:pt>
              <c:pt idx="424">
                <c:v>3.761988422676205</c:v>
              </c:pt>
              <c:pt idx="425">
                <c:v>3.761988422676205</c:v>
              </c:pt>
              <c:pt idx="426">
                <c:v>3.761988422676205</c:v>
              </c:pt>
              <c:pt idx="427">
                <c:v>3.761988422676205</c:v>
              </c:pt>
              <c:pt idx="428">
                <c:v>3.761988422676205</c:v>
              </c:pt>
              <c:pt idx="429">
                <c:v>3.761988422676205</c:v>
              </c:pt>
              <c:pt idx="430">
                <c:v>3.761988422676205</c:v>
              </c:pt>
              <c:pt idx="431">
                <c:v>3.761988422676205</c:v>
              </c:pt>
              <c:pt idx="432">
                <c:v>3.761988422676205</c:v>
              </c:pt>
              <c:pt idx="433">
                <c:v>3.761988422676205</c:v>
              </c:pt>
              <c:pt idx="434">
                <c:v>3.761988422676205</c:v>
              </c:pt>
              <c:pt idx="435">
                <c:v>3.761988422676205</c:v>
              </c:pt>
              <c:pt idx="436">
                <c:v>3.761988422676205</c:v>
              </c:pt>
              <c:pt idx="437">
                <c:v>3.761988422676205</c:v>
              </c:pt>
              <c:pt idx="438">
                <c:v>3.761988422676205</c:v>
              </c:pt>
              <c:pt idx="439">
                <c:v>3.761988422676205</c:v>
              </c:pt>
              <c:pt idx="440">
                <c:v>3.761988422676205</c:v>
              </c:pt>
              <c:pt idx="441">
                <c:v>3.761988422676205</c:v>
              </c:pt>
              <c:pt idx="442">
                <c:v>3.761988422676205</c:v>
              </c:pt>
              <c:pt idx="443">
                <c:v>3.761988422676205</c:v>
              </c:pt>
              <c:pt idx="444">
                <c:v>3.761988422676205</c:v>
              </c:pt>
              <c:pt idx="445">
                <c:v>3.761988422676205</c:v>
              </c:pt>
              <c:pt idx="446">
                <c:v>3.761988422676205</c:v>
              </c:pt>
              <c:pt idx="447">
                <c:v>3.761988422676205</c:v>
              </c:pt>
              <c:pt idx="448">
                <c:v>3.761988422676205</c:v>
              </c:pt>
              <c:pt idx="449">
                <c:v>3.761988422676205</c:v>
              </c:pt>
            </c:numLit>
          </c:yVal>
          <c:smooth val="0"/>
        </c:ser>
        <c:ser>
          <c:idx val="8"/>
          <c:order val="8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26.070358299714023</c:v>
              </c:pt>
              <c:pt idx="1">
                <c:v>26.070358299714023</c:v>
              </c:pt>
              <c:pt idx="2">
                <c:v>26.070358299714023</c:v>
              </c:pt>
              <c:pt idx="3">
                <c:v>26.070358299714023</c:v>
              </c:pt>
              <c:pt idx="4">
                <c:v>26.070358299714023</c:v>
              </c:pt>
              <c:pt idx="5">
                <c:v>26.070358299714023</c:v>
              </c:pt>
              <c:pt idx="6">
                <c:v>26.070358299714023</c:v>
              </c:pt>
              <c:pt idx="7">
                <c:v>26.070358299714023</c:v>
              </c:pt>
              <c:pt idx="8">
                <c:v>26.070358299714023</c:v>
              </c:pt>
              <c:pt idx="9">
                <c:v>26.070358299714023</c:v>
              </c:pt>
              <c:pt idx="10">
                <c:v>26.070358299714023</c:v>
              </c:pt>
              <c:pt idx="11">
                <c:v>26.070358299714023</c:v>
              </c:pt>
              <c:pt idx="12">
                <c:v>26.070358299714023</c:v>
              </c:pt>
              <c:pt idx="13">
                <c:v>26.070358299714023</c:v>
              </c:pt>
              <c:pt idx="14">
                <c:v>26.070358299714023</c:v>
              </c:pt>
              <c:pt idx="15">
                <c:v>26.070358299714023</c:v>
              </c:pt>
              <c:pt idx="16">
                <c:v>26.070358299714023</c:v>
              </c:pt>
              <c:pt idx="17">
                <c:v>26.070358299714023</c:v>
              </c:pt>
              <c:pt idx="18">
                <c:v>26.070358299714023</c:v>
              </c:pt>
              <c:pt idx="19">
                <c:v>26.070358299714023</c:v>
              </c:pt>
              <c:pt idx="20">
                <c:v>26.070358299714023</c:v>
              </c:pt>
              <c:pt idx="21">
                <c:v>26.070358299714023</c:v>
              </c:pt>
              <c:pt idx="22">
                <c:v>26.070358299714023</c:v>
              </c:pt>
              <c:pt idx="23">
                <c:v>26.070358299714023</c:v>
              </c:pt>
              <c:pt idx="24">
                <c:v>26.070358299714023</c:v>
              </c:pt>
              <c:pt idx="25">
                <c:v>26.070358299714023</c:v>
              </c:pt>
              <c:pt idx="26">
                <c:v>26.070358299714023</c:v>
              </c:pt>
              <c:pt idx="27">
                <c:v>26.070358299714023</c:v>
              </c:pt>
              <c:pt idx="28">
                <c:v>26.070358299714023</c:v>
              </c:pt>
              <c:pt idx="29">
                <c:v>26.070358299714023</c:v>
              </c:pt>
              <c:pt idx="30">
                <c:v>26.070358299714023</c:v>
              </c:pt>
              <c:pt idx="31">
                <c:v>26.070358299714023</c:v>
              </c:pt>
              <c:pt idx="32">
                <c:v>26.070358299714023</c:v>
              </c:pt>
              <c:pt idx="33">
                <c:v>26.070358299714023</c:v>
              </c:pt>
              <c:pt idx="34">
                <c:v>26.070358299714023</c:v>
              </c:pt>
              <c:pt idx="35">
                <c:v>26.070358299714023</c:v>
              </c:pt>
              <c:pt idx="36">
                <c:v>26.070358299714023</c:v>
              </c:pt>
              <c:pt idx="37">
                <c:v>26.070358299714023</c:v>
              </c:pt>
              <c:pt idx="38">
                <c:v>26.070358299714023</c:v>
              </c:pt>
              <c:pt idx="39">
                <c:v>26.070358299714023</c:v>
              </c:pt>
              <c:pt idx="40">
                <c:v>26.070358299714023</c:v>
              </c:pt>
              <c:pt idx="41">
                <c:v>26.070358299714023</c:v>
              </c:pt>
              <c:pt idx="42">
                <c:v>26.070358299714023</c:v>
              </c:pt>
              <c:pt idx="43">
                <c:v>26.070358299714023</c:v>
              </c:pt>
              <c:pt idx="44">
                <c:v>26.070358299714023</c:v>
              </c:pt>
              <c:pt idx="45">
                <c:v>26.070358299714023</c:v>
              </c:pt>
              <c:pt idx="46">
                <c:v>26.070358299714023</c:v>
              </c:pt>
              <c:pt idx="47">
                <c:v>26.070358299714023</c:v>
              </c:pt>
              <c:pt idx="48">
                <c:v>26.070358299714023</c:v>
              </c:pt>
              <c:pt idx="49">
                <c:v>26.070358299714023</c:v>
              </c:pt>
              <c:pt idx="50">
                <c:v>26.070358299714023</c:v>
              </c:pt>
              <c:pt idx="51">
                <c:v>26.070358299714023</c:v>
              </c:pt>
              <c:pt idx="52">
                <c:v>26.070358299714023</c:v>
              </c:pt>
              <c:pt idx="53">
                <c:v>26.070358299714023</c:v>
              </c:pt>
              <c:pt idx="54">
                <c:v>26.070358299714023</c:v>
              </c:pt>
              <c:pt idx="55">
                <c:v>26.070358299714023</c:v>
              </c:pt>
              <c:pt idx="56">
                <c:v>26.070358299714023</c:v>
              </c:pt>
              <c:pt idx="57">
                <c:v>26.070358299714023</c:v>
              </c:pt>
              <c:pt idx="58">
                <c:v>26.070358299714023</c:v>
              </c:pt>
              <c:pt idx="59">
                <c:v>26.070358299714023</c:v>
              </c:pt>
              <c:pt idx="60">
                <c:v>26.070358299714023</c:v>
              </c:pt>
              <c:pt idx="61">
                <c:v>26.070358299714023</c:v>
              </c:pt>
              <c:pt idx="62">
                <c:v>26.070358299714023</c:v>
              </c:pt>
              <c:pt idx="63">
                <c:v>26.070358299714023</c:v>
              </c:pt>
              <c:pt idx="64">
                <c:v>26.070358299714023</c:v>
              </c:pt>
              <c:pt idx="65">
                <c:v>26.070358299714023</c:v>
              </c:pt>
              <c:pt idx="66">
                <c:v>26.070358299714023</c:v>
              </c:pt>
              <c:pt idx="67">
                <c:v>26.070358299714023</c:v>
              </c:pt>
              <c:pt idx="68">
                <c:v>26.070358299714023</c:v>
              </c:pt>
              <c:pt idx="69">
                <c:v>26.070358299714023</c:v>
              </c:pt>
              <c:pt idx="70">
                <c:v>26.070358299714023</c:v>
              </c:pt>
              <c:pt idx="71">
                <c:v>26.070358299714023</c:v>
              </c:pt>
              <c:pt idx="72">
                <c:v>26.070358299714023</c:v>
              </c:pt>
              <c:pt idx="73">
                <c:v>26.070358299714023</c:v>
              </c:pt>
              <c:pt idx="74">
                <c:v>26.070358299714023</c:v>
              </c:pt>
              <c:pt idx="75">
                <c:v>26.070358299714023</c:v>
              </c:pt>
              <c:pt idx="76">
                <c:v>26.070358299714023</c:v>
              </c:pt>
              <c:pt idx="77">
                <c:v>26.070358299714023</c:v>
              </c:pt>
              <c:pt idx="78">
                <c:v>26.070358299714023</c:v>
              </c:pt>
              <c:pt idx="79">
                <c:v>26.070358299714023</c:v>
              </c:pt>
              <c:pt idx="80">
                <c:v>26.070358299714023</c:v>
              </c:pt>
              <c:pt idx="81">
                <c:v>26.070358299714023</c:v>
              </c:pt>
              <c:pt idx="82">
                <c:v>26.070358299714023</c:v>
              </c:pt>
              <c:pt idx="83">
                <c:v>26.070358299714023</c:v>
              </c:pt>
              <c:pt idx="84">
                <c:v>26.070358299714023</c:v>
              </c:pt>
              <c:pt idx="85">
                <c:v>26.070358299714023</c:v>
              </c:pt>
              <c:pt idx="86">
                <c:v>26.070358299714023</c:v>
              </c:pt>
              <c:pt idx="87">
                <c:v>26.070358299714023</c:v>
              </c:pt>
              <c:pt idx="88">
                <c:v>26.070358299714023</c:v>
              </c:pt>
              <c:pt idx="89">
                <c:v>26.070358299714023</c:v>
              </c:pt>
              <c:pt idx="90">
                <c:v>26.070358299714023</c:v>
              </c:pt>
              <c:pt idx="91">
                <c:v>26.070358299714023</c:v>
              </c:pt>
              <c:pt idx="92">
                <c:v>26.070358299714023</c:v>
              </c:pt>
              <c:pt idx="93">
                <c:v>26.070358299714023</c:v>
              </c:pt>
              <c:pt idx="94">
                <c:v>26.070358299714023</c:v>
              </c:pt>
              <c:pt idx="95">
                <c:v>26.070358299714023</c:v>
              </c:pt>
              <c:pt idx="96">
                <c:v>26.070358299714023</c:v>
              </c:pt>
              <c:pt idx="97">
                <c:v>26.070358299714023</c:v>
              </c:pt>
              <c:pt idx="98">
                <c:v>26.070358299714023</c:v>
              </c:pt>
              <c:pt idx="99">
                <c:v>26.070358299714023</c:v>
              </c:pt>
              <c:pt idx="100">
                <c:v>26.070358299714023</c:v>
              </c:pt>
              <c:pt idx="101">
                <c:v>26.070358299714023</c:v>
              </c:pt>
              <c:pt idx="102">
                <c:v>26.070358299714023</c:v>
              </c:pt>
              <c:pt idx="103">
                <c:v>26.070358299714023</c:v>
              </c:pt>
              <c:pt idx="104">
                <c:v>26.070358299714023</c:v>
              </c:pt>
              <c:pt idx="105">
                <c:v>26.070358299714023</c:v>
              </c:pt>
              <c:pt idx="106">
                <c:v>26.070358299714023</c:v>
              </c:pt>
              <c:pt idx="107">
                <c:v>26.070358299714023</c:v>
              </c:pt>
              <c:pt idx="108">
                <c:v>26.070358299714023</c:v>
              </c:pt>
              <c:pt idx="109">
                <c:v>26.070358299714023</c:v>
              </c:pt>
              <c:pt idx="110">
                <c:v>26.070358299714023</c:v>
              </c:pt>
              <c:pt idx="111">
                <c:v>26.070358299714023</c:v>
              </c:pt>
              <c:pt idx="112">
                <c:v>26.070358299714023</c:v>
              </c:pt>
              <c:pt idx="113">
                <c:v>26.070358299714023</c:v>
              </c:pt>
              <c:pt idx="114">
                <c:v>26.070358299714023</c:v>
              </c:pt>
              <c:pt idx="115">
                <c:v>26.070358299714023</c:v>
              </c:pt>
              <c:pt idx="116">
                <c:v>26.070358299714023</c:v>
              </c:pt>
              <c:pt idx="117">
                <c:v>26.070358299714023</c:v>
              </c:pt>
              <c:pt idx="118">
                <c:v>26.070358299714023</c:v>
              </c:pt>
              <c:pt idx="119">
                <c:v>26.070358299714023</c:v>
              </c:pt>
              <c:pt idx="120">
                <c:v>26.070358299714023</c:v>
              </c:pt>
              <c:pt idx="121">
                <c:v>26.070358299714023</c:v>
              </c:pt>
              <c:pt idx="122">
                <c:v>26.070358299714023</c:v>
              </c:pt>
              <c:pt idx="123">
                <c:v>26.070358299714023</c:v>
              </c:pt>
              <c:pt idx="124">
                <c:v>26.070358299714023</c:v>
              </c:pt>
              <c:pt idx="125">
                <c:v>26.070358299714023</c:v>
              </c:pt>
              <c:pt idx="126">
                <c:v>26.070358299714023</c:v>
              </c:pt>
              <c:pt idx="127">
                <c:v>26.070358299714023</c:v>
              </c:pt>
              <c:pt idx="128">
                <c:v>26.070358299714023</c:v>
              </c:pt>
              <c:pt idx="129">
                <c:v>26.070358299714023</c:v>
              </c:pt>
              <c:pt idx="130">
                <c:v>26.070358299714023</c:v>
              </c:pt>
              <c:pt idx="131">
                <c:v>26.070358299714023</c:v>
              </c:pt>
              <c:pt idx="132">
                <c:v>26.070358299714023</c:v>
              </c:pt>
              <c:pt idx="133">
                <c:v>26.070358299714023</c:v>
              </c:pt>
              <c:pt idx="134">
                <c:v>26.070358299714023</c:v>
              </c:pt>
              <c:pt idx="135">
                <c:v>26.070358299714023</c:v>
              </c:pt>
              <c:pt idx="136">
                <c:v>26.070358299714023</c:v>
              </c:pt>
              <c:pt idx="137">
                <c:v>26.070358299714023</c:v>
              </c:pt>
              <c:pt idx="138">
                <c:v>26.070358299714023</c:v>
              </c:pt>
              <c:pt idx="139">
                <c:v>26.070358299714023</c:v>
              </c:pt>
              <c:pt idx="140">
                <c:v>26.070358299714023</c:v>
              </c:pt>
              <c:pt idx="141">
                <c:v>26.070358299714023</c:v>
              </c:pt>
              <c:pt idx="142">
                <c:v>26.070358299714023</c:v>
              </c:pt>
              <c:pt idx="143">
                <c:v>26.070358299714023</c:v>
              </c:pt>
              <c:pt idx="144">
                <c:v>26.070358299714023</c:v>
              </c:pt>
              <c:pt idx="145">
                <c:v>26.070358299714023</c:v>
              </c:pt>
              <c:pt idx="146">
                <c:v>26.070358299714023</c:v>
              </c:pt>
              <c:pt idx="147">
                <c:v>26.070358299714023</c:v>
              </c:pt>
              <c:pt idx="148">
                <c:v>26.070358299714023</c:v>
              </c:pt>
              <c:pt idx="149">
                <c:v>26.070358299714023</c:v>
              </c:pt>
              <c:pt idx="150">
                <c:v>26.070358299714023</c:v>
              </c:pt>
              <c:pt idx="151">
                <c:v>26.070358299714023</c:v>
              </c:pt>
              <c:pt idx="152">
                <c:v>26.070358299714023</c:v>
              </c:pt>
              <c:pt idx="153">
                <c:v>26.070358299714023</c:v>
              </c:pt>
              <c:pt idx="154">
                <c:v>26.070358299714023</c:v>
              </c:pt>
              <c:pt idx="155">
                <c:v>26.070358299714023</c:v>
              </c:pt>
              <c:pt idx="156">
                <c:v>26.070358299714023</c:v>
              </c:pt>
              <c:pt idx="157">
                <c:v>26.070358299714023</c:v>
              </c:pt>
              <c:pt idx="158">
                <c:v>26.070358299714023</c:v>
              </c:pt>
              <c:pt idx="159">
                <c:v>26.070358299714023</c:v>
              </c:pt>
              <c:pt idx="160">
                <c:v>26.070358299714023</c:v>
              </c:pt>
              <c:pt idx="161">
                <c:v>26.070358299714023</c:v>
              </c:pt>
              <c:pt idx="162">
                <c:v>26.070358299714023</c:v>
              </c:pt>
              <c:pt idx="163">
                <c:v>26.070358299714023</c:v>
              </c:pt>
              <c:pt idx="164">
                <c:v>26.070358299714023</c:v>
              </c:pt>
              <c:pt idx="165">
                <c:v>26.070358299714023</c:v>
              </c:pt>
              <c:pt idx="166">
                <c:v>26.070358299714023</c:v>
              </c:pt>
              <c:pt idx="167">
                <c:v>26.070358299714023</c:v>
              </c:pt>
              <c:pt idx="168">
                <c:v>26.070358299714023</c:v>
              </c:pt>
              <c:pt idx="169">
                <c:v>26.070358299714023</c:v>
              </c:pt>
              <c:pt idx="170">
                <c:v>26.070358299714023</c:v>
              </c:pt>
              <c:pt idx="171">
                <c:v>26.070358299714023</c:v>
              </c:pt>
              <c:pt idx="172">
                <c:v>26.070358299714023</c:v>
              </c:pt>
              <c:pt idx="173">
                <c:v>26.070358299714023</c:v>
              </c:pt>
              <c:pt idx="174">
                <c:v>26.070358299714023</c:v>
              </c:pt>
              <c:pt idx="175">
                <c:v>26.070358299714023</c:v>
              </c:pt>
              <c:pt idx="176">
                <c:v>26.070358299714023</c:v>
              </c:pt>
              <c:pt idx="177">
                <c:v>26.070358299714023</c:v>
              </c:pt>
              <c:pt idx="178">
                <c:v>26.070358299714023</c:v>
              </c:pt>
              <c:pt idx="179">
                <c:v>26.070358299714023</c:v>
              </c:pt>
              <c:pt idx="180">
                <c:v>26.070358299714023</c:v>
              </c:pt>
              <c:pt idx="181">
                <c:v>26.070358299714023</c:v>
              </c:pt>
              <c:pt idx="182">
                <c:v>26.070358299714023</c:v>
              </c:pt>
              <c:pt idx="183">
                <c:v>26.070358299714023</c:v>
              </c:pt>
              <c:pt idx="184">
                <c:v>26.070358299714023</c:v>
              </c:pt>
              <c:pt idx="185">
                <c:v>26.070358299714023</c:v>
              </c:pt>
              <c:pt idx="186">
                <c:v>26.070358299714023</c:v>
              </c:pt>
              <c:pt idx="187">
                <c:v>26.070358299714023</c:v>
              </c:pt>
              <c:pt idx="188">
                <c:v>26.070358299714023</c:v>
              </c:pt>
              <c:pt idx="189">
                <c:v>26.070358299714023</c:v>
              </c:pt>
              <c:pt idx="190">
                <c:v>26.070358299714023</c:v>
              </c:pt>
              <c:pt idx="191">
                <c:v>26.070358299714023</c:v>
              </c:pt>
              <c:pt idx="192">
                <c:v>26.070358299714023</c:v>
              </c:pt>
              <c:pt idx="193">
                <c:v>26.070358299714023</c:v>
              </c:pt>
              <c:pt idx="194">
                <c:v>26.070358299714023</c:v>
              </c:pt>
              <c:pt idx="195">
                <c:v>26.070358299714023</c:v>
              </c:pt>
              <c:pt idx="196">
                <c:v>26.070358299714023</c:v>
              </c:pt>
              <c:pt idx="197">
                <c:v>26.070358299714023</c:v>
              </c:pt>
              <c:pt idx="198">
                <c:v>26.070358299714023</c:v>
              </c:pt>
              <c:pt idx="199">
                <c:v>26.070358299714023</c:v>
              </c:pt>
              <c:pt idx="200">
                <c:v>26.070358299714023</c:v>
              </c:pt>
              <c:pt idx="201">
                <c:v>26.070358299714023</c:v>
              </c:pt>
              <c:pt idx="202">
                <c:v>26.070358299714023</c:v>
              </c:pt>
              <c:pt idx="203">
                <c:v>26.070358299714023</c:v>
              </c:pt>
              <c:pt idx="204">
                <c:v>26.070358299714023</c:v>
              </c:pt>
              <c:pt idx="205">
                <c:v>26.070358299714023</c:v>
              </c:pt>
              <c:pt idx="206">
                <c:v>26.070358299714023</c:v>
              </c:pt>
              <c:pt idx="207">
                <c:v>26.070358299714023</c:v>
              </c:pt>
              <c:pt idx="208">
                <c:v>26.070358299714023</c:v>
              </c:pt>
              <c:pt idx="209">
                <c:v>26.070358299714023</c:v>
              </c:pt>
              <c:pt idx="210">
                <c:v>26.070358299714023</c:v>
              </c:pt>
              <c:pt idx="211">
                <c:v>26.070358299714023</c:v>
              </c:pt>
              <c:pt idx="212">
                <c:v>26.070358299714023</c:v>
              </c:pt>
              <c:pt idx="213">
                <c:v>26.070358299714023</c:v>
              </c:pt>
              <c:pt idx="214">
                <c:v>26.070358299714023</c:v>
              </c:pt>
              <c:pt idx="215">
                <c:v>26.070358299714023</c:v>
              </c:pt>
              <c:pt idx="216">
                <c:v>26.070358299714023</c:v>
              </c:pt>
              <c:pt idx="217">
                <c:v>26.070358299714023</c:v>
              </c:pt>
              <c:pt idx="218">
                <c:v>26.070358299714023</c:v>
              </c:pt>
              <c:pt idx="219">
                <c:v>26.070358299714023</c:v>
              </c:pt>
              <c:pt idx="220">
                <c:v>26.070358299714023</c:v>
              </c:pt>
              <c:pt idx="221">
                <c:v>26.070358299714023</c:v>
              </c:pt>
              <c:pt idx="222">
                <c:v>26.070358299714023</c:v>
              </c:pt>
              <c:pt idx="223">
                <c:v>26.070358299714023</c:v>
              </c:pt>
              <c:pt idx="224">
                <c:v>26.070358299714023</c:v>
              </c:pt>
              <c:pt idx="225">
                <c:v>26.070358299714023</c:v>
              </c:pt>
              <c:pt idx="226">
                <c:v>26.070358299714023</c:v>
              </c:pt>
              <c:pt idx="227">
                <c:v>26.070358299714023</c:v>
              </c:pt>
              <c:pt idx="228">
                <c:v>26.070358299714023</c:v>
              </c:pt>
              <c:pt idx="229">
                <c:v>26.070358299714023</c:v>
              </c:pt>
              <c:pt idx="230">
                <c:v>26.070358299714023</c:v>
              </c:pt>
              <c:pt idx="231">
                <c:v>26.070358299714023</c:v>
              </c:pt>
              <c:pt idx="232">
                <c:v>26.070358299714023</c:v>
              </c:pt>
              <c:pt idx="233">
                <c:v>26.070358299714023</c:v>
              </c:pt>
              <c:pt idx="234">
                <c:v>26.070358299714023</c:v>
              </c:pt>
              <c:pt idx="235">
                <c:v>26.070358299714023</c:v>
              </c:pt>
              <c:pt idx="236">
                <c:v>26.070358299714023</c:v>
              </c:pt>
              <c:pt idx="237">
                <c:v>26.070358299714023</c:v>
              </c:pt>
              <c:pt idx="238">
                <c:v>26.070358299714023</c:v>
              </c:pt>
              <c:pt idx="239">
                <c:v>26.070358299714023</c:v>
              </c:pt>
              <c:pt idx="240">
                <c:v>26.070358299714023</c:v>
              </c:pt>
              <c:pt idx="241">
                <c:v>26.070358299714023</c:v>
              </c:pt>
              <c:pt idx="242">
                <c:v>26.070358299714023</c:v>
              </c:pt>
              <c:pt idx="243">
                <c:v>26.070358299714023</c:v>
              </c:pt>
              <c:pt idx="244">
                <c:v>26.070358299714023</c:v>
              </c:pt>
              <c:pt idx="245">
                <c:v>26.070358299714023</c:v>
              </c:pt>
              <c:pt idx="246">
                <c:v>26.070358299714023</c:v>
              </c:pt>
              <c:pt idx="247">
                <c:v>26.070358299714023</c:v>
              </c:pt>
              <c:pt idx="248">
                <c:v>26.070358299714023</c:v>
              </c:pt>
              <c:pt idx="249">
                <c:v>26.070358299714023</c:v>
              </c:pt>
              <c:pt idx="250">
                <c:v>26.070358299714023</c:v>
              </c:pt>
              <c:pt idx="251">
                <c:v>26.070358299714023</c:v>
              </c:pt>
              <c:pt idx="252">
                <c:v>26.070358299714023</c:v>
              </c:pt>
              <c:pt idx="253">
                <c:v>26.070358299714023</c:v>
              </c:pt>
              <c:pt idx="254">
                <c:v>26.070358299714023</c:v>
              </c:pt>
              <c:pt idx="255">
                <c:v>26.070358299714023</c:v>
              </c:pt>
              <c:pt idx="256">
                <c:v>26.070358299714023</c:v>
              </c:pt>
              <c:pt idx="257">
                <c:v>26.070358299714023</c:v>
              </c:pt>
              <c:pt idx="258">
                <c:v>26.070358299714023</c:v>
              </c:pt>
              <c:pt idx="259">
                <c:v>26.070358299714023</c:v>
              </c:pt>
              <c:pt idx="260">
                <c:v>26.070358299714023</c:v>
              </c:pt>
              <c:pt idx="261">
                <c:v>26.070358299714023</c:v>
              </c:pt>
              <c:pt idx="262">
                <c:v>26.070358299714023</c:v>
              </c:pt>
              <c:pt idx="263">
                <c:v>26.070358299714023</c:v>
              </c:pt>
              <c:pt idx="264">
                <c:v>26.070358299714023</c:v>
              </c:pt>
              <c:pt idx="265">
                <c:v>26.070358299714023</c:v>
              </c:pt>
              <c:pt idx="266">
                <c:v>26.070358299714023</c:v>
              </c:pt>
              <c:pt idx="267">
                <c:v>26.070358299714023</c:v>
              </c:pt>
              <c:pt idx="268">
                <c:v>26.070358299714023</c:v>
              </c:pt>
              <c:pt idx="269">
                <c:v>26.070358299714023</c:v>
              </c:pt>
              <c:pt idx="270">
                <c:v>26.070358299714023</c:v>
              </c:pt>
              <c:pt idx="271">
                <c:v>26.070358299714023</c:v>
              </c:pt>
              <c:pt idx="272">
                <c:v>26.070358299714023</c:v>
              </c:pt>
              <c:pt idx="273">
                <c:v>26.070358299714023</c:v>
              </c:pt>
              <c:pt idx="274">
                <c:v>26.070358299714023</c:v>
              </c:pt>
              <c:pt idx="275">
                <c:v>26.070358299714023</c:v>
              </c:pt>
              <c:pt idx="276">
                <c:v>26.070358299714023</c:v>
              </c:pt>
              <c:pt idx="277">
                <c:v>26.070358299714023</c:v>
              </c:pt>
              <c:pt idx="278">
                <c:v>26.070358299714023</c:v>
              </c:pt>
              <c:pt idx="279">
                <c:v>26.070358299714023</c:v>
              </c:pt>
              <c:pt idx="280">
                <c:v>26.070358299714023</c:v>
              </c:pt>
              <c:pt idx="281">
                <c:v>26.070358299714023</c:v>
              </c:pt>
              <c:pt idx="282">
                <c:v>26.070358299714023</c:v>
              </c:pt>
              <c:pt idx="283">
                <c:v>26.070358299714023</c:v>
              </c:pt>
              <c:pt idx="284">
                <c:v>26.070358299714023</c:v>
              </c:pt>
              <c:pt idx="285">
                <c:v>26.070358299714023</c:v>
              </c:pt>
              <c:pt idx="286">
                <c:v>26.070358299714023</c:v>
              </c:pt>
              <c:pt idx="287">
                <c:v>26.070358299714023</c:v>
              </c:pt>
              <c:pt idx="288">
                <c:v>26.070358299714023</c:v>
              </c:pt>
              <c:pt idx="289">
                <c:v>26.070358299714023</c:v>
              </c:pt>
              <c:pt idx="290">
                <c:v>26.070358299714023</c:v>
              </c:pt>
              <c:pt idx="291">
                <c:v>26.070358299714023</c:v>
              </c:pt>
              <c:pt idx="292">
                <c:v>26.070358299714023</c:v>
              </c:pt>
              <c:pt idx="293">
                <c:v>26.070358299714023</c:v>
              </c:pt>
              <c:pt idx="294">
                <c:v>26.070358299714023</c:v>
              </c:pt>
              <c:pt idx="295">
                <c:v>26.070358299714023</c:v>
              </c:pt>
              <c:pt idx="296">
                <c:v>26.070358299714023</c:v>
              </c:pt>
              <c:pt idx="297">
                <c:v>26.070358299714023</c:v>
              </c:pt>
              <c:pt idx="298">
                <c:v>26.070358299714023</c:v>
              </c:pt>
              <c:pt idx="299">
                <c:v>26.070358299714023</c:v>
              </c:pt>
              <c:pt idx="300">
                <c:v>26.070358299714023</c:v>
              </c:pt>
              <c:pt idx="301">
                <c:v>26.070358299714023</c:v>
              </c:pt>
              <c:pt idx="302">
                <c:v>26.070358299714023</c:v>
              </c:pt>
              <c:pt idx="303">
                <c:v>26.070358299714023</c:v>
              </c:pt>
              <c:pt idx="304">
                <c:v>26.070358299714023</c:v>
              </c:pt>
              <c:pt idx="305">
                <c:v>26.070358299714023</c:v>
              </c:pt>
              <c:pt idx="306">
                <c:v>26.070358299714023</c:v>
              </c:pt>
              <c:pt idx="307">
                <c:v>26.070358299714023</c:v>
              </c:pt>
              <c:pt idx="308">
                <c:v>26.070358299714023</c:v>
              </c:pt>
              <c:pt idx="309">
                <c:v>26.070358299714023</c:v>
              </c:pt>
              <c:pt idx="310">
                <c:v>26.070358299714023</c:v>
              </c:pt>
              <c:pt idx="311">
                <c:v>26.070358299714023</c:v>
              </c:pt>
              <c:pt idx="312">
                <c:v>26.070358299714023</c:v>
              </c:pt>
              <c:pt idx="313">
                <c:v>26.070358299714023</c:v>
              </c:pt>
              <c:pt idx="314">
                <c:v>26.070358299714023</c:v>
              </c:pt>
              <c:pt idx="315">
                <c:v>26.070358299714023</c:v>
              </c:pt>
              <c:pt idx="316">
                <c:v>26.070358299714023</c:v>
              </c:pt>
              <c:pt idx="317">
                <c:v>26.070358299714023</c:v>
              </c:pt>
              <c:pt idx="318">
                <c:v>26.070358299714023</c:v>
              </c:pt>
              <c:pt idx="319">
                <c:v>26.070358299714023</c:v>
              </c:pt>
              <c:pt idx="320">
                <c:v>26.070358299714023</c:v>
              </c:pt>
              <c:pt idx="321">
                <c:v>26.070358299714023</c:v>
              </c:pt>
              <c:pt idx="322">
                <c:v>26.070358299714023</c:v>
              </c:pt>
              <c:pt idx="323">
                <c:v>26.070358299714023</c:v>
              </c:pt>
              <c:pt idx="324">
                <c:v>26.070358299714023</c:v>
              </c:pt>
              <c:pt idx="325">
                <c:v>26.070358299714023</c:v>
              </c:pt>
              <c:pt idx="326">
                <c:v>26.070358299714023</c:v>
              </c:pt>
              <c:pt idx="327">
                <c:v>26.070358299714023</c:v>
              </c:pt>
              <c:pt idx="328">
                <c:v>26.070358299714023</c:v>
              </c:pt>
              <c:pt idx="329">
                <c:v>26.070358299714023</c:v>
              </c:pt>
              <c:pt idx="330">
                <c:v>26.070358299714023</c:v>
              </c:pt>
              <c:pt idx="331">
                <c:v>26.070358299714023</c:v>
              </c:pt>
              <c:pt idx="332">
                <c:v>26.070358299714023</c:v>
              </c:pt>
              <c:pt idx="333">
                <c:v>26.070358299714023</c:v>
              </c:pt>
              <c:pt idx="334">
                <c:v>26.070358299714023</c:v>
              </c:pt>
              <c:pt idx="335">
                <c:v>26.070358299714023</c:v>
              </c:pt>
              <c:pt idx="336">
                <c:v>26.070358299714023</c:v>
              </c:pt>
              <c:pt idx="337">
                <c:v>26.070358299714023</c:v>
              </c:pt>
              <c:pt idx="338">
                <c:v>26.070358299714023</c:v>
              </c:pt>
              <c:pt idx="339">
                <c:v>26.070358299714023</c:v>
              </c:pt>
              <c:pt idx="340">
                <c:v>26.070358299714023</c:v>
              </c:pt>
              <c:pt idx="341">
                <c:v>26.070358299714023</c:v>
              </c:pt>
              <c:pt idx="342">
                <c:v>26.070358299714023</c:v>
              </c:pt>
              <c:pt idx="343">
                <c:v>26.070358299714023</c:v>
              </c:pt>
              <c:pt idx="344">
                <c:v>26.070358299714023</c:v>
              </c:pt>
              <c:pt idx="345">
                <c:v>26.070358299714023</c:v>
              </c:pt>
              <c:pt idx="346">
                <c:v>26.070358299714023</c:v>
              </c:pt>
              <c:pt idx="347">
                <c:v>26.070358299714023</c:v>
              </c:pt>
              <c:pt idx="348">
                <c:v>26.070358299714023</c:v>
              </c:pt>
              <c:pt idx="349">
                <c:v>26.070358299714023</c:v>
              </c:pt>
              <c:pt idx="350">
                <c:v>26.070358299714023</c:v>
              </c:pt>
              <c:pt idx="351">
                <c:v>26.070358299714023</c:v>
              </c:pt>
              <c:pt idx="352">
                <c:v>26.070358299714023</c:v>
              </c:pt>
              <c:pt idx="353">
                <c:v>26.070358299714023</c:v>
              </c:pt>
              <c:pt idx="354">
                <c:v>26.070358299714023</c:v>
              </c:pt>
              <c:pt idx="355">
                <c:v>26.070358299714023</c:v>
              </c:pt>
              <c:pt idx="356">
                <c:v>26.070358299714023</c:v>
              </c:pt>
              <c:pt idx="357">
                <c:v>26.070358299714023</c:v>
              </c:pt>
              <c:pt idx="358">
                <c:v>26.070358299714023</c:v>
              </c:pt>
              <c:pt idx="359">
                <c:v>26.070358299714023</c:v>
              </c:pt>
              <c:pt idx="360">
                <c:v>26.070358299714023</c:v>
              </c:pt>
              <c:pt idx="361">
                <c:v>26.070358299714023</c:v>
              </c:pt>
              <c:pt idx="362">
                <c:v>26.070358299714023</c:v>
              </c:pt>
              <c:pt idx="363">
                <c:v>26.070358299714023</c:v>
              </c:pt>
              <c:pt idx="364">
                <c:v>26.070358299714023</c:v>
              </c:pt>
              <c:pt idx="365">
                <c:v>26.070358299714023</c:v>
              </c:pt>
              <c:pt idx="366">
                <c:v>26.070358299714023</c:v>
              </c:pt>
              <c:pt idx="367">
                <c:v>26.070358299714023</c:v>
              </c:pt>
              <c:pt idx="368">
                <c:v>26.070358299714023</c:v>
              </c:pt>
              <c:pt idx="369">
                <c:v>26.070358299714023</c:v>
              </c:pt>
              <c:pt idx="370">
                <c:v>26.070358299714023</c:v>
              </c:pt>
              <c:pt idx="371">
                <c:v>26.070358299714023</c:v>
              </c:pt>
              <c:pt idx="372">
                <c:v>26.070358299714023</c:v>
              </c:pt>
              <c:pt idx="373">
                <c:v>26.070358299714023</c:v>
              </c:pt>
              <c:pt idx="374">
                <c:v>26.070358299714023</c:v>
              </c:pt>
              <c:pt idx="375">
                <c:v>26.070358299714023</c:v>
              </c:pt>
              <c:pt idx="376">
                <c:v>26.070358299714023</c:v>
              </c:pt>
              <c:pt idx="377">
                <c:v>26.070358299714023</c:v>
              </c:pt>
              <c:pt idx="378">
                <c:v>26.070358299714023</c:v>
              </c:pt>
              <c:pt idx="379">
                <c:v>26.070358299714023</c:v>
              </c:pt>
              <c:pt idx="380">
                <c:v>26.070358299714023</c:v>
              </c:pt>
              <c:pt idx="381">
                <c:v>26.070358299714023</c:v>
              </c:pt>
              <c:pt idx="382">
                <c:v>26.070358299714023</c:v>
              </c:pt>
              <c:pt idx="383">
                <c:v>26.070358299714023</c:v>
              </c:pt>
              <c:pt idx="384">
                <c:v>26.070358299714023</c:v>
              </c:pt>
              <c:pt idx="385">
                <c:v>26.070358299714023</c:v>
              </c:pt>
              <c:pt idx="386">
                <c:v>26.070358299714023</c:v>
              </c:pt>
              <c:pt idx="387">
                <c:v>26.070358299714023</c:v>
              </c:pt>
              <c:pt idx="388">
                <c:v>26.070358299714023</c:v>
              </c:pt>
              <c:pt idx="389">
                <c:v>26.070358299714023</c:v>
              </c:pt>
              <c:pt idx="390">
                <c:v>26.070358299714023</c:v>
              </c:pt>
              <c:pt idx="391">
                <c:v>26.070358299714023</c:v>
              </c:pt>
              <c:pt idx="392">
                <c:v>26.070358299714023</c:v>
              </c:pt>
              <c:pt idx="393">
                <c:v>26.070358299714023</c:v>
              </c:pt>
              <c:pt idx="394">
                <c:v>26.070358299714023</c:v>
              </c:pt>
              <c:pt idx="395">
                <c:v>26.070358299714023</c:v>
              </c:pt>
              <c:pt idx="396">
                <c:v>26.070358299714023</c:v>
              </c:pt>
              <c:pt idx="397">
                <c:v>26.070358299714023</c:v>
              </c:pt>
              <c:pt idx="398">
                <c:v>26.070358299714023</c:v>
              </c:pt>
              <c:pt idx="399">
                <c:v>26.070358299714023</c:v>
              </c:pt>
              <c:pt idx="400">
                <c:v>26.070358299714023</c:v>
              </c:pt>
              <c:pt idx="401">
                <c:v>26.070358299714023</c:v>
              </c:pt>
              <c:pt idx="402">
                <c:v>26.070358299714023</c:v>
              </c:pt>
              <c:pt idx="403">
                <c:v>26.070358299714023</c:v>
              </c:pt>
              <c:pt idx="404">
                <c:v>26.070358299714023</c:v>
              </c:pt>
              <c:pt idx="405">
                <c:v>26.070358299714023</c:v>
              </c:pt>
              <c:pt idx="406">
                <c:v>26.070358299714023</c:v>
              </c:pt>
              <c:pt idx="407">
                <c:v>26.070358299714023</c:v>
              </c:pt>
              <c:pt idx="408">
                <c:v>26.070358299714023</c:v>
              </c:pt>
              <c:pt idx="409">
                <c:v>26.070358299714023</c:v>
              </c:pt>
              <c:pt idx="410">
                <c:v>26.070358299714023</c:v>
              </c:pt>
              <c:pt idx="411">
                <c:v>26.070358299714023</c:v>
              </c:pt>
              <c:pt idx="412">
                <c:v>26.070358299714023</c:v>
              </c:pt>
              <c:pt idx="413">
                <c:v>26.070358299714023</c:v>
              </c:pt>
              <c:pt idx="414">
                <c:v>26.070358299714023</c:v>
              </c:pt>
              <c:pt idx="415">
                <c:v>26.070358299714023</c:v>
              </c:pt>
              <c:pt idx="416">
                <c:v>26.070358299714023</c:v>
              </c:pt>
              <c:pt idx="417">
                <c:v>26.070358299714023</c:v>
              </c:pt>
              <c:pt idx="418">
                <c:v>26.070358299714023</c:v>
              </c:pt>
              <c:pt idx="419">
                <c:v>26.070358299714023</c:v>
              </c:pt>
              <c:pt idx="420">
                <c:v>26.070358299714023</c:v>
              </c:pt>
              <c:pt idx="421">
                <c:v>26.070358299714023</c:v>
              </c:pt>
              <c:pt idx="422">
                <c:v>26.070358299714023</c:v>
              </c:pt>
              <c:pt idx="423">
                <c:v>26.070358299714023</c:v>
              </c:pt>
              <c:pt idx="424">
                <c:v>26.070358299714023</c:v>
              </c:pt>
              <c:pt idx="425">
                <c:v>26.070358299714023</c:v>
              </c:pt>
              <c:pt idx="426">
                <c:v>26.070358299714023</c:v>
              </c:pt>
              <c:pt idx="427">
                <c:v>26.070358299714023</c:v>
              </c:pt>
              <c:pt idx="428">
                <c:v>26.070358299714023</c:v>
              </c:pt>
              <c:pt idx="429">
                <c:v>26.070358299714023</c:v>
              </c:pt>
              <c:pt idx="430">
                <c:v>26.070358299714023</c:v>
              </c:pt>
              <c:pt idx="431">
                <c:v>26.070358299714023</c:v>
              </c:pt>
              <c:pt idx="432">
                <c:v>26.070358299714023</c:v>
              </c:pt>
              <c:pt idx="433">
                <c:v>26.070358299714023</c:v>
              </c:pt>
              <c:pt idx="434">
                <c:v>26.070358299714023</c:v>
              </c:pt>
              <c:pt idx="435">
                <c:v>26.070358299714023</c:v>
              </c:pt>
              <c:pt idx="436">
                <c:v>26.070358299714023</c:v>
              </c:pt>
              <c:pt idx="437">
                <c:v>26.070358299714023</c:v>
              </c:pt>
              <c:pt idx="438">
                <c:v>26.070358299714023</c:v>
              </c:pt>
              <c:pt idx="439">
                <c:v>26.070358299714023</c:v>
              </c:pt>
              <c:pt idx="440">
                <c:v>26.070358299714023</c:v>
              </c:pt>
              <c:pt idx="441">
                <c:v>26.070358299714023</c:v>
              </c:pt>
              <c:pt idx="442">
                <c:v>26.070358299714023</c:v>
              </c:pt>
              <c:pt idx="443">
                <c:v>26.070358299714023</c:v>
              </c:pt>
              <c:pt idx="444">
                <c:v>26.070358299714023</c:v>
              </c:pt>
              <c:pt idx="445">
                <c:v>26.070358299714023</c:v>
              </c:pt>
              <c:pt idx="446">
                <c:v>26.070358299714023</c:v>
              </c:pt>
              <c:pt idx="447">
                <c:v>26.070358299714023</c:v>
              </c:pt>
              <c:pt idx="448">
                <c:v>26.070358299714023</c:v>
              </c:pt>
              <c:pt idx="449">
                <c:v>26.070358299714023</c:v>
              </c:pt>
            </c:numLit>
          </c:xVal>
          <c:yVal>
            <c:numLit>
              <c:formatCode>0.0</c:formatCode>
              <c:ptCount val="450"/>
              <c:pt idx="0">
                <c:v>1.5840754845499974</c:v>
              </c:pt>
              <c:pt idx="1">
                <c:v>1.5840754845499974</c:v>
              </c:pt>
              <c:pt idx="2">
                <c:v>1.5840754845499974</c:v>
              </c:pt>
              <c:pt idx="3">
                <c:v>1.5840754845499974</c:v>
              </c:pt>
              <c:pt idx="4">
                <c:v>1.5840754845499974</c:v>
              </c:pt>
              <c:pt idx="5">
                <c:v>1.5840754845499974</c:v>
              </c:pt>
              <c:pt idx="6">
                <c:v>1.5840754845499974</c:v>
              </c:pt>
              <c:pt idx="7">
                <c:v>1.5840754845499974</c:v>
              </c:pt>
              <c:pt idx="8">
                <c:v>1.5840754845499974</c:v>
              </c:pt>
              <c:pt idx="9">
                <c:v>1.5840754845499974</c:v>
              </c:pt>
              <c:pt idx="10">
                <c:v>1.5840754845499974</c:v>
              </c:pt>
              <c:pt idx="11">
                <c:v>1.5840754845499974</c:v>
              </c:pt>
              <c:pt idx="12">
                <c:v>1.5840754845499974</c:v>
              </c:pt>
              <c:pt idx="13">
                <c:v>1.5840754845499974</c:v>
              </c:pt>
              <c:pt idx="14">
                <c:v>1.5840754845499974</c:v>
              </c:pt>
              <c:pt idx="15">
                <c:v>1.5840754845499974</c:v>
              </c:pt>
              <c:pt idx="16">
                <c:v>1.5840754845499974</c:v>
              </c:pt>
              <c:pt idx="17">
                <c:v>1.5840754845499974</c:v>
              </c:pt>
              <c:pt idx="18">
                <c:v>1.5840754845499974</c:v>
              </c:pt>
              <c:pt idx="19">
                <c:v>1.5840754845499974</c:v>
              </c:pt>
              <c:pt idx="20">
                <c:v>1.5840754845499974</c:v>
              </c:pt>
              <c:pt idx="21">
                <c:v>1.5840754845499974</c:v>
              </c:pt>
              <c:pt idx="22">
                <c:v>1.5840754845499974</c:v>
              </c:pt>
              <c:pt idx="23">
                <c:v>1.5840754845499974</c:v>
              </c:pt>
              <c:pt idx="24">
                <c:v>1.5840754845499974</c:v>
              </c:pt>
              <c:pt idx="25">
                <c:v>1.5840754845499974</c:v>
              </c:pt>
              <c:pt idx="26">
                <c:v>1.5840754845499974</c:v>
              </c:pt>
              <c:pt idx="27">
                <c:v>1.5840754845499974</c:v>
              </c:pt>
              <c:pt idx="28">
                <c:v>1.5840754845499974</c:v>
              </c:pt>
              <c:pt idx="29">
                <c:v>1.5840754845499974</c:v>
              </c:pt>
              <c:pt idx="30">
                <c:v>1.5840754845499974</c:v>
              </c:pt>
              <c:pt idx="31">
                <c:v>1.5840754845499974</c:v>
              </c:pt>
              <c:pt idx="32">
                <c:v>1.5840754845499974</c:v>
              </c:pt>
              <c:pt idx="33">
                <c:v>1.5840754845499974</c:v>
              </c:pt>
              <c:pt idx="34">
                <c:v>1.5840754845499974</c:v>
              </c:pt>
              <c:pt idx="35">
                <c:v>1.5840754845499974</c:v>
              </c:pt>
              <c:pt idx="36">
                <c:v>1.5840754845499974</c:v>
              </c:pt>
              <c:pt idx="37">
                <c:v>1.5840754845499974</c:v>
              </c:pt>
              <c:pt idx="38">
                <c:v>1.5840754845499974</c:v>
              </c:pt>
              <c:pt idx="39">
                <c:v>1.5840754845499974</c:v>
              </c:pt>
              <c:pt idx="40">
                <c:v>1.5840754845499974</c:v>
              </c:pt>
              <c:pt idx="41">
                <c:v>1.5840754845499974</c:v>
              </c:pt>
              <c:pt idx="42">
                <c:v>1.5840754845499974</c:v>
              </c:pt>
              <c:pt idx="43">
                <c:v>1.5840754845499974</c:v>
              </c:pt>
              <c:pt idx="44">
                <c:v>1.5840754845499974</c:v>
              </c:pt>
              <c:pt idx="45">
                <c:v>1.5840754845499974</c:v>
              </c:pt>
              <c:pt idx="46">
                <c:v>1.5840754845499974</c:v>
              </c:pt>
              <c:pt idx="47">
                <c:v>1.5840754845499974</c:v>
              </c:pt>
              <c:pt idx="48">
                <c:v>1.5840754845499974</c:v>
              </c:pt>
              <c:pt idx="49">
                <c:v>1.5840754845499974</c:v>
              </c:pt>
              <c:pt idx="50">
                <c:v>1.5840754845499974</c:v>
              </c:pt>
              <c:pt idx="51">
                <c:v>1.5840754845499974</c:v>
              </c:pt>
              <c:pt idx="52">
                <c:v>1.5840754845499974</c:v>
              </c:pt>
              <c:pt idx="53">
                <c:v>1.5840754845499974</c:v>
              </c:pt>
              <c:pt idx="54">
                <c:v>1.5840754845499974</c:v>
              </c:pt>
              <c:pt idx="55">
                <c:v>1.5840754845499974</c:v>
              </c:pt>
              <c:pt idx="56">
                <c:v>1.5840754845499974</c:v>
              </c:pt>
              <c:pt idx="57">
                <c:v>1.5840754845499974</c:v>
              </c:pt>
              <c:pt idx="58">
                <c:v>1.5840754845499974</c:v>
              </c:pt>
              <c:pt idx="59">
                <c:v>1.5840754845499974</c:v>
              </c:pt>
              <c:pt idx="60">
                <c:v>1.5840754845499974</c:v>
              </c:pt>
              <c:pt idx="61">
                <c:v>1.5840754845499974</c:v>
              </c:pt>
              <c:pt idx="62">
                <c:v>1.5840754845499974</c:v>
              </c:pt>
              <c:pt idx="63">
                <c:v>1.5840754845499974</c:v>
              </c:pt>
              <c:pt idx="64">
                <c:v>1.5840754845499974</c:v>
              </c:pt>
              <c:pt idx="65">
                <c:v>1.5840754845499974</c:v>
              </c:pt>
              <c:pt idx="66">
                <c:v>1.5840754845499974</c:v>
              </c:pt>
              <c:pt idx="67">
                <c:v>1.5840754845499974</c:v>
              </c:pt>
              <c:pt idx="68">
                <c:v>1.5840754845499974</c:v>
              </c:pt>
              <c:pt idx="69">
                <c:v>1.5840754845499974</c:v>
              </c:pt>
              <c:pt idx="70">
                <c:v>1.5840754845499974</c:v>
              </c:pt>
              <c:pt idx="71">
                <c:v>1.5840754845499974</c:v>
              </c:pt>
              <c:pt idx="72">
                <c:v>1.5840754845499974</c:v>
              </c:pt>
              <c:pt idx="73">
                <c:v>1.5840754845499974</c:v>
              </c:pt>
              <c:pt idx="74">
                <c:v>1.5840754845499974</c:v>
              </c:pt>
              <c:pt idx="75">
                <c:v>1.5840754845499974</c:v>
              </c:pt>
              <c:pt idx="76">
                <c:v>1.5840754845499974</c:v>
              </c:pt>
              <c:pt idx="77">
                <c:v>1.5840754845499974</c:v>
              </c:pt>
              <c:pt idx="78">
                <c:v>1.5840754845499974</c:v>
              </c:pt>
              <c:pt idx="79">
                <c:v>1.5840754845499974</c:v>
              </c:pt>
              <c:pt idx="80">
                <c:v>1.5840754845499974</c:v>
              </c:pt>
              <c:pt idx="81">
                <c:v>1.5840754845499974</c:v>
              </c:pt>
              <c:pt idx="82">
                <c:v>1.5840754845499974</c:v>
              </c:pt>
              <c:pt idx="83">
                <c:v>1.5840754845499974</c:v>
              </c:pt>
              <c:pt idx="84">
                <c:v>1.5840754845499974</c:v>
              </c:pt>
              <c:pt idx="85">
                <c:v>1.5840754845499974</c:v>
              </c:pt>
              <c:pt idx="86">
                <c:v>1.5840754845499974</c:v>
              </c:pt>
              <c:pt idx="87">
                <c:v>1.5840754845499974</c:v>
              </c:pt>
              <c:pt idx="88">
                <c:v>1.5840754845499974</c:v>
              </c:pt>
              <c:pt idx="89">
                <c:v>1.5840754845499974</c:v>
              </c:pt>
              <c:pt idx="90">
                <c:v>1.5840754845499974</c:v>
              </c:pt>
              <c:pt idx="91">
                <c:v>1.5840754845499974</c:v>
              </c:pt>
              <c:pt idx="92">
                <c:v>1.5840754845499974</c:v>
              </c:pt>
              <c:pt idx="93">
                <c:v>1.5840754845499974</c:v>
              </c:pt>
              <c:pt idx="94">
                <c:v>1.5840754845499974</c:v>
              </c:pt>
              <c:pt idx="95">
                <c:v>1.5840754845499974</c:v>
              </c:pt>
              <c:pt idx="96">
                <c:v>1.5840754845499974</c:v>
              </c:pt>
              <c:pt idx="97">
                <c:v>1.5840754845499974</c:v>
              </c:pt>
              <c:pt idx="98">
                <c:v>1.5840754845499974</c:v>
              </c:pt>
              <c:pt idx="99">
                <c:v>1.5840754845499974</c:v>
              </c:pt>
              <c:pt idx="100">
                <c:v>1.5840754845499974</c:v>
              </c:pt>
              <c:pt idx="101">
                <c:v>1.5840754845499974</c:v>
              </c:pt>
              <c:pt idx="102">
                <c:v>1.5840754845499974</c:v>
              </c:pt>
              <c:pt idx="103">
                <c:v>1.5840754845499974</c:v>
              </c:pt>
              <c:pt idx="104">
                <c:v>1.5840754845499974</c:v>
              </c:pt>
              <c:pt idx="105">
                <c:v>1.5840754845499974</c:v>
              </c:pt>
              <c:pt idx="106">
                <c:v>1.5840754845499974</c:v>
              </c:pt>
              <c:pt idx="107">
                <c:v>1.5840754845499974</c:v>
              </c:pt>
              <c:pt idx="108">
                <c:v>1.5840754845499974</c:v>
              </c:pt>
              <c:pt idx="109">
                <c:v>1.5840754845499974</c:v>
              </c:pt>
              <c:pt idx="110">
                <c:v>1.5840754845499974</c:v>
              </c:pt>
              <c:pt idx="111">
                <c:v>1.5840754845499974</c:v>
              </c:pt>
              <c:pt idx="112">
                <c:v>1.5840754845499974</c:v>
              </c:pt>
              <c:pt idx="113">
                <c:v>1.5840754845499974</c:v>
              </c:pt>
              <c:pt idx="114">
                <c:v>1.5840754845499974</c:v>
              </c:pt>
              <c:pt idx="115">
                <c:v>1.5840754845499974</c:v>
              </c:pt>
              <c:pt idx="116">
                <c:v>1.5840754845499974</c:v>
              </c:pt>
              <c:pt idx="117">
                <c:v>1.5840754845499974</c:v>
              </c:pt>
              <c:pt idx="118">
                <c:v>1.5840754845499974</c:v>
              </c:pt>
              <c:pt idx="119">
                <c:v>1.5840754845499974</c:v>
              </c:pt>
              <c:pt idx="120">
                <c:v>1.5840754845499974</c:v>
              </c:pt>
              <c:pt idx="121">
                <c:v>1.5840754845499974</c:v>
              </c:pt>
              <c:pt idx="122">
                <c:v>1.5840754845499974</c:v>
              </c:pt>
              <c:pt idx="123">
                <c:v>1.5840754845499974</c:v>
              </c:pt>
              <c:pt idx="124">
                <c:v>1.5840754845499974</c:v>
              </c:pt>
              <c:pt idx="125">
                <c:v>1.5840754845499974</c:v>
              </c:pt>
              <c:pt idx="126">
                <c:v>1.5840754845499974</c:v>
              </c:pt>
              <c:pt idx="127">
                <c:v>1.5840754845499974</c:v>
              </c:pt>
              <c:pt idx="128">
                <c:v>1.5840754845499974</c:v>
              </c:pt>
              <c:pt idx="129">
                <c:v>1.5840754845499974</c:v>
              </c:pt>
              <c:pt idx="130">
                <c:v>1.5840754845499974</c:v>
              </c:pt>
              <c:pt idx="131">
                <c:v>1.5840754845499974</c:v>
              </c:pt>
              <c:pt idx="132">
                <c:v>1.5840754845499974</c:v>
              </c:pt>
              <c:pt idx="133">
                <c:v>1.5840754845499974</c:v>
              </c:pt>
              <c:pt idx="134">
                <c:v>1.5840754845499974</c:v>
              </c:pt>
              <c:pt idx="135">
                <c:v>1.5840754845499974</c:v>
              </c:pt>
              <c:pt idx="136">
                <c:v>1.5840754845499974</c:v>
              </c:pt>
              <c:pt idx="137">
                <c:v>1.5840754845499974</c:v>
              </c:pt>
              <c:pt idx="138">
                <c:v>1.5840754845499974</c:v>
              </c:pt>
              <c:pt idx="139">
                <c:v>1.5840754845499974</c:v>
              </c:pt>
              <c:pt idx="140">
                <c:v>1.5840754845499974</c:v>
              </c:pt>
              <c:pt idx="141">
                <c:v>1.5840754845499974</c:v>
              </c:pt>
              <c:pt idx="142">
                <c:v>1.5840754845499974</c:v>
              </c:pt>
              <c:pt idx="143">
                <c:v>1.5840754845499974</c:v>
              </c:pt>
              <c:pt idx="144">
                <c:v>1.5840754845499974</c:v>
              </c:pt>
              <c:pt idx="145">
                <c:v>1.5840754845499974</c:v>
              </c:pt>
              <c:pt idx="146">
                <c:v>1.5840754845499974</c:v>
              </c:pt>
              <c:pt idx="147">
                <c:v>1.5840754845499974</c:v>
              </c:pt>
              <c:pt idx="148">
                <c:v>1.5840754845499974</c:v>
              </c:pt>
              <c:pt idx="149">
                <c:v>1.5840754845499974</c:v>
              </c:pt>
              <c:pt idx="150">
                <c:v>1.5840754845499974</c:v>
              </c:pt>
              <c:pt idx="151">
                <c:v>1.5840754845499974</c:v>
              </c:pt>
              <c:pt idx="152">
                <c:v>1.5840754845499974</c:v>
              </c:pt>
              <c:pt idx="153">
                <c:v>1.5840754845499974</c:v>
              </c:pt>
              <c:pt idx="154">
                <c:v>1.5840754845499974</c:v>
              </c:pt>
              <c:pt idx="155">
                <c:v>1.5840754845499974</c:v>
              </c:pt>
              <c:pt idx="156">
                <c:v>1.5840754845499974</c:v>
              </c:pt>
              <c:pt idx="157">
                <c:v>1.5840754845499974</c:v>
              </c:pt>
              <c:pt idx="158">
                <c:v>1.5840754845499974</c:v>
              </c:pt>
              <c:pt idx="159">
                <c:v>1.5840754845499974</c:v>
              </c:pt>
              <c:pt idx="160">
                <c:v>1.5840754845499974</c:v>
              </c:pt>
              <c:pt idx="161">
                <c:v>1.5840754845499974</c:v>
              </c:pt>
              <c:pt idx="162">
                <c:v>1.5840754845499974</c:v>
              </c:pt>
              <c:pt idx="163">
                <c:v>1.5840754845499974</c:v>
              </c:pt>
              <c:pt idx="164">
                <c:v>1.5840754845499974</c:v>
              </c:pt>
              <c:pt idx="165">
                <c:v>1.5840754845499974</c:v>
              </c:pt>
              <c:pt idx="166">
                <c:v>1.5840754845499974</c:v>
              </c:pt>
              <c:pt idx="167">
                <c:v>1.5840754845499974</c:v>
              </c:pt>
              <c:pt idx="168">
                <c:v>1.5840754845499974</c:v>
              </c:pt>
              <c:pt idx="169">
                <c:v>1.5840754845499974</c:v>
              </c:pt>
              <c:pt idx="170">
                <c:v>1.5840754845499974</c:v>
              </c:pt>
              <c:pt idx="171">
                <c:v>1.5840754845499974</c:v>
              </c:pt>
              <c:pt idx="172">
                <c:v>1.5840754845499974</c:v>
              </c:pt>
              <c:pt idx="173">
                <c:v>1.5840754845499974</c:v>
              </c:pt>
              <c:pt idx="174">
                <c:v>1.5840754845499974</c:v>
              </c:pt>
              <c:pt idx="175">
                <c:v>1.5840754845499974</c:v>
              </c:pt>
              <c:pt idx="176">
                <c:v>1.5840754845499974</c:v>
              </c:pt>
              <c:pt idx="177">
                <c:v>1.5840754845499974</c:v>
              </c:pt>
              <c:pt idx="178">
                <c:v>1.5840754845499974</c:v>
              </c:pt>
              <c:pt idx="179">
                <c:v>1.5840754845499974</c:v>
              </c:pt>
              <c:pt idx="180">
                <c:v>1.5840754845499974</c:v>
              </c:pt>
              <c:pt idx="181">
                <c:v>1.5840754845499974</c:v>
              </c:pt>
              <c:pt idx="182">
                <c:v>1.5840754845499974</c:v>
              </c:pt>
              <c:pt idx="183">
                <c:v>1.5840754845499974</c:v>
              </c:pt>
              <c:pt idx="184">
                <c:v>1.5840754845499974</c:v>
              </c:pt>
              <c:pt idx="185">
                <c:v>1.5840754845499974</c:v>
              </c:pt>
              <c:pt idx="186">
                <c:v>1.5840754845499974</c:v>
              </c:pt>
              <c:pt idx="187">
                <c:v>1.5840754845499974</c:v>
              </c:pt>
              <c:pt idx="188">
                <c:v>1.5840754845499974</c:v>
              </c:pt>
              <c:pt idx="189">
                <c:v>1.5840754845499974</c:v>
              </c:pt>
              <c:pt idx="190">
                <c:v>1.5840754845499974</c:v>
              </c:pt>
              <c:pt idx="191">
                <c:v>1.5840754845499974</c:v>
              </c:pt>
              <c:pt idx="192">
                <c:v>1.5840754845499974</c:v>
              </c:pt>
              <c:pt idx="193">
                <c:v>1.5840754845499974</c:v>
              </c:pt>
              <c:pt idx="194">
                <c:v>1.5840754845499974</c:v>
              </c:pt>
              <c:pt idx="195">
                <c:v>1.5840754845499974</c:v>
              </c:pt>
              <c:pt idx="196">
                <c:v>1.5840754845499974</c:v>
              </c:pt>
              <c:pt idx="197">
                <c:v>1.5840754845499974</c:v>
              </c:pt>
              <c:pt idx="198">
                <c:v>1.5840754845499974</c:v>
              </c:pt>
              <c:pt idx="199">
                <c:v>1.5840754845499974</c:v>
              </c:pt>
              <c:pt idx="200">
                <c:v>1.5840754845499974</c:v>
              </c:pt>
              <c:pt idx="201">
                <c:v>1.5840754845499974</c:v>
              </c:pt>
              <c:pt idx="202">
                <c:v>1.5840754845499974</c:v>
              </c:pt>
              <c:pt idx="203">
                <c:v>1.5840754845499974</c:v>
              </c:pt>
              <c:pt idx="204">
                <c:v>1.5840754845499974</c:v>
              </c:pt>
              <c:pt idx="205">
                <c:v>1.5840754845499974</c:v>
              </c:pt>
              <c:pt idx="206">
                <c:v>1.5840754845499974</c:v>
              </c:pt>
              <c:pt idx="207">
                <c:v>1.5840754845499974</c:v>
              </c:pt>
              <c:pt idx="208">
                <c:v>1.5840754845499974</c:v>
              </c:pt>
              <c:pt idx="209">
                <c:v>1.5840754845499974</c:v>
              </c:pt>
              <c:pt idx="210">
                <c:v>1.5840754845499974</c:v>
              </c:pt>
              <c:pt idx="211">
                <c:v>1.5840754845499974</c:v>
              </c:pt>
              <c:pt idx="212">
                <c:v>1.5840754845499974</c:v>
              </c:pt>
              <c:pt idx="213">
                <c:v>1.5840754845499974</c:v>
              </c:pt>
              <c:pt idx="214">
                <c:v>1.5840754845499974</c:v>
              </c:pt>
              <c:pt idx="215">
                <c:v>1.5840754845499974</c:v>
              </c:pt>
              <c:pt idx="216">
                <c:v>1.5840754845499974</c:v>
              </c:pt>
              <c:pt idx="217">
                <c:v>1.5840754845499974</c:v>
              </c:pt>
              <c:pt idx="218">
                <c:v>1.5840754845499974</c:v>
              </c:pt>
              <c:pt idx="219">
                <c:v>1.5840754845499974</c:v>
              </c:pt>
              <c:pt idx="220">
                <c:v>1.5840754845499974</c:v>
              </c:pt>
              <c:pt idx="221">
                <c:v>1.5840754845499974</c:v>
              </c:pt>
              <c:pt idx="222">
                <c:v>1.5840754845499974</c:v>
              </c:pt>
              <c:pt idx="223">
                <c:v>1.5840754845499974</c:v>
              </c:pt>
              <c:pt idx="224">
                <c:v>1.5840754845499974</c:v>
              </c:pt>
              <c:pt idx="225">
                <c:v>1.5840754845499974</c:v>
              </c:pt>
              <c:pt idx="226">
                <c:v>1.5840754845499974</c:v>
              </c:pt>
              <c:pt idx="227">
                <c:v>1.5840754845499974</c:v>
              </c:pt>
              <c:pt idx="228">
                <c:v>1.5840754845499974</c:v>
              </c:pt>
              <c:pt idx="229">
                <c:v>1.5840754845499974</c:v>
              </c:pt>
              <c:pt idx="230">
                <c:v>1.5840754845499974</c:v>
              </c:pt>
              <c:pt idx="231">
                <c:v>1.5840754845499974</c:v>
              </c:pt>
              <c:pt idx="232">
                <c:v>1.5840754845499974</c:v>
              </c:pt>
              <c:pt idx="233">
                <c:v>1.5840754845499974</c:v>
              </c:pt>
              <c:pt idx="234">
                <c:v>1.5840754845499974</c:v>
              </c:pt>
              <c:pt idx="235">
                <c:v>1.5840754845499974</c:v>
              </c:pt>
              <c:pt idx="236">
                <c:v>1.5840754845499974</c:v>
              </c:pt>
              <c:pt idx="237">
                <c:v>1.5840754845499974</c:v>
              </c:pt>
              <c:pt idx="238">
                <c:v>1.5840754845499974</c:v>
              </c:pt>
              <c:pt idx="239">
                <c:v>1.5840754845499974</c:v>
              </c:pt>
              <c:pt idx="240">
                <c:v>1.5840754845499974</c:v>
              </c:pt>
              <c:pt idx="241">
                <c:v>1.5840754845499974</c:v>
              </c:pt>
              <c:pt idx="242">
                <c:v>1.5840754845499974</c:v>
              </c:pt>
              <c:pt idx="243">
                <c:v>1.5840754845499974</c:v>
              </c:pt>
              <c:pt idx="244">
                <c:v>1.5840754845499974</c:v>
              </c:pt>
              <c:pt idx="245">
                <c:v>1.5840754845499974</c:v>
              </c:pt>
              <c:pt idx="246">
                <c:v>1.5840754845499974</c:v>
              </c:pt>
              <c:pt idx="247">
                <c:v>1.5840754845499974</c:v>
              </c:pt>
              <c:pt idx="248">
                <c:v>1.5840754845499974</c:v>
              </c:pt>
              <c:pt idx="249">
                <c:v>1.5840754845499974</c:v>
              </c:pt>
              <c:pt idx="250">
                <c:v>1.5840754845499974</c:v>
              </c:pt>
              <c:pt idx="251">
                <c:v>1.5840754845499974</c:v>
              </c:pt>
              <c:pt idx="252">
                <c:v>1.5840754845499974</c:v>
              </c:pt>
              <c:pt idx="253">
                <c:v>1.5840754845499974</c:v>
              </c:pt>
              <c:pt idx="254">
                <c:v>1.5840754845499974</c:v>
              </c:pt>
              <c:pt idx="255">
                <c:v>1.5840754845499974</c:v>
              </c:pt>
              <c:pt idx="256">
                <c:v>1.5840754845499974</c:v>
              </c:pt>
              <c:pt idx="257">
                <c:v>1.5840754845499974</c:v>
              </c:pt>
              <c:pt idx="258">
                <c:v>1.5840754845499974</c:v>
              </c:pt>
              <c:pt idx="259">
                <c:v>1.5840754845499974</c:v>
              </c:pt>
              <c:pt idx="260">
                <c:v>1.5840754845499974</c:v>
              </c:pt>
              <c:pt idx="261">
                <c:v>1.5840754845499974</c:v>
              </c:pt>
              <c:pt idx="262">
                <c:v>1.5840754845499974</c:v>
              </c:pt>
              <c:pt idx="263">
                <c:v>1.5840754845499974</c:v>
              </c:pt>
              <c:pt idx="264">
                <c:v>1.5840754845499974</c:v>
              </c:pt>
              <c:pt idx="265">
                <c:v>1.5840754845499974</c:v>
              </c:pt>
              <c:pt idx="266">
                <c:v>1.5840754845499974</c:v>
              </c:pt>
              <c:pt idx="267">
                <c:v>1.5840754845499974</c:v>
              </c:pt>
              <c:pt idx="268">
                <c:v>1.5840754845499974</c:v>
              </c:pt>
              <c:pt idx="269">
                <c:v>1.5840754845499974</c:v>
              </c:pt>
              <c:pt idx="270">
                <c:v>1.5840754845499974</c:v>
              </c:pt>
              <c:pt idx="271">
                <c:v>1.5840754845499974</c:v>
              </c:pt>
              <c:pt idx="272">
                <c:v>1.5840754845499974</c:v>
              </c:pt>
              <c:pt idx="273">
                <c:v>1.5840754845499974</c:v>
              </c:pt>
              <c:pt idx="274">
                <c:v>1.5840754845499974</c:v>
              </c:pt>
              <c:pt idx="275">
                <c:v>1.5840754845499974</c:v>
              </c:pt>
              <c:pt idx="276">
                <c:v>1.5840754845499974</c:v>
              </c:pt>
              <c:pt idx="277">
                <c:v>1.5840754845499974</c:v>
              </c:pt>
              <c:pt idx="278">
                <c:v>1.5840754845499974</c:v>
              </c:pt>
              <c:pt idx="279">
                <c:v>1.5840754845499974</c:v>
              </c:pt>
              <c:pt idx="280">
                <c:v>1.5840754845499974</c:v>
              </c:pt>
              <c:pt idx="281">
                <c:v>1.5840754845499974</c:v>
              </c:pt>
              <c:pt idx="282">
                <c:v>1.5840754845499974</c:v>
              </c:pt>
              <c:pt idx="283">
                <c:v>1.5840754845499974</c:v>
              </c:pt>
              <c:pt idx="284">
                <c:v>1.5840754845499974</c:v>
              </c:pt>
              <c:pt idx="285">
                <c:v>1.5840754845499974</c:v>
              </c:pt>
              <c:pt idx="286">
                <c:v>1.5840754845499974</c:v>
              </c:pt>
              <c:pt idx="287">
                <c:v>1.5840754845499974</c:v>
              </c:pt>
              <c:pt idx="288">
                <c:v>1.5840754845499974</c:v>
              </c:pt>
              <c:pt idx="289">
                <c:v>1.5840754845499974</c:v>
              </c:pt>
              <c:pt idx="290">
                <c:v>1.5840754845499974</c:v>
              </c:pt>
              <c:pt idx="291">
                <c:v>1.5840754845499974</c:v>
              </c:pt>
              <c:pt idx="292">
                <c:v>1.5840754845499974</c:v>
              </c:pt>
              <c:pt idx="293">
                <c:v>1.5840754845499974</c:v>
              </c:pt>
              <c:pt idx="294">
                <c:v>1.5840754845499974</c:v>
              </c:pt>
              <c:pt idx="295">
                <c:v>1.5840754845499974</c:v>
              </c:pt>
              <c:pt idx="296">
                <c:v>1.5840754845499974</c:v>
              </c:pt>
              <c:pt idx="297">
                <c:v>1.5840754845499974</c:v>
              </c:pt>
              <c:pt idx="298">
                <c:v>1.5840754845499974</c:v>
              </c:pt>
              <c:pt idx="299">
                <c:v>1.5840754845499974</c:v>
              </c:pt>
              <c:pt idx="300">
                <c:v>1.5840754845499974</c:v>
              </c:pt>
              <c:pt idx="301">
                <c:v>1.5840754845499974</c:v>
              </c:pt>
              <c:pt idx="302">
                <c:v>1.5840754845499974</c:v>
              </c:pt>
              <c:pt idx="303">
                <c:v>1.5840754845499974</c:v>
              </c:pt>
              <c:pt idx="304">
                <c:v>1.5840754845499974</c:v>
              </c:pt>
              <c:pt idx="305">
                <c:v>1.5840754845499974</c:v>
              </c:pt>
              <c:pt idx="306">
                <c:v>1.5840754845499974</c:v>
              </c:pt>
              <c:pt idx="307">
                <c:v>1.5840754845499974</c:v>
              </c:pt>
              <c:pt idx="308">
                <c:v>1.5840754845499974</c:v>
              </c:pt>
              <c:pt idx="309">
                <c:v>1.5840754845499974</c:v>
              </c:pt>
              <c:pt idx="310">
                <c:v>1.5840754845499974</c:v>
              </c:pt>
              <c:pt idx="311">
                <c:v>1.5840754845499974</c:v>
              </c:pt>
              <c:pt idx="312">
                <c:v>1.5840754845499974</c:v>
              </c:pt>
              <c:pt idx="313">
                <c:v>1.5840754845499974</c:v>
              </c:pt>
              <c:pt idx="314">
                <c:v>1.5840754845499974</c:v>
              </c:pt>
              <c:pt idx="315">
                <c:v>1.5840754845499974</c:v>
              </c:pt>
              <c:pt idx="316">
                <c:v>1.5840754845499974</c:v>
              </c:pt>
              <c:pt idx="317">
                <c:v>1.5840754845499974</c:v>
              </c:pt>
              <c:pt idx="318">
                <c:v>1.5840754845499974</c:v>
              </c:pt>
              <c:pt idx="319">
                <c:v>1.5840754845499974</c:v>
              </c:pt>
              <c:pt idx="320">
                <c:v>1.5840754845499974</c:v>
              </c:pt>
              <c:pt idx="321">
                <c:v>1.5840754845499974</c:v>
              </c:pt>
              <c:pt idx="322">
                <c:v>1.5840754845499974</c:v>
              </c:pt>
              <c:pt idx="323">
                <c:v>1.5840754845499974</c:v>
              </c:pt>
              <c:pt idx="324">
                <c:v>1.5840754845499974</c:v>
              </c:pt>
              <c:pt idx="325">
                <c:v>1.5840754845499974</c:v>
              </c:pt>
              <c:pt idx="326">
                <c:v>1.5840754845499974</c:v>
              </c:pt>
              <c:pt idx="327">
                <c:v>1.5840754845499974</c:v>
              </c:pt>
              <c:pt idx="328">
                <c:v>1.5840754845499974</c:v>
              </c:pt>
              <c:pt idx="329">
                <c:v>1.5840754845499974</c:v>
              </c:pt>
              <c:pt idx="330">
                <c:v>1.5840754845499974</c:v>
              </c:pt>
              <c:pt idx="331">
                <c:v>1.5840754845499974</c:v>
              </c:pt>
              <c:pt idx="332">
                <c:v>1.5840754845499974</c:v>
              </c:pt>
              <c:pt idx="333">
                <c:v>1.5840754845499974</c:v>
              </c:pt>
              <c:pt idx="334">
                <c:v>1.5840754845499974</c:v>
              </c:pt>
              <c:pt idx="335">
                <c:v>1.5840754845499974</c:v>
              </c:pt>
              <c:pt idx="336">
                <c:v>1.5840754845499974</c:v>
              </c:pt>
              <c:pt idx="337">
                <c:v>1.5840754845499974</c:v>
              </c:pt>
              <c:pt idx="338">
                <c:v>1.5840754845499974</c:v>
              </c:pt>
              <c:pt idx="339">
                <c:v>1.5840754845499974</c:v>
              </c:pt>
              <c:pt idx="340">
                <c:v>1.5840754845499974</c:v>
              </c:pt>
              <c:pt idx="341">
                <c:v>1.5840754845499974</c:v>
              </c:pt>
              <c:pt idx="342">
                <c:v>1.5840754845499974</c:v>
              </c:pt>
              <c:pt idx="343">
                <c:v>1.5840754845499974</c:v>
              </c:pt>
              <c:pt idx="344">
                <c:v>1.5840754845499974</c:v>
              </c:pt>
              <c:pt idx="345">
                <c:v>1.5840754845499974</c:v>
              </c:pt>
              <c:pt idx="346">
                <c:v>1.5840754845499974</c:v>
              </c:pt>
              <c:pt idx="347">
                <c:v>1.5840754845499974</c:v>
              </c:pt>
              <c:pt idx="348">
                <c:v>1.5840754845499974</c:v>
              </c:pt>
              <c:pt idx="349">
                <c:v>1.5840754845499974</c:v>
              </c:pt>
              <c:pt idx="350">
                <c:v>1.5840754845499974</c:v>
              </c:pt>
              <c:pt idx="351">
                <c:v>1.5840754845499974</c:v>
              </c:pt>
              <c:pt idx="352">
                <c:v>1.5840754845499974</c:v>
              </c:pt>
              <c:pt idx="353">
                <c:v>1.5840754845499974</c:v>
              </c:pt>
              <c:pt idx="354">
                <c:v>1.5840754845499974</c:v>
              </c:pt>
              <c:pt idx="355">
                <c:v>1.5840754845499974</c:v>
              </c:pt>
              <c:pt idx="356">
                <c:v>1.5840754845499974</c:v>
              </c:pt>
              <c:pt idx="357">
                <c:v>1.5840754845499974</c:v>
              </c:pt>
              <c:pt idx="358">
                <c:v>1.5840754845499974</c:v>
              </c:pt>
              <c:pt idx="359">
                <c:v>1.5840754845499974</c:v>
              </c:pt>
              <c:pt idx="360">
                <c:v>1.5840754845499974</c:v>
              </c:pt>
              <c:pt idx="361">
                <c:v>1.5840754845499974</c:v>
              </c:pt>
              <c:pt idx="362">
                <c:v>1.5840754845499974</c:v>
              </c:pt>
              <c:pt idx="363">
                <c:v>1.5840754845499974</c:v>
              </c:pt>
              <c:pt idx="364">
                <c:v>1.5840754845499974</c:v>
              </c:pt>
              <c:pt idx="365">
                <c:v>1.5840754845499974</c:v>
              </c:pt>
              <c:pt idx="366">
                <c:v>1.5840754845499974</c:v>
              </c:pt>
              <c:pt idx="367">
                <c:v>1.5840754845499974</c:v>
              </c:pt>
              <c:pt idx="368">
                <c:v>1.5840754845499974</c:v>
              </c:pt>
              <c:pt idx="369">
                <c:v>1.5840754845499974</c:v>
              </c:pt>
              <c:pt idx="370">
                <c:v>1.5840754845499974</c:v>
              </c:pt>
              <c:pt idx="371">
                <c:v>1.5840754845499974</c:v>
              </c:pt>
              <c:pt idx="372">
                <c:v>1.5840754845499974</c:v>
              </c:pt>
              <c:pt idx="373">
                <c:v>1.5840754845499974</c:v>
              </c:pt>
              <c:pt idx="374">
                <c:v>1.5840754845499974</c:v>
              </c:pt>
              <c:pt idx="375">
                <c:v>1.5840754845499974</c:v>
              </c:pt>
              <c:pt idx="376">
                <c:v>1.5840754845499974</c:v>
              </c:pt>
              <c:pt idx="377">
                <c:v>1.5840754845499974</c:v>
              </c:pt>
              <c:pt idx="378">
                <c:v>1.5840754845499974</c:v>
              </c:pt>
              <c:pt idx="379">
                <c:v>1.5840754845499974</c:v>
              </c:pt>
              <c:pt idx="380">
                <c:v>1.5840754845499974</c:v>
              </c:pt>
              <c:pt idx="381">
                <c:v>1.5840754845499974</c:v>
              </c:pt>
              <c:pt idx="382">
                <c:v>1.5840754845499974</c:v>
              </c:pt>
              <c:pt idx="383">
                <c:v>1.5840754845499974</c:v>
              </c:pt>
              <c:pt idx="384">
                <c:v>1.5840754845499974</c:v>
              </c:pt>
              <c:pt idx="385">
                <c:v>1.5840754845499974</c:v>
              </c:pt>
              <c:pt idx="386">
                <c:v>1.5840754845499974</c:v>
              </c:pt>
              <c:pt idx="387">
                <c:v>1.5840754845499974</c:v>
              </c:pt>
              <c:pt idx="388">
                <c:v>1.5840754845499974</c:v>
              </c:pt>
              <c:pt idx="389">
                <c:v>1.5840754845499974</c:v>
              </c:pt>
              <c:pt idx="390">
                <c:v>1.5840754845499974</c:v>
              </c:pt>
              <c:pt idx="391">
                <c:v>1.5840754845499974</c:v>
              </c:pt>
              <c:pt idx="392">
                <c:v>1.5840754845499974</c:v>
              </c:pt>
              <c:pt idx="393">
                <c:v>1.5840754845499974</c:v>
              </c:pt>
              <c:pt idx="394">
                <c:v>1.5840754845499974</c:v>
              </c:pt>
              <c:pt idx="395">
                <c:v>1.5840754845499974</c:v>
              </c:pt>
              <c:pt idx="396">
                <c:v>1.5840754845499974</c:v>
              </c:pt>
              <c:pt idx="397">
                <c:v>1.5840754845499974</c:v>
              </c:pt>
              <c:pt idx="398">
                <c:v>1.5840754845499974</c:v>
              </c:pt>
              <c:pt idx="399">
                <c:v>1.5840754845499974</c:v>
              </c:pt>
              <c:pt idx="400">
                <c:v>1.5840754845499974</c:v>
              </c:pt>
              <c:pt idx="401">
                <c:v>1.5840754845499974</c:v>
              </c:pt>
              <c:pt idx="402">
                <c:v>1.5840754845499974</c:v>
              </c:pt>
              <c:pt idx="403">
                <c:v>1.5840754845499974</c:v>
              </c:pt>
              <c:pt idx="404">
                <c:v>1.5840754845499974</c:v>
              </c:pt>
              <c:pt idx="405">
                <c:v>1.5840754845499974</c:v>
              </c:pt>
              <c:pt idx="406">
                <c:v>1.5840754845499974</c:v>
              </c:pt>
              <c:pt idx="407">
                <c:v>1.5840754845499974</c:v>
              </c:pt>
              <c:pt idx="408">
                <c:v>1.5840754845499974</c:v>
              </c:pt>
              <c:pt idx="409">
                <c:v>1.5840754845499974</c:v>
              </c:pt>
              <c:pt idx="410">
                <c:v>1.5840754845499974</c:v>
              </c:pt>
              <c:pt idx="411">
                <c:v>1.5840754845499974</c:v>
              </c:pt>
              <c:pt idx="412">
                <c:v>1.5840754845499974</c:v>
              </c:pt>
              <c:pt idx="413">
                <c:v>1.5840754845499974</c:v>
              </c:pt>
              <c:pt idx="414">
                <c:v>1.5840754845499974</c:v>
              </c:pt>
              <c:pt idx="415">
                <c:v>1.5840754845499974</c:v>
              </c:pt>
              <c:pt idx="416">
                <c:v>1.5840754845499974</c:v>
              </c:pt>
              <c:pt idx="417">
                <c:v>1.5840754845499974</c:v>
              </c:pt>
              <c:pt idx="418">
                <c:v>1.5840754845499974</c:v>
              </c:pt>
              <c:pt idx="419">
                <c:v>1.5840754845499974</c:v>
              </c:pt>
              <c:pt idx="420">
                <c:v>1.5840754845499974</c:v>
              </c:pt>
              <c:pt idx="421">
                <c:v>1.5840754845499974</c:v>
              </c:pt>
              <c:pt idx="422">
                <c:v>1.5840754845499974</c:v>
              </c:pt>
              <c:pt idx="423">
                <c:v>1.5840754845499974</c:v>
              </c:pt>
              <c:pt idx="424">
                <c:v>1.5840754845499974</c:v>
              </c:pt>
              <c:pt idx="425">
                <c:v>1.5840754845499974</c:v>
              </c:pt>
              <c:pt idx="426">
                <c:v>1.5840754845499974</c:v>
              </c:pt>
              <c:pt idx="427">
                <c:v>1.5840754845499974</c:v>
              </c:pt>
              <c:pt idx="428">
                <c:v>1.5840754845499974</c:v>
              </c:pt>
              <c:pt idx="429">
                <c:v>1.5840754845499974</c:v>
              </c:pt>
              <c:pt idx="430">
                <c:v>1.5840754845499974</c:v>
              </c:pt>
              <c:pt idx="431">
                <c:v>1.5840754845499974</c:v>
              </c:pt>
              <c:pt idx="432">
                <c:v>1.5840754845499974</c:v>
              </c:pt>
              <c:pt idx="433">
                <c:v>1.5840754845499974</c:v>
              </c:pt>
              <c:pt idx="434">
                <c:v>1.5840754845499974</c:v>
              </c:pt>
              <c:pt idx="435">
                <c:v>1.5840754845499974</c:v>
              </c:pt>
              <c:pt idx="436">
                <c:v>1.5840754845499974</c:v>
              </c:pt>
              <c:pt idx="437">
                <c:v>1.5840754845499974</c:v>
              </c:pt>
              <c:pt idx="438">
                <c:v>1.5840754845499974</c:v>
              </c:pt>
              <c:pt idx="439">
                <c:v>1.5840754845499974</c:v>
              </c:pt>
              <c:pt idx="440">
                <c:v>1.5840754845499974</c:v>
              </c:pt>
              <c:pt idx="441">
                <c:v>1.5840754845499974</c:v>
              </c:pt>
              <c:pt idx="442">
                <c:v>1.5840754845499974</c:v>
              </c:pt>
              <c:pt idx="443">
                <c:v>1.5840754845499974</c:v>
              </c:pt>
              <c:pt idx="444">
                <c:v>1.5840754845499974</c:v>
              </c:pt>
              <c:pt idx="445">
                <c:v>1.5840754845499974</c:v>
              </c:pt>
              <c:pt idx="446">
                <c:v>1.5840754845499974</c:v>
              </c:pt>
              <c:pt idx="447">
                <c:v>1.5840754845499974</c:v>
              </c:pt>
              <c:pt idx="448">
                <c:v>1.5840754845499974</c:v>
              </c:pt>
              <c:pt idx="449">
                <c:v>1.5840754845499974</c:v>
              </c:pt>
            </c:numLit>
          </c:yVal>
          <c:smooth val="0"/>
        </c:ser>
        <c:ser>
          <c:idx val="9"/>
          <c:order val="9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50"/>
              <c:pt idx="0">
                <c:v>58.65915627305822</c:v>
              </c:pt>
              <c:pt idx="1">
                <c:v>58.65915627305822</c:v>
              </c:pt>
              <c:pt idx="2">
                <c:v>58.65915627305822</c:v>
              </c:pt>
              <c:pt idx="3">
                <c:v>58.65915627305822</c:v>
              </c:pt>
              <c:pt idx="4">
                <c:v>58.65915627305822</c:v>
              </c:pt>
              <c:pt idx="5">
                <c:v>58.65915627305822</c:v>
              </c:pt>
              <c:pt idx="6">
                <c:v>58.65915627305822</c:v>
              </c:pt>
              <c:pt idx="7">
                <c:v>58.65915627305822</c:v>
              </c:pt>
              <c:pt idx="8">
                <c:v>58.65915627305822</c:v>
              </c:pt>
              <c:pt idx="9">
                <c:v>58.65915627305822</c:v>
              </c:pt>
              <c:pt idx="10">
                <c:v>58.65915627305822</c:v>
              </c:pt>
              <c:pt idx="11">
                <c:v>58.65915627305822</c:v>
              </c:pt>
              <c:pt idx="12">
                <c:v>58.65915627305822</c:v>
              </c:pt>
              <c:pt idx="13">
                <c:v>58.65915627305822</c:v>
              </c:pt>
              <c:pt idx="14">
                <c:v>58.65915627305822</c:v>
              </c:pt>
              <c:pt idx="15">
                <c:v>58.65915627305822</c:v>
              </c:pt>
              <c:pt idx="16">
                <c:v>58.65915627305822</c:v>
              </c:pt>
              <c:pt idx="17">
                <c:v>58.65915627305822</c:v>
              </c:pt>
              <c:pt idx="18">
                <c:v>58.65915627305822</c:v>
              </c:pt>
              <c:pt idx="19">
                <c:v>58.65915627305822</c:v>
              </c:pt>
              <c:pt idx="20">
                <c:v>58.65915627305822</c:v>
              </c:pt>
              <c:pt idx="21">
                <c:v>58.65915627305822</c:v>
              </c:pt>
              <c:pt idx="22">
                <c:v>58.65915627305822</c:v>
              </c:pt>
              <c:pt idx="23">
                <c:v>58.65915627305822</c:v>
              </c:pt>
              <c:pt idx="24">
                <c:v>58.65915627305822</c:v>
              </c:pt>
              <c:pt idx="25">
                <c:v>58.65915627305822</c:v>
              </c:pt>
              <c:pt idx="26">
                <c:v>58.65915627305822</c:v>
              </c:pt>
              <c:pt idx="27">
                <c:v>58.65915627305822</c:v>
              </c:pt>
              <c:pt idx="28">
                <c:v>58.65915627305822</c:v>
              </c:pt>
              <c:pt idx="29">
                <c:v>58.65915627305822</c:v>
              </c:pt>
              <c:pt idx="30">
                <c:v>58.65915627305822</c:v>
              </c:pt>
              <c:pt idx="31">
                <c:v>58.65915627305822</c:v>
              </c:pt>
              <c:pt idx="32">
                <c:v>58.65915627305822</c:v>
              </c:pt>
              <c:pt idx="33">
                <c:v>58.65915627305822</c:v>
              </c:pt>
              <c:pt idx="34">
                <c:v>58.65915627305822</c:v>
              </c:pt>
              <c:pt idx="35">
                <c:v>58.65915627305822</c:v>
              </c:pt>
              <c:pt idx="36">
                <c:v>58.65915627305822</c:v>
              </c:pt>
              <c:pt idx="37">
                <c:v>58.65915627305822</c:v>
              </c:pt>
              <c:pt idx="38">
                <c:v>58.65915627305822</c:v>
              </c:pt>
              <c:pt idx="39">
                <c:v>58.65915627305822</c:v>
              </c:pt>
              <c:pt idx="40">
                <c:v>58.65915627305822</c:v>
              </c:pt>
              <c:pt idx="41">
                <c:v>58.65915627305822</c:v>
              </c:pt>
              <c:pt idx="42">
                <c:v>58.65915627305822</c:v>
              </c:pt>
              <c:pt idx="43">
                <c:v>58.65915627305822</c:v>
              </c:pt>
              <c:pt idx="44">
                <c:v>58.65915627305822</c:v>
              </c:pt>
              <c:pt idx="45">
                <c:v>58.65915627305822</c:v>
              </c:pt>
              <c:pt idx="46">
                <c:v>58.65915627305822</c:v>
              </c:pt>
              <c:pt idx="47">
                <c:v>58.65915627305822</c:v>
              </c:pt>
              <c:pt idx="48">
                <c:v>58.65915627305822</c:v>
              </c:pt>
              <c:pt idx="49">
                <c:v>58.65915627305822</c:v>
              </c:pt>
              <c:pt idx="50">
                <c:v>58.65915627305822</c:v>
              </c:pt>
              <c:pt idx="51">
                <c:v>58.65915627305822</c:v>
              </c:pt>
              <c:pt idx="52">
                <c:v>58.65915627305822</c:v>
              </c:pt>
              <c:pt idx="53">
                <c:v>58.65915627305822</c:v>
              </c:pt>
              <c:pt idx="54">
                <c:v>58.65915627305822</c:v>
              </c:pt>
              <c:pt idx="55">
                <c:v>58.65915627305822</c:v>
              </c:pt>
              <c:pt idx="56">
                <c:v>58.65915627305822</c:v>
              </c:pt>
              <c:pt idx="57">
                <c:v>58.65915627305822</c:v>
              </c:pt>
              <c:pt idx="58">
                <c:v>58.65915627305822</c:v>
              </c:pt>
              <c:pt idx="59">
                <c:v>58.65915627305822</c:v>
              </c:pt>
              <c:pt idx="60">
                <c:v>58.65915627305822</c:v>
              </c:pt>
              <c:pt idx="61">
                <c:v>58.65915627305822</c:v>
              </c:pt>
              <c:pt idx="62">
                <c:v>58.65915627305822</c:v>
              </c:pt>
              <c:pt idx="63">
                <c:v>58.65915627305822</c:v>
              </c:pt>
              <c:pt idx="64">
                <c:v>58.65915627305822</c:v>
              </c:pt>
              <c:pt idx="65">
                <c:v>58.65915627305822</c:v>
              </c:pt>
              <c:pt idx="66">
                <c:v>58.65915627305822</c:v>
              </c:pt>
              <c:pt idx="67">
                <c:v>58.65915627305822</c:v>
              </c:pt>
              <c:pt idx="68">
                <c:v>58.65915627305822</c:v>
              </c:pt>
              <c:pt idx="69">
                <c:v>58.65915627305822</c:v>
              </c:pt>
              <c:pt idx="70">
                <c:v>58.65915627305822</c:v>
              </c:pt>
              <c:pt idx="71">
                <c:v>58.65915627305822</c:v>
              </c:pt>
              <c:pt idx="72">
                <c:v>58.65915627305822</c:v>
              </c:pt>
              <c:pt idx="73">
                <c:v>58.65915627305822</c:v>
              </c:pt>
              <c:pt idx="74">
                <c:v>58.65915627305822</c:v>
              </c:pt>
              <c:pt idx="75">
                <c:v>58.65915627305822</c:v>
              </c:pt>
              <c:pt idx="76">
                <c:v>58.65915627305822</c:v>
              </c:pt>
              <c:pt idx="77">
                <c:v>58.65915627305822</c:v>
              </c:pt>
              <c:pt idx="78">
                <c:v>58.65915627305822</c:v>
              </c:pt>
              <c:pt idx="79">
                <c:v>58.65915627305822</c:v>
              </c:pt>
              <c:pt idx="80">
                <c:v>58.65915627305822</c:v>
              </c:pt>
              <c:pt idx="81">
                <c:v>58.65915627305822</c:v>
              </c:pt>
              <c:pt idx="82">
                <c:v>58.65915627305822</c:v>
              </c:pt>
              <c:pt idx="83">
                <c:v>58.65915627305822</c:v>
              </c:pt>
              <c:pt idx="84">
                <c:v>58.65915627305822</c:v>
              </c:pt>
              <c:pt idx="85">
                <c:v>58.65915627305822</c:v>
              </c:pt>
              <c:pt idx="86">
                <c:v>58.65915627305822</c:v>
              </c:pt>
              <c:pt idx="87">
                <c:v>58.65915627305822</c:v>
              </c:pt>
              <c:pt idx="88">
                <c:v>58.65915627305822</c:v>
              </c:pt>
              <c:pt idx="89">
                <c:v>58.65915627305822</c:v>
              </c:pt>
              <c:pt idx="90">
                <c:v>58.65915627305822</c:v>
              </c:pt>
              <c:pt idx="91">
                <c:v>58.65915627305822</c:v>
              </c:pt>
              <c:pt idx="92">
                <c:v>58.65915627305822</c:v>
              </c:pt>
              <c:pt idx="93">
                <c:v>58.65915627305822</c:v>
              </c:pt>
              <c:pt idx="94">
                <c:v>58.65915627305822</c:v>
              </c:pt>
              <c:pt idx="95">
                <c:v>58.65915627305822</c:v>
              </c:pt>
              <c:pt idx="96">
                <c:v>58.65915627305822</c:v>
              </c:pt>
              <c:pt idx="97">
                <c:v>58.65915627305822</c:v>
              </c:pt>
              <c:pt idx="98">
                <c:v>58.65915627305822</c:v>
              </c:pt>
              <c:pt idx="99">
                <c:v>58.65915627305822</c:v>
              </c:pt>
              <c:pt idx="100">
                <c:v>58.65915627305822</c:v>
              </c:pt>
              <c:pt idx="101">
                <c:v>58.65915627305822</c:v>
              </c:pt>
              <c:pt idx="102">
                <c:v>58.65915627305822</c:v>
              </c:pt>
              <c:pt idx="103">
                <c:v>58.65915627305822</c:v>
              </c:pt>
              <c:pt idx="104">
                <c:v>58.65915627305822</c:v>
              </c:pt>
              <c:pt idx="105">
                <c:v>58.65915627305822</c:v>
              </c:pt>
              <c:pt idx="106">
                <c:v>58.65915627305822</c:v>
              </c:pt>
              <c:pt idx="107">
                <c:v>58.65915627305822</c:v>
              </c:pt>
              <c:pt idx="108">
                <c:v>58.65915627305822</c:v>
              </c:pt>
              <c:pt idx="109">
                <c:v>58.65915627305822</c:v>
              </c:pt>
              <c:pt idx="110">
                <c:v>58.65915627305822</c:v>
              </c:pt>
              <c:pt idx="111">
                <c:v>58.65915627305822</c:v>
              </c:pt>
              <c:pt idx="112">
                <c:v>58.65915627305822</c:v>
              </c:pt>
              <c:pt idx="113">
                <c:v>58.65915627305822</c:v>
              </c:pt>
              <c:pt idx="114">
                <c:v>58.65915627305822</c:v>
              </c:pt>
              <c:pt idx="115">
                <c:v>58.65915627305822</c:v>
              </c:pt>
              <c:pt idx="116">
                <c:v>58.65915627305822</c:v>
              </c:pt>
              <c:pt idx="117">
                <c:v>58.65915627305822</c:v>
              </c:pt>
              <c:pt idx="118">
                <c:v>58.65915627305822</c:v>
              </c:pt>
              <c:pt idx="119">
                <c:v>58.65915627305822</c:v>
              </c:pt>
              <c:pt idx="120">
                <c:v>58.65915627305822</c:v>
              </c:pt>
              <c:pt idx="121">
                <c:v>58.65915627305822</c:v>
              </c:pt>
              <c:pt idx="122">
                <c:v>58.65915627305822</c:v>
              </c:pt>
              <c:pt idx="123">
                <c:v>58.65915627305822</c:v>
              </c:pt>
              <c:pt idx="124">
                <c:v>58.65915627305822</c:v>
              </c:pt>
              <c:pt idx="125">
                <c:v>58.65915627305822</c:v>
              </c:pt>
              <c:pt idx="126">
                <c:v>58.65915627305822</c:v>
              </c:pt>
              <c:pt idx="127">
                <c:v>58.65915627305822</c:v>
              </c:pt>
              <c:pt idx="128">
                <c:v>58.65915627305822</c:v>
              </c:pt>
              <c:pt idx="129">
                <c:v>58.65915627305822</c:v>
              </c:pt>
              <c:pt idx="130">
                <c:v>58.65915627305822</c:v>
              </c:pt>
              <c:pt idx="131">
                <c:v>58.65915627305822</c:v>
              </c:pt>
              <c:pt idx="132">
                <c:v>58.65915627305822</c:v>
              </c:pt>
              <c:pt idx="133">
                <c:v>58.65915627305822</c:v>
              </c:pt>
              <c:pt idx="134">
                <c:v>58.65915627305822</c:v>
              </c:pt>
              <c:pt idx="135">
                <c:v>58.65915627305822</c:v>
              </c:pt>
              <c:pt idx="136">
                <c:v>58.65915627305822</c:v>
              </c:pt>
              <c:pt idx="137">
                <c:v>58.65915627305822</c:v>
              </c:pt>
              <c:pt idx="138">
                <c:v>58.65915627305822</c:v>
              </c:pt>
              <c:pt idx="139">
                <c:v>58.65915627305822</c:v>
              </c:pt>
              <c:pt idx="140">
                <c:v>58.65915627305822</c:v>
              </c:pt>
              <c:pt idx="141">
                <c:v>58.65915627305822</c:v>
              </c:pt>
              <c:pt idx="142">
                <c:v>58.65915627305822</c:v>
              </c:pt>
              <c:pt idx="143">
                <c:v>58.65915627305822</c:v>
              </c:pt>
              <c:pt idx="144">
                <c:v>58.65915627305822</c:v>
              </c:pt>
              <c:pt idx="145">
                <c:v>58.65915627305822</c:v>
              </c:pt>
              <c:pt idx="146">
                <c:v>58.65915627305822</c:v>
              </c:pt>
              <c:pt idx="147">
                <c:v>58.65915627305822</c:v>
              </c:pt>
              <c:pt idx="148">
                <c:v>58.65915627305822</c:v>
              </c:pt>
              <c:pt idx="149">
                <c:v>58.65915627305822</c:v>
              </c:pt>
              <c:pt idx="150">
                <c:v>58.65915627305822</c:v>
              </c:pt>
              <c:pt idx="151">
                <c:v>58.65915627305822</c:v>
              </c:pt>
              <c:pt idx="152">
                <c:v>58.65915627305822</c:v>
              </c:pt>
              <c:pt idx="153">
                <c:v>58.65915627305822</c:v>
              </c:pt>
              <c:pt idx="154">
                <c:v>58.65915627305822</c:v>
              </c:pt>
              <c:pt idx="155">
                <c:v>58.65915627305822</c:v>
              </c:pt>
              <c:pt idx="156">
                <c:v>58.65915627305822</c:v>
              </c:pt>
              <c:pt idx="157">
                <c:v>58.65915627305822</c:v>
              </c:pt>
              <c:pt idx="158">
                <c:v>58.65915627305822</c:v>
              </c:pt>
              <c:pt idx="159">
                <c:v>58.65915627305822</c:v>
              </c:pt>
              <c:pt idx="160">
                <c:v>58.65915627305822</c:v>
              </c:pt>
              <c:pt idx="161">
                <c:v>58.65915627305822</c:v>
              </c:pt>
              <c:pt idx="162">
                <c:v>58.65915627305822</c:v>
              </c:pt>
              <c:pt idx="163">
                <c:v>58.65915627305822</c:v>
              </c:pt>
              <c:pt idx="164">
                <c:v>58.65915627305822</c:v>
              </c:pt>
              <c:pt idx="165">
                <c:v>58.65915627305822</c:v>
              </c:pt>
              <c:pt idx="166">
                <c:v>58.65915627305822</c:v>
              </c:pt>
              <c:pt idx="167">
                <c:v>58.65915627305822</c:v>
              </c:pt>
              <c:pt idx="168">
                <c:v>58.65915627305822</c:v>
              </c:pt>
              <c:pt idx="169">
                <c:v>58.65915627305822</c:v>
              </c:pt>
              <c:pt idx="170">
                <c:v>58.65915627305822</c:v>
              </c:pt>
              <c:pt idx="171">
                <c:v>58.65915627305822</c:v>
              </c:pt>
              <c:pt idx="172">
                <c:v>58.65915627305822</c:v>
              </c:pt>
              <c:pt idx="173">
                <c:v>58.65915627305822</c:v>
              </c:pt>
              <c:pt idx="174">
                <c:v>58.65915627305822</c:v>
              </c:pt>
              <c:pt idx="175">
                <c:v>58.65915627305822</c:v>
              </c:pt>
              <c:pt idx="176">
                <c:v>58.65915627305822</c:v>
              </c:pt>
              <c:pt idx="177">
                <c:v>58.65915627305822</c:v>
              </c:pt>
              <c:pt idx="178">
                <c:v>58.65915627305822</c:v>
              </c:pt>
              <c:pt idx="179">
                <c:v>58.65915627305822</c:v>
              </c:pt>
              <c:pt idx="180">
                <c:v>58.65915627305822</c:v>
              </c:pt>
              <c:pt idx="181">
                <c:v>58.65915627305822</c:v>
              </c:pt>
              <c:pt idx="182">
                <c:v>58.65915627305822</c:v>
              </c:pt>
              <c:pt idx="183">
                <c:v>58.65915627305822</c:v>
              </c:pt>
              <c:pt idx="184">
                <c:v>58.65915627305822</c:v>
              </c:pt>
              <c:pt idx="185">
                <c:v>58.65915627305822</c:v>
              </c:pt>
              <c:pt idx="186">
                <c:v>58.65915627305822</c:v>
              </c:pt>
              <c:pt idx="187">
                <c:v>58.65915627305822</c:v>
              </c:pt>
              <c:pt idx="188">
                <c:v>58.65915627305822</c:v>
              </c:pt>
              <c:pt idx="189">
                <c:v>58.65915627305822</c:v>
              </c:pt>
              <c:pt idx="190">
                <c:v>58.65915627305822</c:v>
              </c:pt>
              <c:pt idx="191">
                <c:v>58.65915627305822</c:v>
              </c:pt>
              <c:pt idx="192">
                <c:v>58.65915627305822</c:v>
              </c:pt>
              <c:pt idx="193">
                <c:v>58.65915627305822</c:v>
              </c:pt>
              <c:pt idx="194">
                <c:v>58.65915627305822</c:v>
              </c:pt>
              <c:pt idx="195">
                <c:v>58.65915627305822</c:v>
              </c:pt>
              <c:pt idx="196">
                <c:v>58.65915627305822</c:v>
              </c:pt>
              <c:pt idx="197">
                <c:v>58.65915627305822</c:v>
              </c:pt>
              <c:pt idx="198">
                <c:v>58.65915627305822</c:v>
              </c:pt>
              <c:pt idx="199">
                <c:v>58.65915627305822</c:v>
              </c:pt>
              <c:pt idx="200">
                <c:v>58.65915627305822</c:v>
              </c:pt>
              <c:pt idx="201">
                <c:v>58.65915627305822</c:v>
              </c:pt>
              <c:pt idx="202">
                <c:v>58.65915627305822</c:v>
              </c:pt>
              <c:pt idx="203">
                <c:v>58.65915627305822</c:v>
              </c:pt>
              <c:pt idx="204">
                <c:v>58.65915627305822</c:v>
              </c:pt>
              <c:pt idx="205">
                <c:v>58.65915627305822</c:v>
              </c:pt>
              <c:pt idx="206">
                <c:v>58.65915627305822</c:v>
              </c:pt>
              <c:pt idx="207">
                <c:v>58.65915627305822</c:v>
              </c:pt>
              <c:pt idx="208">
                <c:v>58.65915627305822</c:v>
              </c:pt>
              <c:pt idx="209">
                <c:v>58.65915627305822</c:v>
              </c:pt>
              <c:pt idx="210">
                <c:v>58.65915627305822</c:v>
              </c:pt>
              <c:pt idx="211">
                <c:v>58.65915627305822</c:v>
              </c:pt>
              <c:pt idx="212">
                <c:v>58.65915627305822</c:v>
              </c:pt>
              <c:pt idx="213">
                <c:v>58.65915627305822</c:v>
              </c:pt>
              <c:pt idx="214">
                <c:v>58.65915627305822</c:v>
              </c:pt>
              <c:pt idx="215">
                <c:v>58.65915627305822</c:v>
              </c:pt>
              <c:pt idx="216">
                <c:v>58.65915627305822</c:v>
              </c:pt>
              <c:pt idx="217">
                <c:v>58.65915627305822</c:v>
              </c:pt>
              <c:pt idx="218">
                <c:v>58.65915627305822</c:v>
              </c:pt>
              <c:pt idx="219">
                <c:v>58.65915627305822</c:v>
              </c:pt>
              <c:pt idx="220">
                <c:v>58.65915627305822</c:v>
              </c:pt>
              <c:pt idx="221">
                <c:v>58.65915627305822</c:v>
              </c:pt>
              <c:pt idx="222">
                <c:v>58.65915627305822</c:v>
              </c:pt>
              <c:pt idx="223">
                <c:v>58.65915627305822</c:v>
              </c:pt>
              <c:pt idx="224">
                <c:v>58.65915627305822</c:v>
              </c:pt>
              <c:pt idx="225">
                <c:v>58.65915627305822</c:v>
              </c:pt>
              <c:pt idx="226">
                <c:v>58.65915627305822</c:v>
              </c:pt>
              <c:pt idx="227">
                <c:v>58.65915627305822</c:v>
              </c:pt>
              <c:pt idx="228">
                <c:v>58.65915627305822</c:v>
              </c:pt>
              <c:pt idx="229">
                <c:v>58.65915627305822</c:v>
              </c:pt>
              <c:pt idx="230">
                <c:v>58.65915627305822</c:v>
              </c:pt>
              <c:pt idx="231">
                <c:v>58.65915627305822</c:v>
              </c:pt>
              <c:pt idx="232">
                <c:v>58.65915627305822</c:v>
              </c:pt>
              <c:pt idx="233">
                <c:v>58.65915627305822</c:v>
              </c:pt>
              <c:pt idx="234">
                <c:v>58.65915627305822</c:v>
              </c:pt>
              <c:pt idx="235">
                <c:v>58.65915627305822</c:v>
              </c:pt>
              <c:pt idx="236">
                <c:v>58.65915627305822</c:v>
              </c:pt>
              <c:pt idx="237">
                <c:v>58.65915627305822</c:v>
              </c:pt>
              <c:pt idx="238">
                <c:v>58.65915627305822</c:v>
              </c:pt>
              <c:pt idx="239">
                <c:v>58.65915627305822</c:v>
              </c:pt>
              <c:pt idx="240">
                <c:v>58.65915627305822</c:v>
              </c:pt>
              <c:pt idx="241">
                <c:v>58.65915627305822</c:v>
              </c:pt>
              <c:pt idx="242">
                <c:v>58.65915627305822</c:v>
              </c:pt>
              <c:pt idx="243">
                <c:v>58.65915627305822</c:v>
              </c:pt>
              <c:pt idx="244">
                <c:v>58.65915627305822</c:v>
              </c:pt>
              <c:pt idx="245">
                <c:v>58.65915627305822</c:v>
              </c:pt>
              <c:pt idx="246">
                <c:v>58.65915627305822</c:v>
              </c:pt>
              <c:pt idx="247">
                <c:v>58.65915627305822</c:v>
              </c:pt>
              <c:pt idx="248">
                <c:v>58.65915627305822</c:v>
              </c:pt>
              <c:pt idx="249">
                <c:v>58.65915627305822</c:v>
              </c:pt>
              <c:pt idx="250">
                <c:v>58.65915627305822</c:v>
              </c:pt>
              <c:pt idx="251">
                <c:v>58.65915627305822</c:v>
              </c:pt>
              <c:pt idx="252">
                <c:v>58.65915627305822</c:v>
              </c:pt>
              <c:pt idx="253">
                <c:v>58.65915627305822</c:v>
              </c:pt>
              <c:pt idx="254">
                <c:v>58.65915627305822</c:v>
              </c:pt>
              <c:pt idx="255">
                <c:v>58.65915627305822</c:v>
              </c:pt>
              <c:pt idx="256">
                <c:v>58.65915627305822</c:v>
              </c:pt>
              <c:pt idx="257">
                <c:v>58.65915627305822</c:v>
              </c:pt>
              <c:pt idx="258">
                <c:v>58.65915627305822</c:v>
              </c:pt>
              <c:pt idx="259">
                <c:v>58.65915627305822</c:v>
              </c:pt>
              <c:pt idx="260">
                <c:v>58.65915627305822</c:v>
              </c:pt>
              <c:pt idx="261">
                <c:v>58.65915627305822</c:v>
              </c:pt>
              <c:pt idx="262">
                <c:v>58.65915627305822</c:v>
              </c:pt>
              <c:pt idx="263">
                <c:v>58.65915627305822</c:v>
              </c:pt>
              <c:pt idx="264">
                <c:v>58.65915627305822</c:v>
              </c:pt>
              <c:pt idx="265">
                <c:v>58.65915627305822</c:v>
              </c:pt>
              <c:pt idx="266">
                <c:v>58.65915627305822</c:v>
              </c:pt>
              <c:pt idx="267">
                <c:v>58.65915627305822</c:v>
              </c:pt>
              <c:pt idx="268">
                <c:v>58.65915627305822</c:v>
              </c:pt>
              <c:pt idx="269">
                <c:v>58.65915627305822</c:v>
              </c:pt>
              <c:pt idx="270">
                <c:v>58.65915627305822</c:v>
              </c:pt>
              <c:pt idx="271">
                <c:v>58.65915627305822</c:v>
              </c:pt>
              <c:pt idx="272">
                <c:v>58.65915627305822</c:v>
              </c:pt>
              <c:pt idx="273">
                <c:v>58.65915627305822</c:v>
              </c:pt>
              <c:pt idx="274">
                <c:v>58.65915627305822</c:v>
              </c:pt>
              <c:pt idx="275">
                <c:v>58.65915627305822</c:v>
              </c:pt>
              <c:pt idx="276">
                <c:v>58.65915627305822</c:v>
              </c:pt>
              <c:pt idx="277">
                <c:v>58.65915627305822</c:v>
              </c:pt>
              <c:pt idx="278">
                <c:v>58.65915627305822</c:v>
              </c:pt>
              <c:pt idx="279">
                <c:v>58.65915627305822</c:v>
              </c:pt>
              <c:pt idx="280">
                <c:v>58.65915627305822</c:v>
              </c:pt>
              <c:pt idx="281">
                <c:v>58.65915627305822</c:v>
              </c:pt>
              <c:pt idx="282">
                <c:v>58.65915627305822</c:v>
              </c:pt>
              <c:pt idx="283">
                <c:v>58.65915627305822</c:v>
              </c:pt>
              <c:pt idx="284">
                <c:v>58.65915627305822</c:v>
              </c:pt>
              <c:pt idx="285">
                <c:v>58.65915627305822</c:v>
              </c:pt>
              <c:pt idx="286">
                <c:v>58.65915627305822</c:v>
              </c:pt>
              <c:pt idx="287">
                <c:v>58.65915627305822</c:v>
              </c:pt>
              <c:pt idx="288">
                <c:v>58.65915627305822</c:v>
              </c:pt>
              <c:pt idx="289">
                <c:v>58.65915627305822</c:v>
              </c:pt>
              <c:pt idx="290">
                <c:v>58.65915627305822</c:v>
              </c:pt>
              <c:pt idx="291">
                <c:v>58.65915627305822</c:v>
              </c:pt>
              <c:pt idx="292">
                <c:v>58.65915627305822</c:v>
              </c:pt>
              <c:pt idx="293">
                <c:v>58.65915627305822</c:v>
              </c:pt>
              <c:pt idx="294">
                <c:v>58.65915627305822</c:v>
              </c:pt>
              <c:pt idx="295">
                <c:v>58.65915627305822</c:v>
              </c:pt>
              <c:pt idx="296">
                <c:v>58.65915627305822</c:v>
              </c:pt>
              <c:pt idx="297">
                <c:v>58.65915627305822</c:v>
              </c:pt>
              <c:pt idx="298">
                <c:v>58.65915627305822</c:v>
              </c:pt>
              <c:pt idx="299">
                <c:v>58.65915627305822</c:v>
              </c:pt>
              <c:pt idx="300">
                <c:v>58.65915627305822</c:v>
              </c:pt>
              <c:pt idx="301">
                <c:v>58.65915627305822</c:v>
              </c:pt>
              <c:pt idx="302">
                <c:v>58.65915627305822</c:v>
              </c:pt>
              <c:pt idx="303">
                <c:v>58.65915627305822</c:v>
              </c:pt>
              <c:pt idx="304">
                <c:v>58.65915627305822</c:v>
              </c:pt>
              <c:pt idx="305">
                <c:v>58.65915627305822</c:v>
              </c:pt>
              <c:pt idx="306">
                <c:v>58.65915627305822</c:v>
              </c:pt>
              <c:pt idx="307">
                <c:v>58.65915627305822</c:v>
              </c:pt>
              <c:pt idx="308">
                <c:v>58.65915627305822</c:v>
              </c:pt>
              <c:pt idx="309">
                <c:v>58.65915627305822</c:v>
              </c:pt>
              <c:pt idx="310">
                <c:v>58.65915627305822</c:v>
              </c:pt>
              <c:pt idx="311">
                <c:v>58.65915627305822</c:v>
              </c:pt>
              <c:pt idx="312">
                <c:v>58.65915627305822</c:v>
              </c:pt>
              <c:pt idx="313">
                <c:v>58.65915627305822</c:v>
              </c:pt>
              <c:pt idx="314">
                <c:v>58.65915627305822</c:v>
              </c:pt>
              <c:pt idx="315">
                <c:v>58.65915627305822</c:v>
              </c:pt>
              <c:pt idx="316">
                <c:v>58.65915627305822</c:v>
              </c:pt>
              <c:pt idx="317">
                <c:v>58.65915627305822</c:v>
              </c:pt>
              <c:pt idx="318">
                <c:v>58.65915627305822</c:v>
              </c:pt>
              <c:pt idx="319">
                <c:v>58.65915627305822</c:v>
              </c:pt>
              <c:pt idx="320">
                <c:v>58.65915627305822</c:v>
              </c:pt>
              <c:pt idx="321">
                <c:v>58.65915627305822</c:v>
              </c:pt>
              <c:pt idx="322">
                <c:v>58.65915627305822</c:v>
              </c:pt>
              <c:pt idx="323">
                <c:v>58.65915627305822</c:v>
              </c:pt>
              <c:pt idx="324">
                <c:v>58.65915627305822</c:v>
              </c:pt>
              <c:pt idx="325">
                <c:v>58.65915627305822</c:v>
              </c:pt>
              <c:pt idx="326">
                <c:v>58.65915627305822</c:v>
              </c:pt>
              <c:pt idx="327">
                <c:v>58.65915627305822</c:v>
              </c:pt>
              <c:pt idx="328">
                <c:v>58.65915627305822</c:v>
              </c:pt>
              <c:pt idx="329">
                <c:v>58.65915627305822</c:v>
              </c:pt>
              <c:pt idx="330">
                <c:v>58.65915627305822</c:v>
              </c:pt>
              <c:pt idx="331">
                <c:v>58.65915627305822</c:v>
              </c:pt>
              <c:pt idx="332">
                <c:v>58.65915627305822</c:v>
              </c:pt>
              <c:pt idx="333">
                <c:v>58.65915627305822</c:v>
              </c:pt>
              <c:pt idx="334">
                <c:v>58.65915627305822</c:v>
              </c:pt>
              <c:pt idx="335">
                <c:v>58.65915627305822</c:v>
              </c:pt>
              <c:pt idx="336">
                <c:v>58.65915627305822</c:v>
              </c:pt>
              <c:pt idx="337">
                <c:v>58.65915627305822</c:v>
              </c:pt>
              <c:pt idx="338">
                <c:v>58.65915627305822</c:v>
              </c:pt>
              <c:pt idx="339">
                <c:v>58.65915627305822</c:v>
              </c:pt>
              <c:pt idx="340">
                <c:v>58.65915627305822</c:v>
              </c:pt>
              <c:pt idx="341">
                <c:v>58.65915627305822</c:v>
              </c:pt>
              <c:pt idx="342">
                <c:v>58.65915627305822</c:v>
              </c:pt>
              <c:pt idx="343">
                <c:v>58.65915627305822</c:v>
              </c:pt>
              <c:pt idx="344">
                <c:v>58.65915627305822</c:v>
              </c:pt>
              <c:pt idx="345">
                <c:v>58.65915627305822</c:v>
              </c:pt>
              <c:pt idx="346">
                <c:v>58.65915627305822</c:v>
              </c:pt>
              <c:pt idx="347">
                <c:v>58.65915627305822</c:v>
              </c:pt>
              <c:pt idx="348">
                <c:v>58.65915627305822</c:v>
              </c:pt>
              <c:pt idx="349">
                <c:v>58.65915627305822</c:v>
              </c:pt>
              <c:pt idx="350">
                <c:v>58.65915627305822</c:v>
              </c:pt>
              <c:pt idx="351">
                <c:v>58.65915627305822</c:v>
              </c:pt>
              <c:pt idx="352">
                <c:v>58.65915627305822</c:v>
              </c:pt>
              <c:pt idx="353">
                <c:v>58.65915627305822</c:v>
              </c:pt>
              <c:pt idx="354">
                <c:v>58.65915627305822</c:v>
              </c:pt>
              <c:pt idx="355">
                <c:v>58.65915627305822</c:v>
              </c:pt>
              <c:pt idx="356">
                <c:v>58.65915627305822</c:v>
              </c:pt>
              <c:pt idx="357">
                <c:v>58.65915627305822</c:v>
              </c:pt>
              <c:pt idx="358">
                <c:v>58.65915627305822</c:v>
              </c:pt>
              <c:pt idx="359">
                <c:v>58.65915627305822</c:v>
              </c:pt>
              <c:pt idx="360">
                <c:v>58.65915627305822</c:v>
              </c:pt>
              <c:pt idx="361">
                <c:v>58.65915627305822</c:v>
              </c:pt>
              <c:pt idx="362">
                <c:v>58.65915627305822</c:v>
              </c:pt>
              <c:pt idx="363">
                <c:v>58.65915627305822</c:v>
              </c:pt>
              <c:pt idx="364">
                <c:v>58.65915627305822</c:v>
              </c:pt>
              <c:pt idx="365">
                <c:v>58.65915627305822</c:v>
              </c:pt>
              <c:pt idx="366">
                <c:v>58.65915627305822</c:v>
              </c:pt>
              <c:pt idx="367">
                <c:v>58.65915627305822</c:v>
              </c:pt>
              <c:pt idx="368">
                <c:v>58.65915627305822</c:v>
              </c:pt>
              <c:pt idx="369">
                <c:v>58.65915627305822</c:v>
              </c:pt>
              <c:pt idx="370">
                <c:v>58.65915627305822</c:v>
              </c:pt>
              <c:pt idx="371">
                <c:v>58.65915627305822</c:v>
              </c:pt>
              <c:pt idx="372">
                <c:v>58.65915627305822</c:v>
              </c:pt>
              <c:pt idx="373">
                <c:v>58.65915627305822</c:v>
              </c:pt>
              <c:pt idx="374">
                <c:v>58.65915627305822</c:v>
              </c:pt>
              <c:pt idx="375">
                <c:v>58.65915627305822</c:v>
              </c:pt>
              <c:pt idx="376">
                <c:v>58.65915627305822</c:v>
              </c:pt>
              <c:pt idx="377">
                <c:v>58.65915627305822</c:v>
              </c:pt>
              <c:pt idx="378">
                <c:v>58.65915627305822</c:v>
              </c:pt>
              <c:pt idx="379">
                <c:v>58.65915627305822</c:v>
              </c:pt>
              <c:pt idx="380">
                <c:v>58.65915627305822</c:v>
              </c:pt>
              <c:pt idx="381">
                <c:v>58.65915627305822</c:v>
              </c:pt>
              <c:pt idx="382">
                <c:v>58.65915627305822</c:v>
              </c:pt>
              <c:pt idx="383">
                <c:v>58.65915627305822</c:v>
              </c:pt>
              <c:pt idx="384">
                <c:v>58.65915627305822</c:v>
              </c:pt>
              <c:pt idx="385">
                <c:v>58.65915627305822</c:v>
              </c:pt>
              <c:pt idx="386">
                <c:v>58.65915627305822</c:v>
              </c:pt>
              <c:pt idx="387">
                <c:v>58.65915627305822</c:v>
              </c:pt>
              <c:pt idx="388">
                <c:v>58.65915627305822</c:v>
              </c:pt>
              <c:pt idx="389">
                <c:v>58.65915627305822</c:v>
              </c:pt>
              <c:pt idx="390">
                <c:v>58.65915627305822</c:v>
              </c:pt>
              <c:pt idx="391">
                <c:v>58.65915627305822</c:v>
              </c:pt>
              <c:pt idx="392">
                <c:v>58.65915627305822</c:v>
              </c:pt>
              <c:pt idx="393">
                <c:v>58.65915627305822</c:v>
              </c:pt>
              <c:pt idx="394">
                <c:v>58.65915627305822</c:v>
              </c:pt>
              <c:pt idx="395">
                <c:v>58.65915627305822</c:v>
              </c:pt>
              <c:pt idx="396">
                <c:v>58.65915627305822</c:v>
              </c:pt>
              <c:pt idx="397">
                <c:v>58.65915627305822</c:v>
              </c:pt>
              <c:pt idx="398">
                <c:v>58.65915627305822</c:v>
              </c:pt>
              <c:pt idx="399">
                <c:v>58.65915627305822</c:v>
              </c:pt>
              <c:pt idx="400">
                <c:v>58.65915627305822</c:v>
              </c:pt>
              <c:pt idx="401">
                <c:v>58.65915627305822</c:v>
              </c:pt>
              <c:pt idx="402">
                <c:v>58.65915627305822</c:v>
              </c:pt>
              <c:pt idx="403">
                <c:v>58.65915627305822</c:v>
              </c:pt>
              <c:pt idx="404">
                <c:v>58.65915627305822</c:v>
              </c:pt>
              <c:pt idx="405">
                <c:v>58.65915627305822</c:v>
              </c:pt>
              <c:pt idx="406">
                <c:v>58.65915627305822</c:v>
              </c:pt>
              <c:pt idx="407">
                <c:v>58.65915627305822</c:v>
              </c:pt>
              <c:pt idx="408">
                <c:v>58.65915627305822</c:v>
              </c:pt>
              <c:pt idx="409">
                <c:v>58.65915627305822</c:v>
              </c:pt>
              <c:pt idx="410">
                <c:v>58.65915627305822</c:v>
              </c:pt>
              <c:pt idx="411">
                <c:v>58.65915627305822</c:v>
              </c:pt>
              <c:pt idx="412">
                <c:v>58.65915627305822</c:v>
              </c:pt>
              <c:pt idx="413">
                <c:v>58.65915627305822</c:v>
              </c:pt>
              <c:pt idx="414">
                <c:v>58.65915627305822</c:v>
              </c:pt>
              <c:pt idx="415">
                <c:v>58.65915627305822</c:v>
              </c:pt>
              <c:pt idx="416">
                <c:v>58.65915627305822</c:v>
              </c:pt>
              <c:pt idx="417">
                <c:v>58.65915627305822</c:v>
              </c:pt>
              <c:pt idx="418">
                <c:v>58.65915627305822</c:v>
              </c:pt>
              <c:pt idx="419">
                <c:v>58.65915627305822</c:v>
              </c:pt>
              <c:pt idx="420">
                <c:v>58.65915627305822</c:v>
              </c:pt>
              <c:pt idx="421">
                <c:v>58.65915627305822</c:v>
              </c:pt>
              <c:pt idx="422">
                <c:v>58.65915627305822</c:v>
              </c:pt>
              <c:pt idx="423">
                <c:v>58.65915627305822</c:v>
              </c:pt>
              <c:pt idx="424">
                <c:v>58.65915627305822</c:v>
              </c:pt>
              <c:pt idx="425">
                <c:v>58.65915627305822</c:v>
              </c:pt>
              <c:pt idx="426">
                <c:v>58.65915627305822</c:v>
              </c:pt>
              <c:pt idx="427">
                <c:v>58.65915627305822</c:v>
              </c:pt>
              <c:pt idx="428">
                <c:v>58.65915627305822</c:v>
              </c:pt>
              <c:pt idx="429">
                <c:v>58.65915627305822</c:v>
              </c:pt>
              <c:pt idx="430">
                <c:v>58.65915627305822</c:v>
              </c:pt>
              <c:pt idx="431">
                <c:v>58.65915627305822</c:v>
              </c:pt>
              <c:pt idx="432">
                <c:v>58.65915627305822</c:v>
              </c:pt>
              <c:pt idx="433">
                <c:v>58.65915627305822</c:v>
              </c:pt>
              <c:pt idx="434">
                <c:v>58.65915627305822</c:v>
              </c:pt>
              <c:pt idx="435">
                <c:v>58.65915627305822</c:v>
              </c:pt>
              <c:pt idx="436">
                <c:v>58.65915627305822</c:v>
              </c:pt>
              <c:pt idx="437">
                <c:v>58.65915627305822</c:v>
              </c:pt>
              <c:pt idx="438">
                <c:v>58.65915627305822</c:v>
              </c:pt>
              <c:pt idx="439">
                <c:v>58.65915627305822</c:v>
              </c:pt>
              <c:pt idx="440">
                <c:v>58.65915627305822</c:v>
              </c:pt>
              <c:pt idx="441">
                <c:v>58.65915627305822</c:v>
              </c:pt>
              <c:pt idx="442">
                <c:v>58.65915627305822</c:v>
              </c:pt>
              <c:pt idx="443">
                <c:v>58.65915627305822</c:v>
              </c:pt>
              <c:pt idx="444">
                <c:v>58.65915627305822</c:v>
              </c:pt>
              <c:pt idx="445">
                <c:v>58.65915627305822</c:v>
              </c:pt>
              <c:pt idx="446">
                <c:v>58.65915627305822</c:v>
              </c:pt>
              <c:pt idx="447">
                <c:v>58.65915627305822</c:v>
              </c:pt>
              <c:pt idx="448">
                <c:v>58.65915627305822</c:v>
              </c:pt>
              <c:pt idx="449">
                <c:v>58.65915627305822</c:v>
              </c:pt>
            </c:numLit>
          </c:xVal>
          <c:yVal>
            <c:numLit>
              <c:formatCode>0.0</c:formatCode>
              <c:ptCount val="450"/>
              <c:pt idx="0">
                <c:v>0.2018692505988826</c:v>
              </c:pt>
              <c:pt idx="1">
                <c:v>0.2018692505988826</c:v>
              </c:pt>
              <c:pt idx="2">
                <c:v>0.2018692505988826</c:v>
              </c:pt>
              <c:pt idx="3">
                <c:v>0.2018692505988826</c:v>
              </c:pt>
              <c:pt idx="4">
                <c:v>0.2018692505988826</c:v>
              </c:pt>
              <c:pt idx="5">
                <c:v>0.2018692505988826</c:v>
              </c:pt>
              <c:pt idx="6">
                <c:v>0.2018692505988826</c:v>
              </c:pt>
              <c:pt idx="7">
                <c:v>0.2018692505988826</c:v>
              </c:pt>
              <c:pt idx="8">
                <c:v>0.2018692505988826</c:v>
              </c:pt>
              <c:pt idx="9">
                <c:v>0.2018692505988826</c:v>
              </c:pt>
              <c:pt idx="10">
                <c:v>0.2018692505988826</c:v>
              </c:pt>
              <c:pt idx="11">
                <c:v>0.2018692505988826</c:v>
              </c:pt>
              <c:pt idx="12">
                <c:v>0.2018692505988826</c:v>
              </c:pt>
              <c:pt idx="13">
                <c:v>0.2018692505988826</c:v>
              </c:pt>
              <c:pt idx="14">
                <c:v>0.2018692505988826</c:v>
              </c:pt>
              <c:pt idx="15">
                <c:v>0.2018692505988826</c:v>
              </c:pt>
              <c:pt idx="16">
                <c:v>0.2018692505988826</c:v>
              </c:pt>
              <c:pt idx="17">
                <c:v>0.2018692505988826</c:v>
              </c:pt>
              <c:pt idx="18">
                <c:v>0.2018692505988826</c:v>
              </c:pt>
              <c:pt idx="19">
                <c:v>0.2018692505988826</c:v>
              </c:pt>
              <c:pt idx="20">
                <c:v>0.2018692505988826</c:v>
              </c:pt>
              <c:pt idx="21">
                <c:v>0.2018692505988826</c:v>
              </c:pt>
              <c:pt idx="22">
                <c:v>0.2018692505988826</c:v>
              </c:pt>
              <c:pt idx="23">
                <c:v>0.2018692505988826</c:v>
              </c:pt>
              <c:pt idx="24">
                <c:v>0.2018692505988826</c:v>
              </c:pt>
              <c:pt idx="25">
                <c:v>0.2018692505988826</c:v>
              </c:pt>
              <c:pt idx="26">
                <c:v>0.2018692505988826</c:v>
              </c:pt>
              <c:pt idx="27">
                <c:v>0.2018692505988826</c:v>
              </c:pt>
              <c:pt idx="28">
                <c:v>0.2018692505988826</c:v>
              </c:pt>
              <c:pt idx="29">
                <c:v>0.2018692505988826</c:v>
              </c:pt>
              <c:pt idx="30">
                <c:v>0.2018692505988826</c:v>
              </c:pt>
              <c:pt idx="31">
                <c:v>0.2018692505988826</c:v>
              </c:pt>
              <c:pt idx="32">
                <c:v>0.2018692505988826</c:v>
              </c:pt>
              <c:pt idx="33">
                <c:v>0.2018692505988826</c:v>
              </c:pt>
              <c:pt idx="34">
                <c:v>0.2018692505988826</c:v>
              </c:pt>
              <c:pt idx="35">
                <c:v>0.2018692505988826</c:v>
              </c:pt>
              <c:pt idx="36">
                <c:v>0.2018692505988826</c:v>
              </c:pt>
              <c:pt idx="37">
                <c:v>0.2018692505988826</c:v>
              </c:pt>
              <c:pt idx="38">
                <c:v>0.2018692505988826</c:v>
              </c:pt>
              <c:pt idx="39">
                <c:v>0.2018692505988826</c:v>
              </c:pt>
              <c:pt idx="40">
                <c:v>0.2018692505988826</c:v>
              </c:pt>
              <c:pt idx="41">
                <c:v>0.2018692505988826</c:v>
              </c:pt>
              <c:pt idx="42">
                <c:v>0.2018692505988826</c:v>
              </c:pt>
              <c:pt idx="43">
                <c:v>0.2018692505988826</c:v>
              </c:pt>
              <c:pt idx="44">
                <c:v>0.2018692505988826</c:v>
              </c:pt>
              <c:pt idx="45">
                <c:v>0.2018692505988826</c:v>
              </c:pt>
              <c:pt idx="46">
                <c:v>0.2018692505988826</c:v>
              </c:pt>
              <c:pt idx="47">
                <c:v>0.2018692505988826</c:v>
              </c:pt>
              <c:pt idx="48">
                <c:v>0.2018692505988826</c:v>
              </c:pt>
              <c:pt idx="49">
                <c:v>0.2018692505988826</c:v>
              </c:pt>
              <c:pt idx="50">
                <c:v>0.2018692505988826</c:v>
              </c:pt>
              <c:pt idx="51">
                <c:v>0.2018692505988826</c:v>
              </c:pt>
              <c:pt idx="52">
                <c:v>0.2018692505988826</c:v>
              </c:pt>
              <c:pt idx="53">
                <c:v>0.2018692505988826</c:v>
              </c:pt>
              <c:pt idx="54">
                <c:v>0.2018692505988826</c:v>
              </c:pt>
              <c:pt idx="55">
                <c:v>0.2018692505988826</c:v>
              </c:pt>
              <c:pt idx="56">
                <c:v>0.2018692505988826</c:v>
              </c:pt>
              <c:pt idx="57">
                <c:v>0.2018692505988826</c:v>
              </c:pt>
              <c:pt idx="58">
                <c:v>0.2018692505988826</c:v>
              </c:pt>
              <c:pt idx="59">
                <c:v>0.2018692505988826</c:v>
              </c:pt>
              <c:pt idx="60">
                <c:v>0.2018692505988826</c:v>
              </c:pt>
              <c:pt idx="61">
                <c:v>0.2018692505988826</c:v>
              </c:pt>
              <c:pt idx="62">
                <c:v>0.2018692505988826</c:v>
              </c:pt>
              <c:pt idx="63">
                <c:v>0.2018692505988826</c:v>
              </c:pt>
              <c:pt idx="64">
                <c:v>0.2018692505988826</c:v>
              </c:pt>
              <c:pt idx="65">
                <c:v>0.2018692505988826</c:v>
              </c:pt>
              <c:pt idx="66">
                <c:v>0.2018692505988826</c:v>
              </c:pt>
              <c:pt idx="67">
                <c:v>0.2018692505988826</c:v>
              </c:pt>
              <c:pt idx="68">
                <c:v>0.2018692505988826</c:v>
              </c:pt>
              <c:pt idx="69">
                <c:v>0.2018692505988826</c:v>
              </c:pt>
              <c:pt idx="70">
                <c:v>0.2018692505988826</c:v>
              </c:pt>
              <c:pt idx="71">
                <c:v>0.2018692505988826</c:v>
              </c:pt>
              <c:pt idx="72">
                <c:v>0.2018692505988826</c:v>
              </c:pt>
              <c:pt idx="73">
                <c:v>0.2018692505988826</c:v>
              </c:pt>
              <c:pt idx="74">
                <c:v>0.2018692505988826</c:v>
              </c:pt>
              <c:pt idx="75">
                <c:v>0.2018692505988826</c:v>
              </c:pt>
              <c:pt idx="76">
                <c:v>0.2018692505988826</c:v>
              </c:pt>
              <c:pt idx="77">
                <c:v>0.2018692505988826</c:v>
              </c:pt>
              <c:pt idx="78">
                <c:v>0.2018692505988826</c:v>
              </c:pt>
              <c:pt idx="79">
                <c:v>0.2018692505988826</c:v>
              </c:pt>
              <c:pt idx="80">
                <c:v>0.2018692505988826</c:v>
              </c:pt>
              <c:pt idx="81">
                <c:v>0.2018692505988826</c:v>
              </c:pt>
              <c:pt idx="82">
                <c:v>0.2018692505988826</c:v>
              </c:pt>
              <c:pt idx="83">
                <c:v>0.2018692505988826</c:v>
              </c:pt>
              <c:pt idx="84">
                <c:v>0.2018692505988826</c:v>
              </c:pt>
              <c:pt idx="85">
                <c:v>0.2018692505988826</c:v>
              </c:pt>
              <c:pt idx="86">
                <c:v>0.2018692505988826</c:v>
              </c:pt>
              <c:pt idx="87">
                <c:v>0.2018692505988826</c:v>
              </c:pt>
              <c:pt idx="88">
                <c:v>0.2018692505988826</c:v>
              </c:pt>
              <c:pt idx="89">
                <c:v>0.2018692505988826</c:v>
              </c:pt>
              <c:pt idx="90">
                <c:v>0.2018692505988826</c:v>
              </c:pt>
              <c:pt idx="91">
                <c:v>0.2018692505988826</c:v>
              </c:pt>
              <c:pt idx="92">
                <c:v>0.2018692505988826</c:v>
              </c:pt>
              <c:pt idx="93">
                <c:v>0.2018692505988826</c:v>
              </c:pt>
              <c:pt idx="94">
                <c:v>0.2018692505988826</c:v>
              </c:pt>
              <c:pt idx="95">
                <c:v>0.2018692505988826</c:v>
              </c:pt>
              <c:pt idx="96">
                <c:v>0.2018692505988826</c:v>
              </c:pt>
              <c:pt idx="97">
                <c:v>0.2018692505988826</c:v>
              </c:pt>
              <c:pt idx="98">
                <c:v>0.2018692505988826</c:v>
              </c:pt>
              <c:pt idx="99">
                <c:v>0.2018692505988826</c:v>
              </c:pt>
              <c:pt idx="100">
                <c:v>0.2018692505988826</c:v>
              </c:pt>
              <c:pt idx="101">
                <c:v>0.2018692505988826</c:v>
              </c:pt>
              <c:pt idx="102">
                <c:v>0.2018692505988826</c:v>
              </c:pt>
              <c:pt idx="103">
                <c:v>0.2018692505988826</c:v>
              </c:pt>
              <c:pt idx="104">
                <c:v>0.2018692505988826</c:v>
              </c:pt>
              <c:pt idx="105">
                <c:v>0.2018692505988826</c:v>
              </c:pt>
              <c:pt idx="106">
                <c:v>0.2018692505988826</c:v>
              </c:pt>
              <c:pt idx="107">
                <c:v>0.2018692505988826</c:v>
              </c:pt>
              <c:pt idx="108">
                <c:v>0.2018692505988826</c:v>
              </c:pt>
              <c:pt idx="109">
                <c:v>0.2018692505988826</c:v>
              </c:pt>
              <c:pt idx="110">
                <c:v>0.2018692505988826</c:v>
              </c:pt>
              <c:pt idx="111">
                <c:v>0.2018692505988826</c:v>
              </c:pt>
              <c:pt idx="112">
                <c:v>0.2018692505988826</c:v>
              </c:pt>
              <c:pt idx="113">
                <c:v>0.2018692505988826</c:v>
              </c:pt>
              <c:pt idx="114">
                <c:v>0.2018692505988826</c:v>
              </c:pt>
              <c:pt idx="115">
                <c:v>0.2018692505988826</c:v>
              </c:pt>
              <c:pt idx="116">
                <c:v>0.2018692505988826</c:v>
              </c:pt>
              <c:pt idx="117">
                <c:v>0.2018692505988826</c:v>
              </c:pt>
              <c:pt idx="118">
                <c:v>0.2018692505988826</c:v>
              </c:pt>
              <c:pt idx="119">
                <c:v>0.2018692505988826</c:v>
              </c:pt>
              <c:pt idx="120">
                <c:v>0.2018692505988826</c:v>
              </c:pt>
              <c:pt idx="121">
                <c:v>0.2018692505988826</c:v>
              </c:pt>
              <c:pt idx="122">
                <c:v>0.2018692505988826</c:v>
              </c:pt>
              <c:pt idx="123">
                <c:v>0.2018692505988826</c:v>
              </c:pt>
              <c:pt idx="124">
                <c:v>0.2018692505988826</c:v>
              </c:pt>
              <c:pt idx="125">
                <c:v>0.2018692505988826</c:v>
              </c:pt>
              <c:pt idx="126">
                <c:v>0.2018692505988826</c:v>
              </c:pt>
              <c:pt idx="127">
                <c:v>0.2018692505988826</c:v>
              </c:pt>
              <c:pt idx="128">
                <c:v>0.2018692505988826</c:v>
              </c:pt>
              <c:pt idx="129">
                <c:v>0.2018692505988826</c:v>
              </c:pt>
              <c:pt idx="130">
                <c:v>0.2018692505988826</c:v>
              </c:pt>
              <c:pt idx="131">
                <c:v>0.2018692505988826</c:v>
              </c:pt>
              <c:pt idx="132">
                <c:v>0.2018692505988826</c:v>
              </c:pt>
              <c:pt idx="133">
                <c:v>0.2018692505988826</c:v>
              </c:pt>
              <c:pt idx="134">
                <c:v>0.2018692505988826</c:v>
              </c:pt>
              <c:pt idx="135">
                <c:v>0.2018692505988826</c:v>
              </c:pt>
              <c:pt idx="136">
                <c:v>0.2018692505988826</c:v>
              </c:pt>
              <c:pt idx="137">
                <c:v>0.2018692505988826</c:v>
              </c:pt>
              <c:pt idx="138">
                <c:v>0.2018692505988826</c:v>
              </c:pt>
              <c:pt idx="139">
                <c:v>0.2018692505988826</c:v>
              </c:pt>
              <c:pt idx="140">
                <c:v>0.2018692505988826</c:v>
              </c:pt>
              <c:pt idx="141">
                <c:v>0.2018692505988826</c:v>
              </c:pt>
              <c:pt idx="142">
                <c:v>0.2018692505988826</c:v>
              </c:pt>
              <c:pt idx="143">
                <c:v>0.2018692505988826</c:v>
              </c:pt>
              <c:pt idx="144">
                <c:v>0.2018692505988826</c:v>
              </c:pt>
              <c:pt idx="145">
                <c:v>0.2018692505988826</c:v>
              </c:pt>
              <c:pt idx="146">
                <c:v>0.2018692505988826</c:v>
              </c:pt>
              <c:pt idx="147">
                <c:v>0.2018692505988826</c:v>
              </c:pt>
              <c:pt idx="148">
                <c:v>0.2018692505988826</c:v>
              </c:pt>
              <c:pt idx="149">
                <c:v>0.2018692505988826</c:v>
              </c:pt>
              <c:pt idx="150">
                <c:v>0.2018692505988826</c:v>
              </c:pt>
              <c:pt idx="151">
                <c:v>0.2018692505988826</c:v>
              </c:pt>
              <c:pt idx="152">
                <c:v>0.2018692505988826</c:v>
              </c:pt>
              <c:pt idx="153">
                <c:v>0.2018692505988826</c:v>
              </c:pt>
              <c:pt idx="154">
                <c:v>0.2018692505988826</c:v>
              </c:pt>
              <c:pt idx="155">
                <c:v>0.2018692505988826</c:v>
              </c:pt>
              <c:pt idx="156">
                <c:v>0.2018692505988826</c:v>
              </c:pt>
              <c:pt idx="157">
                <c:v>0.2018692505988826</c:v>
              </c:pt>
              <c:pt idx="158">
                <c:v>0.2018692505988826</c:v>
              </c:pt>
              <c:pt idx="159">
                <c:v>0.2018692505988826</c:v>
              </c:pt>
              <c:pt idx="160">
                <c:v>0.2018692505988826</c:v>
              </c:pt>
              <c:pt idx="161">
                <c:v>0.2018692505988826</c:v>
              </c:pt>
              <c:pt idx="162">
                <c:v>0.2018692505988826</c:v>
              </c:pt>
              <c:pt idx="163">
                <c:v>0.2018692505988826</c:v>
              </c:pt>
              <c:pt idx="164">
                <c:v>0.2018692505988826</c:v>
              </c:pt>
              <c:pt idx="165">
                <c:v>0.2018692505988826</c:v>
              </c:pt>
              <c:pt idx="166">
                <c:v>0.2018692505988826</c:v>
              </c:pt>
              <c:pt idx="167">
                <c:v>0.2018692505988826</c:v>
              </c:pt>
              <c:pt idx="168">
                <c:v>0.2018692505988826</c:v>
              </c:pt>
              <c:pt idx="169">
                <c:v>0.2018692505988826</c:v>
              </c:pt>
              <c:pt idx="170">
                <c:v>0.2018692505988826</c:v>
              </c:pt>
              <c:pt idx="171">
                <c:v>0.2018692505988826</c:v>
              </c:pt>
              <c:pt idx="172">
                <c:v>0.2018692505988826</c:v>
              </c:pt>
              <c:pt idx="173">
                <c:v>0.2018692505988826</c:v>
              </c:pt>
              <c:pt idx="174">
                <c:v>0.2018692505988826</c:v>
              </c:pt>
              <c:pt idx="175">
                <c:v>0.2018692505988826</c:v>
              </c:pt>
              <c:pt idx="176">
                <c:v>0.2018692505988826</c:v>
              </c:pt>
              <c:pt idx="177">
                <c:v>0.2018692505988826</c:v>
              </c:pt>
              <c:pt idx="178">
                <c:v>0.2018692505988826</c:v>
              </c:pt>
              <c:pt idx="179">
                <c:v>0.2018692505988826</c:v>
              </c:pt>
              <c:pt idx="180">
                <c:v>0.2018692505988826</c:v>
              </c:pt>
              <c:pt idx="181">
                <c:v>0.2018692505988826</c:v>
              </c:pt>
              <c:pt idx="182">
                <c:v>0.2018692505988826</c:v>
              </c:pt>
              <c:pt idx="183">
                <c:v>0.2018692505988826</c:v>
              </c:pt>
              <c:pt idx="184">
                <c:v>0.2018692505988826</c:v>
              </c:pt>
              <c:pt idx="185">
                <c:v>0.2018692505988826</c:v>
              </c:pt>
              <c:pt idx="186">
                <c:v>0.2018692505988826</c:v>
              </c:pt>
              <c:pt idx="187">
                <c:v>0.2018692505988826</c:v>
              </c:pt>
              <c:pt idx="188">
                <c:v>0.2018692505988826</c:v>
              </c:pt>
              <c:pt idx="189">
                <c:v>0.2018692505988826</c:v>
              </c:pt>
              <c:pt idx="190">
                <c:v>0.2018692505988826</c:v>
              </c:pt>
              <c:pt idx="191">
                <c:v>0.2018692505988826</c:v>
              </c:pt>
              <c:pt idx="192">
                <c:v>0.2018692505988826</c:v>
              </c:pt>
              <c:pt idx="193">
                <c:v>0.2018692505988826</c:v>
              </c:pt>
              <c:pt idx="194">
                <c:v>0.2018692505988826</c:v>
              </c:pt>
              <c:pt idx="195">
                <c:v>0.2018692505988826</c:v>
              </c:pt>
              <c:pt idx="196">
                <c:v>0.2018692505988826</c:v>
              </c:pt>
              <c:pt idx="197">
                <c:v>0.2018692505988826</c:v>
              </c:pt>
              <c:pt idx="198">
                <c:v>0.2018692505988826</c:v>
              </c:pt>
              <c:pt idx="199">
                <c:v>0.2018692505988826</c:v>
              </c:pt>
              <c:pt idx="200">
                <c:v>0.2018692505988826</c:v>
              </c:pt>
              <c:pt idx="201">
                <c:v>0.2018692505988826</c:v>
              </c:pt>
              <c:pt idx="202">
                <c:v>0.2018692505988826</c:v>
              </c:pt>
              <c:pt idx="203">
                <c:v>0.2018692505988826</c:v>
              </c:pt>
              <c:pt idx="204">
                <c:v>0.2018692505988826</c:v>
              </c:pt>
              <c:pt idx="205">
                <c:v>0.2018692505988826</c:v>
              </c:pt>
              <c:pt idx="206">
                <c:v>0.2018692505988826</c:v>
              </c:pt>
              <c:pt idx="207">
                <c:v>0.2018692505988826</c:v>
              </c:pt>
              <c:pt idx="208">
                <c:v>0.2018692505988826</c:v>
              </c:pt>
              <c:pt idx="209">
                <c:v>0.2018692505988826</c:v>
              </c:pt>
              <c:pt idx="210">
                <c:v>0.2018692505988826</c:v>
              </c:pt>
              <c:pt idx="211">
                <c:v>0.2018692505988826</c:v>
              </c:pt>
              <c:pt idx="212">
                <c:v>0.2018692505988826</c:v>
              </c:pt>
              <c:pt idx="213">
                <c:v>0.2018692505988826</c:v>
              </c:pt>
              <c:pt idx="214">
                <c:v>0.2018692505988826</c:v>
              </c:pt>
              <c:pt idx="215">
                <c:v>0.2018692505988826</c:v>
              </c:pt>
              <c:pt idx="216">
                <c:v>0.2018692505988826</c:v>
              </c:pt>
              <c:pt idx="217">
                <c:v>0.2018692505988826</c:v>
              </c:pt>
              <c:pt idx="218">
                <c:v>0.2018692505988826</c:v>
              </c:pt>
              <c:pt idx="219">
                <c:v>0.2018692505988826</c:v>
              </c:pt>
              <c:pt idx="220">
                <c:v>0.2018692505988826</c:v>
              </c:pt>
              <c:pt idx="221">
                <c:v>0.2018692505988826</c:v>
              </c:pt>
              <c:pt idx="222">
                <c:v>0.2018692505988826</c:v>
              </c:pt>
              <c:pt idx="223">
                <c:v>0.2018692505988826</c:v>
              </c:pt>
              <c:pt idx="224">
                <c:v>0.2018692505988826</c:v>
              </c:pt>
              <c:pt idx="225">
                <c:v>0.2018692505988826</c:v>
              </c:pt>
              <c:pt idx="226">
                <c:v>0.2018692505988826</c:v>
              </c:pt>
              <c:pt idx="227">
                <c:v>0.2018692505988826</c:v>
              </c:pt>
              <c:pt idx="228">
                <c:v>0.2018692505988826</c:v>
              </c:pt>
              <c:pt idx="229">
                <c:v>0.2018692505988826</c:v>
              </c:pt>
              <c:pt idx="230">
                <c:v>0.2018692505988826</c:v>
              </c:pt>
              <c:pt idx="231">
                <c:v>0.2018692505988826</c:v>
              </c:pt>
              <c:pt idx="232">
                <c:v>0.2018692505988826</c:v>
              </c:pt>
              <c:pt idx="233">
                <c:v>0.2018692505988826</c:v>
              </c:pt>
              <c:pt idx="234">
                <c:v>0.2018692505988826</c:v>
              </c:pt>
              <c:pt idx="235">
                <c:v>0.2018692505988826</c:v>
              </c:pt>
              <c:pt idx="236">
                <c:v>0.2018692505988826</c:v>
              </c:pt>
              <c:pt idx="237">
                <c:v>0.2018692505988826</c:v>
              </c:pt>
              <c:pt idx="238">
                <c:v>0.2018692505988826</c:v>
              </c:pt>
              <c:pt idx="239">
                <c:v>0.2018692505988826</c:v>
              </c:pt>
              <c:pt idx="240">
                <c:v>0.2018692505988826</c:v>
              </c:pt>
              <c:pt idx="241">
                <c:v>0.2018692505988826</c:v>
              </c:pt>
              <c:pt idx="242">
                <c:v>0.2018692505988826</c:v>
              </c:pt>
              <c:pt idx="243">
                <c:v>0.2018692505988826</c:v>
              </c:pt>
              <c:pt idx="244">
                <c:v>0.2018692505988826</c:v>
              </c:pt>
              <c:pt idx="245">
                <c:v>0.2018692505988826</c:v>
              </c:pt>
              <c:pt idx="246">
                <c:v>0.2018692505988826</c:v>
              </c:pt>
              <c:pt idx="247">
                <c:v>0.2018692505988826</c:v>
              </c:pt>
              <c:pt idx="248">
                <c:v>0.2018692505988826</c:v>
              </c:pt>
              <c:pt idx="249">
                <c:v>0.2018692505988826</c:v>
              </c:pt>
              <c:pt idx="250">
                <c:v>0.2018692505988826</c:v>
              </c:pt>
              <c:pt idx="251">
                <c:v>0.2018692505988826</c:v>
              </c:pt>
              <c:pt idx="252">
                <c:v>0.2018692505988826</c:v>
              </c:pt>
              <c:pt idx="253">
                <c:v>0.2018692505988826</c:v>
              </c:pt>
              <c:pt idx="254">
                <c:v>0.2018692505988826</c:v>
              </c:pt>
              <c:pt idx="255">
                <c:v>0.2018692505988826</c:v>
              </c:pt>
              <c:pt idx="256">
                <c:v>0.2018692505988826</c:v>
              </c:pt>
              <c:pt idx="257">
                <c:v>0.2018692505988826</c:v>
              </c:pt>
              <c:pt idx="258">
                <c:v>0.2018692505988826</c:v>
              </c:pt>
              <c:pt idx="259">
                <c:v>0.2018692505988826</c:v>
              </c:pt>
              <c:pt idx="260">
                <c:v>0.2018692505988826</c:v>
              </c:pt>
              <c:pt idx="261">
                <c:v>0.2018692505988826</c:v>
              </c:pt>
              <c:pt idx="262">
                <c:v>0.2018692505988826</c:v>
              </c:pt>
              <c:pt idx="263">
                <c:v>0.2018692505988826</c:v>
              </c:pt>
              <c:pt idx="264">
                <c:v>0.2018692505988826</c:v>
              </c:pt>
              <c:pt idx="265">
                <c:v>0.2018692505988826</c:v>
              </c:pt>
              <c:pt idx="266">
                <c:v>0.2018692505988826</c:v>
              </c:pt>
              <c:pt idx="267">
                <c:v>0.2018692505988826</c:v>
              </c:pt>
              <c:pt idx="268">
                <c:v>0.2018692505988826</c:v>
              </c:pt>
              <c:pt idx="269">
                <c:v>0.2018692505988826</c:v>
              </c:pt>
              <c:pt idx="270">
                <c:v>0.2018692505988826</c:v>
              </c:pt>
              <c:pt idx="271">
                <c:v>0.2018692505988826</c:v>
              </c:pt>
              <c:pt idx="272">
                <c:v>0.2018692505988826</c:v>
              </c:pt>
              <c:pt idx="273">
                <c:v>0.2018692505988826</c:v>
              </c:pt>
              <c:pt idx="274">
                <c:v>0.2018692505988826</c:v>
              </c:pt>
              <c:pt idx="275">
                <c:v>0.2018692505988826</c:v>
              </c:pt>
              <c:pt idx="276">
                <c:v>0.2018692505988826</c:v>
              </c:pt>
              <c:pt idx="277">
                <c:v>0.2018692505988826</c:v>
              </c:pt>
              <c:pt idx="278">
                <c:v>0.2018692505988826</c:v>
              </c:pt>
              <c:pt idx="279">
                <c:v>0.2018692505988826</c:v>
              </c:pt>
              <c:pt idx="280">
                <c:v>0.2018692505988826</c:v>
              </c:pt>
              <c:pt idx="281">
                <c:v>0.2018692505988826</c:v>
              </c:pt>
              <c:pt idx="282">
                <c:v>0.2018692505988826</c:v>
              </c:pt>
              <c:pt idx="283">
                <c:v>0.2018692505988826</c:v>
              </c:pt>
              <c:pt idx="284">
                <c:v>0.2018692505988826</c:v>
              </c:pt>
              <c:pt idx="285">
                <c:v>0.2018692505988826</c:v>
              </c:pt>
              <c:pt idx="286">
                <c:v>0.2018692505988826</c:v>
              </c:pt>
              <c:pt idx="287">
                <c:v>0.2018692505988826</c:v>
              </c:pt>
              <c:pt idx="288">
                <c:v>0.2018692505988826</c:v>
              </c:pt>
              <c:pt idx="289">
                <c:v>0.2018692505988826</c:v>
              </c:pt>
              <c:pt idx="290">
                <c:v>0.2018692505988826</c:v>
              </c:pt>
              <c:pt idx="291">
                <c:v>0.2018692505988826</c:v>
              </c:pt>
              <c:pt idx="292">
                <c:v>0.2018692505988826</c:v>
              </c:pt>
              <c:pt idx="293">
                <c:v>0.2018692505988826</c:v>
              </c:pt>
              <c:pt idx="294">
                <c:v>0.2018692505988826</c:v>
              </c:pt>
              <c:pt idx="295">
                <c:v>0.2018692505988826</c:v>
              </c:pt>
              <c:pt idx="296">
                <c:v>0.2018692505988826</c:v>
              </c:pt>
              <c:pt idx="297">
                <c:v>0.2018692505988826</c:v>
              </c:pt>
              <c:pt idx="298">
                <c:v>0.2018692505988826</c:v>
              </c:pt>
              <c:pt idx="299">
                <c:v>0.2018692505988826</c:v>
              </c:pt>
              <c:pt idx="300">
                <c:v>0.2018692505988826</c:v>
              </c:pt>
              <c:pt idx="301">
                <c:v>0.2018692505988826</c:v>
              </c:pt>
              <c:pt idx="302">
                <c:v>0.2018692505988826</c:v>
              </c:pt>
              <c:pt idx="303">
                <c:v>0.2018692505988826</c:v>
              </c:pt>
              <c:pt idx="304">
                <c:v>0.2018692505988826</c:v>
              </c:pt>
              <c:pt idx="305">
                <c:v>0.2018692505988826</c:v>
              </c:pt>
              <c:pt idx="306">
                <c:v>0.2018692505988826</c:v>
              </c:pt>
              <c:pt idx="307">
                <c:v>0.2018692505988826</c:v>
              </c:pt>
              <c:pt idx="308">
                <c:v>0.2018692505988826</c:v>
              </c:pt>
              <c:pt idx="309">
                <c:v>0.2018692505988826</c:v>
              </c:pt>
              <c:pt idx="310">
                <c:v>0.2018692505988826</c:v>
              </c:pt>
              <c:pt idx="311">
                <c:v>0.2018692505988826</c:v>
              </c:pt>
              <c:pt idx="312">
                <c:v>0.2018692505988826</c:v>
              </c:pt>
              <c:pt idx="313">
                <c:v>0.2018692505988826</c:v>
              </c:pt>
              <c:pt idx="314">
                <c:v>0.2018692505988826</c:v>
              </c:pt>
              <c:pt idx="315">
                <c:v>0.2018692505988826</c:v>
              </c:pt>
              <c:pt idx="316">
                <c:v>0.2018692505988826</c:v>
              </c:pt>
              <c:pt idx="317">
                <c:v>0.2018692505988826</c:v>
              </c:pt>
              <c:pt idx="318">
                <c:v>0.2018692505988826</c:v>
              </c:pt>
              <c:pt idx="319">
                <c:v>0.2018692505988826</c:v>
              </c:pt>
              <c:pt idx="320">
                <c:v>0.2018692505988826</c:v>
              </c:pt>
              <c:pt idx="321">
                <c:v>0.2018692505988826</c:v>
              </c:pt>
              <c:pt idx="322">
                <c:v>0.2018692505988826</c:v>
              </c:pt>
              <c:pt idx="323">
                <c:v>0.2018692505988826</c:v>
              </c:pt>
              <c:pt idx="324">
                <c:v>0.2018692505988826</c:v>
              </c:pt>
              <c:pt idx="325">
                <c:v>0.2018692505988826</c:v>
              </c:pt>
              <c:pt idx="326">
                <c:v>0.2018692505988826</c:v>
              </c:pt>
              <c:pt idx="327">
                <c:v>0.2018692505988826</c:v>
              </c:pt>
              <c:pt idx="328">
                <c:v>0.2018692505988826</c:v>
              </c:pt>
              <c:pt idx="329">
                <c:v>0.2018692505988826</c:v>
              </c:pt>
              <c:pt idx="330">
                <c:v>0.2018692505988826</c:v>
              </c:pt>
              <c:pt idx="331">
                <c:v>0.2018692505988826</c:v>
              </c:pt>
              <c:pt idx="332">
                <c:v>0.2018692505988826</c:v>
              </c:pt>
              <c:pt idx="333">
                <c:v>0.2018692505988826</c:v>
              </c:pt>
              <c:pt idx="334">
                <c:v>0.2018692505988826</c:v>
              </c:pt>
              <c:pt idx="335">
                <c:v>0.2018692505988826</c:v>
              </c:pt>
              <c:pt idx="336">
                <c:v>0.2018692505988826</c:v>
              </c:pt>
              <c:pt idx="337">
                <c:v>0.2018692505988826</c:v>
              </c:pt>
              <c:pt idx="338">
                <c:v>0.2018692505988826</c:v>
              </c:pt>
              <c:pt idx="339">
                <c:v>0.2018692505988826</c:v>
              </c:pt>
              <c:pt idx="340">
                <c:v>0.2018692505988826</c:v>
              </c:pt>
              <c:pt idx="341">
                <c:v>0.2018692505988826</c:v>
              </c:pt>
              <c:pt idx="342">
                <c:v>0.2018692505988826</c:v>
              </c:pt>
              <c:pt idx="343">
                <c:v>0.2018692505988826</c:v>
              </c:pt>
              <c:pt idx="344">
                <c:v>0.2018692505988826</c:v>
              </c:pt>
              <c:pt idx="345">
                <c:v>0.2018692505988826</c:v>
              </c:pt>
              <c:pt idx="346">
                <c:v>0.2018692505988826</c:v>
              </c:pt>
              <c:pt idx="347">
                <c:v>0.2018692505988826</c:v>
              </c:pt>
              <c:pt idx="348">
                <c:v>0.2018692505988826</c:v>
              </c:pt>
              <c:pt idx="349">
                <c:v>0.2018692505988826</c:v>
              </c:pt>
              <c:pt idx="350">
                <c:v>0.2018692505988826</c:v>
              </c:pt>
              <c:pt idx="351">
                <c:v>0.2018692505988826</c:v>
              </c:pt>
              <c:pt idx="352">
                <c:v>0.2018692505988826</c:v>
              </c:pt>
              <c:pt idx="353">
                <c:v>0.2018692505988826</c:v>
              </c:pt>
              <c:pt idx="354">
                <c:v>0.2018692505988826</c:v>
              </c:pt>
              <c:pt idx="355">
                <c:v>0.2018692505988826</c:v>
              </c:pt>
              <c:pt idx="356">
                <c:v>0.2018692505988826</c:v>
              </c:pt>
              <c:pt idx="357">
                <c:v>0.2018692505988826</c:v>
              </c:pt>
              <c:pt idx="358">
                <c:v>0.2018692505988826</c:v>
              </c:pt>
              <c:pt idx="359">
                <c:v>0.2018692505988826</c:v>
              </c:pt>
              <c:pt idx="360">
                <c:v>0.2018692505988826</c:v>
              </c:pt>
              <c:pt idx="361">
                <c:v>0.2018692505988826</c:v>
              </c:pt>
              <c:pt idx="362">
                <c:v>0.2018692505988826</c:v>
              </c:pt>
              <c:pt idx="363">
                <c:v>0.2018692505988826</c:v>
              </c:pt>
              <c:pt idx="364">
                <c:v>0.2018692505988826</c:v>
              </c:pt>
              <c:pt idx="365">
                <c:v>0.2018692505988826</c:v>
              </c:pt>
              <c:pt idx="366">
                <c:v>0.2018692505988826</c:v>
              </c:pt>
              <c:pt idx="367">
                <c:v>0.2018692505988826</c:v>
              </c:pt>
              <c:pt idx="368">
                <c:v>0.2018692505988826</c:v>
              </c:pt>
              <c:pt idx="369">
                <c:v>0.2018692505988826</c:v>
              </c:pt>
              <c:pt idx="370">
                <c:v>0.2018692505988826</c:v>
              </c:pt>
              <c:pt idx="371">
                <c:v>0.2018692505988826</c:v>
              </c:pt>
              <c:pt idx="372">
                <c:v>0.2018692505988826</c:v>
              </c:pt>
              <c:pt idx="373">
                <c:v>0.2018692505988826</c:v>
              </c:pt>
              <c:pt idx="374">
                <c:v>0.2018692505988826</c:v>
              </c:pt>
              <c:pt idx="375">
                <c:v>0.2018692505988826</c:v>
              </c:pt>
              <c:pt idx="376">
                <c:v>0.2018692505988826</c:v>
              </c:pt>
              <c:pt idx="377">
                <c:v>0.2018692505988826</c:v>
              </c:pt>
              <c:pt idx="378">
                <c:v>0.2018692505988826</c:v>
              </c:pt>
              <c:pt idx="379">
                <c:v>0.2018692505988826</c:v>
              </c:pt>
              <c:pt idx="380">
                <c:v>0.2018692505988826</c:v>
              </c:pt>
              <c:pt idx="381">
                <c:v>0.2018692505988826</c:v>
              </c:pt>
              <c:pt idx="382">
                <c:v>0.2018692505988826</c:v>
              </c:pt>
              <c:pt idx="383">
                <c:v>0.2018692505988826</c:v>
              </c:pt>
              <c:pt idx="384">
                <c:v>0.2018692505988826</c:v>
              </c:pt>
              <c:pt idx="385">
                <c:v>0.2018692505988826</c:v>
              </c:pt>
              <c:pt idx="386">
                <c:v>0.2018692505988826</c:v>
              </c:pt>
              <c:pt idx="387">
                <c:v>0.2018692505988826</c:v>
              </c:pt>
              <c:pt idx="388">
                <c:v>0.2018692505988826</c:v>
              </c:pt>
              <c:pt idx="389">
                <c:v>0.2018692505988826</c:v>
              </c:pt>
              <c:pt idx="390">
                <c:v>0.2018692505988826</c:v>
              </c:pt>
              <c:pt idx="391">
                <c:v>0.2018692505988826</c:v>
              </c:pt>
              <c:pt idx="392">
                <c:v>0.2018692505988826</c:v>
              </c:pt>
              <c:pt idx="393">
                <c:v>0.2018692505988826</c:v>
              </c:pt>
              <c:pt idx="394">
                <c:v>0.2018692505988826</c:v>
              </c:pt>
              <c:pt idx="395">
                <c:v>0.2018692505988826</c:v>
              </c:pt>
              <c:pt idx="396">
                <c:v>0.2018692505988826</c:v>
              </c:pt>
              <c:pt idx="397">
                <c:v>0.2018692505988826</c:v>
              </c:pt>
              <c:pt idx="398">
                <c:v>0.2018692505988826</c:v>
              </c:pt>
              <c:pt idx="399">
                <c:v>0.2018692505988826</c:v>
              </c:pt>
              <c:pt idx="400">
                <c:v>0.2018692505988826</c:v>
              </c:pt>
              <c:pt idx="401">
                <c:v>0.2018692505988826</c:v>
              </c:pt>
              <c:pt idx="402">
                <c:v>0.2018692505988826</c:v>
              </c:pt>
              <c:pt idx="403">
                <c:v>0.2018692505988826</c:v>
              </c:pt>
              <c:pt idx="404">
                <c:v>0.2018692505988826</c:v>
              </c:pt>
              <c:pt idx="405">
                <c:v>0.2018692505988826</c:v>
              </c:pt>
              <c:pt idx="406">
                <c:v>0.2018692505988826</c:v>
              </c:pt>
              <c:pt idx="407">
                <c:v>0.2018692505988826</c:v>
              </c:pt>
              <c:pt idx="408">
                <c:v>0.2018692505988826</c:v>
              </c:pt>
              <c:pt idx="409">
                <c:v>0.2018692505988826</c:v>
              </c:pt>
              <c:pt idx="410">
                <c:v>0.2018692505988826</c:v>
              </c:pt>
              <c:pt idx="411">
                <c:v>0.2018692505988826</c:v>
              </c:pt>
              <c:pt idx="412">
                <c:v>0.2018692505988826</c:v>
              </c:pt>
              <c:pt idx="413">
                <c:v>0.2018692505988826</c:v>
              </c:pt>
              <c:pt idx="414">
                <c:v>0.2018692505988826</c:v>
              </c:pt>
              <c:pt idx="415">
                <c:v>0.2018692505988826</c:v>
              </c:pt>
              <c:pt idx="416">
                <c:v>0.2018692505988826</c:v>
              </c:pt>
              <c:pt idx="417">
                <c:v>0.2018692505988826</c:v>
              </c:pt>
              <c:pt idx="418">
                <c:v>0.2018692505988826</c:v>
              </c:pt>
              <c:pt idx="419">
                <c:v>0.2018692505988826</c:v>
              </c:pt>
              <c:pt idx="420">
                <c:v>0.2018692505988826</c:v>
              </c:pt>
              <c:pt idx="421">
                <c:v>0.2018692505988826</c:v>
              </c:pt>
              <c:pt idx="422">
                <c:v>0.2018692505988826</c:v>
              </c:pt>
              <c:pt idx="423">
                <c:v>0.2018692505988826</c:v>
              </c:pt>
              <c:pt idx="424">
                <c:v>0.2018692505988826</c:v>
              </c:pt>
              <c:pt idx="425">
                <c:v>0.2018692505988826</c:v>
              </c:pt>
              <c:pt idx="426">
                <c:v>0.2018692505988826</c:v>
              </c:pt>
              <c:pt idx="427">
                <c:v>0.2018692505988826</c:v>
              </c:pt>
              <c:pt idx="428">
                <c:v>0.2018692505988826</c:v>
              </c:pt>
              <c:pt idx="429">
                <c:v>0.2018692505988826</c:v>
              </c:pt>
              <c:pt idx="430">
                <c:v>0.2018692505988826</c:v>
              </c:pt>
              <c:pt idx="431">
                <c:v>0.2018692505988826</c:v>
              </c:pt>
              <c:pt idx="432">
                <c:v>0.2018692505988826</c:v>
              </c:pt>
              <c:pt idx="433">
                <c:v>0.2018692505988826</c:v>
              </c:pt>
              <c:pt idx="434">
                <c:v>0.2018692505988826</c:v>
              </c:pt>
              <c:pt idx="435">
                <c:v>0.2018692505988826</c:v>
              </c:pt>
              <c:pt idx="436">
                <c:v>0.2018692505988826</c:v>
              </c:pt>
              <c:pt idx="437">
                <c:v>0.2018692505988826</c:v>
              </c:pt>
              <c:pt idx="438">
                <c:v>0.2018692505988826</c:v>
              </c:pt>
              <c:pt idx="439">
                <c:v>0.2018692505988826</c:v>
              </c:pt>
              <c:pt idx="440">
                <c:v>0.2018692505988826</c:v>
              </c:pt>
              <c:pt idx="441">
                <c:v>0.2018692505988826</c:v>
              </c:pt>
              <c:pt idx="442">
                <c:v>0.2018692505988826</c:v>
              </c:pt>
              <c:pt idx="443">
                <c:v>0.2018692505988826</c:v>
              </c:pt>
              <c:pt idx="444">
                <c:v>0.2018692505988826</c:v>
              </c:pt>
              <c:pt idx="445">
                <c:v>0.2018692505988826</c:v>
              </c:pt>
              <c:pt idx="446">
                <c:v>0.2018692505988826</c:v>
              </c:pt>
              <c:pt idx="447">
                <c:v>0.2018692505988826</c:v>
              </c:pt>
              <c:pt idx="448">
                <c:v>0.2018692505988826</c:v>
              </c:pt>
              <c:pt idx="449">
                <c:v>0.2018692505988826</c:v>
              </c:pt>
            </c:numLit>
          </c:yVal>
          <c:smooth val="0"/>
        </c:ser>
        <c:ser>
          <c:idx val="10"/>
          <c:order val="10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50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  <c:pt idx="448">
                <c:v>0</c:v>
              </c:pt>
              <c:pt idx="449">
                <c:v>0</c:v>
              </c:pt>
            </c:numLit>
          </c:xVal>
          <c:yVal>
            <c:numLit>
              <c:formatCode>0.0</c:formatCode>
              <c:ptCount val="450"/>
              <c:pt idx="0">
                <c:v>4.336819044442811</c:v>
              </c:pt>
              <c:pt idx="1">
                <c:v>4.336819044442811</c:v>
              </c:pt>
              <c:pt idx="2">
                <c:v>4.336819044442811</c:v>
              </c:pt>
              <c:pt idx="3">
                <c:v>4.336819044442811</c:v>
              </c:pt>
              <c:pt idx="4">
                <c:v>4.336819044442811</c:v>
              </c:pt>
              <c:pt idx="5">
                <c:v>4.336819044442811</c:v>
              </c:pt>
              <c:pt idx="6">
                <c:v>4.336819044442811</c:v>
              </c:pt>
              <c:pt idx="7">
                <c:v>4.336819044442811</c:v>
              </c:pt>
              <c:pt idx="8">
                <c:v>4.336819044442811</c:v>
              </c:pt>
              <c:pt idx="9">
                <c:v>4.336819044442811</c:v>
              </c:pt>
              <c:pt idx="10">
                <c:v>4.336819044442811</c:v>
              </c:pt>
              <c:pt idx="11">
                <c:v>4.336819044442811</c:v>
              </c:pt>
              <c:pt idx="12">
                <c:v>4.336819044442811</c:v>
              </c:pt>
              <c:pt idx="13">
                <c:v>4.336819044442811</c:v>
              </c:pt>
              <c:pt idx="14">
                <c:v>4.336819044442811</c:v>
              </c:pt>
              <c:pt idx="15">
                <c:v>4.336819044442811</c:v>
              </c:pt>
              <c:pt idx="16">
                <c:v>4.336819044442811</c:v>
              </c:pt>
              <c:pt idx="17">
                <c:v>4.336819044442811</c:v>
              </c:pt>
              <c:pt idx="18">
                <c:v>4.336819044442811</c:v>
              </c:pt>
              <c:pt idx="19">
                <c:v>4.336819044442811</c:v>
              </c:pt>
              <c:pt idx="20">
                <c:v>4.336819044442811</c:v>
              </c:pt>
              <c:pt idx="21">
                <c:v>4.336819044442811</c:v>
              </c:pt>
              <c:pt idx="22">
                <c:v>4.336819044442811</c:v>
              </c:pt>
              <c:pt idx="23">
                <c:v>4.336819044442811</c:v>
              </c:pt>
              <c:pt idx="24">
                <c:v>4.336819044442811</c:v>
              </c:pt>
              <c:pt idx="25">
                <c:v>4.336819044442811</c:v>
              </c:pt>
              <c:pt idx="26">
                <c:v>4.336819044442811</c:v>
              </c:pt>
              <c:pt idx="27">
                <c:v>4.336819044442811</c:v>
              </c:pt>
              <c:pt idx="28">
                <c:v>4.336819044442811</c:v>
              </c:pt>
              <c:pt idx="29">
                <c:v>4.336819044442811</c:v>
              </c:pt>
              <c:pt idx="30">
                <c:v>4.336819044442811</c:v>
              </c:pt>
              <c:pt idx="31">
                <c:v>4.336819044442811</c:v>
              </c:pt>
              <c:pt idx="32">
                <c:v>4.336819044442811</c:v>
              </c:pt>
              <c:pt idx="33">
                <c:v>4.336819044442811</c:v>
              </c:pt>
              <c:pt idx="34">
                <c:v>4.336819044442811</c:v>
              </c:pt>
              <c:pt idx="35">
                <c:v>4.336819044442811</c:v>
              </c:pt>
              <c:pt idx="36">
                <c:v>4.336819044442811</c:v>
              </c:pt>
              <c:pt idx="37">
                <c:v>4.336819044442811</c:v>
              </c:pt>
              <c:pt idx="38">
                <c:v>4.336819044442811</c:v>
              </c:pt>
              <c:pt idx="39">
                <c:v>4.336819044442811</c:v>
              </c:pt>
              <c:pt idx="40">
                <c:v>4.336819044442811</c:v>
              </c:pt>
              <c:pt idx="41">
                <c:v>4.336819044442811</c:v>
              </c:pt>
              <c:pt idx="42">
                <c:v>4.336819044442811</c:v>
              </c:pt>
              <c:pt idx="43">
                <c:v>4.336819044442811</c:v>
              </c:pt>
              <c:pt idx="44">
                <c:v>4.336819044442811</c:v>
              </c:pt>
              <c:pt idx="45">
                <c:v>4.336819044442811</c:v>
              </c:pt>
              <c:pt idx="46">
                <c:v>4.336819044442811</c:v>
              </c:pt>
              <c:pt idx="47">
                <c:v>4.336819044442811</c:v>
              </c:pt>
              <c:pt idx="48">
                <c:v>4.336819044442811</c:v>
              </c:pt>
              <c:pt idx="49">
                <c:v>4.336819044442811</c:v>
              </c:pt>
              <c:pt idx="50">
                <c:v>4.336819044442811</c:v>
              </c:pt>
              <c:pt idx="51">
                <c:v>4.336819044442811</c:v>
              </c:pt>
              <c:pt idx="52">
                <c:v>4.336819044442811</c:v>
              </c:pt>
              <c:pt idx="53">
                <c:v>4.336819044442811</c:v>
              </c:pt>
              <c:pt idx="54">
                <c:v>4.336819044442811</c:v>
              </c:pt>
              <c:pt idx="55">
                <c:v>4.336819044442811</c:v>
              </c:pt>
              <c:pt idx="56">
                <c:v>4.336819044442811</c:v>
              </c:pt>
              <c:pt idx="57">
                <c:v>4.336819044442811</c:v>
              </c:pt>
              <c:pt idx="58">
                <c:v>4.336819044442811</c:v>
              </c:pt>
              <c:pt idx="59">
                <c:v>4.336819044442811</c:v>
              </c:pt>
              <c:pt idx="60">
                <c:v>4.336819044442811</c:v>
              </c:pt>
              <c:pt idx="61">
                <c:v>4.336819044442811</c:v>
              </c:pt>
              <c:pt idx="62">
                <c:v>4.336819044442811</c:v>
              </c:pt>
              <c:pt idx="63">
                <c:v>4.336819044442811</c:v>
              </c:pt>
              <c:pt idx="64">
                <c:v>4.336819044442811</c:v>
              </c:pt>
              <c:pt idx="65">
                <c:v>4.336819044442811</c:v>
              </c:pt>
              <c:pt idx="66">
                <c:v>4.336819044442811</c:v>
              </c:pt>
              <c:pt idx="67">
                <c:v>4.336819044442811</c:v>
              </c:pt>
              <c:pt idx="68">
                <c:v>4.336819044442811</c:v>
              </c:pt>
              <c:pt idx="69">
                <c:v>4.336819044442811</c:v>
              </c:pt>
              <c:pt idx="70">
                <c:v>4.336819044442811</c:v>
              </c:pt>
              <c:pt idx="71">
                <c:v>4.336819044442811</c:v>
              </c:pt>
              <c:pt idx="72">
                <c:v>4.336819044442811</c:v>
              </c:pt>
              <c:pt idx="73">
                <c:v>4.336819044442811</c:v>
              </c:pt>
              <c:pt idx="74">
                <c:v>4.336819044442811</c:v>
              </c:pt>
              <c:pt idx="75">
                <c:v>4.336819044442811</c:v>
              </c:pt>
              <c:pt idx="76">
                <c:v>4.336819044442811</c:v>
              </c:pt>
              <c:pt idx="77">
                <c:v>4.336819044442811</c:v>
              </c:pt>
              <c:pt idx="78">
                <c:v>4.336819044442811</c:v>
              </c:pt>
              <c:pt idx="79">
                <c:v>4.336819044442811</c:v>
              </c:pt>
              <c:pt idx="80">
                <c:v>4.336819044442811</c:v>
              </c:pt>
              <c:pt idx="81">
                <c:v>4.336819044442811</c:v>
              </c:pt>
              <c:pt idx="82">
                <c:v>4.336819044442811</c:v>
              </c:pt>
              <c:pt idx="83">
                <c:v>4.336819044442811</c:v>
              </c:pt>
              <c:pt idx="84">
                <c:v>4.336819044442811</c:v>
              </c:pt>
              <c:pt idx="85">
                <c:v>4.336819044442811</c:v>
              </c:pt>
              <c:pt idx="86">
                <c:v>4.336819044442811</c:v>
              </c:pt>
              <c:pt idx="87">
                <c:v>4.336819044442811</c:v>
              </c:pt>
              <c:pt idx="88">
                <c:v>4.336819044442811</c:v>
              </c:pt>
              <c:pt idx="89">
                <c:v>4.336819044442811</c:v>
              </c:pt>
              <c:pt idx="90">
                <c:v>4.336819044442811</c:v>
              </c:pt>
              <c:pt idx="91">
                <c:v>4.336819044442811</c:v>
              </c:pt>
              <c:pt idx="92">
                <c:v>4.336819044442811</c:v>
              </c:pt>
              <c:pt idx="93">
                <c:v>4.336819044442811</c:v>
              </c:pt>
              <c:pt idx="94">
                <c:v>4.336819044442811</c:v>
              </c:pt>
              <c:pt idx="95">
                <c:v>4.336819044442811</c:v>
              </c:pt>
              <c:pt idx="96">
                <c:v>4.336819044442811</c:v>
              </c:pt>
              <c:pt idx="97">
                <c:v>4.336819044442811</c:v>
              </c:pt>
              <c:pt idx="98">
                <c:v>4.336819044442811</c:v>
              </c:pt>
              <c:pt idx="99">
                <c:v>4.336819044442811</c:v>
              </c:pt>
              <c:pt idx="100">
                <c:v>4.336819044442811</c:v>
              </c:pt>
              <c:pt idx="101">
                <c:v>4.336819044442811</c:v>
              </c:pt>
              <c:pt idx="102">
                <c:v>4.336819044442811</c:v>
              </c:pt>
              <c:pt idx="103">
                <c:v>4.336819044442811</c:v>
              </c:pt>
              <c:pt idx="104">
                <c:v>4.336819044442811</c:v>
              </c:pt>
              <c:pt idx="105">
                <c:v>4.336819044442811</c:v>
              </c:pt>
              <c:pt idx="106">
                <c:v>4.336819044442811</c:v>
              </c:pt>
              <c:pt idx="107">
                <c:v>4.336819044442811</c:v>
              </c:pt>
              <c:pt idx="108">
                <c:v>4.336819044442811</c:v>
              </c:pt>
              <c:pt idx="109">
                <c:v>4.336819044442811</c:v>
              </c:pt>
              <c:pt idx="110">
                <c:v>4.336819044442811</c:v>
              </c:pt>
              <c:pt idx="111">
                <c:v>4.336819044442811</c:v>
              </c:pt>
              <c:pt idx="112">
                <c:v>4.336819044442811</c:v>
              </c:pt>
              <c:pt idx="113">
                <c:v>4.336819044442811</c:v>
              </c:pt>
              <c:pt idx="114">
                <c:v>4.336819044442811</c:v>
              </c:pt>
              <c:pt idx="115">
                <c:v>4.336819044442811</c:v>
              </c:pt>
              <c:pt idx="116">
                <c:v>4.336819044442811</c:v>
              </c:pt>
              <c:pt idx="117">
                <c:v>4.336819044442811</c:v>
              </c:pt>
              <c:pt idx="118">
                <c:v>4.336819044442811</c:v>
              </c:pt>
              <c:pt idx="119">
                <c:v>4.336819044442811</c:v>
              </c:pt>
              <c:pt idx="120">
                <c:v>4.336819044442811</c:v>
              </c:pt>
              <c:pt idx="121">
                <c:v>4.336819044442811</c:v>
              </c:pt>
              <c:pt idx="122">
                <c:v>4.336819044442811</c:v>
              </c:pt>
              <c:pt idx="123">
                <c:v>4.336819044442811</c:v>
              </c:pt>
              <c:pt idx="124">
                <c:v>4.336819044442811</c:v>
              </c:pt>
              <c:pt idx="125">
                <c:v>4.336819044442811</c:v>
              </c:pt>
              <c:pt idx="126">
                <c:v>4.336819044442811</c:v>
              </c:pt>
              <c:pt idx="127">
                <c:v>4.336819044442811</c:v>
              </c:pt>
              <c:pt idx="128">
                <c:v>4.336819044442811</c:v>
              </c:pt>
              <c:pt idx="129">
                <c:v>4.336819044442811</c:v>
              </c:pt>
              <c:pt idx="130">
                <c:v>4.336819044442811</c:v>
              </c:pt>
              <c:pt idx="131">
                <c:v>4.336819044442811</c:v>
              </c:pt>
              <c:pt idx="132">
                <c:v>4.336819044442811</c:v>
              </c:pt>
              <c:pt idx="133">
                <c:v>4.336819044442811</c:v>
              </c:pt>
              <c:pt idx="134">
                <c:v>4.336819044442811</c:v>
              </c:pt>
              <c:pt idx="135">
                <c:v>4.336819044442811</c:v>
              </c:pt>
              <c:pt idx="136">
                <c:v>4.336819044442811</c:v>
              </c:pt>
              <c:pt idx="137">
                <c:v>4.336819044442811</c:v>
              </c:pt>
              <c:pt idx="138">
                <c:v>4.336819044442811</c:v>
              </c:pt>
              <c:pt idx="139">
                <c:v>4.336819044442811</c:v>
              </c:pt>
              <c:pt idx="140">
                <c:v>4.336819044442811</c:v>
              </c:pt>
              <c:pt idx="141">
                <c:v>4.336819044442811</c:v>
              </c:pt>
              <c:pt idx="142">
                <c:v>4.336819044442811</c:v>
              </c:pt>
              <c:pt idx="143">
                <c:v>4.336819044442811</c:v>
              </c:pt>
              <c:pt idx="144">
                <c:v>4.336819044442811</c:v>
              </c:pt>
              <c:pt idx="145">
                <c:v>4.336819044442811</c:v>
              </c:pt>
              <c:pt idx="146">
                <c:v>4.336819044442811</c:v>
              </c:pt>
              <c:pt idx="147">
                <c:v>4.336819044442811</c:v>
              </c:pt>
              <c:pt idx="148">
                <c:v>4.336819044442811</c:v>
              </c:pt>
              <c:pt idx="149">
                <c:v>4.336819044442811</c:v>
              </c:pt>
              <c:pt idx="150">
                <c:v>4.336819044442811</c:v>
              </c:pt>
              <c:pt idx="151">
                <c:v>4.336819044442811</c:v>
              </c:pt>
              <c:pt idx="152">
                <c:v>4.336819044442811</c:v>
              </c:pt>
              <c:pt idx="153">
                <c:v>4.336819044442811</c:v>
              </c:pt>
              <c:pt idx="154">
                <c:v>4.336819044442811</c:v>
              </c:pt>
              <c:pt idx="155">
                <c:v>4.336819044442811</c:v>
              </c:pt>
              <c:pt idx="156">
                <c:v>4.336819044442811</c:v>
              </c:pt>
              <c:pt idx="157">
                <c:v>4.336819044442811</c:v>
              </c:pt>
              <c:pt idx="158">
                <c:v>4.336819044442811</c:v>
              </c:pt>
              <c:pt idx="159">
                <c:v>4.336819044442811</c:v>
              </c:pt>
              <c:pt idx="160">
                <c:v>4.336819044442811</c:v>
              </c:pt>
              <c:pt idx="161">
                <c:v>4.336819044442811</c:v>
              </c:pt>
              <c:pt idx="162">
                <c:v>4.336819044442811</c:v>
              </c:pt>
              <c:pt idx="163">
                <c:v>4.336819044442811</c:v>
              </c:pt>
              <c:pt idx="164">
                <c:v>4.336819044442811</c:v>
              </c:pt>
              <c:pt idx="165">
                <c:v>4.336819044442811</c:v>
              </c:pt>
              <c:pt idx="166">
                <c:v>4.336819044442811</c:v>
              </c:pt>
              <c:pt idx="167">
                <c:v>4.336819044442811</c:v>
              </c:pt>
              <c:pt idx="168">
                <c:v>4.336819044442811</c:v>
              </c:pt>
              <c:pt idx="169">
                <c:v>4.336819044442811</c:v>
              </c:pt>
              <c:pt idx="170">
                <c:v>4.336819044442811</c:v>
              </c:pt>
              <c:pt idx="171">
                <c:v>4.336819044442811</c:v>
              </c:pt>
              <c:pt idx="172">
                <c:v>4.336819044442811</c:v>
              </c:pt>
              <c:pt idx="173">
                <c:v>4.336819044442811</c:v>
              </c:pt>
              <c:pt idx="174">
                <c:v>4.336819044442811</c:v>
              </c:pt>
              <c:pt idx="175">
                <c:v>4.336819044442811</c:v>
              </c:pt>
              <c:pt idx="176">
                <c:v>4.336819044442811</c:v>
              </c:pt>
              <c:pt idx="177">
                <c:v>4.336819044442811</c:v>
              </c:pt>
              <c:pt idx="178">
                <c:v>4.336819044442811</c:v>
              </c:pt>
              <c:pt idx="179">
                <c:v>4.336819044442811</c:v>
              </c:pt>
              <c:pt idx="180">
                <c:v>4.336819044442811</c:v>
              </c:pt>
              <c:pt idx="181">
                <c:v>4.336819044442811</c:v>
              </c:pt>
              <c:pt idx="182">
                <c:v>4.336819044442811</c:v>
              </c:pt>
              <c:pt idx="183">
                <c:v>4.336819044442811</c:v>
              </c:pt>
              <c:pt idx="184">
                <c:v>4.336819044442811</c:v>
              </c:pt>
              <c:pt idx="185">
                <c:v>4.336819044442811</c:v>
              </c:pt>
              <c:pt idx="186">
                <c:v>4.336819044442811</c:v>
              </c:pt>
              <c:pt idx="187">
                <c:v>4.336819044442811</c:v>
              </c:pt>
              <c:pt idx="188">
                <c:v>4.336819044442811</c:v>
              </c:pt>
              <c:pt idx="189">
                <c:v>4.336819044442811</c:v>
              </c:pt>
              <c:pt idx="190">
                <c:v>4.336819044442811</c:v>
              </c:pt>
              <c:pt idx="191">
                <c:v>4.336819044442811</c:v>
              </c:pt>
              <c:pt idx="192">
                <c:v>4.336819044442811</c:v>
              </c:pt>
              <c:pt idx="193">
                <c:v>4.336819044442811</c:v>
              </c:pt>
              <c:pt idx="194">
                <c:v>4.336819044442811</c:v>
              </c:pt>
              <c:pt idx="195">
                <c:v>4.336819044442811</c:v>
              </c:pt>
              <c:pt idx="196">
                <c:v>4.336819044442811</c:v>
              </c:pt>
              <c:pt idx="197">
                <c:v>4.336819044442811</c:v>
              </c:pt>
              <c:pt idx="198">
                <c:v>4.336819044442811</c:v>
              </c:pt>
              <c:pt idx="199">
                <c:v>4.336819044442811</c:v>
              </c:pt>
              <c:pt idx="200">
                <c:v>4.336819044442811</c:v>
              </c:pt>
              <c:pt idx="201">
                <c:v>4.336819044442811</c:v>
              </c:pt>
              <c:pt idx="202">
                <c:v>4.336819044442811</c:v>
              </c:pt>
              <c:pt idx="203">
                <c:v>4.336819044442811</c:v>
              </c:pt>
              <c:pt idx="204">
                <c:v>4.336819044442811</c:v>
              </c:pt>
              <c:pt idx="205">
                <c:v>4.336819044442811</c:v>
              </c:pt>
              <c:pt idx="206">
                <c:v>4.336819044442811</c:v>
              </c:pt>
              <c:pt idx="207">
                <c:v>4.336819044442811</c:v>
              </c:pt>
              <c:pt idx="208">
                <c:v>4.336819044442811</c:v>
              </c:pt>
              <c:pt idx="209">
                <c:v>4.336819044442811</c:v>
              </c:pt>
              <c:pt idx="210">
                <c:v>4.336819044442811</c:v>
              </c:pt>
              <c:pt idx="211">
                <c:v>4.336819044442811</c:v>
              </c:pt>
              <c:pt idx="212">
                <c:v>4.336819044442811</c:v>
              </c:pt>
              <c:pt idx="213">
                <c:v>4.336819044442811</c:v>
              </c:pt>
              <c:pt idx="214">
                <c:v>4.336819044442811</c:v>
              </c:pt>
              <c:pt idx="215">
                <c:v>4.336819044442811</c:v>
              </c:pt>
              <c:pt idx="216">
                <c:v>4.336819044442811</c:v>
              </c:pt>
              <c:pt idx="217">
                <c:v>4.336819044442811</c:v>
              </c:pt>
              <c:pt idx="218">
                <c:v>4.336819044442811</c:v>
              </c:pt>
              <c:pt idx="219">
                <c:v>4.336819044442811</c:v>
              </c:pt>
              <c:pt idx="220">
                <c:v>4.336819044442811</c:v>
              </c:pt>
              <c:pt idx="221">
                <c:v>4.336819044442811</c:v>
              </c:pt>
              <c:pt idx="222">
                <c:v>4.336819044442811</c:v>
              </c:pt>
              <c:pt idx="223">
                <c:v>4.336819044442811</c:v>
              </c:pt>
              <c:pt idx="224">
                <c:v>4.336819044442811</c:v>
              </c:pt>
              <c:pt idx="225">
                <c:v>4.336819044442811</c:v>
              </c:pt>
              <c:pt idx="226">
                <c:v>4.336819044442811</c:v>
              </c:pt>
              <c:pt idx="227">
                <c:v>4.336819044442811</c:v>
              </c:pt>
              <c:pt idx="228">
                <c:v>4.336819044442811</c:v>
              </c:pt>
              <c:pt idx="229">
                <c:v>4.336819044442811</c:v>
              </c:pt>
              <c:pt idx="230">
                <c:v>4.336819044442811</c:v>
              </c:pt>
              <c:pt idx="231">
                <c:v>4.336819044442811</c:v>
              </c:pt>
              <c:pt idx="232">
                <c:v>4.336819044442811</c:v>
              </c:pt>
              <c:pt idx="233">
                <c:v>4.336819044442811</c:v>
              </c:pt>
              <c:pt idx="234">
                <c:v>4.336819044442811</c:v>
              </c:pt>
              <c:pt idx="235">
                <c:v>4.336819044442811</c:v>
              </c:pt>
              <c:pt idx="236">
                <c:v>4.336819044442811</c:v>
              </c:pt>
              <c:pt idx="237">
                <c:v>4.336819044442811</c:v>
              </c:pt>
              <c:pt idx="238">
                <c:v>4.336819044442811</c:v>
              </c:pt>
              <c:pt idx="239">
                <c:v>4.336819044442811</c:v>
              </c:pt>
              <c:pt idx="240">
                <c:v>4.336819044442811</c:v>
              </c:pt>
              <c:pt idx="241">
                <c:v>4.336819044442811</c:v>
              </c:pt>
              <c:pt idx="242">
                <c:v>4.336819044442811</c:v>
              </c:pt>
              <c:pt idx="243">
                <c:v>4.336819044442811</c:v>
              </c:pt>
              <c:pt idx="244">
                <c:v>4.336819044442811</c:v>
              </c:pt>
              <c:pt idx="245">
                <c:v>4.336819044442811</c:v>
              </c:pt>
              <c:pt idx="246">
                <c:v>4.336819044442811</c:v>
              </c:pt>
              <c:pt idx="247">
                <c:v>4.336819044442811</c:v>
              </c:pt>
              <c:pt idx="248">
                <c:v>4.336819044442811</c:v>
              </c:pt>
              <c:pt idx="249">
                <c:v>4.336819044442811</c:v>
              </c:pt>
              <c:pt idx="250">
                <c:v>4.336819044442811</c:v>
              </c:pt>
              <c:pt idx="251">
                <c:v>4.336819044442811</c:v>
              </c:pt>
              <c:pt idx="252">
                <c:v>4.336819044442811</c:v>
              </c:pt>
              <c:pt idx="253">
                <c:v>4.336819044442811</c:v>
              </c:pt>
              <c:pt idx="254">
                <c:v>4.336819044442811</c:v>
              </c:pt>
              <c:pt idx="255">
                <c:v>4.336819044442811</c:v>
              </c:pt>
              <c:pt idx="256">
                <c:v>4.336819044442811</c:v>
              </c:pt>
              <c:pt idx="257">
                <c:v>4.336819044442811</c:v>
              </c:pt>
              <c:pt idx="258">
                <c:v>4.336819044442811</c:v>
              </c:pt>
              <c:pt idx="259">
                <c:v>4.336819044442811</c:v>
              </c:pt>
              <c:pt idx="260">
                <c:v>4.336819044442811</c:v>
              </c:pt>
              <c:pt idx="261">
                <c:v>4.336819044442811</c:v>
              </c:pt>
              <c:pt idx="262">
                <c:v>4.336819044442811</c:v>
              </c:pt>
              <c:pt idx="263">
                <c:v>4.336819044442811</c:v>
              </c:pt>
              <c:pt idx="264">
                <c:v>4.336819044442811</c:v>
              </c:pt>
              <c:pt idx="265">
                <c:v>4.336819044442811</c:v>
              </c:pt>
              <c:pt idx="266">
                <c:v>4.336819044442811</c:v>
              </c:pt>
              <c:pt idx="267">
                <c:v>4.336819044442811</c:v>
              </c:pt>
              <c:pt idx="268">
                <c:v>4.336819044442811</c:v>
              </c:pt>
              <c:pt idx="269">
                <c:v>4.336819044442811</c:v>
              </c:pt>
              <c:pt idx="270">
                <c:v>4.336819044442811</c:v>
              </c:pt>
              <c:pt idx="271">
                <c:v>4.336819044442811</c:v>
              </c:pt>
              <c:pt idx="272">
                <c:v>4.336819044442811</c:v>
              </c:pt>
              <c:pt idx="273">
                <c:v>4.336819044442811</c:v>
              </c:pt>
              <c:pt idx="274">
                <c:v>4.336819044442811</c:v>
              </c:pt>
              <c:pt idx="275">
                <c:v>4.336819044442811</c:v>
              </c:pt>
              <c:pt idx="276">
                <c:v>4.336819044442811</c:v>
              </c:pt>
              <c:pt idx="277">
                <c:v>4.336819044442811</c:v>
              </c:pt>
              <c:pt idx="278">
                <c:v>4.336819044442811</c:v>
              </c:pt>
              <c:pt idx="279">
                <c:v>4.336819044442811</c:v>
              </c:pt>
              <c:pt idx="280">
                <c:v>4.336819044442811</c:v>
              </c:pt>
              <c:pt idx="281">
                <c:v>4.336819044442811</c:v>
              </c:pt>
              <c:pt idx="282">
                <c:v>4.336819044442811</c:v>
              </c:pt>
              <c:pt idx="283">
                <c:v>4.336819044442811</c:v>
              </c:pt>
              <c:pt idx="284">
                <c:v>4.336819044442811</c:v>
              </c:pt>
              <c:pt idx="285">
                <c:v>4.336819044442811</c:v>
              </c:pt>
              <c:pt idx="286">
                <c:v>4.336819044442811</c:v>
              </c:pt>
              <c:pt idx="287">
                <c:v>4.336819044442811</c:v>
              </c:pt>
              <c:pt idx="288">
                <c:v>4.336819044442811</c:v>
              </c:pt>
              <c:pt idx="289">
                <c:v>4.336819044442811</c:v>
              </c:pt>
              <c:pt idx="290">
                <c:v>4.336819044442811</c:v>
              </c:pt>
              <c:pt idx="291">
                <c:v>4.336819044442811</c:v>
              </c:pt>
              <c:pt idx="292">
                <c:v>4.336819044442811</c:v>
              </c:pt>
              <c:pt idx="293">
                <c:v>4.336819044442811</c:v>
              </c:pt>
              <c:pt idx="294">
                <c:v>4.336819044442811</c:v>
              </c:pt>
              <c:pt idx="295">
                <c:v>4.336819044442811</c:v>
              </c:pt>
              <c:pt idx="296">
                <c:v>4.336819044442811</c:v>
              </c:pt>
              <c:pt idx="297">
                <c:v>4.336819044442811</c:v>
              </c:pt>
              <c:pt idx="298">
                <c:v>4.336819044442811</c:v>
              </c:pt>
              <c:pt idx="299">
                <c:v>4.336819044442811</c:v>
              </c:pt>
              <c:pt idx="300">
                <c:v>4.336819044442811</c:v>
              </c:pt>
              <c:pt idx="301">
                <c:v>4.336819044442811</c:v>
              </c:pt>
              <c:pt idx="302">
                <c:v>4.336819044442811</c:v>
              </c:pt>
              <c:pt idx="303">
                <c:v>4.336819044442811</c:v>
              </c:pt>
              <c:pt idx="304">
                <c:v>4.336819044442811</c:v>
              </c:pt>
              <c:pt idx="305">
                <c:v>4.336819044442811</c:v>
              </c:pt>
              <c:pt idx="306">
                <c:v>4.336819044442811</c:v>
              </c:pt>
              <c:pt idx="307">
                <c:v>4.336819044442811</c:v>
              </c:pt>
              <c:pt idx="308">
                <c:v>4.336819044442811</c:v>
              </c:pt>
              <c:pt idx="309">
                <c:v>4.336819044442811</c:v>
              </c:pt>
              <c:pt idx="310">
                <c:v>4.336819044442811</c:v>
              </c:pt>
              <c:pt idx="311">
                <c:v>4.336819044442811</c:v>
              </c:pt>
              <c:pt idx="312">
                <c:v>4.336819044442811</c:v>
              </c:pt>
              <c:pt idx="313">
                <c:v>4.336819044442811</c:v>
              </c:pt>
              <c:pt idx="314">
                <c:v>4.336819044442811</c:v>
              </c:pt>
              <c:pt idx="315">
                <c:v>4.336819044442811</c:v>
              </c:pt>
              <c:pt idx="316">
                <c:v>4.336819044442811</c:v>
              </c:pt>
              <c:pt idx="317">
                <c:v>4.336819044442811</c:v>
              </c:pt>
              <c:pt idx="318">
                <c:v>4.336819044442811</c:v>
              </c:pt>
              <c:pt idx="319">
                <c:v>4.336819044442811</c:v>
              </c:pt>
              <c:pt idx="320">
                <c:v>4.336819044442811</c:v>
              </c:pt>
              <c:pt idx="321">
                <c:v>4.336819044442811</c:v>
              </c:pt>
              <c:pt idx="322">
                <c:v>4.336819044442811</c:v>
              </c:pt>
              <c:pt idx="323">
                <c:v>4.336819044442811</c:v>
              </c:pt>
              <c:pt idx="324">
                <c:v>4.336819044442811</c:v>
              </c:pt>
              <c:pt idx="325">
                <c:v>4.336819044442811</c:v>
              </c:pt>
              <c:pt idx="326">
                <c:v>4.336819044442811</c:v>
              </c:pt>
              <c:pt idx="327">
                <c:v>4.336819044442811</c:v>
              </c:pt>
              <c:pt idx="328">
                <c:v>4.336819044442811</c:v>
              </c:pt>
              <c:pt idx="329">
                <c:v>4.336819044442811</c:v>
              </c:pt>
              <c:pt idx="330">
                <c:v>4.336819044442811</c:v>
              </c:pt>
              <c:pt idx="331">
                <c:v>4.336819044442811</c:v>
              </c:pt>
              <c:pt idx="332">
                <c:v>4.336819044442811</c:v>
              </c:pt>
              <c:pt idx="333">
                <c:v>4.336819044442811</c:v>
              </c:pt>
              <c:pt idx="334">
                <c:v>4.336819044442811</c:v>
              </c:pt>
              <c:pt idx="335">
                <c:v>4.336819044442811</c:v>
              </c:pt>
              <c:pt idx="336">
                <c:v>4.336819044442811</c:v>
              </c:pt>
              <c:pt idx="337">
                <c:v>4.336819044442811</c:v>
              </c:pt>
              <c:pt idx="338">
                <c:v>4.336819044442811</c:v>
              </c:pt>
              <c:pt idx="339">
                <c:v>4.336819044442811</c:v>
              </c:pt>
              <c:pt idx="340">
                <c:v>4.336819044442811</c:v>
              </c:pt>
              <c:pt idx="341">
                <c:v>4.336819044442811</c:v>
              </c:pt>
              <c:pt idx="342">
                <c:v>4.336819044442811</c:v>
              </c:pt>
              <c:pt idx="343">
                <c:v>4.336819044442811</c:v>
              </c:pt>
              <c:pt idx="344">
                <c:v>4.336819044442811</c:v>
              </c:pt>
              <c:pt idx="345">
                <c:v>4.336819044442811</c:v>
              </c:pt>
              <c:pt idx="346">
                <c:v>4.336819044442811</c:v>
              </c:pt>
              <c:pt idx="347">
                <c:v>4.336819044442811</c:v>
              </c:pt>
              <c:pt idx="348">
                <c:v>4.336819044442811</c:v>
              </c:pt>
              <c:pt idx="349">
                <c:v>4.336819044442811</c:v>
              </c:pt>
              <c:pt idx="350">
                <c:v>4.336819044442811</c:v>
              </c:pt>
              <c:pt idx="351">
                <c:v>4.336819044442811</c:v>
              </c:pt>
              <c:pt idx="352">
                <c:v>4.336819044442811</c:v>
              </c:pt>
              <c:pt idx="353">
                <c:v>4.336819044442811</c:v>
              </c:pt>
              <c:pt idx="354">
                <c:v>4.336819044442811</c:v>
              </c:pt>
              <c:pt idx="355">
                <c:v>4.336819044442811</c:v>
              </c:pt>
              <c:pt idx="356">
                <c:v>4.336819044442811</c:v>
              </c:pt>
              <c:pt idx="357">
                <c:v>4.336819044442811</c:v>
              </c:pt>
              <c:pt idx="358">
                <c:v>4.336819044442811</c:v>
              </c:pt>
              <c:pt idx="359">
                <c:v>4.336819044442811</c:v>
              </c:pt>
              <c:pt idx="360">
                <c:v>4.336819044442811</c:v>
              </c:pt>
              <c:pt idx="361">
                <c:v>4.336819044442811</c:v>
              </c:pt>
              <c:pt idx="362">
                <c:v>4.336819044442811</c:v>
              </c:pt>
              <c:pt idx="363">
                <c:v>4.336819044442811</c:v>
              </c:pt>
              <c:pt idx="364">
                <c:v>4.336819044442811</c:v>
              </c:pt>
              <c:pt idx="365">
                <c:v>4.336819044442811</c:v>
              </c:pt>
              <c:pt idx="366">
                <c:v>4.336819044442811</c:v>
              </c:pt>
              <c:pt idx="367">
                <c:v>4.336819044442811</c:v>
              </c:pt>
              <c:pt idx="368">
                <c:v>4.336819044442811</c:v>
              </c:pt>
              <c:pt idx="369">
                <c:v>4.336819044442811</c:v>
              </c:pt>
              <c:pt idx="370">
                <c:v>4.336819044442811</c:v>
              </c:pt>
              <c:pt idx="371">
                <c:v>4.336819044442811</c:v>
              </c:pt>
              <c:pt idx="372">
                <c:v>4.336819044442811</c:v>
              </c:pt>
              <c:pt idx="373">
                <c:v>4.336819044442811</c:v>
              </c:pt>
              <c:pt idx="374">
                <c:v>4.336819044442811</c:v>
              </c:pt>
              <c:pt idx="375">
                <c:v>4.336819044442811</c:v>
              </c:pt>
              <c:pt idx="376">
                <c:v>4.336819044442811</c:v>
              </c:pt>
              <c:pt idx="377">
                <c:v>4.336819044442811</c:v>
              </c:pt>
              <c:pt idx="378">
                <c:v>4.336819044442811</c:v>
              </c:pt>
              <c:pt idx="379">
                <c:v>4.336819044442811</c:v>
              </c:pt>
              <c:pt idx="380">
                <c:v>4.336819044442811</c:v>
              </c:pt>
              <c:pt idx="381">
                <c:v>4.336819044442811</c:v>
              </c:pt>
              <c:pt idx="382">
                <c:v>4.336819044442811</c:v>
              </c:pt>
              <c:pt idx="383">
                <c:v>4.336819044442811</c:v>
              </c:pt>
              <c:pt idx="384">
                <c:v>4.336819044442811</c:v>
              </c:pt>
              <c:pt idx="385">
                <c:v>4.336819044442811</c:v>
              </c:pt>
              <c:pt idx="386">
                <c:v>4.336819044442811</c:v>
              </c:pt>
              <c:pt idx="387">
                <c:v>4.336819044442811</c:v>
              </c:pt>
              <c:pt idx="388">
                <c:v>4.336819044442811</c:v>
              </c:pt>
              <c:pt idx="389">
                <c:v>4.336819044442811</c:v>
              </c:pt>
              <c:pt idx="390">
                <c:v>4.336819044442811</c:v>
              </c:pt>
              <c:pt idx="391">
                <c:v>4.336819044442811</c:v>
              </c:pt>
              <c:pt idx="392">
                <c:v>4.336819044442811</c:v>
              </c:pt>
              <c:pt idx="393">
                <c:v>4.336819044442811</c:v>
              </c:pt>
              <c:pt idx="394">
                <c:v>4.336819044442811</c:v>
              </c:pt>
              <c:pt idx="395">
                <c:v>4.336819044442811</c:v>
              </c:pt>
              <c:pt idx="396">
                <c:v>4.336819044442811</c:v>
              </c:pt>
              <c:pt idx="397">
                <c:v>4.336819044442811</c:v>
              </c:pt>
              <c:pt idx="398">
                <c:v>4.336819044442811</c:v>
              </c:pt>
              <c:pt idx="399">
                <c:v>4.336819044442811</c:v>
              </c:pt>
              <c:pt idx="400">
                <c:v>4.336819044442811</c:v>
              </c:pt>
              <c:pt idx="401">
                <c:v>4.336819044442811</c:v>
              </c:pt>
              <c:pt idx="402">
                <c:v>4.336819044442811</c:v>
              </c:pt>
              <c:pt idx="403">
                <c:v>4.336819044442811</c:v>
              </c:pt>
              <c:pt idx="404">
                <c:v>4.336819044442811</c:v>
              </c:pt>
              <c:pt idx="405">
                <c:v>4.336819044442811</c:v>
              </c:pt>
              <c:pt idx="406">
                <c:v>4.336819044442811</c:v>
              </c:pt>
              <c:pt idx="407">
                <c:v>4.336819044442811</c:v>
              </c:pt>
              <c:pt idx="408">
                <c:v>4.336819044442811</c:v>
              </c:pt>
              <c:pt idx="409">
                <c:v>4.336819044442811</c:v>
              </c:pt>
              <c:pt idx="410">
                <c:v>4.336819044442811</c:v>
              </c:pt>
              <c:pt idx="411">
                <c:v>4.336819044442811</c:v>
              </c:pt>
              <c:pt idx="412">
                <c:v>4.336819044442811</c:v>
              </c:pt>
              <c:pt idx="413">
                <c:v>4.336819044442811</c:v>
              </c:pt>
              <c:pt idx="414">
                <c:v>4.336819044442811</c:v>
              </c:pt>
              <c:pt idx="415">
                <c:v>4.336819044442811</c:v>
              </c:pt>
              <c:pt idx="416">
                <c:v>4.336819044442811</c:v>
              </c:pt>
              <c:pt idx="417">
                <c:v>4.336819044442811</c:v>
              </c:pt>
              <c:pt idx="418">
                <c:v>4.336819044442811</c:v>
              </c:pt>
              <c:pt idx="419">
                <c:v>4.336819044442811</c:v>
              </c:pt>
              <c:pt idx="420">
                <c:v>4.336819044442811</c:v>
              </c:pt>
              <c:pt idx="421">
                <c:v>4.336819044442811</c:v>
              </c:pt>
              <c:pt idx="422">
                <c:v>4.336819044442811</c:v>
              </c:pt>
              <c:pt idx="423">
                <c:v>4.336819044442811</c:v>
              </c:pt>
              <c:pt idx="424">
                <c:v>4.336819044442811</c:v>
              </c:pt>
              <c:pt idx="425">
                <c:v>4.336819044442811</c:v>
              </c:pt>
              <c:pt idx="426">
                <c:v>4.336819044442811</c:v>
              </c:pt>
              <c:pt idx="427">
                <c:v>4.336819044442811</c:v>
              </c:pt>
              <c:pt idx="428">
                <c:v>4.336819044442811</c:v>
              </c:pt>
              <c:pt idx="429">
                <c:v>4.336819044442811</c:v>
              </c:pt>
              <c:pt idx="430">
                <c:v>4.336819044442811</c:v>
              </c:pt>
              <c:pt idx="431">
                <c:v>4.336819044442811</c:v>
              </c:pt>
              <c:pt idx="432">
                <c:v>4.336819044442811</c:v>
              </c:pt>
              <c:pt idx="433">
                <c:v>4.336819044442811</c:v>
              </c:pt>
              <c:pt idx="434">
                <c:v>4.336819044442811</c:v>
              </c:pt>
              <c:pt idx="435">
                <c:v>4.336819044442811</c:v>
              </c:pt>
              <c:pt idx="436">
                <c:v>4.336819044442811</c:v>
              </c:pt>
              <c:pt idx="437">
                <c:v>4.336819044442811</c:v>
              </c:pt>
              <c:pt idx="438">
                <c:v>4.336819044442811</c:v>
              </c:pt>
              <c:pt idx="439">
                <c:v>4.336819044442811</c:v>
              </c:pt>
              <c:pt idx="440">
                <c:v>4.336819044442811</c:v>
              </c:pt>
              <c:pt idx="441">
                <c:v>4.336819044442811</c:v>
              </c:pt>
              <c:pt idx="442">
                <c:v>4.336819044442811</c:v>
              </c:pt>
              <c:pt idx="443">
                <c:v>4.336819044442811</c:v>
              </c:pt>
              <c:pt idx="444">
                <c:v>4.336819044442811</c:v>
              </c:pt>
              <c:pt idx="445">
                <c:v>4.336819044442811</c:v>
              </c:pt>
              <c:pt idx="446">
                <c:v>4.336819044442811</c:v>
              </c:pt>
              <c:pt idx="447">
                <c:v>4.336819044442811</c:v>
              </c:pt>
              <c:pt idx="448">
                <c:v>4.336819044442811</c:v>
              </c:pt>
              <c:pt idx="449">
                <c:v>4.336819044442811</c:v>
              </c:pt>
            </c:numLit>
          </c:yVal>
          <c:smooth val="0"/>
        </c:ser>
        <c:ser>
          <c:idx val="11"/>
          <c:order val="11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50"/>
              <c:pt idx="0">
                <c:v>1.7176057459273668</c:v>
              </c:pt>
              <c:pt idx="1">
                <c:v>1.7176057459273668</c:v>
              </c:pt>
              <c:pt idx="2">
                <c:v>1.7176057459273668</c:v>
              </c:pt>
              <c:pt idx="3">
                <c:v>1.7176057459273668</c:v>
              </c:pt>
              <c:pt idx="4">
                <c:v>1.7176057459273668</c:v>
              </c:pt>
              <c:pt idx="5">
                <c:v>1.7176057459273668</c:v>
              </c:pt>
              <c:pt idx="6">
                <c:v>1.7176057459273668</c:v>
              </c:pt>
              <c:pt idx="7">
                <c:v>1.7176057459273668</c:v>
              </c:pt>
              <c:pt idx="8">
                <c:v>1.7176057459273668</c:v>
              </c:pt>
              <c:pt idx="9">
                <c:v>1.7176057459273668</c:v>
              </c:pt>
              <c:pt idx="10">
                <c:v>1.7176057459273668</c:v>
              </c:pt>
              <c:pt idx="11">
                <c:v>1.7176057459273668</c:v>
              </c:pt>
              <c:pt idx="12">
                <c:v>1.7176057459273668</c:v>
              </c:pt>
              <c:pt idx="13">
                <c:v>1.7176057459273668</c:v>
              </c:pt>
              <c:pt idx="14">
                <c:v>1.7176057459273668</c:v>
              </c:pt>
              <c:pt idx="15">
                <c:v>1.7176057459273668</c:v>
              </c:pt>
              <c:pt idx="16">
                <c:v>1.7176057459273668</c:v>
              </c:pt>
              <c:pt idx="17">
                <c:v>1.7176057459273668</c:v>
              </c:pt>
              <c:pt idx="18">
                <c:v>1.7176057459273668</c:v>
              </c:pt>
              <c:pt idx="19">
                <c:v>1.7176057459273668</c:v>
              </c:pt>
              <c:pt idx="20">
                <c:v>1.7176057459273668</c:v>
              </c:pt>
              <c:pt idx="21">
                <c:v>1.7176057459273668</c:v>
              </c:pt>
              <c:pt idx="22">
                <c:v>1.7176057459273668</c:v>
              </c:pt>
              <c:pt idx="23">
                <c:v>1.7176057459273668</c:v>
              </c:pt>
              <c:pt idx="24">
                <c:v>1.7176057459273668</c:v>
              </c:pt>
              <c:pt idx="25">
                <c:v>1.7176057459273668</c:v>
              </c:pt>
              <c:pt idx="26">
                <c:v>1.7176057459273668</c:v>
              </c:pt>
              <c:pt idx="27">
                <c:v>1.7176057459273668</c:v>
              </c:pt>
              <c:pt idx="28">
                <c:v>1.7176057459273668</c:v>
              </c:pt>
              <c:pt idx="29">
                <c:v>1.7176057459273668</c:v>
              </c:pt>
              <c:pt idx="30">
                <c:v>1.7176057459273668</c:v>
              </c:pt>
              <c:pt idx="31">
                <c:v>1.7176057459273668</c:v>
              </c:pt>
              <c:pt idx="32">
                <c:v>1.7176057459273668</c:v>
              </c:pt>
              <c:pt idx="33">
                <c:v>1.7176057459273668</c:v>
              </c:pt>
              <c:pt idx="34">
                <c:v>1.7176057459273668</c:v>
              </c:pt>
              <c:pt idx="35">
                <c:v>1.7176057459273668</c:v>
              </c:pt>
              <c:pt idx="36">
                <c:v>1.7176057459273668</c:v>
              </c:pt>
              <c:pt idx="37">
                <c:v>1.7176057459273668</c:v>
              </c:pt>
              <c:pt idx="38">
                <c:v>1.7176057459273668</c:v>
              </c:pt>
              <c:pt idx="39">
                <c:v>1.7176057459273668</c:v>
              </c:pt>
              <c:pt idx="40">
                <c:v>1.7176057459273668</c:v>
              </c:pt>
              <c:pt idx="41">
                <c:v>1.7176057459273668</c:v>
              </c:pt>
              <c:pt idx="42">
                <c:v>1.7176057459273668</c:v>
              </c:pt>
              <c:pt idx="43">
                <c:v>1.7176057459273668</c:v>
              </c:pt>
              <c:pt idx="44">
                <c:v>1.7176057459273668</c:v>
              </c:pt>
              <c:pt idx="45">
                <c:v>1.7176057459273668</c:v>
              </c:pt>
              <c:pt idx="46">
                <c:v>1.7176057459273668</c:v>
              </c:pt>
              <c:pt idx="47">
                <c:v>1.7176057459273668</c:v>
              </c:pt>
              <c:pt idx="48">
                <c:v>1.7176057459273668</c:v>
              </c:pt>
              <c:pt idx="49">
                <c:v>1.7176057459273668</c:v>
              </c:pt>
              <c:pt idx="50">
                <c:v>1.7176057459273668</c:v>
              </c:pt>
              <c:pt idx="51">
                <c:v>1.7176057459273668</c:v>
              </c:pt>
              <c:pt idx="52">
                <c:v>1.7176057459273668</c:v>
              </c:pt>
              <c:pt idx="53">
                <c:v>1.7176057459273668</c:v>
              </c:pt>
              <c:pt idx="54">
                <c:v>1.7176057459273668</c:v>
              </c:pt>
              <c:pt idx="55">
                <c:v>1.7176057459273668</c:v>
              </c:pt>
              <c:pt idx="56">
                <c:v>1.7176057459273668</c:v>
              </c:pt>
              <c:pt idx="57">
                <c:v>1.7176057459273668</c:v>
              </c:pt>
              <c:pt idx="58">
                <c:v>1.7176057459273668</c:v>
              </c:pt>
              <c:pt idx="59">
                <c:v>1.7176057459273668</c:v>
              </c:pt>
              <c:pt idx="60">
                <c:v>1.7176057459273668</c:v>
              </c:pt>
              <c:pt idx="61">
                <c:v>1.7176057459273668</c:v>
              </c:pt>
              <c:pt idx="62">
                <c:v>1.7176057459273668</c:v>
              </c:pt>
              <c:pt idx="63">
                <c:v>1.7176057459273668</c:v>
              </c:pt>
              <c:pt idx="64">
                <c:v>1.7176057459273668</c:v>
              </c:pt>
              <c:pt idx="65">
                <c:v>1.7176057459273668</c:v>
              </c:pt>
              <c:pt idx="66">
                <c:v>1.7176057459273668</c:v>
              </c:pt>
              <c:pt idx="67">
                <c:v>1.7176057459273668</c:v>
              </c:pt>
              <c:pt idx="68">
                <c:v>1.7176057459273668</c:v>
              </c:pt>
              <c:pt idx="69">
                <c:v>1.7176057459273668</c:v>
              </c:pt>
              <c:pt idx="70">
                <c:v>1.7176057459273668</c:v>
              </c:pt>
              <c:pt idx="71">
                <c:v>1.7176057459273668</c:v>
              </c:pt>
              <c:pt idx="72">
                <c:v>1.7176057459273668</c:v>
              </c:pt>
              <c:pt idx="73">
                <c:v>1.7176057459273668</c:v>
              </c:pt>
              <c:pt idx="74">
                <c:v>1.7176057459273668</c:v>
              </c:pt>
              <c:pt idx="75">
                <c:v>1.7176057459273668</c:v>
              </c:pt>
              <c:pt idx="76">
                <c:v>1.7176057459273668</c:v>
              </c:pt>
              <c:pt idx="77">
                <c:v>1.7176057459273668</c:v>
              </c:pt>
              <c:pt idx="78">
                <c:v>1.7176057459273668</c:v>
              </c:pt>
              <c:pt idx="79">
                <c:v>1.7176057459273668</c:v>
              </c:pt>
              <c:pt idx="80">
                <c:v>1.7176057459273668</c:v>
              </c:pt>
              <c:pt idx="81">
                <c:v>1.7176057459273668</c:v>
              </c:pt>
              <c:pt idx="82">
                <c:v>1.7176057459273668</c:v>
              </c:pt>
              <c:pt idx="83">
                <c:v>1.7176057459273668</c:v>
              </c:pt>
              <c:pt idx="84">
                <c:v>1.7176057459273668</c:v>
              </c:pt>
              <c:pt idx="85">
                <c:v>1.7176057459273668</c:v>
              </c:pt>
              <c:pt idx="86">
                <c:v>1.7176057459273668</c:v>
              </c:pt>
              <c:pt idx="87">
                <c:v>1.7176057459273668</c:v>
              </c:pt>
              <c:pt idx="88">
                <c:v>1.7176057459273668</c:v>
              </c:pt>
              <c:pt idx="89">
                <c:v>1.7176057459273668</c:v>
              </c:pt>
              <c:pt idx="90">
                <c:v>1.7176057459273668</c:v>
              </c:pt>
              <c:pt idx="91">
                <c:v>1.7176057459273668</c:v>
              </c:pt>
              <c:pt idx="92">
                <c:v>1.7176057459273668</c:v>
              </c:pt>
              <c:pt idx="93">
                <c:v>1.7176057459273668</c:v>
              </c:pt>
              <c:pt idx="94">
                <c:v>1.7176057459273668</c:v>
              </c:pt>
              <c:pt idx="95">
                <c:v>1.7176057459273668</c:v>
              </c:pt>
              <c:pt idx="96">
                <c:v>1.7176057459273668</c:v>
              </c:pt>
              <c:pt idx="97">
                <c:v>1.7176057459273668</c:v>
              </c:pt>
              <c:pt idx="98">
                <c:v>1.7176057459273668</c:v>
              </c:pt>
              <c:pt idx="99">
                <c:v>1.7176057459273668</c:v>
              </c:pt>
              <c:pt idx="100">
                <c:v>1.7176057459273668</c:v>
              </c:pt>
              <c:pt idx="101">
                <c:v>1.7176057459273668</c:v>
              </c:pt>
              <c:pt idx="102">
                <c:v>1.7176057459273668</c:v>
              </c:pt>
              <c:pt idx="103">
                <c:v>1.7176057459273668</c:v>
              </c:pt>
              <c:pt idx="104">
                <c:v>1.7176057459273668</c:v>
              </c:pt>
              <c:pt idx="105">
                <c:v>1.7176057459273668</c:v>
              </c:pt>
              <c:pt idx="106">
                <c:v>1.7176057459273668</c:v>
              </c:pt>
              <c:pt idx="107">
                <c:v>1.7176057459273668</c:v>
              </c:pt>
              <c:pt idx="108">
                <c:v>1.7176057459273668</c:v>
              </c:pt>
              <c:pt idx="109">
                <c:v>1.7176057459273668</c:v>
              </c:pt>
              <c:pt idx="110">
                <c:v>1.7176057459273668</c:v>
              </c:pt>
              <c:pt idx="111">
                <c:v>1.7176057459273668</c:v>
              </c:pt>
              <c:pt idx="112">
                <c:v>1.7176057459273668</c:v>
              </c:pt>
              <c:pt idx="113">
                <c:v>1.7176057459273668</c:v>
              </c:pt>
              <c:pt idx="114">
                <c:v>1.7176057459273668</c:v>
              </c:pt>
              <c:pt idx="115">
                <c:v>1.7176057459273668</c:v>
              </c:pt>
              <c:pt idx="116">
                <c:v>1.7176057459273668</c:v>
              </c:pt>
              <c:pt idx="117">
                <c:v>1.7176057459273668</c:v>
              </c:pt>
              <c:pt idx="118">
                <c:v>1.7176057459273668</c:v>
              </c:pt>
              <c:pt idx="119">
                <c:v>1.7176057459273668</c:v>
              </c:pt>
              <c:pt idx="120">
                <c:v>1.7176057459273668</c:v>
              </c:pt>
              <c:pt idx="121">
                <c:v>1.7176057459273668</c:v>
              </c:pt>
              <c:pt idx="122">
                <c:v>1.7176057459273668</c:v>
              </c:pt>
              <c:pt idx="123">
                <c:v>1.7176057459273668</c:v>
              </c:pt>
              <c:pt idx="124">
                <c:v>1.7176057459273668</c:v>
              </c:pt>
              <c:pt idx="125">
                <c:v>1.7176057459273668</c:v>
              </c:pt>
              <c:pt idx="126">
                <c:v>1.7176057459273668</c:v>
              </c:pt>
              <c:pt idx="127">
                <c:v>1.7176057459273668</c:v>
              </c:pt>
              <c:pt idx="128">
                <c:v>1.7176057459273668</c:v>
              </c:pt>
              <c:pt idx="129">
                <c:v>1.7176057459273668</c:v>
              </c:pt>
              <c:pt idx="130">
                <c:v>1.7176057459273668</c:v>
              </c:pt>
              <c:pt idx="131">
                <c:v>1.7176057459273668</c:v>
              </c:pt>
              <c:pt idx="132">
                <c:v>1.7176057459273668</c:v>
              </c:pt>
              <c:pt idx="133">
                <c:v>1.7176057459273668</c:v>
              </c:pt>
              <c:pt idx="134">
                <c:v>1.7176057459273668</c:v>
              </c:pt>
              <c:pt idx="135">
                <c:v>1.7176057459273668</c:v>
              </c:pt>
              <c:pt idx="136">
                <c:v>1.7176057459273668</c:v>
              </c:pt>
              <c:pt idx="137">
                <c:v>1.7176057459273668</c:v>
              </c:pt>
              <c:pt idx="138">
                <c:v>1.7176057459273668</c:v>
              </c:pt>
              <c:pt idx="139">
                <c:v>1.7176057459273668</c:v>
              </c:pt>
              <c:pt idx="140">
                <c:v>1.7176057459273668</c:v>
              </c:pt>
              <c:pt idx="141">
                <c:v>1.7176057459273668</c:v>
              </c:pt>
              <c:pt idx="142">
                <c:v>1.7176057459273668</c:v>
              </c:pt>
              <c:pt idx="143">
                <c:v>1.7176057459273668</c:v>
              </c:pt>
              <c:pt idx="144">
                <c:v>1.7176057459273668</c:v>
              </c:pt>
              <c:pt idx="145">
                <c:v>1.7176057459273668</c:v>
              </c:pt>
              <c:pt idx="146">
                <c:v>1.7176057459273668</c:v>
              </c:pt>
              <c:pt idx="147">
                <c:v>1.7176057459273668</c:v>
              </c:pt>
              <c:pt idx="148">
                <c:v>1.7176057459273668</c:v>
              </c:pt>
              <c:pt idx="149">
                <c:v>1.7176057459273668</c:v>
              </c:pt>
              <c:pt idx="150">
                <c:v>1.7176057459273668</c:v>
              </c:pt>
              <c:pt idx="151">
                <c:v>1.7176057459273668</c:v>
              </c:pt>
              <c:pt idx="152">
                <c:v>1.7176057459273668</c:v>
              </c:pt>
              <c:pt idx="153">
                <c:v>1.7176057459273668</c:v>
              </c:pt>
              <c:pt idx="154">
                <c:v>1.7176057459273668</c:v>
              </c:pt>
              <c:pt idx="155">
                <c:v>1.7176057459273668</c:v>
              </c:pt>
              <c:pt idx="156">
                <c:v>1.7176057459273668</c:v>
              </c:pt>
              <c:pt idx="157">
                <c:v>1.7176057459273668</c:v>
              </c:pt>
              <c:pt idx="158">
                <c:v>1.7176057459273668</c:v>
              </c:pt>
              <c:pt idx="159">
                <c:v>1.7176057459273668</c:v>
              </c:pt>
              <c:pt idx="160">
                <c:v>1.7176057459273668</c:v>
              </c:pt>
              <c:pt idx="161">
                <c:v>1.7176057459273668</c:v>
              </c:pt>
              <c:pt idx="162">
                <c:v>1.7176057459273668</c:v>
              </c:pt>
              <c:pt idx="163">
                <c:v>1.7176057459273668</c:v>
              </c:pt>
              <c:pt idx="164">
                <c:v>1.7176057459273668</c:v>
              </c:pt>
              <c:pt idx="165">
                <c:v>1.7176057459273668</c:v>
              </c:pt>
              <c:pt idx="166">
                <c:v>1.7176057459273668</c:v>
              </c:pt>
              <c:pt idx="167">
                <c:v>1.7176057459273668</c:v>
              </c:pt>
              <c:pt idx="168">
                <c:v>1.7176057459273668</c:v>
              </c:pt>
              <c:pt idx="169">
                <c:v>1.7176057459273668</c:v>
              </c:pt>
              <c:pt idx="170">
                <c:v>1.7176057459273668</c:v>
              </c:pt>
              <c:pt idx="171">
                <c:v>1.7176057459273668</c:v>
              </c:pt>
              <c:pt idx="172">
                <c:v>1.7176057459273668</c:v>
              </c:pt>
              <c:pt idx="173">
                <c:v>1.7176057459273668</c:v>
              </c:pt>
              <c:pt idx="174">
                <c:v>1.7176057459273668</c:v>
              </c:pt>
              <c:pt idx="175">
                <c:v>1.7176057459273668</c:v>
              </c:pt>
              <c:pt idx="176">
                <c:v>1.7176057459273668</c:v>
              </c:pt>
              <c:pt idx="177">
                <c:v>1.7176057459273668</c:v>
              </c:pt>
              <c:pt idx="178">
                <c:v>1.7176057459273668</c:v>
              </c:pt>
              <c:pt idx="179">
                <c:v>1.7176057459273668</c:v>
              </c:pt>
              <c:pt idx="180">
                <c:v>1.7176057459273668</c:v>
              </c:pt>
              <c:pt idx="181">
                <c:v>1.7176057459273668</c:v>
              </c:pt>
              <c:pt idx="182">
                <c:v>1.7176057459273668</c:v>
              </c:pt>
              <c:pt idx="183">
                <c:v>1.7176057459273668</c:v>
              </c:pt>
              <c:pt idx="184">
                <c:v>1.7176057459273668</c:v>
              </c:pt>
              <c:pt idx="185">
                <c:v>1.7176057459273668</c:v>
              </c:pt>
              <c:pt idx="186">
                <c:v>1.7176057459273668</c:v>
              </c:pt>
              <c:pt idx="187">
                <c:v>1.7176057459273668</c:v>
              </c:pt>
              <c:pt idx="188">
                <c:v>1.7176057459273668</c:v>
              </c:pt>
              <c:pt idx="189">
                <c:v>1.7176057459273668</c:v>
              </c:pt>
              <c:pt idx="190">
                <c:v>1.7176057459273668</c:v>
              </c:pt>
              <c:pt idx="191">
                <c:v>1.7176057459273668</c:v>
              </c:pt>
              <c:pt idx="192">
                <c:v>1.7176057459273668</c:v>
              </c:pt>
              <c:pt idx="193">
                <c:v>1.7176057459273668</c:v>
              </c:pt>
              <c:pt idx="194">
                <c:v>1.7176057459273668</c:v>
              </c:pt>
              <c:pt idx="195">
                <c:v>1.7176057459273668</c:v>
              </c:pt>
              <c:pt idx="196">
                <c:v>1.7176057459273668</c:v>
              </c:pt>
              <c:pt idx="197">
                <c:v>1.7176057459273668</c:v>
              </c:pt>
              <c:pt idx="198">
                <c:v>1.7176057459273668</c:v>
              </c:pt>
              <c:pt idx="199">
                <c:v>1.7176057459273668</c:v>
              </c:pt>
              <c:pt idx="200">
                <c:v>1.7176057459273668</c:v>
              </c:pt>
              <c:pt idx="201">
                <c:v>1.7176057459273668</c:v>
              </c:pt>
              <c:pt idx="202">
                <c:v>1.7176057459273668</c:v>
              </c:pt>
              <c:pt idx="203">
                <c:v>1.7176057459273668</c:v>
              </c:pt>
              <c:pt idx="204">
                <c:v>1.7176057459273668</c:v>
              </c:pt>
              <c:pt idx="205">
                <c:v>1.7176057459273668</c:v>
              </c:pt>
              <c:pt idx="206">
                <c:v>1.7176057459273668</c:v>
              </c:pt>
              <c:pt idx="207">
                <c:v>1.7176057459273668</c:v>
              </c:pt>
              <c:pt idx="208">
                <c:v>1.7176057459273668</c:v>
              </c:pt>
              <c:pt idx="209">
                <c:v>1.7176057459273668</c:v>
              </c:pt>
              <c:pt idx="210">
                <c:v>1.7176057459273668</c:v>
              </c:pt>
              <c:pt idx="211">
                <c:v>1.7176057459273668</c:v>
              </c:pt>
              <c:pt idx="212">
                <c:v>1.7176057459273668</c:v>
              </c:pt>
              <c:pt idx="213">
                <c:v>1.7176057459273668</c:v>
              </c:pt>
              <c:pt idx="214">
                <c:v>1.7176057459273668</c:v>
              </c:pt>
              <c:pt idx="215">
                <c:v>1.7176057459273668</c:v>
              </c:pt>
              <c:pt idx="216">
                <c:v>1.7176057459273668</c:v>
              </c:pt>
              <c:pt idx="217">
                <c:v>1.7176057459273668</c:v>
              </c:pt>
              <c:pt idx="218">
                <c:v>1.7176057459273668</c:v>
              </c:pt>
              <c:pt idx="219">
                <c:v>1.7176057459273668</c:v>
              </c:pt>
              <c:pt idx="220">
                <c:v>1.7176057459273668</c:v>
              </c:pt>
              <c:pt idx="221">
                <c:v>1.7176057459273668</c:v>
              </c:pt>
              <c:pt idx="222">
                <c:v>1.7176057459273668</c:v>
              </c:pt>
              <c:pt idx="223">
                <c:v>1.7176057459273668</c:v>
              </c:pt>
              <c:pt idx="224">
                <c:v>1.7176057459273668</c:v>
              </c:pt>
              <c:pt idx="225">
                <c:v>1.7176057459273668</c:v>
              </c:pt>
              <c:pt idx="226">
                <c:v>1.7176057459273668</c:v>
              </c:pt>
              <c:pt idx="227">
                <c:v>1.7176057459273668</c:v>
              </c:pt>
              <c:pt idx="228">
                <c:v>1.7176057459273668</c:v>
              </c:pt>
              <c:pt idx="229">
                <c:v>1.7176057459273668</c:v>
              </c:pt>
              <c:pt idx="230">
                <c:v>1.7176057459273668</c:v>
              </c:pt>
              <c:pt idx="231">
                <c:v>1.7176057459273668</c:v>
              </c:pt>
              <c:pt idx="232">
                <c:v>1.7176057459273668</c:v>
              </c:pt>
              <c:pt idx="233">
                <c:v>1.7176057459273668</c:v>
              </c:pt>
              <c:pt idx="234">
                <c:v>1.7176057459273668</c:v>
              </c:pt>
              <c:pt idx="235">
                <c:v>1.7176057459273668</c:v>
              </c:pt>
              <c:pt idx="236">
                <c:v>1.7176057459273668</c:v>
              </c:pt>
              <c:pt idx="237">
                <c:v>1.7176057459273668</c:v>
              </c:pt>
              <c:pt idx="238">
                <c:v>1.7176057459273668</c:v>
              </c:pt>
              <c:pt idx="239">
                <c:v>1.7176057459273668</c:v>
              </c:pt>
              <c:pt idx="240">
                <c:v>1.7176057459273668</c:v>
              </c:pt>
              <c:pt idx="241">
                <c:v>1.7176057459273668</c:v>
              </c:pt>
              <c:pt idx="242">
                <c:v>1.7176057459273668</c:v>
              </c:pt>
              <c:pt idx="243">
                <c:v>1.7176057459273668</c:v>
              </c:pt>
              <c:pt idx="244">
                <c:v>1.7176057459273668</c:v>
              </c:pt>
              <c:pt idx="245">
                <c:v>1.7176057459273668</c:v>
              </c:pt>
              <c:pt idx="246">
                <c:v>1.7176057459273668</c:v>
              </c:pt>
              <c:pt idx="247">
                <c:v>1.7176057459273668</c:v>
              </c:pt>
              <c:pt idx="248">
                <c:v>1.7176057459273668</c:v>
              </c:pt>
              <c:pt idx="249">
                <c:v>1.7176057459273668</c:v>
              </c:pt>
              <c:pt idx="250">
                <c:v>1.7176057459273668</c:v>
              </c:pt>
              <c:pt idx="251">
                <c:v>1.7176057459273668</c:v>
              </c:pt>
              <c:pt idx="252">
                <c:v>1.7176057459273668</c:v>
              </c:pt>
              <c:pt idx="253">
                <c:v>1.7176057459273668</c:v>
              </c:pt>
              <c:pt idx="254">
                <c:v>1.7176057459273668</c:v>
              </c:pt>
              <c:pt idx="255">
                <c:v>1.7176057459273668</c:v>
              </c:pt>
              <c:pt idx="256">
                <c:v>1.7176057459273668</c:v>
              </c:pt>
              <c:pt idx="257">
                <c:v>1.7176057459273668</c:v>
              </c:pt>
              <c:pt idx="258">
                <c:v>1.7176057459273668</c:v>
              </c:pt>
              <c:pt idx="259">
                <c:v>1.7176057459273668</c:v>
              </c:pt>
              <c:pt idx="260">
                <c:v>1.7176057459273668</c:v>
              </c:pt>
              <c:pt idx="261">
                <c:v>1.7176057459273668</c:v>
              </c:pt>
              <c:pt idx="262">
                <c:v>1.7176057459273668</c:v>
              </c:pt>
              <c:pt idx="263">
                <c:v>1.7176057459273668</c:v>
              </c:pt>
              <c:pt idx="264">
                <c:v>1.7176057459273668</c:v>
              </c:pt>
              <c:pt idx="265">
                <c:v>1.7176057459273668</c:v>
              </c:pt>
              <c:pt idx="266">
                <c:v>1.7176057459273668</c:v>
              </c:pt>
              <c:pt idx="267">
                <c:v>1.7176057459273668</c:v>
              </c:pt>
              <c:pt idx="268">
                <c:v>1.7176057459273668</c:v>
              </c:pt>
              <c:pt idx="269">
                <c:v>1.7176057459273668</c:v>
              </c:pt>
              <c:pt idx="270">
                <c:v>1.7176057459273668</c:v>
              </c:pt>
              <c:pt idx="271">
                <c:v>1.7176057459273668</c:v>
              </c:pt>
              <c:pt idx="272">
                <c:v>1.7176057459273668</c:v>
              </c:pt>
              <c:pt idx="273">
                <c:v>1.7176057459273668</c:v>
              </c:pt>
              <c:pt idx="274">
                <c:v>1.7176057459273668</c:v>
              </c:pt>
              <c:pt idx="275">
                <c:v>1.7176057459273668</c:v>
              </c:pt>
              <c:pt idx="276">
                <c:v>1.7176057459273668</c:v>
              </c:pt>
              <c:pt idx="277">
                <c:v>1.7176057459273668</c:v>
              </c:pt>
              <c:pt idx="278">
                <c:v>1.7176057459273668</c:v>
              </c:pt>
              <c:pt idx="279">
                <c:v>1.7176057459273668</c:v>
              </c:pt>
              <c:pt idx="280">
                <c:v>1.7176057459273668</c:v>
              </c:pt>
              <c:pt idx="281">
                <c:v>1.7176057459273668</c:v>
              </c:pt>
              <c:pt idx="282">
                <c:v>1.7176057459273668</c:v>
              </c:pt>
              <c:pt idx="283">
                <c:v>1.7176057459273668</c:v>
              </c:pt>
              <c:pt idx="284">
                <c:v>1.7176057459273668</c:v>
              </c:pt>
              <c:pt idx="285">
                <c:v>1.7176057459273668</c:v>
              </c:pt>
              <c:pt idx="286">
                <c:v>1.7176057459273668</c:v>
              </c:pt>
              <c:pt idx="287">
                <c:v>1.7176057459273668</c:v>
              </c:pt>
              <c:pt idx="288">
                <c:v>1.7176057459273668</c:v>
              </c:pt>
              <c:pt idx="289">
                <c:v>1.7176057459273668</c:v>
              </c:pt>
              <c:pt idx="290">
                <c:v>1.7176057459273668</c:v>
              </c:pt>
              <c:pt idx="291">
                <c:v>1.7176057459273668</c:v>
              </c:pt>
              <c:pt idx="292">
                <c:v>1.7176057459273668</c:v>
              </c:pt>
              <c:pt idx="293">
                <c:v>1.7176057459273668</c:v>
              </c:pt>
              <c:pt idx="294">
                <c:v>1.7176057459273668</c:v>
              </c:pt>
              <c:pt idx="295">
                <c:v>1.7176057459273668</c:v>
              </c:pt>
              <c:pt idx="296">
                <c:v>1.7176057459273668</c:v>
              </c:pt>
              <c:pt idx="297">
                <c:v>1.7176057459273668</c:v>
              </c:pt>
              <c:pt idx="298">
                <c:v>1.7176057459273668</c:v>
              </c:pt>
              <c:pt idx="299">
                <c:v>1.7176057459273668</c:v>
              </c:pt>
              <c:pt idx="300">
                <c:v>1.7176057459273668</c:v>
              </c:pt>
              <c:pt idx="301">
                <c:v>1.7176057459273668</c:v>
              </c:pt>
              <c:pt idx="302">
                <c:v>1.7176057459273668</c:v>
              </c:pt>
              <c:pt idx="303">
                <c:v>1.7176057459273668</c:v>
              </c:pt>
              <c:pt idx="304">
                <c:v>1.7176057459273668</c:v>
              </c:pt>
              <c:pt idx="305">
                <c:v>1.7176057459273668</c:v>
              </c:pt>
              <c:pt idx="306">
                <c:v>1.7176057459273668</c:v>
              </c:pt>
              <c:pt idx="307">
                <c:v>1.7176057459273668</c:v>
              </c:pt>
              <c:pt idx="308">
                <c:v>1.7176057459273668</c:v>
              </c:pt>
              <c:pt idx="309">
                <c:v>1.7176057459273668</c:v>
              </c:pt>
              <c:pt idx="310">
                <c:v>1.7176057459273668</c:v>
              </c:pt>
              <c:pt idx="311">
                <c:v>1.7176057459273668</c:v>
              </c:pt>
              <c:pt idx="312">
                <c:v>1.7176057459273668</c:v>
              </c:pt>
              <c:pt idx="313">
                <c:v>1.7176057459273668</c:v>
              </c:pt>
              <c:pt idx="314">
                <c:v>1.7176057459273668</c:v>
              </c:pt>
              <c:pt idx="315">
                <c:v>1.7176057459273668</c:v>
              </c:pt>
              <c:pt idx="316">
                <c:v>1.7176057459273668</c:v>
              </c:pt>
              <c:pt idx="317">
                <c:v>1.7176057459273668</c:v>
              </c:pt>
              <c:pt idx="318">
                <c:v>1.7176057459273668</c:v>
              </c:pt>
              <c:pt idx="319">
                <c:v>1.7176057459273668</c:v>
              </c:pt>
              <c:pt idx="320">
                <c:v>1.7176057459273668</c:v>
              </c:pt>
              <c:pt idx="321">
                <c:v>1.7176057459273668</c:v>
              </c:pt>
              <c:pt idx="322">
                <c:v>1.7176057459273668</c:v>
              </c:pt>
              <c:pt idx="323">
                <c:v>1.7176057459273668</c:v>
              </c:pt>
              <c:pt idx="324">
                <c:v>1.7176057459273668</c:v>
              </c:pt>
              <c:pt idx="325">
                <c:v>1.7176057459273668</c:v>
              </c:pt>
              <c:pt idx="326">
                <c:v>1.7176057459273668</c:v>
              </c:pt>
              <c:pt idx="327">
                <c:v>1.7176057459273668</c:v>
              </c:pt>
              <c:pt idx="328">
                <c:v>1.7176057459273668</c:v>
              </c:pt>
              <c:pt idx="329">
                <c:v>1.7176057459273668</c:v>
              </c:pt>
              <c:pt idx="330">
                <c:v>1.7176057459273668</c:v>
              </c:pt>
              <c:pt idx="331">
                <c:v>1.7176057459273668</c:v>
              </c:pt>
              <c:pt idx="332">
                <c:v>1.7176057459273668</c:v>
              </c:pt>
              <c:pt idx="333">
                <c:v>1.7176057459273668</c:v>
              </c:pt>
              <c:pt idx="334">
                <c:v>1.7176057459273668</c:v>
              </c:pt>
              <c:pt idx="335">
                <c:v>1.7176057459273668</c:v>
              </c:pt>
              <c:pt idx="336">
                <c:v>1.7176057459273668</c:v>
              </c:pt>
              <c:pt idx="337">
                <c:v>1.7176057459273668</c:v>
              </c:pt>
              <c:pt idx="338">
                <c:v>1.7176057459273668</c:v>
              </c:pt>
              <c:pt idx="339">
                <c:v>1.7176057459273668</c:v>
              </c:pt>
              <c:pt idx="340">
                <c:v>1.7176057459273668</c:v>
              </c:pt>
              <c:pt idx="341">
                <c:v>1.7176057459273668</c:v>
              </c:pt>
              <c:pt idx="342">
                <c:v>1.7176057459273668</c:v>
              </c:pt>
              <c:pt idx="343">
                <c:v>1.7176057459273668</c:v>
              </c:pt>
              <c:pt idx="344">
                <c:v>1.7176057459273668</c:v>
              </c:pt>
              <c:pt idx="345">
                <c:v>1.7176057459273668</c:v>
              </c:pt>
              <c:pt idx="346">
                <c:v>1.7176057459273668</c:v>
              </c:pt>
              <c:pt idx="347">
                <c:v>1.7176057459273668</c:v>
              </c:pt>
              <c:pt idx="348">
                <c:v>1.7176057459273668</c:v>
              </c:pt>
              <c:pt idx="349">
                <c:v>1.7176057459273668</c:v>
              </c:pt>
              <c:pt idx="350">
                <c:v>1.7176057459273668</c:v>
              </c:pt>
              <c:pt idx="351">
                <c:v>1.7176057459273668</c:v>
              </c:pt>
              <c:pt idx="352">
                <c:v>1.7176057459273668</c:v>
              </c:pt>
              <c:pt idx="353">
                <c:v>1.7176057459273668</c:v>
              </c:pt>
              <c:pt idx="354">
                <c:v>1.7176057459273668</c:v>
              </c:pt>
              <c:pt idx="355">
                <c:v>1.7176057459273668</c:v>
              </c:pt>
              <c:pt idx="356">
                <c:v>1.7176057459273668</c:v>
              </c:pt>
              <c:pt idx="357">
                <c:v>1.7176057459273668</c:v>
              </c:pt>
              <c:pt idx="358">
                <c:v>1.7176057459273668</c:v>
              </c:pt>
              <c:pt idx="359">
                <c:v>1.7176057459273668</c:v>
              </c:pt>
              <c:pt idx="360">
                <c:v>1.7176057459273668</c:v>
              </c:pt>
              <c:pt idx="361">
                <c:v>1.7176057459273668</c:v>
              </c:pt>
              <c:pt idx="362">
                <c:v>1.7176057459273668</c:v>
              </c:pt>
              <c:pt idx="363">
                <c:v>1.7176057459273668</c:v>
              </c:pt>
              <c:pt idx="364">
                <c:v>1.7176057459273668</c:v>
              </c:pt>
              <c:pt idx="365">
                <c:v>1.7176057459273668</c:v>
              </c:pt>
              <c:pt idx="366">
                <c:v>1.7176057459273668</c:v>
              </c:pt>
              <c:pt idx="367">
                <c:v>1.7176057459273668</c:v>
              </c:pt>
              <c:pt idx="368">
                <c:v>1.7176057459273668</c:v>
              </c:pt>
              <c:pt idx="369">
                <c:v>1.7176057459273668</c:v>
              </c:pt>
              <c:pt idx="370">
                <c:v>1.7176057459273668</c:v>
              </c:pt>
              <c:pt idx="371">
                <c:v>1.7176057459273668</c:v>
              </c:pt>
              <c:pt idx="372">
                <c:v>1.7176057459273668</c:v>
              </c:pt>
              <c:pt idx="373">
                <c:v>1.7176057459273668</c:v>
              </c:pt>
              <c:pt idx="374">
                <c:v>1.7176057459273668</c:v>
              </c:pt>
              <c:pt idx="375">
                <c:v>1.7176057459273668</c:v>
              </c:pt>
              <c:pt idx="376">
                <c:v>1.7176057459273668</c:v>
              </c:pt>
              <c:pt idx="377">
                <c:v>1.7176057459273668</c:v>
              </c:pt>
              <c:pt idx="378">
                <c:v>1.7176057459273668</c:v>
              </c:pt>
              <c:pt idx="379">
                <c:v>1.7176057459273668</c:v>
              </c:pt>
              <c:pt idx="380">
                <c:v>1.7176057459273668</c:v>
              </c:pt>
              <c:pt idx="381">
                <c:v>1.7176057459273668</c:v>
              </c:pt>
              <c:pt idx="382">
                <c:v>1.7176057459273668</c:v>
              </c:pt>
              <c:pt idx="383">
                <c:v>1.7176057459273668</c:v>
              </c:pt>
              <c:pt idx="384">
                <c:v>1.7176057459273668</c:v>
              </c:pt>
              <c:pt idx="385">
                <c:v>1.7176057459273668</c:v>
              </c:pt>
              <c:pt idx="386">
                <c:v>1.7176057459273668</c:v>
              </c:pt>
              <c:pt idx="387">
                <c:v>1.7176057459273668</c:v>
              </c:pt>
              <c:pt idx="388">
                <c:v>1.7176057459273668</c:v>
              </c:pt>
              <c:pt idx="389">
                <c:v>1.7176057459273668</c:v>
              </c:pt>
              <c:pt idx="390">
                <c:v>1.7176057459273668</c:v>
              </c:pt>
              <c:pt idx="391">
                <c:v>1.7176057459273668</c:v>
              </c:pt>
              <c:pt idx="392">
                <c:v>1.7176057459273668</c:v>
              </c:pt>
              <c:pt idx="393">
                <c:v>1.7176057459273668</c:v>
              </c:pt>
              <c:pt idx="394">
                <c:v>1.7176057459273668</c:v>
              </c:pt>
              <c:pt idx="395">
                <c:v>1.7176057459273668</c:v>
              </c:pt>
              <c:pt idx="396">
                <c:v>1.7176057459273668</c:v>
              </c:pt>
              <c:pt idx="397">
                <c:v>1.7176057459273668</c:v>
              </c:pt>
              <c:pt idx="398">
                <c:v>1.7176057459273668</c:v>
              </c:pt>
              <c:pt idx="399">
                <c:v>1.7176057459273668</c:v>
              </c:pt>
              <c:pt idx="400">
                <c:v>1.7176057459273668</c:v>
              </c:pt>
              <c:pt idx="401">
                <c:v>1.7176057459273668</c:v>
              </c:pt>
              <c:pt idx="402">
                <c:v>1.7176057459273668</c:v>
              </c:pt>
              <c:pt idx="403">
                <c:v>1.7176057459273668</c:v>
              </c:pt>
              <c:pt idx="404">
                <c:v>1.7176057459273668</c:v>
              </c:pt>
              <c:pt idx="405">
                <c:v>1.7176057459273668</c:v>
              </c:pt>
              <c:pt idx="406">
                <c:v>1.7176057459273668</c:v>
              </c:pt>
              <c:pt idx="407">
                <c:v>1.7176057459273668</c:v>
              </c:pt>
              <c:pt idx="408">
                <c:v>1.7176057459273668</c:v>
              </c:pt>
              <c:pt idx="409">
                <c:v>1.7176057459273668</c:v>
              </c:pt>
              <c:pt idx="410">
                <c:v>1.7176057459273668</c:v>
              </c:pt>
              <c:pt idx="411">
                <c:v>1.7176057459273668</c:v>
              </c:pt>
              <c:pt idx="412">
                <c:v>1.7176057459273668</c:v>
              </c:pt>
              <c:pt idx="413">
                <c:v>1.7176057459273668</c:v>
              </c:pt>
              <c:pt idx="414">
                <c:v>1.7176057459273668</c:v>
              </c:pt>
              <c:pt idx="415">
                <c:v>1.7176057459273668</c:v>
              </c:pt>
              <c:pt idx="416">
                <c:v>1.7176057459273668</c:v>
              </c:pt>
              <c:pt idx="417">
                <c:v>1.7176057459273668</c:v>
              </c:pt>
              <c:pt idx="418">
                <c:v>1.7176057459273668</c:v>
              </c:pt>
              <c:pt idx="419">
                <c:v>1.7176057459273668</c:v>
              </c:pt>
              <c:pt idx="420">
                <c:v>1.7176057459273668</c:v>
              </c:pt>
              <c:pt idx="421">
                <c:v>1.7176057459273668</c:v>
              </c:pt>
              <c:pt idx="422">
                <c:v>1.7176057459273668</c:v>
              </c:pt>
              <c:pt idx="423">
                <c:v>1.7176057459273668</c:v>
              </c:pt>
              <c:pt idx="424">
                <c:v>1.7176057459273668</c:v>
              </c:pt>
              <c:pt idx="425">
                <c:v>1.7176057459273668</c:v>
              </c:pt>
              <c:pt idx="426">
                <c:v>1.7176057459273668</c:v>
              </c:pt>
              <c:pt idx="427">
                <c:v>1.7176057459273668</c:v>
              </c:pt>
              <c:pt idx="428">
                <c:v>1.7176057459273668</c:v>
              </c:pt>
              <c:pt idx="429">
                <c:v>1.7176057459273668</c:v>
              </c:pt>
              <c:pt idx="430">
                <c:v>1.7176057459273668</c:v>
              </c:pt>
              <c:pt idx="431">
                <c:v>1.7176057459273668</c:v>
              </c:pt>
              <c:pt idx="432">
                <c:v>1.7176057459273668</c:v>
              </c:pt>
              <c:pt idx="433">
                <c:v>1.7176057459273668</c:v>
              </c:pt>
              <c:pt idx="434">
                <c:v>1.7176057459273668</c:v>
              </c:pt>
              <c:pt idx="435">
                <c:v>1.7176057459273668</c:v>
              </c:pt>
              <c:pt idx="436">
                <c:v>1.7176057459273668</c:v>
              </c:pt>
              <c:pt idx="437">
                <c:v>1.7176057459273668</c:v>
              </c:pt>
              <c:pt idx="438">
                <c:v>1.7176057459273668</c:v>
              </c:pt>
              <c:pt idx="439">
                <c:v>1.7176057459273668</c:v>
              </c:pt>
              <c:pt idx="440">
                <c:v>1.7176057459273668</c:v>
              </c:pt>
              <c:pt idx="441">
                <c:v>1.7176057459273668</c:v>
              </c:pt>
              <c:pt idx="442">
                <c:v>1.7176057459273668</c:v>
              </c:pt>
              <c:pt idx="443">
                <c:v>1.7176057459273668</c:v>
              </c:pt>
              <c:pt idx="444">
                <c:v>1.7176057459273668</c:v>
              </c:pt>
              <c:pt idx="445">
                <c:v>1.7176057459273668</c:v>
              </c:pt>
              <c:pt idx="446">
                <c:v>1.7176057459273668</c:v>
              </c:pt>
              <c:pt idx="447">
                <c:v>1.7176057459273668</c:v>
              </c:pt>
              <c:pt idx="448">
                <c:v>1.7176057459273668</c:v>
              </c:pt>
              <c:pt idx="449">
                <c:v>1.7176057459273668</c:v>
              </c:pt>
            </c:numLit>
          </c:xVal>
          <c:yVal>
            <c:numLit>
              <c:formatCode>0.0</c:formatCode>
              <c:ptCount val="450"/>
              <c:pt idx="0">
                <c:v>3.761988422676205</c:v>
              </c:pt>
              <c:pt idx="1">
                <c:v>3.761988422676205</c:v>
              </c:pt>
              <c:pt idx="2">
                <c:v>3.761988422676205</c:v>
              </c:pt>
              <c:pt idx="3">
                <c:v>3.761988422676205</c:v>
              </c:pt>
              <c:pt idx="4">
                <c:v>3.761988422676205</c:v>
              </c:pt>
              <c:pt idx="5">
                <c:v>3.761988422676205</c:v>
              </c:pt>
              <c:pt idx="6">
                <c:v>3.761988422676205</c:v>
              </c:pt>
              <c:pt idx="7">
                <c:v>3.761988422676205</c:v>
              </c:pt>
              <c:pt idx="8">
                <c:v>3.761988422676205</c:v>
              </c:pt>
              <c:pt idx="9">
                <c:v>3.761988422676205</c:v>
              </c:pt>
              <c:pt idx="10">
                <c:v>3.761988422676205</c:v>
              </c:pt>
              <c:pt idx="11">
                <c:v>3.761988422676205</c:v>
              </c:pt>
              <c:pt idx="12">
                <c:v>3.761988422676205</c:v>
              </c:pt>
              <c:pt idx="13">
                <c:v>3.761988422676205</c:v>
              </c:pt>
              <c:pt idx="14">
                <c:v>3.761988422676205</c:v>
              </c:pt>
              <c:pt idx="15">
                <c:v>3.761988422676205</c:v>
              </c:pt>
              <c:pt idx="16">
                <c:v>3.761988422676205</c:v>
              </c:pt>
              <c:pt idx="17">
                <c:v>3.761988422676205</c:v>
              </c:pt>
              <c:pt idx="18">
                <c:v>3.761988422676205</c:v>
              </c:pt>
              <c:pt idx="19">
                <c:v>3.761988422676205</c:v>
              </c:pt>
              <c:pt idx="20">
                <c:v>3.761988422676205</c:v>
              </c:pt>
              <c:pt idx="21">
                <c:v>3.761988422676205</c:v>
              </c:pt>
              <c:pt idx="22">
                <c:v>3.761988422676205</c:v>
              </c:pt>
              <c:pt idx="23">
                <c:v>3.761988422676205</c:v>
              </c:pt>
              <c:pt idx="24">
                <c:v>3.761988422676205</c:v>
              </c:pt>
              <c:pt idx="25">
                <c:v>3.761988422676205</c:v>
              </c:pt>
              <c:pt idx="26">
                <c:v>3.761988422676205</c:v>
              </c:pt>
              <c:pt idx="27">
                <c:v>3.761988422676205</c:v>
              </c:pt>
              <c:pt idx="28">
                <c:v>3.761988422676205</c:v>
              </c:pt>
              <c:pt idx="29">
                <c:v>3.761988422676205</c:v>
              </c:pt>
              <c:pt idx="30">
                <c:v>3.761988422676205</c:v>
              </c:pt>
              <c:pt idx="31">
                <c:v>3.761988422676205</c:v>
              </c:pt>
              <c:pt idx="32">
                <c:v>3.761988422676205</c:v>
              </c:pt>
              <c:pt idx="33">
                <c:v>3.761988422676205</c:v>
              </c:pt>
              <c:pt idx="34">
                <c:v>3.761988422676205</c:v>
              </c:pt>
              <c:pt idx="35">
                <c:v>3.761988422676205</c:v>
              </c:pt>
              <c:pt idx="36">
                <c:v>3.761988422676205</c:v>
              </c:pt>
              <c:pt idx="37">
                <c:v>3.761988422676205</c:v>
              </c:pt>
              <c:pt idx="38">
                <c:v>3.761988422676205</c:v>
              </c:pt>
              <c:pt idx="39">
                <c:v>3.761988422676205</c:v>
              </c:pt>
              <c:pt idx="40">
                <c:v>3.761988422676205</c:v>
              </c:pt>
              <c:pt idx="41">
                <c:v>3.761988422676205</c:v>
              </c:pt>
              <c:pt idx="42">
                <c:v>3.761988422676205</c:v>
              </c:pt>
              <c:pt idx="43">
                <c:v>3.761988422676205</c:v>
              </c:pt>
              <c:pt idx="44">
                <c:v>3.761988422676205</c:v>
              </c:pt>
              <c:pt idx="45">
                <c:v>3.761988422676205</c:v>
              </c:pt>
              <c:pt idx="46">
                <c:v>3.761988422676205</c:v>
              </c:pt>
              <c:pt idx="47">
                <c:v>3.761988422676205</c:v>
              </c:pt>
              <c:pt idx="48">
                <c:v>3.761988422676205</c:v>
              </c:pt>
              <c:pt idx="49">
                <c:v>3.761988422676205</c:v>
              </c:pt>
              <c:pt idx="50">
                <c:v>3.761988422676205</c:v>
              </c:pt>
              <c:pt idx="51">
                <c:v>3.761988422676205</c:v>
              </c:pt>
              <c:pt idx="52">
                <c:v>3.761988422676205</c:v>
              </c:pt>
              <c:pt idx="53">
                <c:v>3.761988422676205</c:v>
              </c:pt>
              <c:pt idx="54">
                <c:v>3.761988422676205</c:v>
              </c:pt>
              <c:pt idx="55">
                <c:v>3.761988422676205</c:v>
              </c:pt>
              <c:pt idx="56">
                <c:v>3.761988422676205</c:v>
              </c:pt>
              <c:pt idx="57">
                <c:v>3.761988422676205</c:v>
              </c:pt>
              <c:pt idx="58">
                <c:v>3.761988422676205</c:v>
              </c:pt>
              <c:pt idx="59">
                <c:v>3.761988422676205</c:v>
              </c:pt>
              <c:pt idx="60">
                <c:v>3.761988422676205</c:v>
              </c:pt>
              <c:pt idx="61">
                <c:v>3.761988422676205</c:v>
              </c:pt>
              <c:pt idx="62">
                <c:v>3.761988422676205</c:v>
              </c:pt>
              <c:pt idx="63">
                <c:v>3.761988422676205</c:v>
              </c:pt>
              <c:pt idx="64">
                <c:v>3.761988422676205</c:v>
              </c:pt>
              <c:pt idx="65">
                <c:v>3.761988422676205</c:v>
              </c:pt>
              <c:pt idx="66">
                <c:v>3.761988422676205</c:v>
              </c:pt>
              <c:pt idx="67">
                <c:v>3.761988422676205</c:v>
              </c:pt>
              <c:pt idx="68">
                <c:v>3.761988422676205</c:v>
              </c:pt>
              <c:pt idx="69">
                <c:v>3.761988422676205</c:v>
              </c:pt>
              <c:pt idx="70">
                <c:v>3.761988422676205</c:v>
              </c:pt>
              <c:pt idx="71">
                <c:v>3.761988422676205</c:v>
              </c:pt>
              <c:pt idx="72">
                <c:v>3.761988422676205</c:v>
              </c:pt>
              <c:pt idx="73">
                <c:v>3.761988422676205</c:v>
              </c:pt>
              <c:pt idx="74">
                <c:v>3.761988422676205</c:v>
              </c:pt>
              <c:pt idx="75">
                <c:v>3.761988422676205</c:v>
              </c:pt>
              <c:pt idx="76">
                <c:v>3.761988422676205</c:v>
              </c:pt>
              <c:pt idx="77">
                <c:v>3.761988422676205</c:v>
              </c:pt>
              <c:pt idx="78">
                <c:v>3.761988422676205</c:v>
              </c:pt>
              <c:pt idx="79">
                <c:v>3.761988422676205</c:v>
              </c:pt>
              <c:pt idx="80">
                <c:v>3.761988422676205</c:v>
              </c:pt>
              <c:pt idx="81">
                <c:v>3.761988422676205</c:v>
              </c:pt>
              <c:pt idx="82">
                <c:v>3.761988422676205</c:v>
              </c:pt>
              <c:pt idx="83">
                <c:v>3.761988422676205</c:v>
              </c:pt>
              <c:pt idx="84">
                <c:v>3.761988422676205</c:v>
              </c:pt>
              <c:pt idx="85">
                <c:v>3.761988422676205</c:v>
              </c:pt>
              <c:pt idx="86">
                <c:v>3.761988422676205</c:v>
              </c:pt>
              <c:pt idx="87">
                <c:v>3.761988422676205</c:v>
              </c:pt>
              <c:pt idx="88">
                <c:v>3.761988422676205</c:v>
              </c:pt>
              <c:pt idx="89">
                <c:v>3.761988422676205</c:v>
              </c:pt>
              <c:pt idx="90">
                <c:v>3.761988422676205</c:v>
              </c:pt>
              <c:pt idx="91">
                <c:v>3.761988422676205</c:v>
              </c:pt>
              <c:pt idx="92">
                <c:v>3.761988422676205</c:v>
              </c:pt>
              <c:pt idx="93">
                <c:v>3.761988422676205</c:v>
              </c:pt>
              <c:pt idx="94">
                <c:v>3.761988422676205</c:v>
              </c:pt>
              <c:pt idx="95">
                <c:v>3.761988422676205</c:v>
              </c:pt>
              <c:pt idx="96">
                <c:v>3.761988422676205</c:v>
              </c:pt>
              <c:pt idx="97">
                <c:v>3.761988422676205</c:v>
              </c:pt>
              <c:pt idx="98">
                <c:v>3.761988422676205</c:v>
              </c:pt>
              <c:pt idx="99">
                <c:v>3.761988422676205</c:v>
              </c:pt>
              <c:pt idx="100">
                <c:v>3.761988422676205</c:v>
              </c:pt>
              <c:pt idx="101">
                <c:v>3.761988422676205</c:v>
              </c:pt>
              <c:pt idx="102">
                <c:v>3.761988422676205</c:v>
              </c:pt>
              <c:pt idx="103">
                <c:v>3.761988422676205</c:v>
              </c:pt>
              <c:pt idx="104">
                <c:v>3.761988422676205</c:v>
              </c:pt>
              <c:pt idx="105">
                <c:v>3.761988422676205</c:v>
              </c:pt>
              <c:pt idx="106">
                <c:v>3.761988422676205</c:v>
              </c:pt>
              <c:pt idx="107">
                <c:v>3.761988422676205</c:v>
              </c:pt>
              <c:pt idx="108">
                <c:v>3.761988422676205</c:v>
              </c:pt>
              <c:pt idx="109">
                <c:v>3.761988422676205</c:v>
              </c:pt>
              <c:pt idx="110">
                <c:v>3.761988422676205</c:v>
              </c:pt>
              <c:pt idx="111">
                <c:v>3.761988422676205</c:v>
              </c:pt>
              <c:pt idx="112">
                <c:v>3.761988422676205</c:v>
              </c:pt>
              <c:pt idx="113">
                <c:v>3.761988422676205</c:v>
              </c:pt>
              <c:pt idx="114">
                <c:v>3.761988422676205</c:v>
              </c:pt>
              <c:pt idx="115">
                <c:v>3.761988422676205</c:v>
              </c:pt>
              <c:pt idx="116">
                <c:v>3.761988422676205</c:v>
              </c:pt>
              <c:pt idx="117">
                <c:v>3.761988422676205</c:v>
              </c:pt>
              <c:pt idx="118">
                <c:v>3.761988422676205</c:v>
              </c:pt>
              <c:pt idx="119">
                <c:v>3.761988422676205</c:v>
              </c:pt>
              <c:pt idx="120">
                <c:v>3.761988422676205</c:v>
              </c:pt>
              <c:pt idx="121">
                <c:v>3.761988422676205</c:v>
              </c:pt>
              <c:pt idx="122">
                <c:v>3.761988422676205</c:v>
              </c:pt>
              <c:pt idx="123">
                <c:v>3.761988422676205</c:v>
              </c:pt>
              <c:pt idx="124">
                <c:v>3.761988422676205</c:v>
              </c:pt>
              <c:pt idx="125">
                <c:v>3.761988422676205</c:v>
              </c:pt>
              <c:pt idx="126">
                <c:v>3.761988422676205</c:v>
              </c:pt>
              <c:pt idx="127">
                <c:v>3.761988422676205</c:v>
              </c:pt>
              <c:pt idx="128">
                <c:v>3.761988422676205</c:v>
              </c:pt>
              <c:pt idx="129">
                <c:v>3.761988422676205</c:v>
              </c:pt>
              <c:pt idx="130">
                <c:v>3.761988422676205</c:v>
              </c:pt>
              <c:pt idx="131">
                <c:v>3.761988422676205</c:v>
              </c:pt>
              <c:pt idx="132">
                <c:v>3.761988422676205</c:v>
              </c:pt>
              <c:pt idx="133">
                <c:v>3.761988422676205</c:v>
              </c:pt>
              <c:pt idx="134">
                <c:v>3.761988422676205</c:v>
              </c:pt>
              <c:pt idx="135">
                <c:v>3.761988422676205</c:v>
              </c:pt>
              <c:pt idx="136">
                <c:v>3.761988422676205</c:v>
              </c:pt>
              <c:pt idx="137">
                <c:v>3.761988422676205</c:v>
              </c:pt>
              <c:pt idx="138">
                <c:v>3.761988422676205</c:v>
              </c:pt>
              <c:pt idx="139">
                <c:v>3.761988422676205</c:v>
              </c:pt>
              <c:pt idx="140">
                <c:v>3.761988422676205</c:v>
              </c:pt>
              <c:pt idx="141">
                <c:v>3.761988422676205</c:v>
              </c:pt>
              <c:pt idx="142">
                <c:v>3.761988422676205</c:v>
              </c:pt>
              <c:pt idx="143">
                <c:v>3.761988422676205</c:v>
              </c:pt>
              <c:pt idx="144">
                <c:v>3.761988422676205</c:v>
              </c:pt>
              <c:pt idx="145">
                <c:v>3.761988422676205</c:v>
              </c:pt>
              <c:pt idx="146">
                <c:v>3.761988422676205</c:v>
              </c:pt>
              <c:pt idx="147">
                <c:v>3.761988422676205</c:v>
              </c:pt>
              <c:pt idx="148">
                <c:v>3.761988422676205</c:v>
              </c:pt>
              <c:pt idx="149">
                <c:v>3.761988422676205</c:v>
              </c:pt>
              <c:pt idx="150">
                <c:v>3.761988422676205</c:v>
              </c:pt>
              <c:pt idx="151">
                <c:v>3.761988422676205</c:v>
              </c:pt>
              <c:pt idx="152">
                <c:v>3.761988422676205</c:v>
              </c:pt>
              <c:pt idx="153">
                <c:v>3.761988422676205</c:v>
              </c:pt>
              <c:pt idx="154">
                <c:v>3.761988422676205</c:v>
              </c:pt>
              <c:pt idx="155">
                <c:v>3.761988422676205</c:v>
              </c:pt>
              <c:pt idx="156">
                <c:v>3.761988422676205</c:v>
              </c:pt>
              <c:pt idx="157">
                <c:v>3.761988422676205</c:v>
              </c:pt>
              <c:pt idx="158">
                <c:v>3.761988422676205</c:v>
              </c:pt>
              <c:pt idx="159">
                <c:v>3.761988422676205</c:v>
              </c:pt>
              <c:pt idx="160">
                <c:v>3.761988422676205</c:v>
              </c:pt>
              <c:pt idx="161">
                <c:v>3.761988422676205</c:v>
              </c:pt>
              <c:pt idx="162">
                <c:v>3.761988422676205</c:v>
              </c:pt>
              <c:pt idx="163">
                <c:v>3.761988422676205</c:v>
              </c:pt>
              <c:pt idx="164">
                <c:v>3.761988422676205</c:v>
              </c:pt>
              <c:pt idx="165">
                <c:v>3.761988422676205</c:v>
              </c:pt>
              <c:pt idx="166">
                <c:v>3.761988422676205</c:v>
              </c:pt>
              <c:pt idx="167">
                <c:v>3.761988422676205</c:v>
              </c:pt>
              <c:pt idx="168">
                <c:v>3.761988422676205</c:v>
              </c:pt>
              <c:pt idx="169">
                <c:v>3.761988422676205</c:v>
              </c:pt>
              <c:pt idx="170">
                <c:v>3.761988422676205</c:v>
              </c:pt>
              <c:pt idx="171">
                <c:v>3.761988422676205</c:v>
              </c:pt>
              <c:pt idx="172">
                <c:v>3.761988422676205</c:v>
              </c:pt>
              <c:pt idx="173">
                <c:v>3.761988422676205</c:v>
              </c:pt>
              <c:pt idx="174">
                <c:v>3.761988422676205</c:v>
              </c:pt>
              <c:pt idx="175">
                <c:v>3.761988422676205</c:v>
              </c:pt>
              <c:pt idx="176">
                <c:v>3.761988422676205</c:v>
              </c:pt>
              <c:pt idx="177">
                <c:v>3.761988422676205</c:v>
              </c:pt>
              <c:pt idx="178">
                <c:v>3.761988422676205</c:v>
              </c:pt>
              <c:pt idx="179">
                <c:v>3.761988422676205</c:v>
              </c:pt>
              <c:pt idx="180">
                <c:v>3.761988422676205</c:v>
              </c:pt>
              <c:pt idx="181">
                <c:v>3.761988422676205</c:v>
              </c:pt>
              <c:pt idx="182">
                <c:v>3.761988422676205</c:v>
              </c:pt>
              <c:pt idx="183">
                <c:v>3.761988422676205</c:v>
              </c:pt>
              <c:pt idx="184">
                <c:v>3.761988422676205</c:v>
              </c:pt>
              <c:pt idx="185">
                <c:v>3.761988422676205</c:v>
              </c:pt>
              <c:pt idx="186">
                <c:v>3.761988422676205</c:v>
              </c:pt>
              <c:pt idx="187">
                <c:v>3.761988422676205</c:v>
              </c:pt>
              <c:pt idx="188">
                <c:v>3.761988422676205</c:v>
              </c:pt>
              <c:pt idx="189">
                <c:v>3.761988422676205</c:v>
              </c:pt>
              <c:pt idx="190">
                <c:v>3.761988422676205</c:v>
              </c:pt>
              <c:pt idx="191">
                <c:v>3.761988422676205</c:v>
              </c:pt>
              <c:pt idx="192">
                <c:v>3.761988422676205</c:v>
              </c:pt>
              <c:pt idx="193">
                <c:v>3.761988422676205</c:v>
              </c:pt>
              <c:pt idx="194">
                <c:v>3.761988422676205</c:v>
              </c:pt>
              <c:pt idx="195">
                <c:v>3.761988422676205</c:v>
              </c:pt>
              <c:pt idx="196">
                <c:v>3.761988422676205</c:v>
              </c:pt>
              <c:pt idx="197">
                <c:v>3.761988422676205</c:v>
              </c:pt>
              <c:pt idx="198">
                <c:v>3.761988422676205</c:v>
              </c:pt>
              <c:pt idx="199">
                <c:v>3.761988422676205</c:v>
              </c:pt>
              <c:pt idx="200">
                <c:v>3.761988422676205</c:v>
              </c:pt>
              <c:pt idx="201">
                <c:v>3.761988422676205</c:v>
              </c:pt>
              <c:pt idx="202">
                <c:v>3.761988422676205</c:v>
              </c:pt>
              <c:pt idx="203">
                <c:v>3.761988422676205</c:v>
              </c:pt>
              <c:pt idx="204">
                <c:v>3.761988422676205</c:v>
              </c:pt>
              <c:pt idx="205">
                <c:v>3.761988422676205</c:v>
              </c:pt>
              <c:pt idx="206">
                <c:v>3.761988422676205</c:v>
              </c:pt>
              <c:pt idx="207">
                <c:v>3.761988422676205</c:v>
              </c:pt>
              <c:pt idx="208">
                <c:v>3.761988422676205</c:v>
              </c:pt>
              <c:pt idx="209">
                <c:v>3.761988422676205</c:v>
              </c:pt>
              <c:pt idx="210">
                <c:v>3.761988422676205</c:v>
              </c:pt>
              <c:pt idx="211">
                <c:v>3.761988422676205</c:v>
              </c:pt>
              <c:pt idx="212">
                <c:v>3.761988422676205</c:v>
              </c:pt>
              <c:pt idx="213">
                <c:v>3.761988422676205</c:v>
              </c:pt>
              <c:pt idx="214">
                <c:v>3.761988422676205</c:v>
              </c:pt>
              <c:pt idx="215">
                <c:v>3.761988422676205</c:v>
              </c:pt>
              <c:pt idx="216">
                <c:v>3.761988422676205</c:v>
              </c:pt>
              <c:pt idx="217">
                <c:v>3.761988422676205</c:v>
              </c:pt>
              <c:pt idx="218">
                <c:v>3.761988422676205</c:v>
              </c:pt>
              <c:pt idx="219">
                <c:v>3.761988422676205</c:v>
              </c:pt>
              <c:pt idx="220">
                <c:v>3.761988422676205</c:v>
              </c:pt>
              <c:pt idx="221">
                <c:v>3.761988422676205</c:v>
              </c:pt>
              <c:pt idx="222">
                <c:v>3.761988422676205</c:v>
              </c:pt>
              <c:pt idx="223">
                <c:v>3.761988422676205</c:v>
              </c:pt>
              <c:pt idx="224">
                <c:v>3.761988422676205</c:v>
              </c:pt>
              <c:pt idx="225">
                <c:v>3.761988422676205</c:v>
              </c:pt>
              <c:pt idx="226">
                <c:v>3.761988422676205</c:v>
              </c:pt>
              <c:pt idx="227">
                <c:v>3.761988422676205</c:v>
              </c:pt>
              <c:pt idx="228">
                <c:v>3.761988422676205</c:v>
              </c:pt>
              <c:pt idx="229">
                <c:v>3.761988422676205</c:v>
              </c:pt>
              <c:pt idx="230">
                <c:v>3.761988422676205</c:v>
              </c:pt>
              <c:pt idx="231">
                <c:v>3.761988422676205</c:v>
              </c:pt>
              <c:pt idx="232">
                <c:v>3.761988422676205</c:v>
              </c:pt>
              <c:pt idx="233">
                <c:v>3.761988422676205</c:v>
              </c:pt>
              <c:pt idx="234">
                <c:v>3.761988422676205</c:v>
              </c:pt>
              <c:pt idx="235">
                <c:v>3.761988422676205</c:v>
              </c:pt>
              <c:pt idx="236">
                <c:v>3.761988422676205</c:v>
              </c:pt>
              <c:pt idx="237">
                <c:v>3.761988422676205</c:v>
              </c:pt>
              <c:pt idx="238">
                <c:v>3.761988422676205</c:v>
              </c:pt>
              <c:pt idx="239">
                <c:v>3.761988422676205</c:v>
              </c:pt>
              <c:pt idx="240">
                <c:v>3.761988422676205</c:v>
              </c:pt>
              <c:pt idx="241">
                <c:v>3.761988422676205</c:v>
              </c:pt>
              <c:pt idx="242">
                <c:v>3.761988422676205</c:v>
              </c:pt>
              <c:pt idx="243">
                <c:v>3.761988422676205</c:v>
              </c:pt>
              <c:pt idx="244">
                <c:v>3.761988422676205</c:v>
              </c:pt>
              <c:pt idx="245">
                <c:v>3.761988422676205</c:v>
              </c:pt>
              <c:pt idx="246">
                <c:v>3.761988422676205</c:v>
              </c:pt>
              <c:pt idx="247">
                <c:v>3.761988422676205</c:v>
              </c:pt>
              <c:pt idx="248">
                <c:v>3.761988422676205</c:v>
              </c:pt>
              <c:pt idx="249">
                <c:v>3.761988422676205</c:v>
              </c:pt>
              <c:pt idx="250">
                <c:v>3.761988422676205</c:v>
              </c:pt>
              <c:pt idx="251">
                <c:v>3.761988422676205</c:v>
              </c:pt>
              <c:pt idx="252">
                <c:v>3.761988422676205</c:v>
              </c:pt>
              <c:pt idx="253">
                <c:v>3.761988422676205</c:v>
              </c:pt>
              <c:pt idx="254">
                <c:v>3.761988422676205</c:v>
              </c:pt>
              <c:pt idx="255">
                <c:v>3.761988422676205</c:v>
              </c:pt>
              <c:pt idx="256">
                <c:v>3.761988422676205</c:v>
              </c:pt>
              <c:pt idx="257">
                <c:v>3.761988422676205</c:v>
              </c:pt>
              <c:pt idx="258">
                <c:v>3.761988422676205</c:v>
              </c:pt>
              <c:pt idx="259">
                <c:v>3.761988422676205</c:v>
              </c:pt>
              <c:pt idx="260">
                <c:v>3.761988422676205</c:v>
              </c:pt>
              <c:pt idx="261">
                <c:v>3.761988422676205</c:v>
              </c:pt>
              <c:pt idx="262">
                <c:v>3.761988422676205</c:v>
              </c:pt>
              <c:pt idx="263">
                <c:v>3.761988422676205</c:v>
              </c:pt>
              <c:pt idx="264">
                <c:v>3.761988422676205</c:v>
              </c:pt>
              <c:pt idx="265">
                <c:v>3.761988422676205</c:v>
              </c:pt>
              <c:pt idx="266">
                <c:v>3.761988422676205</c:v>
              </c:pt>
              <c:pt idx="267">
                <c:v>3.761988422676205</c:v>
              </c:pt>
              <c:pt idx="268">
                <c:v>3.761988422676205</c:v>
              </c:pt>
              <c:pt idx="269">
                <c:v>3.761988422676205</c:v>
              </c:pt>
              <c:pt idx="270">
                <c:v>3.761988422676205</c:v>
              </c:pt>
              <c:pt idx="271">
                <c:v>3.761988422676205</c:v>
              </c:pt>
              <c:pt idx="272">
                <c:v>3.761988422676205</c:v>
              </c:pt>
              <c:pt idx="273">
                <c:v>3.761988422676205</c:v>
              </c:pt>
              <c:pt idx="274">
                <c:v>3.761988422676205</c:v>
              </c:pt>
              <c:pt idx="275">
                <c:v>3.761988422676205</c:v>
              </c:pt>
              <c:pt idx="276">
                <c:v>3.761988422676205</c:v>
              </c:pt>
              <c:pt idx="277">
                <c:v>3.761988422676205</c:v>
              </c:pt>
              <c:pt idx="278">
                <c:v>3.761988422676205</c:v>
              </c:pt>
              <c:pt idx="279">
                <c:v>3.761988422676205</c:v>
              </c:pt>
              <c:pt idx="280">
                <c:v>3.761988422676205</c:v>
              </c:pt>
              <c:pt idx="281">
                <c:v>3.761988422676205</c:v>
              </c:pt>
              <c:pt idx="282">
                <c:v>3.761988422676205</c:v>
              </c:pt>
              <c:pt idx="283">
                <c:v>3.761988422676205</c:v>
              </c:pt>
              <c:pt idx="284">
                <c:v>3.761988422676205</c:v>
              </c:pt>
              <c:pt idx="285">
                <c:v>3.761988422676205</c:v>
              </c:pt>
              <c:pt idx="286">
                <c:v>3.761988422676205</c:v>
              </c:pt>
              <c:pt idx="287">
                <c:v>3.761988422676205</c:v>
              </c:pt>
              <c:pt idx="288">
                <c:v>3.761988422676205</c:v>
              </c:pt>
              <c:pt idx="289">
                <c:v>3.761988422676205</c:v>
              </c:pt>
              <c:pt idx="290">
                <c:v>3.761988422676205</c:v>
              </c:pt>
              <c:pt idx="291">
                <c:v>3.761988422676205</c:v>
              </c:pt>
              <c:pt idx="292">
                <c:v>3.761988422676205</c:v>
              </c:pt>
              <c:pt idx="293">
                <c:v>3.761988422676205</c:v>
              </c:pt>
              <c:pt idx="294">
                <c:v>3.761988422676205</c:v>
              </c:pt>
              <c:pt idx="295">
                <c:v>3.761988422676205</c:v>
              </c:pt>
              <c:pt idx="296">
                <c:v>3.761988422676205</c:v>
              </c:pt>
              <c:pt idx="297">
                <c:v>3.761988422676205</c:v>
              </c:pt>
              <c:pt idx="298">
                <c:v>3.761988422676205</c:v>
              </c:pt>
              <c:pt idx="299">
                <c:v>3.761988422676205</c:v>
              </c:pt>
              <c:pt idx="300">
                <c:v>3.761988422676205</c:v>
              </c:pt>
              <c:pt idx="301">
                <c:v>3.761988422676205</c:v>
              </c:pt>
              <c:pt idx="302">
                <c:v>3.761988422676205</c:v>
              </c:pt>
              <c:pt idx="303">
                <c:v>3.761988422676205</c:v>
              </c:pt>
              <c:pt idx="304">
                <c:v>3.761988422676205</c:v>
              </c:pt>
              <c:pt idx="305">
                <c:v>3.761988422676205</c:v>
              </c:pt>
              <c:pt idx="306">
                <c:v>3.761988422676205</c:v>
              </c:pt>
              <c:pt idx="307">
                <c:v>3.761988422676205</c:v>
              </c:pt>
              <c:pt idx="308">
                <c:v>3.761988422676205</c:v>
              </c:pt>
              <c:pt idx="309">
                <c:v>3.761988422676205</c:v>
              </c:pt>
              <c:pt idx="310">
                <c:v>3.761988422676205</c:v>
              </c:pt>
              <c:pt idx="311">
                <c:v>3.761988422676205</c:v>
              </c:pt>
              <c:pt idx="312">
                <c:v>3.761988422676205</c:v>
              </c:pt>
              <c:pt idx="313">
                <c:v>3.761988422676205</c:v>
              </c:pt>
              <c:pt idx="314">
                <c:v>3.761988422676205</c:v>
              </c:pt>
              <c:pt idx="315">
                <c:v>3.761988422676205</c:v>
              </c:pt>
              <c:pt idx="316">
                <c:v>3.761988422676205</c:v>
              </c:pt>
              <c:pt idx="317">
                <c:v>3.761988422676205</c:v>
              </c:pt>
              <c:pt idx="318">
                <c:v>3.761988422676205</c:v>
              </c:pt>
              <c:pt idx="319">
                <c:v>3.761988422676205</c:v>
              </c:pt>
              <c:pt idx="320">
                <c:v>3.761988422676205</c:v>
              </c:pt>
              <c:pt idx="321">
                <c:v>3.761988422676205</c:v>
              </c:pt>
              <c:pt idx="322">
                <c:v>3.761988422676205</c:v>
              </c:pt>
              <c:pt idx="323">
                <c:v>3.761988422676205</c:v>
              </c:pt>
              <c:pt idx="324">
                <c:v>3.761988422676205</c:v>
              </c:pt>
              <c:pt idx="325">
                <c:v>3.761988422676205</c:v>
              </c:pt>
              <c:pt idx="326">
                <c:v>3.761988422676205</c:v>
              </c:pt>
              <c:pt idx="327">
                <c:v>3.761988422676205</c:v>
              </c:pt>
              <c:pt idx="328">
                <c:v>3.761988422676205</c:v>
              </c:pt>
              <c:pt idx="329">
                <c:v>3.761988422676205</c:v>
              </c:pt>
              <c:pt idx="330">
                <c:v>3.761988422676205</c:v>
              </c:pt>
              <c:pt idx="331">
                <c:v>3.761988422676205</c:v>
              </c:pt>
              <c:pt idx="332">
                <c:v>3.761988422676205</c:v>
              </c:pt>
              <c:pt idx="333">
                <c:v>3.761988422676205</c:v>
              </c:pt>
              <c:pt idx="334">
                <c:v>3.761988422676205</c:v>
              </c:pt>
              <c:pt idx="335">
                <c:v>3.761988422676205</c:v>
              </c:pt>
              <c:pt idx="336">
                <c:v>3.761988422676205</c:v>
              </c:pt>
              <c:pt idx="337">
                <c:v>3.761988422676205</c:v>
              </c:pt>
              <c:pt idx="338">
                <c:v>3.761988422676205</c:v>
              </c:pt>
              <c:pt idx="339">
                <c:v>3.761988422676205</c:v>
              </c:pt>
              <c:pt idx="340">
                <c:v>3.761988422676205</c:v>
              </c:pt>
              <c:pt idx="341">
                <c:v>3.761988422676205</c:v>
              </c:pt>
              <c:pt idx="342">
                <c:v>3.761988422676205</c:v>
              </c:pt>
              <c:pt idx="343">
                <c:v>3.761988422676205</c:v>
              </c:pt>
              <c:pt idx="344">
                <c:v>3.761988422676205</c:v>
              </c:pt>
              <c:pt idx="345">
                <c:v>3.761988422676205</c:v>
              </c:pt>
              <c:pt idx="346">
                <c:v>3.761988422676205</c:v>
              </c:pt>
              <c:pt idx="347">
                <c:v>3.761988422676205</c:v>
              </c:pt>
              <c:pt idx="348">
                <c:v>3.761988422676205</c:v>
              </c:pt>
              <c:pt idx="349">
                <c:v>3.761988422676205</c:v>
              </c:pt>
              <c:pt idx="350">
                <c:v>3.761988422676205</c:v>
              </c:pt>
              <c:pt idx="351">
                <c:v>3.761988422676205</c:v>
              </c:pt>
              <c:pt idx="352">
                <c:v>3.761988422676205</c:v>
              </c:pt>
              <c:pt idx="353">
                <c:v>3.761988422676205</c:v>
              </c:pt>
              <c:pt idx="354">
                <c:v>3.761988422676205</c:v>
              </c:pt>
              <c:pt idx="355">
                <c:v>3.761988422676205</c:v>
              </c:pt>
              <c:pt idx="356">
                <c:v>3.761988422676205</c:v>
              </c:pt>
              <c:pt idx="357">
                <c:v>3.761988422676205</c:v>
              </c:pt>
              <c:pt idx="358">
                <c:v>3.761988422676205</c:v>
              </c:pt>
              <c:pt idx="359">
                <c:v>3.761988422676205</c:v>
              </c:pt>
              <c:pt idx="360">
                <c:v>3.761988422676205</c:v>
              </c:pt>
              <c:pt idx="361">
                <c:v>3.761988422676205</c:v>
              </c:pt>
              <c:pt idx="362">
                <c:v>3.761988422676205</c:v>
              </c:pt>
              <c:pt idx="363">
                <c:v>3.761988422676205</c:v>
              </c:pt>
              <c:pt idx="364">
                <c:v>3.761988422676205</c:v>
              </c:pt>
              <c:pt idx="365">
                <c:v>3.761988422676205</c:v>
              </c:pt>
              <c:pt idx="366">
                <c:v>3.761988422676205</c:v>
              </c:pt>
              <c:pt idx="367">
                <c:v>3.761988422676205</c:v>
              </c:pt>
              <c:pt idx="368">
                <c:v>3.761988422676205</c:v>
              </c:pt>
              <c:pt idx="369">
                <c:v>3.761988422676205</c:v>
              </c:pt>
              <c:pt idx="370">
                <c:v>3.761988422676205</c:v>
              </c:pt>
              <c:pt idx="371">
                <c:v>3.761988422676205</c:v>
              </c:pt>
              <c:pt idx="372">
                <c:v>3.761988422676205</c:v>
              </c:pt>
              <c:pt idx="373">
                <c:v>3.761988422676205</c:v>
              </c:pt>
              <c:pt idx="374">
                <c:v>3.761988422676205</c:v>
              </c:pt>
              <c:pt idx="375">
                <c:v>3.761988422676205</c:v>
              </c:pt>
              <c:pt idx="376">
                <c:v>3.761988422676205</c:v>
              </c:pt>
              <c:pt idx="377">
                <c:v>3.761988422676205</c:v>
              </c:pt>
              <c:pt idx="378">
                <c:v>3.761988422676205</c:v>
              </c:pt>
              <c:pt idx="379">
                <c:v>3.761988422676205</c:v>
              </c:pt>
              <c:pt idx="380">
                <c:v>3.761988422676205</c:v>
              </c:pt>
              <c:pt idx="381">
                <c:v>3.761988422676205</c:v>
              </c:pt>
              <c:pt idx="382">
                <c:v>3.761988422676205</c:v>
              </c:pt>
              <c:pt idx="383">
                <c:v>3.761988422676205</c:v>
              </c:pt>
              <c:pt idx="384">
                <c:v>3.761988422676205</c:v>
              </c:pt>
              <c:pt idx="385">
                <c:v>3.761988422676205</c:v>
              </c:pt>
              <c:pt idx="386">
                <c:v>3.761988422676205</c:v>
              </c:pt>
              <c:pt idx="387">
                <c:v>3.761988422676205</c:v>
              </c:pt>
              <c:pt idx="388">
                <c:v>3.761988422676205</c:v>
              </c:pt>
              <c:pt idx="389">
                <c:v>3.761988422676205</c:v>
              </c:pt>
              <c:pt idx="390">
                <c:v>3.761988422676205</c:v>
              </c:pt>
              <c:pt idx="391">
                <c:v>3.761988422676205</c:v>
              </c:pt>
              <c:pt idx="392">
                <c:v>3.761988422676205</c:v>
              </c:pt>
              <c:pt idx="393">
                <c:v>3.761988422676205</c:v>
              </c:pt>
              <c:pt idx="394">
                <c:v>3.761988422676205</c:v>
              </c:pt>
              <c:pt idx="395">
                <c:v>3.761988422676205</c:v>
              </c:pt>
              <c:pt idx="396">
                <c:v>3.761988422676205</c:v>
              </c:pt>
              <c:pt idx="397">
                <c:v>3.761988422676205</c:v>
              </c:pt>
              <c:pt idx="398">
                <c:v>3.761988422676205</c:v>
              </c:pt>
              <c:pt idx="399">
                <c:v>3.761988422676205</c:v>
              </c:pt>
              <c:pt idx="400">
                <c:v>3.761988422676205</c:v>
              </c:pt>
              <c:pt idx="401">
                <c:v>3.761988422676205</c:v>
              </c:pt>
              <c:pt idx="402">
                <c:v>3.761988422676205</c:v>
              </c:pt>
              <c:pt idx="403">
                <c:v>3.761988422676205</c:v>
              </c:pt>
              <c:pt idx="404">
                <c:v>3.761988422676205</c:v>
              </c:pt>
              <c:pt idx="405">
                <c:v>3.761988422676205</c:v>
              </c:pt>
              <c:pt idx="406">
                <c:v>3.761988422676205</c:v>
              </c:pt>
              <c:pt idx="407">
                <c:v>3.761988422676205</c:v>
              </c:pt>
              <c:pt idx="408">
                <c:v>3.761988422676205</c:v>
              </c:pt>
              <c:pt idx="409">
                <c:v>3.761988422676205</c:v>
              </c:pt>
              <c:pt idx="410">
                <c:v>3.761988422676205</c:v>
              </c:pt>
              <c:pt idx="411">
                <c:v>3.761988422676205</c:v>
              </c:pt>
              <c:pt idx="412">
                <c:v>3.761988422676205</c:v>
              </c:pt>
              <c:pt idx="413">
                <c:v>3.761988422676205</c:v>
              </c:pt>
              <c:pt idx="414">
                <c:v>3.761988422676205</c:v>
              </c:pt>
              <c:pt idx="415">
                <c:v>3.761988422676205</c:v>
              </c:pt>
              <c:pt idx="416">
                <c:v>3.761988422676205</c:v>
              </c:pt>
              <c:pt idx="417">
                <c:v>3.761988422676205</c:v>
              </c:pt>
              <c:pt idx="418">
                <c:v>3.761988422676205</c:v>
              </c:pt>
              <c:pt idx="419">
                <c:v>3.761988422676205</c:v>
              </c:pt>
              <c:pt idx="420">
                <c:v>3.761988422676205</c:v>
              </c:pt>
              <c:pt idx="421">
                <c:v>3.761988422676205</c:v>
              </c:pt>
              <c:pt idx="422">
                <c:v>3.761988422676205</c:v>
              </c:pt>
              <c:pt idx="423">
                <c:v>3.761988422676205</c:v>
              </c:pt>
              <c:pt idx="424">
                <c:v>3.761988422676205</c:v>
              </c:pt>
              <c:pt idx="425">
                <c:v>3.761988422676205</c:v>
              </c:pt>
              <c:pt idx="426">
                <c:v>3.761988422676205</c:v>
              </c:pt>
              <c:pt idx="427">
                <c:v>3.761988422676205</c:v>
              </c:pt>
              <c:pt idx="428">
                <c:v>3.761988422676205</c:v>
              </c:pt>
              <c:pt idx="429">
                <c:v>3.761988422676205</c:v>
              </c:pt>
              <c:pt idx="430">
                <c:v>3.761988422676205</c:v>
              </c:pt>
              <c:pt idx="431">
                <c:v>3.761988422676205</c:v>
              </c:pt>
              <c:pt idx="432">
                <c:v>3.761988422676205</c:v>
              </c:pt>
              <c:pt idx="433">
                <c:v>3.761988422676205</c:v>
              </c:pt>
              <c:pt idx="434">
                <c:v>3.761988422676205</c:v>
              </c:pt>
              <c:pt idx="435">
                <c:v>3.761988422676205</c:v>
              </c:pt>
              <c:pt idx="436">
                <c:v>3.761988422676205</c:v>
              </c:pt>
              <c:pt idx="437">
                <c:v>3.761988422676205</c:v>
              </c:pt>
              <c:pt idx="438">
                <c:v>3.761988422676205</c:v>
              </c:pt>
              <c:pt idx="439">
                <c:v>3.761988422676205</c:v>
              </c:pt>
              <c:pt idx="440">
                <c:v>3.761988422676205</c:v>
              </c:pt>
              <c:pt idx="441">
                <c:v>3.761988422676205</c:v>
              </c:pt>
              <c:pt idx="442">
                <c:v>3.761988422676205</c:v>
              </c:pt>
              <c:pt idx="443">
                <c:v>3.761988422676205</c:v>
              </c:pt>
              <c:pt idx="444">
                <c:v>3.761988422676205</c:v>
              </c:pt>
              <c:pt idx="445">
                <c:v>3.761988422676205</c:v>
              </c:pt>
              <c:pt idx="446">
                <c:v>3.761988422676205</c:v>
              </c:pt>
              <c:pt idx="447">
                <c:v>3.761988422676205</c:v>
              </c:pt>
              <c:pt idx="448">
                <c:v>3.761988422676205</c:v>
              </c:pt>
              <c:pt idx="449">
                <c:v>3.761988422676205</c:v>
              </c:pt>
            </c:numLit>
          </c:yVal>
          <c:smooth val="0"/>
        </c:ser>
        <c:ser>
          <c:idx val="12"/>
          <c:order val="12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50"/>
              <c:pt idx="0">
                <c:v>29.5635051403414</c:v>
              </c:pt>
              <c:pt idx="1">
                <c:v>29.5635051403414</c:v>
              </c:pt>
              <c:pt idx="2">
                <c:v>29.5635051403414</c:v>
              </c:pt>
              <c:pt idx="3">
                <c:v>29.5635051403414</c:v>
              </c:pt>
              <c:pt idx="4">
                <c:v>29.5635051403414</c:v>
              </c:pt>
              <c:pt idx="5">
                <c:v>29.5635051403414</c:v>
              </c:pt>
              <c:pt idx="6">
                <c:v>29.5635051403414</c:v>
              </c:pt>
              <c:pt idx="7">
                <c:v>29.5635051403414</c:v>
              </c:pt>
              <c:pt idx="8">
                <c:v>29.5635051403414</c:v>
              </c:pt>
              <c:pt idx="9">
                <c:v>29.5635051403414</c:v>
              </c:pt>
              <c:pt idx="10">
                <c:v>29.5635051403414</c:v>
              </c:pt>
              <c:pt idx="11">
                <c:v>29.5635051403414</c:v>
              </c:pt>
              <c:pt idx="12">
                <c:v>29.5635051403414</c:v>
              </c:pt>
              <c:pt idx="13">
                <c:v>29.5635051403414</c:v>
              </c:pt>
              <c:pt idx="14">
                <c:v>29.5635051403414</c:v>
              </c:pt>
              <c:pt idx="15">
                <c:v>29.5635051403414</c:v>
              </c:pt>
              <c:pt idx="16">
                <c:v>29.5635051403414</c:v>
              </c:pt>
              <c:pt idx="17">
                <c:v>29.5635051403414</c:v>
              </c:pt>
              <c:pt idx="18">
                <c:v>29.5635051403414</c:v>
              </c:pt>
              <c:pt idx="19">
                <c:v>29.5635051403414</c:v>
              </c:pt>
              <c:pt idx="20">
                <c:v>29.5635051403414</c:v>
              </c:pt>
              <c:pt idx="21">
                <c:v>29.5635051403414</c:v>
              </c:pt>
              <c:pt idx="22">
                <c:v>29.5635051403414</c:v>
              </c:pt>
              <c:pt idx="23">
                <c:v>29.5635051403414</c:v>
              </c:pt>
              <c:pt idx="24">
                <c:v>29.5635051403414</c:v>
              </c:pt>
              <c:pt idx="25">
                <c:v>29.5635051403414</c:v>
              </c:pt>
              <c:pt idx="26">
                <c:v>29.5635051403414</c:v>
              </c:pt>
              <c:pt idx="27">
                <c:v>29.5635051403414</c:v>
              </c:pt>
              <c:pt idx="28">
                <c:v>29.5635051403414</c:v>
              </c:pt>
              <c:pt idx="29">
                <c:v>29.5635051403414</c:v>
              </c:pt>
              <c:pt idx="30">
                <c:v>29.5635051403414</c:v>
              </c:pt>
              <c:pt idx="31">
                <c:v>29.5635051403414</c:v>
              </c:pt>
              <c:pt idx="32">
                <c:v>29.5635051403414</c:v>
              </c:pt>
              <c:pt idx="33">
                <c:v>29.5635051403414</c:v>
              </c:pt>
              <c:pt idx="34">
                <c:v>29.5635051403414</c:v>
              </c:pt>
              <c:pt idx="35">
                <c:v>29.5635051403414</c:v>
              </c:pt>
              <c:pt idx="36">
                <c:v>29.5635051403414</c:v>
              </c:pt>
              <c:pt idx="37">
                <c:v>29.5635051403414</c:v>
              </c:pt>
              <c:pt idx="38">
                <c:v>29.5635051403414</c:v>
              </c:pt>
              <c:pt idx="39">
                <c:v>29.5635051403414</c:v>
              </c:pt>
              <c:pt idx="40">
                <c:v>29.5635051403414</c:v>
              </c:pt>
              <c:pt idx="41">
                <c:v>29.5635051403414</c:v>
              </c:pt>
              <c:pt idx="42">
                <c:v>29.5635051403414</c:v>
              </c:pt>
              <c:pt idx="43">
                <c:v>29.5635051403414</c:v>
              </c:pt>
              <c:pt idx="44">
                <c:v>29.5635051403414</c:v>
              </c:pt>
              <c:pt idx="45">
                <c:v>29.5635051403414</c:v>
              </c:pt>
              <c:pt idx="46">
                <c:v>29.5635051403414</c:v>
              </c:pt>
              <c:pt idx="47">
                <c:v>29.5635051403414</c:v>
              </c:pt>
              <c:pt idx="48">
                <c:v>29.5635051403414</c:v>
              </c:pt>
              <c:pt idx="49">
                <c:v>29.5635051403414</c:v>
              </c:pt>
              <c:pt idx="50">
                <c:v>29.5635051403414</c:v>
              </c:pt>
              <c:pt idx="51">
                <c:v>29.5635051403414</c:v>
              </c:pt>
              <c:pt idx="52">
                <c:v>29.5635051403414</c:v>
              </c:pt>
              <c:pt idx="53">
                <c:v>29.5635051403414</c:v>
              </c:pt>
              <c:pt idx="54">
                <c:v>29.5635051403414</c:v>
              </c:pt>
              <c:pt idx="55">
                <c:v>29.5635051403414</c:v>
              </c:pt>
              <c:pt idx="56">
                <c:v>29.5635051403414</c:v>
              </c:pt>
              <c:pt idx="57">
                <c:v>29.5635051403414</c:v>
              </c:pt>
              <c:pt idx="58">
                <c:v>29.5635051403414</c:v>
              </c:pt>
              <c:pt idx="59">
                <c:v>29.5635051403414</c:v>
              </c:pt>
              <c:pt idx="60">
                <c:v>29.5635051403414</c:v>
              </c:pt>
              <c:pt idx="61">
                <c:v>29.5635051403414</c:v>
              </c:pt>
              <c:pt idx="62">
                <c:v>29.5635051403414</c:v>
              </c:pt>
              <c:pt idx="63">
                <c:v>29.5635051403414</c:v>
              </c:pt>
              <c:pt idx="64">
                <c:v>29.5635051403414</c:v>
              </c:pt>
              <c:pt idx="65">
                <c:v>29.5635051403414</c:v>
              </c:pt>
              <c:pt idx="66">
                <c:v>29.5635051403414</c:v>
              </c:pt>
              <c:pt idx="67">
                <c:v>29.5635051403414</c:v>
              </c:pt>
              <c:pt idx="68">
                <c:v>29.5635051403414</c:v>
              </c:pt>
              <c:pt idx="69">
                <c:v>29.5635051403414</c:v>
              </c:pt>
              <c:pt idx="70">
                <c:v>29.5635051403414</c:v>
              </c:pt>
              <c:pt idx="71">
                <c:v>29.5635051403414</c:v>
              </c:pt>
              <c:pt idx="72">
                <c:v>29.5635051403414</c:v>
              </c:pt>
              <c:pt idx="73">
                <c:v>29.5635051403414</c:v>
              </c:pt>
              <c:pt idx="74">
                <c:v>29.5635051403414</c:v>
              </c:pt>
              <c:pt idx="75">
                <c:v>29.5635051403414</c:v>
              </c:pt>
              <c:pt idx="76">
                <c:v>29.5635051403414</c:v>
              </c:pt>
              <c:pt idx="77">
                <c:v>29.5635051403414</c:v>
              </c:pt>
              <c:pt idx="78">
                <c:v>29.5635051403414</c:v>
              </c:pt>
              <c:pt idx="79">
                <c:v>29.5635051403414</c:v>
              </c:pt>
              <c:pt idx="80">
                <c:v>29.5635051403414</c:v>
              </c:pt>
              <c:pt idx="81">
                <c:v>29.5635051403414</c:v>
              </c:pt>
              <c:pt idx="82">
                <c:v>29.5635051403414</c:v>
              </c:pt>
              <c:pt idx="83">
                <c:v>29.5635051403414</c:v>
              </c:pt>
              <c:pt idx="84">
                <c:v>29.5635051403414</c:v>
              </c:pt>
              <c:pt idx="85">
                <c:v>29.5635051403414</c:v>
              </c:pt>
              <c:pt idx="86">
                <c:v>29.5635051403414</c:v>
              </c:pt>
              <c:pt idx="87">
                <c:v>29.5635051403414</c:v>
              </c:pt>
              <c:pt idx="88">
                <c:v>29.5635051403414</c:v>
              </c:pt>
              <c:pt idx="89">
                <c:v>29.5635051403414</c:v>
              </c:pt>
              <c:pt idx="90">
                <c:v>29.5635051403414</c:v>
              </c:pt>
              <c:pt idx="91">
                <c:v>29.5635051403414</c:v>
              </c:pt>
              <c:pt idx="92">
                <c:v>29.5635051403414</c:v>
              </c:pt>
              <c:pt idx="93">
                <c:v>29.5635051403414</c:v>
              </c:pt>
              <c:pt idx="94">
                <c:v>29.5635051403414</c:v>
              </c:pt>
              <c:pt idx="95">
                <c:v>29.5635051403414</c:v>
              </c:pt>
              <c:pt idx="96">
                <c:v>29.5635051403414</c:v>
              </c:pt>
              <c:pt idx="97">
                <c:v>29.5635051403414</c:v>
              </c:pt>
              <c:pt idx="98">
                <c:v>29.5635051403414</c:v>
              </c:pt>
              <c:pt idx="99">
                <c:v>29.5635051403414</c:v>
              </c:pt>
              <c:pt idx="100">
                <c:v>29.5635051403414</c:v>
              </c:pt>
              <c:pt idx="101">
                <c:v>29.5635051403414</c:v>
              </c:pt>
              <c:pt idx="102">
                <c:v>29.5635051403414</c:v>
              </c:pt>
              <c:pt idx="103">
                <c:v>29.5635051403414</c:v>
              </c:pt>
              <c:pt idx="104">
                <c:v>29.5635051403414</c:v>
              </c:pt>
              <c:pt idx="105">
                <c:v>29.5635051403414</c:v>
              </c:pt>
              <c:pt idx="106">
                <c:v>29.5635051403414</c:v>
              </c:pt>
              <c:pt idx="107">
                <c:v>29.5635051403414</c:v>
              </c:pt>
              <c:pt idx="108">
                <c:v>29.5635051403414</c:v>
              </c:pt>
              <c:pt idx="109">
                <c:v>29.5635051403414</c:v>
              </c:pt>
              <c:pt idx="110">
                <c:v>29.5635051403414</c:v>
              </c:pt>
              <c:pt idx="111">
                <c:v>29.5635051403414</c:v>
              </c:pt>
              <c:pt idx="112">
                <c:v>29.5635051403414</c:v>
              </c:pt>
              <c:pt idx="113">
                <c:v>29.5635051403414</c:v>
              </c:pt>
              <c:pt idx="114">
                <c:v>29.5635051403414</c:v>
              </c:pt>
              <c:pt idx="115">
                <c:v>29.5635051403414</c:v>
              </c:pt>
              <c:pt idx="116">
                <c:v>29.5635051403414</c:v>
              </c:pt>
              <c:pt idx="117">
                <c:v>29.5635051403414</c:v>
              </c:pt>
              <c:pt idx="118">
                <c:v>29.5635051403414</c:v>
              </c:pt>
              <c:pt idx="119">
                <c:v>29.5635051403414</c:v>
              </c:pt>
              <c:pt idx="120">
                <c:v>29.5635051403414</c:v>
              </c:pt>
              <c:pt idx="121">
                <c:v>29.5635051403414</c:v>
              </c:pt>
              <c:pt idx="122">
                <c:v>29.5635051403414</c:v>
              </c:pt>
              <c:pt idx="123">
                <c:v>29.5635051403414</c:v>
              </c:pt>
              <c:pt idx="124">
                <c:v>29.5635051403414</c:v>
              </c:pt>
              <c:pt idx="125">
                <c:v>29.5635051403414</c:v>
              </c:pt>
              <c:pt idx="126">
                <c:v>29.5635051403414</c:v>
              </c:pt>
              <c:pt idx="127">
                <c:v>29.5635051403414</c:v>
              </c:pt>
              <c:pt idx="128">
                <c:v>29.5635051403414</c:v>
              </c:pt>
              <c:pt idx="129">
                <c:v>29.5635051403414</c:v>
              </c:pt>
              <c:pt idx="130">
                <c:v>29.5635051403414</c:v>
              </c:pt>
              <c:pt idx="131">
                <c:v>29.5635051403414</c:v>
              </c:pt>
              <c:pt idx="132">
                <c:v>29.5635051403414</c:v>
              </c:pt>
              <c:pt idx="133">
                <c:v>29.5635051403414</c:v>
              </c:pt>
              <c:pt idx="134">
                <c:v>29.5635051403414</c:v>
              </c:pt>
              <c:pt idx="135">
                <c:v>29.5635051403414</c:v>
              </c:pt>
              <c:pt idx="136">
                <c:v>29.5635051403414</c:v>
              </c:pt>
              <c:pt idx="137">
                <c:v>29.5635051403414</c:v>
              </c:pt>
              <c:pt idx="138">
                <c:v>29.5635051403414</c:v>
              </c:pt>
              <c:pt idx="139">
                <c:v>29.5635051403414</c:v>
              </c:pt>
              <c:pt idx="140">
                <c:v>29.5635051403414</c:v>
              </c:pt>
              <c:pt idx="141">
                <c:v>29.5635051403414</c:v>
              </c:pt>
              <c:pt idx="142">
                <c:v>29.5635051403414</c:v>
              </c:pt>
              <c:pt idx="143">
                <c:v>29.5635051403414</c:v>
              </c:pt>
              <c:pt idx="144">
                <c:v>29.5635051403414</c:v>
              </c:pt>
              <c:pt idx="145">
                <c:v>29.5635051403414</c:v>
              </c:pt>
              <c:pt idx="146">
                <c:v>29.5635051403414</c:v>
              </c:pt>
              <c:pt idx="147">
                <c:v>29.5635051403414</c:v>
              </c:pt>
              <c:pt idx="148">
                <c:v>29.5635051403414</c:v>
              </c:pt>
              <c:pt idx="149">
                <c:v>29.5635051403414</c:v>
              </c:pt>
              <c:pt idx="150">
                <c:v>29.5635051403414</c:v>
              </c:pt>
              <c:pt idx="151">
                <c:v>29.5635051403414</c:v>
              </c:pt>
              <c:pt idx="152">
                <c:v>29.5635051403414</c:v>
              </c:pt>
              <c:pt idx="153">
                <c:v>29.5635051403414</c:v>
              </c:pt>
              <c:pt idx="154">
                <c:v>29.5635051403414</c:v>
              </c:pt>
              <c:pt idx="155">
                <c:v>29.5635051403414</c:v>
              </c:pt>
              <c:pt idx="156">
                <c:v>29.5635051403414</c:v>
              </c:pt>
              <c:pt idx="157">
                <c:v>29.5635051403414</c:v>
              </c:pt>
              <c:pt idx="158">
                <c:v>29.5635051403414</c:v>
              </c:pt>
              <c:pt idx="159">
                <c:v>29.5635051403414</c:v>
              </c:pt>
              <c:pt idx="160">
                <c:v>29.5635051403414</c:v>
              </c:pt>
              <c:pt idx="161">
                <c:v>29.5635051403414</c:v>
              </c:pt>
              <c:pt idx="162">
                <c:v>29.5635051403414</c:v>
              </c:pt>
              <c:pt idx="163">
                <c:v>29.5635051403414</c:v>
              </c:pt>
              <c:pt idx="164">
                <c:v>29.5635051403414</c:v>
              </c:pt>
              <c:pt idx="165">
                <c:v>29.5635051403414</c:v>
              </c:pt>
              <c:pt idx="166">
                <c:v>29.5635051403414</c:v>
              </c:pt>
              <c:pt idx="167">
                <c:v>29.5635051403414</c:v>
              </c:pt>
              <c:pt idx="168">
                <c:v>29.5635051403414</c:v>
              </c:pt>
              <c:pt idx="169">
                <c:v>29.5635051403414</c:v>
              </c:pt>
              <c:pt idx="170">
                <c:v>29.5635051403414</c:v>
              </c:pt>
              <c:pt idx="171">
                <c:v>29.5635051403414</c:v>
              </c:pt>
              <c:pt idx="172">
                <c:v>29.5635051403414</c:v>
              </c:pt>
              <c:pt idx="173">
                <c:v>29.5635051403414</c:v>
              </c:pt>
              <c:pt idx="174">
                <c:v>29.5635051403414</c:v>
              </c:pt>
              <c:pt idx="175">
                <c:v>29.5635051403414</c:v>
              </c:pt>
              <c:pt idx="176">
                <c:v>29.5635051403414</c:v>
              </c:pt>
              <c:pt idx="177">
                <c:v>29.5635051403414</c:v>
              </c:pt>
              <c:pt idx="178">
                <c:v>29.5635051403414</c:v>
              </c:pt>
              <c:pt idx="179">
                <c:v>29.5635051403414</c:v>
              </c:pt>
              <c:pt idx="180">
                <c:v>29.5635051403414</c:v>
              </c:pt>
              <c:pt idx="181">
                <c:v>29.5635051403414</c:v>
              </c:pt>
              <c:pt idx="182">
                <c:v>29.5635051403414</c:v>
              </c:pt>
              <c:pt idx="183">
                <c:v>29.5635051403414</c:v>
              </c:pt>
              <c:pt idx="184">
                <c:v>29.5635051403414</c:v>
              </c:pt>
              <c:pt idx="185">
                <c:v>29.5635051403414</c:v>
              </c:pt>
              <c:pt idx="186">
                <c:v>29.5635051403414</c:v>
              </c:pt>
              <c:pt idx="187">
                <c:v>29.5635051403414</c:v>
              </c:pt>
              <c:pt idx="188">
                <c:v>29.5635051403414</c:v>
              </c:pt>
              <c:pt idx="189">
                <c:v>29.5635051403414</c:v>
              </c:pt>
              <c:pt idx="190">
                <c:v>29.5635051403414</c:v>
              </c:pt>
              <c:pt idx="191">
                <c:v>29.5635051403414</c:v>
              </c:pt>
              <c:pt idx="192">
                <c:v>29.5635051403414</c:v>
              </c:pt>
              <c:pt idx="193">
                <c:v>29.5635051403414</c:v>
              </c:pt>
              <c:pt idx="194">
                <c:v>29.5635051403414</c:v>
              </c:pt>
              <c:pt idx="195">
                <c:v>29.5635051403414</c:v>
              </c:pt>
              <c:pt idx="196">
                <c:v>29.5635051403414</c:v>
              </c:pt>
              <c:pt idx="197">
                <c:v>29.5635051403414</c:v>
              </c:pt>
              <c:pt idx="198">
                <c:v>29.5635051403414</c:v>
              </c:pt>
              <c:pt idx="199">
                <c:v>29.5635051403414</c:v>
              </c:pt>
              <c:pt idx="200">
                <c:v>29.5635051403414</c:v>
              </c:pt>
              <c:pt idx="201">
                <c:v>29.5635051403414</c:v>
              </c:pt>
              <c:pt idx="202">
                <c:v>29.5635051403414</c:v>
              </c:pt>
              <c:pt idx="203">
                <c:v>29.5635051403414</c:v>
              </c:pt>
              <c:pt idx="204">
                <c:v>29.5635051403414</c:v>
              </c:pt>
              <c:pt idx="205">
                <c:v>29.5635051403414</c:v>
              </c:pt>
              <c:pt idx="206">
                <c:v>29.5635051403414</c:v>
              </c:pt>
              <c:pt idx="207">
                <c:v>29.5635051403414</c:v>
              </c:pt>
              <c:pt idx="208">
                <c:v>29.5635051403414</c:v>
              </c:pt>
              <c:pt idx="209">
                <c:v>29.5635051403414</c:v>
              </c:pt>
              <c:pt idx="210">
                <c:v>29.5635051403414</c:v>
              </c:pt>
              <c:pt idx="211">
                <c:v>29.5635051403414</c:v>
              </c:pt>
              <c:pt idx="212">
                <c:v>29.5635051403414</c:v>
              </c:pt>
              <c:pt idx="213">
                <c:v>29.5635051403414</c:v>
              </c:pt>
              <c:pt idx="214">
                <c:v>29.5635051403414</c:v>
              </c:pt>
              <c:pt idx="215">
                <c:v>29.5635051403414</c:v>
              </c:pt>
              <c:pt idx="216">
                <c:v>29.5635051403414</c:v>
              </c:pt>
              <c:pt idx="217">
                <c:v>29.5635051403414</c:v>
              </c:pt>
              <c:pt idx="218">
                <c:v>29.5635051403414</c:v>
              </c:pt>
              <c:pt idx="219">
                <c:v>29.5635051403414</c:v>
              </c:pt>
              <c:pt idx="220">
                <c:v>29.5635051403414</c:v>
              </c:pt>
              <c:pt idx="221">
                <c:v>29.5635051403414</c:v>
              </c:pt>
              <c:pt idx="222">
                <c:v>29.5635051403414</c:v>
              </c:pt>
              <c:pt idx="223">
                <c:v>29.5635051403414</c:v>
              </c:pt>
              <c:pt idx="224">
                <c:v>29.5635051403414</c:v>
              </c:pt>
              <c:pt idx="225">
                <c:v>29.5635051403414</c:v>
              </c:pt>
              <c:pt idx="226">
                <c:v>29.5635051403414</c:v>
              </c:pt>
              <c:pt idx="227">
                <c:v>29.5635051403414</c:v>
              </c:pt>
              <c:pt idx="228">
                <c:v>29.5635051403414</c:v>
              </c:pt>
              <c:pt idx="229">
                <c:v>29.5635051403414</c:v>
              </c:pt>
              <c:pt idx="230">
                <c:v>29.5635051403414</c:v>
              </c:pt>
              <c:pt idx="231">
                <c:v>29.5635051403414</c:v>
              </c:pt>
              <c:pt idx="232">
                <c:v>29.5635051403414</c:v>
              </c:pt>
              <c:pt idx="233">
                <c:v>29.5635051403414</c:v>
              </c:pt>
              <c:pt idx="234">
                <c:v>29.5635051403414</c:v>
              </c:pt>
              <c:pt idx="235">
                <c:v>29.5635051403414</c:v>
              </c:pt>
              <c:pt idx="236">
                <c:v>29.5635051403414</c:v>
              </c:pt>
              <c:pt idx="237">
                <c:v>29.5635051403414</c:v>
              </c:pt>
              <c:pt idx="238">
                <c:v>29.5635051403414</c:v>
              </c:pt>
              <c:pt idx="239">
                <c:v>29.5635051403414</c:v>
              </c:pt>
              <c:pt idx="240">
                <c:v>29.5635051403414</c:v>
              </c:pt>
              <c:pt idx="241">
                <c:v>29.5635051403414</c:v>
              </c:pt>
              <c:pt idx="242">
                <c:v>29.5635051403414</c:v>
              </c:pt>
              <c:pt idx="243">
                <c:v>29.5635051403414</c:v>
              </c:pt>
              <c:pt idx="244">
                <c:v>29.5635051403414</c:v>
              </c:pt>
              <c:pt idx="245">
                <c:v>29.5635051403414</c:v>
              </c:pt>
              <c:pt idx="246">
                <c:v>29.5635051403414</c:v>
              </c:pt>
              <c:pt idx="247">
                <c:v>29.5635051403414</c:v>
              </c:pt>
              <c:pt idx="248">
                <c:v>29.5635051403414</c:v>
              </c:pt>
              <c:pt idx="249">
                <c:v>29.5635051403414</c:v>
              </c:pt>
              <c:pt idx="250">
                <c:v>29.5635051403414</c:v>
              </c:pt>
              <c:pt idx="251">
                <c:v>29.5635051403414</c:v>
              </c:pt>
              <c:pt idx="252">
                <c:v>29.5635051403414</c:v>
              </c:pt>
              <c:pt idx="253">
                <c:v>29.5635051403414</c:v>
              </c:pt>
              <c:pt idx="254">
                <c:v>29.5635051403414</c:v>
              </c:pt>
              <c:pt idx="255">
                <c:v>29.5635051403414</c:v>
              </c:pt>
              <c:pt idx="256">
                <c:v>29.5635051403414</c:v>
              </c:pt>
              <c:pt idx="257">
                <c:v>29.5635051403414</c:v>
              </c:pt>
              <c:pt idx="258">
                <c:v>29.5635051403414</c:v>
              </c:pt>
              <c:pt idx="259">
                <c:v>29.5635051403414</c:v>
              </c:pt>
              <c:pt idx="260">
                <c:v>29.5635051403414</c:v>
              </c:pt>
              <c:pt idx="261">
                <c:v>29.5635051403414</c:v>
              </c:pt>
              <c:pt idx="262">
                <c:v>29.5635051403414</c:v>
              </c:pt>
              <c:pt idx="263">
                <c:v>29.5635051403414</c:v>
              </c:pt>
              <c:pt idx="264">
                <c:v>29.5635051403414</c:v>
              </c:pt>
              <c:pt idx="265">
                <c:v>29.5635051403414</c:v>
              </c:pt>
              <c:pt idx="266">
                <c:v>29.5635051403414</c:v>
              </c:pt>
              <c:pt idx="267">
                <c:v>29.5635051403414</c:v>
              </c:pt>
              <c:pt idx="268">
                <c:v>29.5635051403414</c:v>
              </c:pt>
              <c:pt idx="269">
                <c:v>29.5635051403414</c:v>
              </c:pt>
              <c:pt idx="270">
                <c:v>29.5635051403414</c:v>
              </c:pt>
              <c:pt idx="271">
                <c:v>29.5635051403414</c:v>
              </c:pt>
              <c:pt idx="272">
                <c:v>29.5635051403414</c:v>
              </c:pt>
              <c:pt idx="273">
                <c:v>29.5635051403414</c:v>
              </c:pt>
              <c:pt idx="274">
                <c:v>29.5635051403414</c:v>
              </c:pt>
              <c:pt idx="275">
                <c:v>29.5635051403414</c:v>
              </c:pt>
              <c:pt idx="276">
                <c:v>29.5635051403414</c:v>
              </c:pt>
              <c:pt idx="277">
                <c:v>29.5635051403414</c:v>
              </c:pt>
              <c:pt idx="278">
                <c:v>29.5635051403414</c:v>
              </c:pt>
              <c:pt idx="279">
                <c:v>29.5635051403414</c:v>
              </c:pt>
              <c:pt idx="280">
                <c:v>29.5635051403414</c:v>
              </c:pt>
              <c:pt idx="281">
                <c:v>29.5635051403414</c:v>
              </c:pt>
              <c:pt idx="282">
                <c:v>29.5635051403414</c:v>
              </c:pt>
              <c:pt idx="283">
                <c:v>29.5635051403414</c:v>
              </c:pt>
              <c:pt idx="284">
                <c:v>29.5635051403414</c:v>
              </c:pt>
              <c:pt idx="285">
                <c:v>29.5635051403414</c:v>
              </c:pt>
              <c:pt idx="286">
                <c:v>29.5635051403414</c:v>
              </c:pt>
              <c:pt idx="287">
                <c:v>29.5635051403414</c:v>
              </c:pt>
              <c:pt idx="288">
                <c:v>29.5635051403414</c:v>
              </c:pt>
              <c:pt idx="289">
                <c:v>29.5635051403414</c:v>
              </c:pt>
              <c:pt idx="290">
                <c:v>29.5635051403414</c:v>
              </c:pt>
              <c:pt idx="291">
                <c:v>29.5635051403414</c:v>
              </c:pt>
              <c:pt idx="292">
                <c:v>29.5635051403414</c:v>
              </c:pt>
              <c:pt idx="293">
                <c:v>29.5635051403414</c:v>
              </c:pt>
              <c:pt idx="294">
                <c:v>29.5635051403414</c:v>
              </c:pt>
              <c:pt idx="295">
                <c:v>29.5635051403414</c:v>
              </c:pt>
              <c:pt idx="296">
                <c:v>29.5635051403414</c:v>
              </c:pt>
              <c:pt idx="297">
                <c:v>29.5635051403414</c:v>
              </c:pt>
              <c:pt idx="298">
                <c:v>29.5635051403414</c:v>
              </c:pt>
              <c:pt idx="299">
                <c:v>29.5635051403414</c:v>
              </c:pt>
              <c:pt idx="300">
                <c:v>29.5635051403414</c:v>
              </c:pt>
              <c:pt idx="301">
                <c:v>29.5635051403414</c:v>
              </c:pt>
              <c:pt idx="302">
                <c:v>29.5635051403414</c:v>
              </c:pt>
              <c:pt idx="303">
                <c:v>29.5635051403414</c:v>
              </c:pt>
              <c:pt idx="304">
                <c:v>29.5635051403414</c:v>
              </c:pt>
              <c:pt idx="305">
                <c:v>29.5635051403414</c:v>
              </c:pt>
              <c:pt idx="306">
                <c:v>29.5635051403414</c:v>
              </c:pt>
              <c:pt idx="307">
                <c:v>29.5635051403414</c:v>
              </c:pt>
              <c:pt idx="308">
                <c:v>29.5635051403414</c:v>
              </c:pt>
              <c:pt idx="309">
                <c:v>29.5635051403414</c:v>
              </c:pt>
              <c:pt idx="310">
                <c:v>29.5635051403414</c:v>
              </c:pt>
              <c:pt idx="311">
                <c:v>29.5635051403414</c:v>
              </c:pt>
              <c:pt idx="312">
                <c:v>29.5635051403414</c:v>
              </c:pt>
              <c:pt idx="313">
                <c:v>29.5635051403414</c:v>
              </c:pt>
              <c:pt idx="314">
                <c:v>29.5635051403414</c:v>
              </c:pt>
              <c:pt idx="315">
                <c:v>29.5635051403414</c:v>
              </c:pt>
              <c:pt idx="316">
                <c:v>29.5635051403414</c:v>
              </c:pt>
              <c:pt idx="317">
                <c:v>29.5635051403414</c:v>
              </c:pt>
              <c:pt idx="318">
                <c:v>29.5635051403414</c:v>
              </c:pt>
              <c:pt idx="319">
                <c:v>29.5635051403414</c:v>
              </c:pt>
              <c:pt idx="320">
                <c:v>29.5635051403414</c:v>
              </c:pt>
              <c:pt idx="321">
                <c:v>29.5635051403414</c:v>
              </c:pt>
              <c:pt idx="322">
                <c:v>29.5635051403414</c:v>
              </c:pt>
              <c:pt idx="323">
                <c:v>29.5635051403414</c:v>
              </c:pt>
              <c:pt idx="324">
                <c:v>29.5635051403414</c:v>
              </c:pt>
              <c:pt idx="325">
                <c:v>29.5635051403414</c:v>
              </c:pt>
              <c:pt idx="326">
                <c:v>29.5635051403414</c:v>
              </c:pt>
              <c:pt idx="327">
                <c:v>29.5635051403414</c:v>
              </c:pt>
              <c:pt idx="328">
                <c:v>29.5635051403414</c:v>
              </c:pt>
              <c:pt idx="329">
                <c:v>29.5635051403414</c:v>
              </c:pt>
              <c:pt idx="330">
                <c:v>29.5635051403414</c:v>
              </c:pt>
              <c:pt idx="331">
                <c:v>29.5635051403414</c:v>
              </c:pt>
              <c:pt idx="332">
                <c:v>29.5635051403414</c:v>
              </c:pt>
              <c:pt idx="333">
                <c:v>29.5635051403414</c:v>
              </c:pt>
              <c:pt idx="334">
                <c:v>29.5635051403414</c:v>
              </c:pt>
              <c:pt idx="335">
                <c:v>29.5635051403414</c:v>
              </c:pt>
              <c:pt idx="336">
                <c:v>29.5635051403414</c:v>
              </c:pt>
              <c:pt idx="337">
                <c:v>29.5635051403414</c:v>
              </c:pt>
              <c:pt idx="338">
                <c:v>29.5635051403414</c:v>
              </c:pt>
              <c:pt idx="339">
                <c:v>29.5635051403414</c:v>
              </c:pt>
              <c:pt idx="340">
                <c:v>29.5635051403414</c:v>
              </c:pt>
              <c:pt idx="341">
                <c:v>29.5635051403414</c:v>
              </c:pt>
              <c:pt idx="342">
                <c:v>29.5635051403414</c:v>
              </c:pt>
              <c:pt idx="343">
                <c:v>29.5635051403414</c:v>
              </c:pt>
              <c:pt idx="344">
                <c:v>29.5635051403414</c:v>
              </c:pt>
              <c:pt idx="345">
                <c:v>29.5635051403414</c:v>
              </c:pt>
              <c:pt idx="346">
                <c:v>29.5635051403414</c:v>
              </c:pt>
              <c:pt idx="347">
                <c:v>29.5635051403414</c:v>
              </c:pt>
              <c:pt idx="348">
                <c:v>29.5635051403414</c:v>
              </c:pt>
              <c:pt idx="349">
                <c:v>29.5635051403414</c:v>
              </c:pt>
              <c:pt idx="350">
                <c:v>29.5635051403414</c:v>
              </c:pt>
              <c:pt idx="351">
                <c:v>29.5635051403414</c:v>
              </c:pt>
              <c:pt idx="352">
                <c:v>29.5635051403414</c:v>
              </c:pt>
              <c:pt idx="353">
                <c:v>29.5635051403414</c:v>
              </c:pt>
              <c:pt idx="354">
                <c:v>29.5635051403414</c:v>
              </c:pt>
              <c:pt idx="355">
                <c:v>29.5635051403414</c:v>
              </c:pt>
              <c:pt idx="356">
                <c:v>29.5635051403414</c:v>
              </c:pt>
              <c:pt idx="357">
                <c:v>29.5635051403414</c:v>
              </c:pt>
              <c:pt idx="358">
                <c:v>29.5635051403414</c:v>
              </c:pt>
              <c:pt idx="359">
                <c:v>29.5635051403414</c:v>
              </c:pt>
              <c:pt idx="360">
                <c:v>29.5635051403414</c:v>
              </c:pt>
              <c:pt idx="361">
                <c:v>29.5635051403414</c:v>
              </c:pt>
              <c:pt idx="362">
                <c:v>29.5635051403414</c:v>
              </c:pt>
              <c:pt idx="363">
                <c:v>29.5635051403414</c:v>
              </c:pt>
              <c:pt idx="364">
                <c:v>29.5635051403414</c:v>
              </c:pt>
              <c:pt idx="365">
                <c:v>29.5635051403414</c:v>
              </c:pt>
              <c:pt idx="366">
                <c:v>29.5635051403414</c:v>
              </c:pt>
              <c:pt idx="367">
                <c:v>29.5635051403414</c:v>
              </c:pt>
              <c:pt idx="368">
                <c:v>29.5635051403414</c:v>
              </c:pt>
              <c:pt idx="369">
                <c:v>29.5635051403414</c:v>
              </c:pt>
              <c:pt idx="370">
                <c:v>29.5635051403414</c:v>
              </c:pt>
              <c:pt idx="371">
                <c:v>29.5635051403414</c:v>
              </c:pt>
              <c:pt idx="372">
                <c:v>29.5635051403414</c:v>
              </c:pt>
              <c:pt idx="373">
                <c:v>29.5635051403414</c:v>
              </c:pt>
              <c:pt idx="374">
                <c:v>29.5635051403414</c:v>
              </c:pt>
              <c:pt idx="375">
                <c:v>29.5635051403414</c:v>
              </c:pt>
              <c:pt idx="376">
                <c:v>29.5635051403414</c:v>
              </c:pt>
              <c:pt idx="377">
                <c:v>29.5635051403414</c:v>
              </c:pt>
              <c:pt idx="378">
                <c:v>29.5635051403414</c:v>
              </c:pt>
              <c:pt idx="379">
                <c:v>29.5635051403414</c:v>
              </c:pt>
              <c:pt idx="380">
                <c:v>29.5635051403414</c:v>
              </c:pt>
              <c:pt idx="381">
                <c:v>29.5635051403414</c:v>
              </c:pt>
              <c:pt idx="382">
                <c:v>29.5635051403414</c:v>
              </c:pt>
              <c:pt idx="383">
                <c:v>29.5635051403414</c:v>
              </c:pt>
              <c:pt idx="384">
                <c:v>29.5635051403414</c:v>
              </c:pt>
              <c:pt idx="385">
                <c:v>29.5635051403414</c:v>
              </c:pt>
              <c:pt idx="386">
                <c:v>29.5635051403414</c:v>
              </c:pt>
              <c:pt idx="387">
                <c:v>29.5635051403414</c:v>
              </c:pt>
              <c:pt idx="388">
                <c:v>29.5635051403414</c:v>
              </c:pt>
              <c:pt idx="389">
                <c:v>29.5635051403414</c:v>
              </c:pt>
              <c:pt idx="390">
                <c:v>29.5635051403414</c:v>
              </c:pt>
              <c:pt idx="391">
                <c:v>29.5635051403414</c:v>
              </c:pt>
              <c:pt idx="392">
                <c:v>29.5635051403414</c:v>
              </c:pt>
              <c:pt idx="393">
                <c:v>29.5635051403414</c:v>
              </c:pt>
              <c:pt idx="394">
                <c:v>29.5635051403414</c:v>
              </c:pt>
              <c:pt idx="395">
                <c:v>29.5635051403414</c:v>
              </c:pt>
              <c:pt idx="396">
                <c:v>29.5635051403414</c:v>
              </c:pt>
              <c:pt idx="397">
                <c:v>29.5635051403414</c:v>
              </c:pt>
              <c:pt idx="398">
                <c:v>29.5635051403414</c:v>
              </c:pt>
              <c:pt idx="399">
                <c:v>29.5635051403414</c:v>
              </c:pt>
              <c:pt idx="400">
                <c:v>29.5635051403414</c:v>
              </c:pt>
              <c:pt idx="401">
                <c:v>29.5635051403414</c:v>
              </c:pt>
              <c:pt idx="402">
                <c:v>29.5635051403414</c:v>
              </c:pt>
              <c:pt idx="403">
                <c:v>29.5635051403414</c:v>
              </c:pt>
              <c:pt idx="404">
                <c:v>29.5635051403414</c:v>
              </c:pt>
              <c:pt idx="405">
                <c:v>29.5635051403414</c:v>
              </c:pt>
              <c:pt idx="406">
                <c:v>29.5635051403414</c:v>
              </c:pt>
              <c:pt idx="407">
                <c:v>29.5635051403414</c:v>
              </c:pt>
              <c:pt idx="408">
                <c:v>29.5635051403414</c:v>
              </c:pt>
              <c:pt idx="409">
                <c:v>29.5635051403414</c:v>
              </c:pt>
              <c:pt idx="410">
                <c:v>29.5635051403414</c:v>
              </c:pt>
              <c:pt idx="411">
                <c:v>29.5635051403414</c:v>
              </c:pt>
              <c:pt idx="412">
                <c:v>29.5635051403414</c:v>
              </c:pt>
              <c:pt idx="413">
                <c:v>29.5635051403414</c:v>
              </c:pt>
              <c:pt idx="414">
                <c:v>29.5635051403414</c:v>
              </c:pt>
              <c:pt idx="415">
                <c:v>29.5635051403414</c:v>
              </c:pt>
              <c:pt idx="416">
                <c:v>29.5635051403414</c:v>
              </c:pt>
              <c:pt idx="417">
                <c:v>29.5635051403414</c:v>
              </c:pt>
              <c:pt idx="418">
                <c:v>29.5635051403414</c:v>
              </c:pt>
              <c:pt idx="419">
                <c:v>29.5635051403414</c:v>
              </c:pt>
              <c:pt idx="420">
                <c:v>29.5635051403414</c:v>
              </c:pt>
              <c:pt idx="421">
                <c:v>29.5635051403414</c:v>
              </c:pt>
              <c:pt idx="422">
                <c:v>29.5635051403414</c:v>
              </c:pt>
              <c:pt idx="423">
                <c:v>29.5635051403414</c:v>
              </c:pt>
              <c:pt idx="424">
                <c:v>29.5635051403414</c:v>
              </c:pt>
              <c:pt idx="425">
                <c:v>29.5635051403414</c:v>
              </c:pt>
              <c:pt idx="426">
                <c:v>29.5635051403414</c:v>
              </c:pt>
              <c:pt idx="427">
                <c:v>29.5635051403414</c:v>
              </c:pt>
              <c:pt idx="428">
                <c:v>29.5635051403414</c:v>
              </c:pt>
              <c:pt idx="429">
                <c:v>29.5635051403414</c:v>
              </c:pt>
              <c:pt idx="430">
                <c:v>29.5635051403414</c:v>
              </c:pt>
              <c:pt idx="431">
                <c:v>29.5635051403414</c:v>
              </c:pt>
              <c:pt idx="432">
                <c:v>29.5635051403414</c:v>
              </c:pt>
              <c:pt idx="433">
                <c:v>29.5635051403414</c:v>
              </c:pt>
              <c:pt idx="434">
                <c:v>29.5635051403414</c:v>
              </c:pt>
              <c:pt idx="435">
                <c:v>29.5635051403414</c:v>
              </c:pt>
              <c:pt idx="436">
                <c:v>29.5635051403414</c:v>
              </c:pt>
              <c:pt idx="437">
                <c:v>29.5635051403414</c:v>
              </c:pt>
              <c:pt idx="438">
                <c:v>29.5635051403414</c:v>
              </c:pt>
              <c:pt idx="439">
                <c:v>29.5635051403414</c:v>
              </c:pt>
              <c:pt idx="440">
                <c:v>29.5635051403414</c:v>
              </c:pt>
              <c:pt idx="441">
                <c:v>29.5635051403414</c:v>
              </c:pt>
              <c:pt idx="442">
                <c:v>29.5635051403414</c:v>
              </c:pt>
              <c:pt idx="443">
                <c:v>29.5635051403414</c:v>
              </c:pt>
              <c:pt idx="444">
                <c:v>29.5635051403414</c:v>
              </c:pt>
              <c:pt idx="445">
                <c:v>29.5635051403414</c:v>
              </c:pt>
              <c:pt idx="446">
                <c:v>29.5635051403414</c:v>
              </c:pt>
              <c:pt idx="447">
                <c:v>29.5635051403414</c:v>
              </c:pt>
              <c:pt idx="448">
                <c:v>29.5635051403414</c:v>
              </c:pt>
              <c:pt idx="449">
                <c:v>29.5635051403414</c:v>
              </c:pt>
            </c:numLit>
          </c:xVal>
          <c:yVal>
            <c:numLit>
              <c:formatCode>0.0</c:formatCode>
              <c:ptCount val="450"/>
              <c:pt idx="0">
                <c:v>1.5840754845499974</c:v>
              </c:pt>
              <c:pt idx="1">
                <c:v>1.5840754845499974</c:v>
              </c:pt>
              <c:pt idx="2">
                <c:v>1.5840754845499974</c:v>
              </c:pt>
              <c:pt idx="3">
                <c:v>1.5840754845499974</c:v>
              </c:pt>
              <c:pt idx="4">
                <c:v>1.5840754845499974</c:v>
              </c:pt>
              <c:pt idx="5">
                <c:v>1.5840754845499974</c:v>
              </c:pt>
              <c:pt idx="6">
                <c:v>1.5840754845499974</c:v>
              </c:pt>
              <c:pt idx="7">
                <c:v>1.5840754845499974</c:v>
              </c:pt>
              <c:pt idx="8">
                <c:v>1.5840754845499974</c:v>
              </c:pt>
              <c:pt idx="9">
                <c:v>1.5840754845499974</c:v>
              </c:pt>
              <c:pt idx="10">
                <c:v>1.5840754845499974</c:v>
              </c:pt>
              <c:pt idx="11">
                <c:v>1.5840754845499974</c:v>
              </c:pt>
              <c:pt idx="12">
                <c:v>1.5840754845499974</c:v>
              </c:pt>
              <c:pt idx="13">
                <c:v>1.5840754845499974</c:v>
              </c:pt>
              <c:pt idx="14">
                <c:v>1.5840754845499974</c:v>
              </c:pt>
              <c:pt idx="15">
                <c:v>1.5840754845499974</c:v>
              </c:pt>
              <c:pt idx="16">
                <c:v>1.5840754845499974</c:v>
              </c:pt>
              <c:pt idx="17">
                <c:v>1.5840754845499974</c:v>
              </c:pt>
              <c:pt idx="18">
                <c:v>1.5840754845499974</c:v>
              </c:pt>
              <c:pt idx="19">
                <c:v>1.5840754845499974</c:v>
              </c:pt>
              <c:pt idx="20">
                <c:v>1.5840754845499974</c:v>
              </c:pt>
              <c:pt idx="21">
                <c:v>1.5840754845499974</c:v>
              </c:pt>
              <c:pt idx="22">
                <c:v>1.5840754845499974</c:v>
              </c:pt>
              <c:pt idx="23">
                <c:v>1.5840754845499974</c:v>
              </c:pt>
              <c:pt idx="24">
                <c:v>1.5840754845499974</c:v>
              </c:pt>
              <c:pt idx="25">
                <c:v>1.5840754845499974</c:v>
              </c:pt>
              <c:pt idx="26">
                <c:v>1.5840754845499974</c:v>
              </c:pt>
              <c:pt idx="27">
                <c:v>1.5840754845499974</c:v>
              </c:pt>
              <c:pt idx="28">
                <c:v>1.5840754845499974</c:v>
              </c:pt>
              <c:pt idx="29">
                <c:v>1.5840754845499974</c:v>
              </c:pt>
              <c:pt idx="30">
                <c:v>1.5840754845499974</c:v>
              </c:pt>
              <c:pt idx="31">
                <c:v>1.5840754845499974</c:v>
              </c:pt>
              <c:pt idx="32">
                <c:v>1.5840754845499974</c:v>
              </c:pt>
              <c:pt idx="33">
                <c:v>1.5840754845499974</c:v>
              </c:pt>
              <c:pt idx="34">
                <c:v>1.5840754845499974</c:v>
              </c:pt>
              <c:pt idx="35">
                <c:v>1.5840754845499974</c:v>
              </c:pt>
              <c:pt idx="36">
                <c:v>1.5840754845499974</c:v>
              </c:pt>
              <c:pt idx="37">
                <c:v>1.5840754845499974</c:v>
              </c:pt>
              <c:pt idx="38">
                <c:v>1.5840754845499974</c:v>
              </c:pt>
              <c:pt idx="39">
                <c:v>1.5840754845499974</c:v>
              </c:pt>
              <c:pt idx="40">
                <c:v>1.5840754845499974</c:v>
              </c:pt>
              <c:pt idx="41">
                <c:v>1.5840754845499974</c:v>
              </c:pt>
              <c:pt idx="42">
                <c:v>1.5840754845499974</c:v>
              </c:pt>
              <c:pt idx="43">
                <c:v>1.5840754845499974</c:v>
              </c:pt>
              <c:pt idx="44">
                <c:v>1.5840754845499974</c:v>
              </c:pt>
              <c:pt idx="45">
                <c:v>1.5840754845499974</c:v>
              </c:pt>
              <c:pt idx="46">
                <c:v>1.5840754845499974</c:v>
              </c:pt>
              <c:pt idx="47">
                <c:v>1.5840754845499974</c:v>
              </c:pt>
              <c:pt idx="48">
                <c:v>1.5840754845499974</c:v>
              </c:pt>
              <c:pt idx="49">
                <c:v>1.5840754845499974</c:v>
              </c:pt>
              <c:pt idx="50">
                <c:v>1.5840754845499974</c:v>
              </c:pt>
              <c:pt idx="51">
                <c:v>1.5840754845499974</c:v>
              </c:pt>
              <c:pt idx="52">
                <c:v>1.5840754845499974</c:v>
              </c:pt>
              <c:pt idx="53">
                <c:v>1.5840754845499974</c:v>
              </c:pt>
              <c:pt idx="54">
                <c:v>1.5840754845499974</c:v>
              </c:pt>
              <c:pt idx="55">
                <c:v>1.5840754845499974</c:v>
              </c:pt>
              <c:pt idx="56">
                <c:v>1.5840754845499974</c:v>
              </c:pt>
              <c:pt idx="57">
                <c:v>1.5840754845499974</c:v>
              </c:pt>
              <c:pt idx="58">
                <c:v>1.5840754845499974</c:v>
              </c:pt>
              <c:pt idx="59">
                <c:v>1.5840754845499974</c:v>
              </c:pt>
              <c:pt idx="60">
                <c:v>1.5840754845499974</c:v>
              </c:pt>
              <c:pt idx="61">
                <c:v>1.5840754845499974</c:v>
              </c:pt>
              <c:pt idx="62">
                <c:v>1.5840754845499974</c:v>
              </c:pt>
              <c:pt idx="63">
                <c:v>1.5840754845499974</c:v>
              </c:pt>
              <c:pt idx="64">
                <c:v>1.5840754845499974</c:v>
              </c:pt>
              <c:pt idx="65">
                <c:v>1.5840754845499974</c:v>
              </c:pt>
              <c:pt idx="66">
                <c:v>1.5840754845499974</c:v>
              </c:pt>
              <c:pt idx="67">
                <c:v>1.5840754845499974</c:v>
              </c:pt>
              <c:pt idx="68">
                <c:v>1.5840754845499974</c:v>
              </c:pt>
              <c:pt idx="69">
                <c:v>1.5840754845499974</c:v>
              </c:pt>
              <c:pt idx="70">
                <c:v>1.5840754845499974</c:v>
              </c:pt>
              <c:pt idx="71">
                <c:v>1.5840754845499974</c:v>
              </c:pt>
              <c:pt idx="72">
                <c:v>1.5840754845499974</c:v>
              </c:pt>
              <c:pt idx="73">
                <c:v>1.5840754845499974</c:v>
              </c:pt>
              <c:pt idx="74">
                <c:v>1.5840754845499974</c:v>
              </c:pt>
              <c:pt idx="75">
                <c:v>1.5840754845499974</c:v>
              </c:pt>
              <c:pt idx="76">
                <c:v>1.5840754845499974</c:v>
              </c:pt>
              <c:pt idx="77">
                <c:v>1.5840754845499974</c:v>
              </c:pt>
              <c:pt idx="78">
                <c:v>1.5840754845499974</c:v>
              </c:pt>
              <c:pt idx="79">
                <c:v>1.5840754845499974</c:v>
              </c:pt>
              <c:pt idx="80">
                <c:v>1.5840754845499974</c:v>
              </c:pt>
              <c:pt idx="81">
                <c:v>1.5840754845499974</c:v>
              </c:pt>
              <c:pt idx="82">
                <c:v>1.5840754845499974</c:v>
              </c:pt>
              <c:pt idx="83">
                <c:v>1.5840754845499974</c:v>
              </c:pt>
              <c:pt idx="84">
                <c:v>1.5840754845499974</c:v>
              </c:pt>
              <c:pt idx="85">
                <c:v>1.5840754845499974</c:v>
              </c:pt>
              <c:pt idx="86">
                <c:v>1.5840754845499974</c:v>
              </c:pt>
              <c:pt idx="87">
                <c:v>1.5840754845499974</c:v>
              </c:pt>
              <c:pt idx="88">
                <c:v>1.5840754845499974</c:v>
              </c:pt>
              <c:pt idx="89">
                <c:v>1.5840754845499974</c:v>
              </c:pt>
              <c:pt idx="90">
                <c:v>1.5840754845499974</c:v>
              </c:pt>
              <c:pt idx="91">
                <c:v>1.5840754845499974</c:v>
              </c:pt>
              <c:pt idx="92">
                <c:v>1.5840754845499974</c:v>
              </c:pt>
              <c:pt idx="93">
                <c:v>1.5840754845499974</c:v>
              </c:pt>
              <c:pt idx="94">
                <c:v>1.5840754845499974</c:v>
              </c:pt>
              <c:pt idx="95">
                <c:v>1.5840754845499974</c:v>
              </c:pt>
              <c:pt idx="96">
                <c:v>1.5840754845499974</c:v>
              </c:pt>
              <c:pt idx="97">
                <c:v>1.5840754845499974</c:v>
              </c:pt>
              <c:pt idx="98">
                <c:v>1.5840754845499974</c:v>
              </c:pt>
              <c:pt idx="99">
                <c:v>1.5840754845499974</c:v>
              </c:pt>
              <c:pt idx="100">
                <c:v>1.5840754845499974</c:v>
              </c:pt>
              <c:pt idx="101">
                <c:v>1.5840754845499974</c:v>
              </c:pt>
              <c:pt idx="102">
                <c:v>1.5840754845499974</c:v>
              </c:pt>
              <c:pt idx="103">
                <c:v>1.5840754845499974</c:v>
              </c:pt>
              <c:pt idx="104">
                <c:v>1.5840754845499974</c:v>
              </c:pt>
              <c:pt idx="105">
                <c:v>1.5840754845499974</c:v>
              </c:pt>
              <c:pt idx="106">
                <c:v>1.5840754845499974</c:v>
              </c:pt>
              <c:pt idx="107">
                <c:v>1.5840754845499974</c:v>
              </c:pt>
              <c:pt idx="108">
                <c:v>1.5840754845499974</c:v>
              </c:pt>
              <c:pt idx="109">
                <c:v>1.5840754845499974</c:v>
              </c:pt>
              <c:pt idx="110">
                <c:v>1.5840754845499974</c:v>
              </c:pt>
              <c:pt idx="111">
                <c:v>1.5840754845499974</c:v>
              </c:pt>
              <c:pt idx="112">
                <c:v>1.5840754845499974</c:v>
              </c:pt>
              <c:pt idx="113">
                <c:v>1.5840754845499974</c:v>
              </c:pt>
              <c:pt idx="114">
                <c:v>1.5840754845499974</c:v>
              </c:pt>
              <c:pt idx="115">
                <c:v>1.5840754845499974</c:v>
              </c:pt>
              <c:pt idx="116">
                <c:v>1.5840754845499974</c:v>
              </c:pt>
              <c:pt idx="117">
                <c:v>1.5840754845499974</c:v>
              </c:pt>
              <c:pt idx="118">
                <c:v>1.5840754845499974</c:v>
              </c:pt>
              <c:pt idx="119">
                <c:v>1.5840754845499974</c:v>
              </c:pt>
              <c:pt idx="120">
                <c:v>1.5840754845499974</c:v>
              </c:pt>
              <c:pt idx="121">
                <c:v>1.5840754845499974</c:v>
              </c:pt>
              <c:pt idx="122">
                <c:v>1.5840754845499974</c:v>
              </c:pt>
              <c:pt idx="123">
                <c:v>1.5840754845499974</c:v>
              </c:pt>
              <c:pt idx="124">
                <c:v>1.5840754845499974</c:v>
              </c:pt>
              <c:pt idx="125">
                <c:v>1.5840754845499974</c:v>
              </c:pt>
              <c:pt idx="126">
                <c:v>1.5840754845499974</c:v>
              </c:pt>
              <c:pt idx="127">
                <c:v>1.5840754845499974</c:v>
              </c:pt>
              <c:pt idx="128">
                <c:v>1.5840754845499974</c:v>
              </c:pt>
              <c:pt idx="129">
                <c:v>1.5840754845499974</c:v>
              </c:pt>
              <c:pt idx="130">
                <c:v>1.5840754845499974</c:v>
              </c:pt>
              <c:pt idx="131">
                <c:v>1.5840754845499974</c:v>
              </c:pt>
              <c:pt idx="132">
                <c:v>1.5840754845499974</c:v>
              </c:pt>
              <c:pt idx="133">
                <c:v>1.5840754845499974</c:v>
              </c:pt>
              <c:pt idx="134">
                <c:v>1.5840754845499974</c:v>
              </c:pt>
              <c:pt idx="135">
                <c:v>1.5840754845499974</c:v>
              </c:pt>
              <c:pt idx="136">
                <c:v>1.5840754845499974</c:v>
              </c:pt>
              <c:pt idx="137">
                <c:v>1.5840754845499974</c:v>
              </c:pt>
              <c:pt idx="138">
                <c:v>1.5840754845499974</c:v>
              </c:pt>
              <c:pt idx="139">
                <c:v>1.5840754845499974</c:v>
              </c:pt>
              <c:pt idx="140">
                <c:v>1.5840754845499974</c:v>
              </c:pt>
              <c:pt idx="141">
                <c:v>1.5840754845499974</c:v>
              </c:pt>
              <c:pt idx="142">
                <c:v>1.5840754845499974</c:v>
              </c:pt>
              <c:pt idx="143">
                <c:v>1.5840754845499974</c:v>
              </c:pt>
              <c:pt idx="144">
                <c:v>1.5840754845499974</c:v>
              </c:pt>
              <c:pt idx="145">
                <c:v>1.5840754845499974</c:v>
              </c:pt>
              <c:pt idx="146">
                <c:v>1.5840754845499974</c:v>
              </c:pt>
              <c:pt idx="147">
                <c:v>1.5840754845499974</c:v>
              </c:pt>
              <c:pt idx="148">
                <c:v>1.5840754845499974</c:v>
              </c:pt>
              <c:pt idx="149">
                <c:v>1.5840754845499974</c:v>
              </c:pt>
              <c:pt idx="150">
                <c:v>1.5840754845499974</c:v>
              </c:pt>
              <c:pt idx="151">
                <c:v>1.5840754845499974</c:v>
              </c:pt>
              <c:pt idx="152">
                <c:v>1.5840754845499974</c:v>
              </c:pt>
              <c:pt idx="153">
                <c:v>1.5840754845499974</c:v>
              </c:pt>
              <c:pt idx="154">
                <c:v>1.5840754845499974</c:v>
              </c:pt>
              <c:pt idx="155">
                <c:v>1.5840754845499974</c:v>
              </c:pt>
              <c:pt idx="156">
                <c:v>1.5840754845499974</c:v>
              </c:pt>
              <c:pt idx="157">
                <c:v>1.5840754845499974</c:v>
              </c:pt>
              <c:pt idx="158">
                <c:v>1.5840754845499974</c:v>
              </c:pt>
              <c:pt idx="159">
                <c:v>1.5840754845499974</c:v>
              </c:pt>
              <c:pt idx="160">
                <c:v>1.5840754845499974</c:v>
              </c:pt>
              <c:pt idx="161">
                <c:v>1.5840754845499974</c:v>
              </c:pt>
              <c:pt idx="162">
                <c:v>1.5840754845499974</c:v>
              </c:pt>
              <c:pt idx="163">
                <c:v>1.5840754845499974</c:v>
              </c:pt>
              <c:pt idx="164">
                <c:v>1.5840754845499974</c:v>
              </c:pt>
              <c:pt idx="165">
                <c:v>1.5840754845499974</c:v>
              </c:pt>
              <c:pt idx="166">
                <c:v>1.5840754845499974</c:v>
              </c:pt>
              <c:pt idx="167">
                <c:v>1.5840754845499974</c:v>
              </c:pt>
              <c:pt idx="168">
                <c:v>1.5840754845499974</c:v>
              </c:pt>
              <c:pt idx="169">
                <c:v>1.5840754845499974</c:v>
              </c:pt>
              <c:pt idx="170">
                <c:v>1.5840754845499974</c:v>
              </c:pt>
              <c:pt idx="171">
                <c:v>1.5840754845499974</c:v>
              </c:pt>
              <c:pt idx="172">
                <c:v>1.5840754845499974</c:v>
              </c:pt>
              <c:pt idx="173">
                <c:v>1.5840754845499974</c:v>
              </c:pt>
              <c:pt idx="174">
                <c:v>1.5840754845499974</c:v>
              </c:pt>
              <c:pt idx="175">
                <c:v>1.5840754845499974</c:v>
              </c:pt>
              <c:pt idx="176">
                <c:v>1.5840754845499974</c:v>
              </c:pt>
              <c:pt idx="177">
                <c:v>1.5840754845499974</c:v>
              </c:pt>
              <c:pt idx="178">
                <c:v>1.5840754845499974</c:v>
              </c:pt>
              <c:pt idx="179">
                <c:v>1.5840754845499974</c:v>
              </c:pt>
              <c:pt idx="180">
                <c:v>1.5840754845499974</c:v>
              </c:pt>
              <c:pt idx="181">
                <c:v>1.5840754845499974</c:v>
              </c:pt>
              <c:pt idx="182">
                <c:v>1.5840754845499974</c:v>
              </c:pt>
              <c:pt idx="183">
                <c:v>1.5840754845499974</c:v>
              </c:pt>
              <c:pt idx="184">
                <c:v>1.5840754845499974</c:v>
              </c:pt>
              <c:pt idx="185">
                <c:v>1.5840754845499974</c:v>
              </c:pt>
              <c:pt idx="186">
                <c:v>1.5840754845499974</c:v>
              </c:pt>
              <c:pt idx="187">
                <c:v>1.5840754845499974</c:v>
              </c:pt>
              <c:pt idx="188">
                <c:v>1.5840754845499974</c:v>
              </c:pt>
              <c:pt idx="189">
                <c:v>1.5840754845499974</c:v>
              </c:pt>
              <c:pt idx="190">
                <c:v>1.5840754845499974</c:v>
              </c:pt>
              <c:pt idx="191">
                <c:v>1.5840754845499974</c:v>
              </c:pt>
              <c:pt idx="192">
                <c:v>1.5840754845499974</c:v>
              </c:pt>
              <c:pt idx="193">
                <c:v>1.5840754845499974</c:v>
              </c:pt>
              <c:pt idx="194">
                <c:v>1.5840754845499974</c:v>
              </c:pt>
              <c:pt idx="195">
                <c:v>1.5840754845499974</c:v>
              </c:pt>
              <c:pt idx="196">
                <c:v>1.5840754845499974</c:v>
              </c:pt>
              <c:pt idx="197">
                <c:v>1.5840754845499974</c:v>
              </c:pt>
              <c:pt idx="198">
                <c:v>1.5840754845499974</c:v>
              </c:pt>
              <c:pt idx="199">
                <c:v>1.5840754845499974</c:v>
              </c:pt>
              <c:pt idx="200">
                <c:v>1.5840754845499974</c:v>
              </c:pt>
              <c:pt idx="201">
                <c:v>1.5840754845499974</c:v>
              </c:pt>
              <c:pt idx="202">
                <c:v>1.5840754845499974</c:v>
              </c:pt>
              <c:pt idx="203">
                <c:v>1.5840754845499974</c:v>
              </c:pt>
              <c:pt idx="204">
                <c:v>1.5840754845499974</c:v>
              </c:pt>
              <c:pt idx="205">
                <c:v>1.5840754845499974</c:v>
              </c:pt>
              <c:pt idx="206">
                <c:v>1.5840754845499974</c:v>
              </c:pt>
              <c:pt idx="207">
                <c:v>1.5840754845499974</c:v>
              </c:pt>
              <c:pt idx="208">
                <c:v>1.5840754845499974</c:v>
              </c:pt>
              <c:pt idx="209">
                <c:v>1.5840754845499974</c:v>
              </c:pt>
              <c:pt idx="210">
                <c:v>1.5840754845499974</c:v>
              </c:pt>
              <c:pt idx="211">
                <c:v>1.5840754845499974</c:v>
              </c:pt>
              <c:pt idx="212">
                <c:v>1.5840754845499974</c:v>
              </c:pt>
              <c:pt idx="213">
                <c:v>1.5840754845499974</c:v>
              </c:pt>
              <c:pt idx="214">
                <c:v>1.5840754845499974</c:v>
              </c:pt>
              <c:pt idx="215">
                <c:v>1.5840754845499974</c:v>
              </c:pt>
              <c:pt idx="216">
                <c:v>1.5840754845499974</c:v>
              </c:pt>
              <c:pt idx="217">
                <c:v>1.5840754845499974</c:v>
              </c:pt>
              <c:pt idx="218">
                <c:v>1.5840754845499974</c:v>
              </c:pt>
              <c:pt idx="219">
                <c:v>1.5840754845499974</c:v>
              </c:pt>
              <c:pt idx="220">
                <c:v>1.5840754845499974</c:v>
              </c:pt>
              <c:pt idx="221">
                <c:v>1.5840754845499974</c:v>
              </c:pt>
              <c:pt idx="222">
                <c:v>1.5840754845499974</c:v>
              </c:pt>
              <c:pt idx="223">
                <c:v>1.5840754845499974</c:v>
              </c:pt>
              <c:pt idx="224">
                <c:v>1.5840754845499974</c:v>
              </c:pt>
              <c:pt idx="225">
                <c:v>1.5840754845499974</c:v>
              </c:pt>
              <c:pt idx="226">
                <c:v>1.5840754845499974</c:v>
              </c:pt>
              <c:pt idx="227">
                <c:v>1.5840754845499974</c:v>
              </c:pt>
              <c:pt idx="228">
                <c:v>1.5840754845499974</c:v>
              </c:pt>
              <c:pt idx="229">
                <c:v>1.5840754845499974</c:v>
              </c:pt>
              <c:pt idx="230">
                <c:v>1.5840754845499974</c:v>
              </c:pt>
              <c:pt idx="231">
                <c:v>1.5840754845499974</c:v>
              </c:pt>
              <c:pt idx="232">
                <c:v>1.5840754845499974</c:v>
              </c:pt>
              <c:pt idx="233">
                <c:v>1.5840754845499974</c:v>
              </c:pt>
              <c:pt idx="234">
                <c:v>1.5840754845499974</c:v>
              </c:pt>
              <c:pt idx="235">
                <c:v>1.5840754845499974</c:v>
              </c:pt>
              <c:pt idx="236">
                <c:v>1.5840754845499974</c:v>
              </c:pt>
              <c:pt idx="237">
                <c:v>1.5840754845499974</c:v>
              </c:pt>
              <c:pt idx="238">
                <c:v>1.5840754845499974</c:v>
              </c:pt>
              <c:pt idx="239">
                <c:v>1.5840754845499974</c:v>
              </c:pt>
              <c:pt idx="240">
                <c:v>1.5840754845499974</c:v>
              </c:pt>
              <c:pt idx="241">
                <c:v>1.5840754845499974</c:v>
              </c:pt>
              <c:pt idx="242">
                <c:v>1.5840754845499974</c:v>
              </c:pt>
              <c:pt idx="243">
                <c:v>1.5840754845499974</c:v>
              </c:pt>
              <c:pt idx="244">
                <c:v>1.5840754845499974</c:v>
              </c:pt>
              <c:pt idx="245">
                <c:v>1.5840754845499974</c:v>
              </c:pt>
              <c:pt idx="246">
                <c:v>1.5840754845499974</c:v>
              </c:pt>
              <c:pt idx="247">
                <c:v>1.5840754845499974</c:v>
              </c:pt>
              <c:pt idx="248">
                <c:v>1.5840754845499974</c:v>
              </c:pt>
              <c:pt idx="249">
                <c:v>1.5840754845499974</c:v>
              </c:pt>
              <c:pt idx="250">
                <c:v>1.5840754845499974</c:v>
              </c:pt>
              <c:pt idx="251">
                <c:v>1.5840754845499974</c:v>
              </c:pt>
              <c:pt idx="252">
                <c:v>1.5840754845499974</c:v>
              </c:pt>
              <c:pt idx="253">
                <c:v>1.5840754845499974</c:v>
              </c:pt>
              <c:pt idx="254">
                <c:v>1.5840754845499974</c:v>
              </c:pt>
              <c:pt idx="255">
                <c:v>1.5840754845499974</c:v>
              </c:pt>
              <c:pt idx="256">
                <c:v>1.5840754845499974</c:v>
              </c:pt>
              <c:pt idx="257">
                <c:v>1.5840754845499974</c:v>
              </c:pt>
              <c:pt idx="258">
                <c:v>1.5840754845499974</c:v>
              </c:pt>
              <c:pt idx="259">
                <c:v>1.5840754845499974</c:v>
              </c:pt>
              <c:pt idx="260">
                <c:v>1.5840754845499974</c:v>
              </c:pt>
              <c:pt idx="261">
                <c:v>1.5840754845499974</c:v>
              </c:pt>
              <c:pt idx="262">
                <c:v>1.5840754845499974</c:v>
              </c:pt>
              <c:pt idx="263">
                <c:v>1.5840754845499974</c:v>
              </c:pt>
              <c:pt idx="264">
                <c:v>1.5840754845499974</c:v>
              </c:pt>
              <c:pt idx="265">
                <c:v>1.5840754845499974</c:v>
              </c:pt>
              <c:pt idx="266">
                <c:v>1.5840754845499974</c:v>
              </c:pt>
              <c:pt idx="267">
                <c:v>1.5840754845499974</c:v>
              </c:pt>
              <c:pt idx="268">
                <c:v>1.5840754845499974</c:v>
              </c:pt>
              <c:pt idx="269">
                <c:v>1.5840754845499974</c:v>
              </c:pt>
              <c:pt idx="270">
                <c:v>1.5840754845499974</c:v>
              </c:pt>
              <c:pt idx="271">
                <c:v>1.5840754845499974</c:v>
              </c:pt>
              <c:pt idx="272">
                <c:v>1.5840754845499974</c:v>
              </c:pt>
              <c:pt idx="273">
                <c:v>1.5840754845499974</c:v>
              </c:pt>
              <c:pt idx="274">
                <c:v>1.5840754845499974</c:v>
              </c:pt>
              <c:pt idx="275">
                <c:v>1.5840754845499974</c:v>
              </c:pt>
              <c:pt idx="276">
                <c:v>1.5840754845499974</c:v>
              </c:pt>
              <c:pt idx="277">
                <c:v>1.5840754845499974</c:v>
              </c:pt>
              <c:pt idx="278">
                <c:v>1.5840754845499974</c:v>
              </c:pt>
              <c:pt idx="279">
                <c:v>1.5840754845499974</c:v>
              </c:pt>
              <c:pt idx="280">
                <c:v>1.5840754845499974</c:v>
              </c:pt>
              <c:pt idx="281">
                <c:v>1.5840754845499974</c:v>
              </c:pt>
              <c:pt idx="282">
                <c:v>1.5840754845499974</c:v>
              </c:pt>
              <c:pt idx="283">
                <c:v>1.5840754845499974</c:v>
              </c:pt>
              <c:pt idx="284">
                <c:v>1.5840754845499974</c:v>
              </c:pt>
              <c:pt idx="285">
                <c:v>1.5840754845499974</c:v>
              </c:pt>
              <c:pt idx="286">
                <c:v>1.5840754845499974</c:v>
              </c:pt>
              <c:pt idx="287">
                <c:v>1.5840754845499974</c:v>
              </c:pt>
              <c:pt idx="288">
                <c:v>1.5840754845499974</c:v>
              </c:pt>
              <c:pt idx="289">
                <c:v>1.5840754845499974</c:v>
              </c:pt>
              <c:pt idx="290">
                <c:v>1.5840754845499974</c:v>
              </c:pt>
              <c:pt idx="291">
                <c:v>1.5840754845499974</c:v>
              </c:pt>
              <c:pt idx="292">
                <c:v>1.5840754845499974</c:v>
              </c:pt>
              <c:pt idx="293">
                <c:v>1.5840754845499974</c:v>
              </c:pt>
              <c:pt idx="294">
                <c:v>1.5840754845499974</c:v>
              </c:pt>
              <c:pt idx="295">
                <c:v>1.5840754845499974</c:v>
              </c:pt>
              <c:pt idx="296">
                <c:v>1.5840754845499974</c:v>
              </c:pt>
              <c:pt idx="297">
                <c:v>1.5840754845499974</c:v>
              </c:pt>
              <c:pt idx="298">
                <c:v>1.5840754845499974</c:v>
              </c:pt>
              <c:pt idx="299">
                <c:v>1.5840754845499974</c:v>
              </c:pt>
              <c:pt idx="300">
                <c:v>1.5840754845499974</c:v>
              </c:pt>
              <c:pt idx="301">
                <c:v>1.5840754845499974</c:v>
              </c:pt>
              <c:pt idx="302">
                <c:v>1.5840754845499974</c:v>
              </c:pt>
              <c:pt idx="303">
                <c:v>1.5840754845499974</c:v>
              </c:pt>
              <c:pt idx="304">
                <c:v>1.5840754845499974</c:v>
              </c:pt>
              <c:pt idx="305">
                <c:v>1.5840754845499974</c:v>
              </c:pt>
              <c:pt idx="306">
                <c:v>1.5840754845499974</c:v>
              </c:pt>
              <c:pt idx="307">
                <c:v>1.5840754845499974</c:v>
              </c:pt>
              <c:pt idx="308">
                <c:v>1.5840754845499974</c:v>
              </c:pt>
              <c:pt idx="309">
                <c:v>1.5840754845499974</c:v>
              </c:pt>
              <c:pt idx="310">
                <c:v>1.5840754845499974</c:v>
              </c:pt>
              <c:pt idx="311">
                <c:v>1.5840754845499974</c:v>
              </c:pt>
              <c:pt idx="312">
                <c:v>1.5840754845499974</c:v>
              </c:pt>
              <c:pt idx="313">
                <c:v>1.5840754845499974</c:v>
              </c:pt>
              <c:pt idx="314">
                <c:v>1.5840754845499974</c:v>
              </c:pt>
              <c:pt idx="315">
                <c:v>1.5840754845499974</c:v>
              </c:pt>
              <c:pt idx="316">
                <c:v>1.5840754845499974</c:v>
              </c:pt>
              <c:pt idx="317">
                <c:v>1.5840754845499974</c:v>
              </c:pt>
              <c:pt idx="318">
                <c:v>1.5840754845499974</c:v>
              </c:pt>
              <c:pt idx="319">
                <c:v>1.5840754845499974</c:v>
              </c:pt>
              <c:pt idx="320">
                <c:v>1.5840754845499974</c:v>
              </c:pt>
              <c:pt idx="321">
                <c:v>1.5840754845499974</c:v>
              </c:pt>
              <c:pt idx="322">
                <c:v>1.5840754845499974</c:v>
              </c:pt>
              <c:pt idx="323">
                <c:v>1.5840754845499974</c:v>
              </c:pt>
              <c:pt idx="324">
                <c:v>1.5840754845499974</c:v>
              </c:pt>
              <c:pt idx="325">
                <c:v>1.5840754845499974</c:v>
              </c:pt>
              <c:pt idx="326">
                <c:v>1.5840754845499974</c:v>
              </c:pt>
              <c:pt idx="327">
                <c:v>1.5840754845499974</c:v>
              </c:pt>
              <c:pt idx="328">
                <c:v>1.5840754845499974</c:v>
              </c:pt>
              <c:pt idx="329">
                <c:v>1.5840754845499974</c:v>
              </c:pt>
              <c:pt idx="330">
                <c:v>1.5840754845499974</c:v>
              </c:pt>
              <c:pt idx="331">
                <c:v>1.5840754845499974</c:v>
              </c:pt>
              <c:pt idx="332">
                <c:v>1.5840754845499974</c:v>
              </c:pt>
              <c:pt idx="333">
                <c:v>1.5840754845499974</c:v>
              </c:pt>
              <c:pt idx="334">
                <c:v>1.5840754845499974</c:v>
              </c:pt>
              <c:pt idx="335">
                <c:v>1.5840754845499974</c:v>
              </c:pt>
              <c:pt idx="336">
                <c:v>1.5840754845499974</c:v>
              </c:pt>
              <c:pt idx="337">
                <c:v>1.5840754845499974</c:v>
              </c:pt>
              <c:pt idx="338">
                <c:v>1.5840754845499974</c:v>
              </c:pt>
              <c:pt idx="339">
                <c:v>1.5840754845499974</c:v>
              </c:pt>
              <c:pt idx="340">
                <c:v>1.5840754845499974</c:v>
              </c:pt>
              <c:pt idx="341">
                <c:v>1.5840754845499974</c:v>
              </c:pt>
              <c:pt idx="342">
                <c:v>1.5840754845499974</c:v>
              </c:pt>
              <c:pt idx="343">
                <c:v>1.5840754845499974</c:v>
              </c:pt>
              <c:pt idx="344">
                <c:v>1.5840754845499974</c:v>
              </c:pt>
              <c:pt idx="345">
                <c:v>1.5840754845499974</c:v>
              </c:pt>
              <c:pt idx="346">
                <c:v>1.5840754845499974</c:v>
              </c:pt>
              <c:pt idx="347">
                <c:v>1.5840754845499974</c:v>
              </c:pt>
              <c:pt idx="348">
                <c:v>1.5840754845499974</c:v>
              </c:pt>
              <c:pt idx="349">
                <c:v>1.5840754845499974</c:v>
              </c:pt>
              <c:pt idx="350">
                <c:v>1.5840754845499974</c:v>
              </c:pt>
              <c:pt idx="351">
                <c:v>1.5840754845499974</c:v>
              </c:pt>
              <c:pt idx="352">
                <c:v>1.5840754845499974</c:v>
              </c:pt>
              <c:pt idx="353">
                <c:v>1.5840754845499974</c:v>
              </c:pt>
              <c:pt idx="354">
                <c:v>1.5840754845499974</c:v>
              </c:pt>
              <c:pt idx="355">
                <c:v>1.5840754845499974</c:v>
              </c:pt>
              <c:pt idx="356">
                <c:v>1.5840754845499974</c:v>
              </c:pt>
              <c:pt idx="357">
                <c:v>1.5840754845499974</c:v>
              </c:pt>
              <c:pt idx="358">
                <c:v>1.5840754845499974</c:v>
              </c:pt>
              <c:pt idx="359">
                <c:v>1.5840754845499974</c:v>
              </c:pt>
              <c:pt idx="360">
                <c:v>1.5840754845499974</c:v>
              </c:pt>
              <c:pt idx="361">
                <c:v>1.5840754845499974</c:v>
              </c:pt>
              <c:pt idx="362">
                <c:v>1.5840754845499974</c:v>
              </c:pt>
              <c:pt idx="363">
                <c:v>1.5840754845499974</c:v>
              </c:pt>
              <c:pt idx="364">
                <c:v>1.5840754845499974</c:v>
              </c:pt>
              <c:pt idx="365">
                <c:v>1.5840754845499974</c:v>
              </c:pt>
              <c:pt idx="366">
                <c:v>1.5840754845499974</c:v>
              </c:pt>
              <c:pt idx="367">
                <c:v>1.5840754845499974</c:v>
              </c:pt>
              <c:pt idx="368">
                <c:v>1.5840754845499974</c:v>
              </c:pt>
              <c:pt idx="369">
                <c:v>1.5840754845499974</c:v>
              </c:pt>
              <c:pt idx="370">
                <c:v>1.5840754845499974</c:v>
              </c:pt>
              <c:pt idx="371">
                <c:v>1.5840754845499974</c:v>
              </c:pt>
              <c:pt idx="372">
                <c:v>1.5840754845499974</c:v>
              </c:pt>
              <c:pt idx="373">
                <c:v>1.5840754845499974</c:v>
              </c:pt>
              <c:pt idx="374">
                <c:v>1.5840754845499974</c:v>
              </c:pt>
              <c:pt idx="375">
                <c:v>1.5840754845499974</c:v>
              </c:pt>
              <c:pt idx="376">
                <c:v>1.5840754845499974</c:v>
              </c:pt>
              <c:pt idx="377">
                <c:v>1.5840754845499974</c:v>
              </c:pt>
              <c:pt idx="378">
                <c:v>1.5840754845499974</c:v>
              </c:pt>
              <c:pt idx="379">
                <c:v>1.5840754845499974</c:v>
              </c:pt>
              <c:pt idx="380">
                <c:v>1.5840754845499974</c:v>
              </c:pt>
              <c:pt idx="381">
                <c:v>1.5840754845499974</c:v>
              </c:pt>
              <c:pt idx="382">
                <c:v>1.5840754845499974</c:v>
              </c:pt>
              <c:pt idx="383">
                <c:v>1.5840754845499974</c:v>
              </c:pt>
              <c:pt idx="384">
                <c:v>1.5840754845499974</c:v>
              </c:pt>
              <c:pt idx="385">
                <c:v>1.5840754845499974</c:v>
              </c:pt>
              <c:pt idx="386">
                <c:v>1.5840754845499974</c:v>
              </c:pt>
              <c:pt idx="387">
                <c:v>1.5840754845499974</c:v>
              </c:pt>
              <c:pt idx="388">
                <c:v>1.5840754845499974</c:v>
              </c:pt>
              <c:pt idx="389">
                <c:v>1.5840754845499974</c:v>
              </c:pt>
              <c:pt idx="390">
                <c:v>1.5840754845499974</c:v>
              </c:pt>
              <c:pt idx="391">
                <c:v>1.5840754845499974</c:v>
              </c:pt>
              <c:pt idx="392">
                <c:v>1.5840754845499974</c:v>
              </c:pt>
              <c:pt idx="393">
                <c:v>1.5840754845499974</c:v>
              </c:pt>
              <c:pt idx="394">
                <c:v>1.5840754845499974</c:v>
              </c:pt>
              <c:pt idx="395">
                <c:v>1.5840754845499974</c:v>
              </c:pt>
              <c:pt idx="396">
                <c:v>1.5840754845499974</c:v>
              </c:pt>
              <c:pt idx="397">
                <c:v>1.5840754845499974</c:v>
              </c:pt>
              <c:pt idx="398">
                <c:v>1.5840754845499974</c:v>
              </c:pt>
              <c:pt idx="399">
                <c:v>1.5840754845499974</c:v>
              </c:pt>
              <c:pt idx="400">
                <c:v>1.5840754845499974</c:v>
              </c:pt>
              <c:pt idx="401">
                <c:v>1.5840754845499974</c:v>
              </c:pt>
              <c:pt idx="402">
                <c:v>1.5840754845499974</c:v>
              </c:pt>
              <c:pt idx="403">
                <c:v>1.5840754845499974</c:v>
              </c:pt>
              <c:pt idx="404">
                <c:v>1.5840754845499974</c:v>
              </c:pt>
              <c:pt idx="405">
                <c:v>1.5840754845499974</c:v>
              </c:pt>
              <c:pt idx="406">
                <c:v>1.5840754845499974</c:v>
              </c:pt>
              <c:pt idx="407">
                <c:v>1.5840754845499974</c:v>
              </c:pt>
              <c:pt idx="408">
                <c:v>1.5840754845499974</c:v>
              </c:pt>
              <c:pt idx="409">
                <c:v>1.5840754845499974</c:v>
              </c:pt>
              <c:pt idx="410">
                <c:v>1.5840754845499974</c:v>
              </c:pt>
              <c:pt idx="411">
                <c:v>1.5840754845499974</c:v>
              </c:pt>
              <c:pt idx="412">
                <c:v>1.5840754845499974</c:v>
              </c:pt>
              <c:pt idx="413">
                <c:v>1.5840754845499974</c:v>
              </c:pt>
              <c:pt idx="414">
                <c:v>1.5840754845499974</c:v>
              </c:pt>
              <c:pt idx="415">
                <c:v>1.5840754845499974</c:v>
              </c:pt>
              <c:pt idx="416">
                <c:v>1.5840754845499974</c:v>
              </c:pt>
              <c:pt idx="417">
                <c:v>1.5840754845499974</c:v>
              </c:pt>
              <c:pt idx="418">
                <c:v>1.5840754845499974</c:v>
              </c:pt>
              <c:pt idx="419">
                <c:v>1.5840754845499974</c:v>
              </c:pt>
              <c:pt idx="420">
                <c:v>1.5840754845499974</c:v>
              </c:pt>
              <c:pt idx="421">
                <c:v>1.5840754845499974</c:v>
              </c:pt>
              <c:pt idx="422">
                <c:v>1.5840754845499974</c:v>
              </c:pt>
              <c:pt idx="423">
                <c:v>1.5840754845499974</c:v>
              </c:pt>
              <c:pt idx="424">
                <c:v>1.5840754845499974</c:v>
              </c:pt>
              <c:pt idx="425">
                <c:v>1.5840754845499974</c:v>
              </c:pt>
              <c:pt idx="426">
                <c:v>1.5840754845499974</c:v>
              </c:pt>
              <c:pt idx="427">
                <c:v>1.5840754845499974</c:v>
              </c:pt>
              <c:pt idx="428">
                <c:v>1.5840754845499974</c:v>
              </c:pt>
              <c:pt idx="429">
                <c:v>1.5840754845499974</c:v>
              </c:pt>
              <c:pt idx="430">
                <c:v>1.5840754845499974</c:v>
              </c:pt>
              <c:pt idx="431">
                <c:v>1.5840754845499974</c:v>
              </c:pt>
              <c:pt idx="432">
                <c:v>1.5840754845499974</c:v>
              </c:pt>
              <c:pt idx="433">
                <c:v>1.5840754845499974</c:v>
              </c:pt>
              <c:pt idx="434">
                <c:v>1.5840754845499974</c:v>
              </c:pt>
              <c:pt idx="435">
                <c:v>1.5840754845499974</c:v>
              </c:pt>
              <c:pt idx="436">
                <c:v>1.5840754845499974</c:v>
              </c:pt>
              <c:pt idx="437">
                <c:v>1.5840754845499974</c:v>
              </c:pt>
              <c:pt idx="438">
                <c:v>1.5840754845499974</c:v>
              </c:pt>
              <c:pt idx="439">
                <c:v>1.5840754845499974</c:v>
              </c:pt>
              <c:pt idx="440">
                <c:v>1.5840754845499974</c:v>
              </c:pt>
              <c:pt idx="441">
                <c:v>1.5840754845499974</c:v>
              </c:pt>
              <c:pt idx="442">
                <c:v>1.5840754845499974</c:v>
              </c:pt>
              <c:pt idx="443">
                <c:v>1.5840754845499974</c:v>
              </c:pt>
              <c:pt idx="444">
                <c:v>1.5840754845499974</c:v>
              </c:pt>
              <c:pt idx="445">
                <c:v>1.5840754845499974</c:v>
              </c:pt>
              <c:pt idx="446">
                <c:v>1.5840754845499974</c:v>
              </c:pt>
              <c:pt idx="447">
                <c:v>1.5840754845499974</c:v>
              </c:pt>
              <c:pt idx="448">
                <c:v>1.5840754845499974</c:v>
              </c:pt>
              <c:pt idx="449">
                <c:v>1.5840754845499974</c:v>
              </c:pt>
            </c:numLit>
          </c:yVal>
          <c:smooth val="0"/>
        </c:ser>
        <c:ser>
          <c:idx val="13"/>
          <c:order val="13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50"/>
              <c:pt idx="0">
                <c:v>64.50258360710379</c:v>
              </c:pt>
              <c:pt idx="1">
                <c:v>64.50258360710379</c:v>
              </c:pt>
              <c:pt idx="2">
                <c:v>64.50258360710379</c:v>
              </c:pt>
              <c:pt idx="3">
                <c:v>64.50258360710379</c:v>
              </c:pt>
              <c:pt idx="4">
                <c:v>64.50258360710379</c:v>
              </c:pt>
              <c:pt idx="5">
                <c:v>64.50258360710379</c:v>
              </c:pt>
              <c:pt idx="6">
                <c:v>64.50258360710379</c:v>
              </c:pt>
              <c:pt idx="7">
                <c:v>64.50258360710379</c:v>
              </c:pt>
              <c:pt idx="8">
                <c:v>64.50258360710379</c:v>
              </c:pt>
              <c:pt idx="9">
                <c:v>64.50258360710379</c:v>
              </c:pt>
              <c:pt idx="10">
                <c:v>64.50258360710379</c:v>
              </c:pt>
              <c:pt idx="11">
                <c:v>64.50258360710379</c:v>
              </c:pt>
              <c:pt idx="12">
                <c:v>64.50258360710379</c:v>
              </c:pt>
              <c:pt idx="13">
                <c:v>64.50258360710379</c:v>
              </c:pt>
              <c:pt idx="14">
                <c:v>64.50258360710379</c:v>
              </c:pt>
              <c:pt idx="15">
                <c:v>64.50258360710379</c:v>
              </c:pt>
              <c:pt idx="16">
                <c:v>64.50258360710379</c:v>
              </c:pt>
              <c:pt idx="17">
                <c:v>64.50258360710379</c:v>
              </c:pt>
              <c:pt idx="18">
                <c:v>64.50258360710379</c:v>
              </c:pt>
              <c:pt idx="19">
                <c:v>64.50258360710379</c:v>
              </c:pt>
              <c:pt idx="20">
                <c:v>64.50258360710379</c:v>
              </c:pt>
              <c:pt idx="21">
                <c:v>64.50258360710379</c:v>
              </c:pt>
              <c:pt idx="22">
                <c:v>64.50258360710379</c:v>
              </c:pt>
              <c:pt idx="23">
                <c:v>64.50258360710379</c:v>
              </c:pt>
              <c:pt idx="24">
                <c:v>64.50258360710379</c:v>
              </c:pt>
              <c:pt idx="25">
                <c:v>64.50258360710379</c:v>
              </c:pt>
              <c:pt idx="26">
                <c:v>64.50258360710379</c:v>
              </c:pt>
              <c:pt idx="27">
                <c:v>64.50258360710379</c:v>
              </c:pt>
              <c:pt idx="28">
                <c:v>64.50258360710379</c:v>
              </c:pt>
              <c:pt idx="29">
                <c:v>64.50258360710379</c:v>
              </c:pt>
              <c:pt idx="30">
                <c:v>64.50258360710379</c:v>
              </c:pt>
              <c:pt idx="31">
                <c:v>64.50258360710379</c:v>
              </c:pt>
              <c:pt idx="32">
                <c:v>64.50258360710379</c:v>
              </c:pt>
              <c:pt idx="33">
                <c:v>64.50258360710379</c:v>
              </c:pt>
              <c:pt idx="34">
                <c:v>64.50258360710379</c:v>
              </c:pt>
              <c:pt idx="35">
                <c:v>64.50258360710379</c:v>
              </c:pt>
              <c:pt idx="36">
                <c:v>64.50258360710379</c:v>
              </c:pt>
              <c:pt idx="37">
                <c:v>64.50258360710379</c:v>
              </c:pt>
              <c:pt idx="38">
                <c:v>64.50258360710379</c:v>
              </c:pt>
              <c:pt idx="39">
                <c:v>64.50258360710379</c:v>
              </c:pt>
              <c:pt idx="40">
                <c:v>64.50258360710379</c:v>
              </c:pt>
              <c:pt idx="41">
                <c:v>64.50258360710379</c:v>
              </c:pt>
              <c:pt idx="42">
                <c:v>64.50258360710379</c:v>
              </c:pt>
              <c:pt idx="43">
                <c:v>64.50258360710379</c:v>
              </c:pt>
              <c:pt idx="44">
                <c:v>64.50258360710379</c:v>
              </c:pt>
              <c:pt idx="45">
                <c:v>64.50258360710379</c:v>
              </c:pt>
              <c:pt idx="46">
                <c:v>64.50258360710379</c:v>
              </c:pt>
              <c:pt idx="47">
                <c:v>64.50258360710379</c:v>
              </c:pt>
              <c:pt idx="48">
                <c:v>64.50258360710379</c:v>
              </c:pt>
              <c:pt idx="49">
                <c:v>64.50258360710379</c:v>
              </c:pt>
              <c:pt idx="50">
                <c:v>64.50258360710379</c:v>
              </c:pt>
              <c:pt idx="51">
                <c:v>64.50258360710379</c:v>
              </c:pt>
              <c:pt idx="52">
                <c:v>64.50258360710379</c:v>
              </c:pt>
              <c:pt idx="53">
                <c:v>64.50258360710379</c:v>
              </c:pt>
              <c:pt idx="54">
                <c:v>64.50258360710379</c:v>
              </c:pt>
              <c:pt idx="55">
                <c:v>64.50258360710379</c:v>
              </c:pt>
              <c:pt idx="56">
                <c:v>64.50258360710379</c:v>
              </c:pt>
              <c:pt idx="57">
                <c:v>64.50258360710379</c:v>
              </c:pt>
              <c:pt idx="58">
                <c:v>64.50258360710379</c:v>
              </c:pt>
              <c:pt idx="59">
                <c:v>64.50258360710379</c:v>
              </c:pt>
              <c:pt idx="60">
                <c:v>64.50258360710379</c:v>
              </c:pt>
              <c:pt idx="61">
                <c:v>64.50258360710379</c:v>
              </c:pt>
              <c:pt idx="62">
                <c:v>64.50258360710379</c:v>
              </c:pt>
              <c:pt idx="63">
                <c:v>64.50258360710379</c:v>
              </c:pt>
              <c:pt idx="64">
                <c:v>64.50258360710379</c:v>
              </c:pt>
              <c:pt idx="65">
                <c:v>64.50258360710379</c:v>
              </c:pt>
              <c:pt idx="66">
                <c:v>64.50258360710379</c:v>
              </c:pt>
              <c:pt idx="67">
                <c:v>64.50258360710379</c:v>
              </c:pt>
              <c:pt idx="68">
                <c:v>64.50258360710379</c:v>
              </c:pt>
              <c:pt idx="69">
                <c:v>64.50258360710379</c:v>
              </c:pt>
              <c:pt idx="70">
                <c:v>64.50258360710379</c:v>
              </c:pt>
              <c:pt idx="71">
                <c:v>64.50258360710379</c:v>
              </c:pt>
              <c:pt idx="72">
                <c:v>64.50258360710379</c:v>
              </c:pt>
              <c:pt idx="73">
                <c:v>64.50258360710379</c:v>
              </c:pt>
              <c:pt idx="74">
                <c:v>64.50258360710379</c:v>
              </c:pt>
              <c:pt idx="75">
                <c:v>64.50258360710379</c:v>
              </c:pt>
              <c:pt idx="76">
                <c:v>64.50258360710379</c:v>
              </c:pt>
              <c:pt idx="77">
                <c:v>64.50258360710379</c:v>
              </c:pt>
              <c:pt idx="78">
                <c:v>64.50258360710379</c:v>
              </c:pt>
              <c:pt idx="79">
                <c:v>64.50258360710379</c:v>
              </c:pt>
              <c:pt idx="80">
                <c:v>64.50258360710379</c:v>
              </c:pt>
              <c:pt idx="81">
                <c:v>64.50258360710379</c:v>
              </c:pt>
              <c:pt idx="82">
                <c:v>64.50258360710379</c:v>
              </c:pt>
              <c:pt idx="83">
                <c:v>64.50258360710379</c:v>
              </c:pt>
              <c:pt idx="84">
                <c:v>64.50258360710379</c:v>
              </c:pt>
              <c:pt idx="85">
                <c:v>64.50258360710379</c:v>
              </c:pt>
              <c:pt idx="86">
                <c:v>64.50258360710379</c:v>
              </c:pt>
              <c:pt idx="87">
                <c:v>64.50258360710379</c:v>
              </c:pt>
              <c:pt idx="88">
                <c:v>64.50258360710379</c:v>
              </c:pt>
              <c:pt idx="89">
                <c:v>64.50258360710379</c:v>
              </c:pt>
              <c:pt idx="90">
                <c:v>64.50258360710379</c:v>
              </c:pt>
              <c:pt idx="91">
                <c:v>64.50258360710379</c:v>
              </c:pt>
              <c:pt idx="92">
                <c:v>64.50258360710379</c:v>
              </c:pt>
              <c:pt idx="93">
                <c:v>64.50258360710379</c:v>
              </c:pt>
              <c:pt idx="94">
                <c:v>64.50258360710379</c:v>
              </c:pt>
              <c:pt idx="95">
                <c:v>64.50258360710379</c:v>
              </c:pt>
              <c:pt idx="96">
                <c:v>64.50258360710379</c:v>
              </c:pt>
              <c:pt idx="97">
                <c:v>64.50258360710379</c:v>
              </c:pt>
              <c:pt idx="98">
                <c:v>64.50258360710379</c:v>
              </c:pt>
              <c:pt idx="99">
                <c:v>64.50258360710379</c:v>
              </c:pt>
              <c:pt idx="100">
                <c:v>64.50258360710379</c:v>
              </c:pt>
              <c:pt idx="101">
                <c:v>64.50258360710379</c:v>
              </c:pt>
              <c:pt idx="102">
                <c:v>64.50258360710379</c:v>
              </c:pt>
              <c:pt idx="103">
                <c:v>64.50258360710379</c:v>
              </c:pt>
              <c:pt idx="104">
                <c:v>64.50258360710379</c:v>
              </c:pt>
              <c:pt idx="105">
                <c:v>64.50258360710379</c:v>
              </c:pt>
              <c:pt idx="106">
                <c:v>64.50258360710379</c:v>
              </c:pt>
              <c:pt idx="107">
                <c:v>64.50258360710379</c:v>
              </c:pt>
              <c:pt idx="108">
                <c:v>64.50258360710379</c:v>
              </c:pt>
              <c:pt idx="109">
                <c:v>64.50258360710379</c:v>
              </c:pt>
              <c:pt idx="110">
                <c:v>64.50258360710379</c:v>
              </c:pt>
              <c:pt idx="111">
                <c:v>64.50258360710379</c:v>
              </c:pt>
              <c:pt idx="112">
                <c:v>64.50258360710379</c:v>
              </c:pt>
              <c:pt idx="113">
                <c:v>64.50258360710379</c:v>
              </c:pt>
              <c:pt idx="114">
                <c:v>64.50258360710379</c:v>
              </c:pt>
              <c:pt idx="115">
                <c:v>64.50258360710379</c:v>
              </c:pt>
              <c:pt idx="116">
                <c:v>64.50258360710379</c:v>
              </c:pt>
              <c:pt idx="117">
                <c:v>64.50258360710379</c:v>
              </c:pt>
              <c:pt idx="118">
                <c:v>64.50258360710379</c:v>
              </c:pt>
              <c:pt idx="119">
                <c:v>64.50258360710379</c:v>
              </c:pt>
              <c:pt idx="120">
                <c:v>64.50258360710379</c:v>
              </c:pt>
              <c:pt idx="121">
                <c:v>64.50258360710379</c:v>
              </c:pt>
              <c:pt idx="122">
                <c:v>64.50258360710379</c:v>
              </c:pt>
              <c:pt idx="123">
                <c:v>64.50258360710379</c:v>
              </c:pt>
              <c:pt idx="124">
                <c:v>64.50258360710379</c:v>
              </c:pt>
              <c:pt idx="125">
                <c:v>64.50258360710379</c:v>
              </c:pt>
              <c:pt idx="126">
                <c:v>64.50258360710379</c:v>
              </c:pt>
              <c:pt idx="127">
                <c:v>64.50258360710379</c:v>
              </c:pt>
              <c:pt idx="128">
                <c:v>64.50258360710379</c:v>
              </c:pt>
              <c:pt idx="129">
                <c:v>64.50258360710379</c:v>
              </c:pt>
              <c:pt idx="130">
                <c:v>64.50258360710379</c:v>
              </c:pt>
              <c:pt idx="131">
                <c:v>64.50258360710379</c:v>
              </c:pt>
              <c:pt idx="132">
                <c:v>64.50258360710379</c:v>
              </c:pt>
              <c:pt idx="133">
                <c:v>64.50258360710379</c:v>
              </c:pt>
              <c:pt idx="134">
                <c:v>64.50258360710379</c:v>
              </c:pt>
              <c:pt idx="135">
                <c:v>64.50258360710379</c:v>
              </c:pt>
              <c:pt idx="136">
                <c:v>64.50258360710379</c:v>
              </c:pt>
              <c:pt idx="137">
                <c:v>64.50258360710379</c:v>
              </c:pt>
              <c:pt idx="138">
                <c:v>64.50258360710379</c:v>
              </c:pt>
              <c:pt idx="139">
                <c:v>64.50258360710379</c:v>
              </c:pt>
              <c:pt idx="140">
                <c:v>64.50258360710379</c:v>
              </c:pt>
              <c:pt idx="141">
                <c:v>64.50258360710379</c:v>
              </c:pt>
              <c:pt idx="142">
                <c:v>64.50258360710379</c:v>
              </c:pt>
              <c:pt idx="143">
                <c:v>64.50258360710379</c:v>
              </c:pt>
              <c:pt idx="144">
                <c:v>64.50258360710379</c:v>
              </c:pt>
              <c:pt idx="145">
                <c:v>64.50258360710379</c:v>
              </c:pt>
              <c:pt idx="146">
                <c:v>64.50258360710379</c:v>
              </c:pt>
              <c:pt idx="147">
                <c:v>64.50258360710379</c:v>
              </c:pt>
              <c:pt idx="148">
                <c:v>64.50258360710379</c:v>
              </c:pt>
              <c:pt idx="149">
                <c:v>64.50258360710379</c:v>
              </c:pt>
              <c:pt idx="150">
                <c:v>64.50258360710379</c:v>
              </c:pt>
              <c:pt idx="151">
                <c:v>64.50258360710379</c:v>
              </c:pt>
              <c:pt idx="152">
                <c:v>64.50258360710379</c:v>
              </c:pt>
              <c:pt idx="153">
                <c:v>64.50258360710379</c:v>
              </c:pt>
              <c:pt idx="154">
                <c:v>64.50258360710379</c:v>
              </c:pt>
              <c:pt idx="155">
                <c:v>64.50258360710379</c:v>
              </c:pt>
              <c:pt idx="156">
                <c:v>64.50258360710379</c:v>
              </c:pt>
              <c:pt idx="157">
                <c:v>64.50258360710379</c:v>
              </c:pt>
              <c:pt idx="158">
                <c:v>64.50258360710379</c:v>
              </c:pt>
              <c:pt idx="159">
                <c:v>64.50258360710379</c:v>
              </c:pt>
              <c:pt idx="160">
                <c:v>64.50258360710379</c:v>
              </c:pt>
              <c:pt idx="161">
                <c:v>64.50258360710379</c:v>
              </c:pt>
              <c:pt idx="162">
                <c:v>64.50258360710379</c:v>
              </c:pt>
              <c:pt idx="163">
                <c:v>64.50258360710379</c:v>
              </c:pt>
              <c:pt idx="164">
                <c:v>64.50258360710379</c:v>
              </c:pt>
              <c:pt idx="165">
                <c:v>64.50258360710379</c:v>
              </c:pt>
              <c:pt idx="166">
                <c:v>64.50258360710379</c:v>
              </c:pt>
              <c:pt idx="167">
                <c:v>64.50258360710379</c:v>
              </c:pt>
              <c:pt idx="168">
                <c:v>64.50258360710379</c:v>
              </c:pt>
              <c:pt idx="169">
                <c:v>64.50258360710379</c:v>
              </c:pt>
              <c:pt idx="170">
                <c:v>64.50258360710379</c:v>
              </c:pt>
              <c:pt idx="171">
                <c:v>64.50258360710379</c:v>
              </c:pt>
              <c:pt idx="172">
                <c:v>64.50258360710379</c:v>
              </c:pt>
              <c:pt idx="173">
                <c:v>64.50258360710379</c:v>
              </c:pt>
              <c:pt idx="174">
                <c:v>64.50258360710379</c:v>
              </c:pt>
              <c:pt idx="175">
                <c:v>64.50258360710379</c:v>
              </c:pt>
              <c:pt idx="176">
                <c:v>64.50258360710379</c:v>
              </c:pt>
              <c:pt idx="177">
                <c:v>64.50258360710379</c:v>
              </c:pt>
              <c:pt idx="178">
                <c:v>64.50258360710379</c:v>
              </c:pt>
              <c:pt idx="179">
                <c:v>64.50258360710379</c:v>
              </c:pt>
              <c:pt idx="180">
                <c:v>64.50258360710379</c:v>
              </c:pt>
              <c:pt idx="181">
                <c:v>64.50258360710379</c:v>
              </c:pt>
              <c:pt idx="182">
                <c:v>64.50258360710379</c:v>
              </c:pt>
              <c:pt idx="183">
                <c:v>64.50258360710379</c:v>
              </c:pt>
              <c:pt idx="184">
                <c:v>64.50258360710379</c:v>
              </c:pt>
              <c:pt idx="185">
                <c:v>64.50258360710379</c:v>
              </c:pt>
              <c:pt idx="186">
                <c:v>64.50258360710379</c:v>
              </c:pt>
              <c:pt idx="187">
                <c:v>64.50258360710379</c:v>
              </c:pt>
              <c:pt idx="188">
                <c:v>64.50258360710379</c:v>
              </c:pt>
              <c:pt idx="189">
                <c:v>64.50258360710379</c:v>
              </c:pt>
              <c:pt idx="190">
                <c:v>64.50258360710379</c:v>
              </c:pt>
              <c:pt idx="191">
                <c:v>64.50258360710379</c:v>
              </c:pt>
              <c:pt idx="192">
                <c:v>64.50258360710379</c:v>
              </c:pt>
              <c:pt idx="193">
                <c:v>64.50258360710379</c:v>
              </c:pt>
              <c:pt idx="194">
                <c:v>64.50258360710379</c:v>
              </c:pt>
              <c:pt idx="195">
                <c:v>64.50258360710379</c:v>
              </c:pt>
              <c:pt idx="196">
                <c:v>64.50258360710379</c:v>
              </c:pt>
              <c:pt idx="197">
                <c:v>64.50258360710379</c:v>
              </c:pt>
              <c:pt idx="198">
                <c:v>64.50258360710379</c:v>
              </c:pt>
              <c:pt idx="199">
                <c:v>64.50258360710379</c:v>
              </c:pt>
              <c:pt idx="200">
                <c:v>64.50258360710379</c:v>
              </c:pt>
              <c:pt idx="201">
                <c:v>64.50258360710379</c:v>
              </c:pt>
              <c:pt idx="202">
                <c:v>64.50258360710379</c:v>
              </c:pt>
              <c:pt idx="203">
                <c:v>64.50258360710379</c:v>
              </c:pt>
              <c:pt idx="204">
                <c:v>64.50258360710379</c:v>
              </c:pt>
              <c:pt idx="205">
                <c:v>64.50258360710379</c:v>
              </c:pt>
              <c:pt idx="206">
                <c:v>64.50258360710379</c:v>
              </c:pt>
              <c:pt idx="207">
                <c:v>64.50258360710379</c:v>
              </c:pt>
              <c:pt idx="208">
                <c:v>64.50258360710379</c:v>
              </c:pt>
              <c:pt idx="209">
                <c:v>64.50258360710379</c:v>
              </c:pt>
              <c:pt idx="210">
                <c:v>64.50258360710379</c:v>
              </c:pt>
              <c:pt idx="211">
                <c:v>64.50258360710379</c:v>
              </c:pt>
              <c:pt idx="212">
                <c:v>64.50258360710379</c:v>
              </c:pt>
              <c:pt idx="213">
                <c:v>64.50258360710379</c:v>
              </c:pt>
              <c:pt idx="214">
                <c:v>64.50258360710379</c:v>
              </c:pt>
              <c:pt idx="215">
                <c:v>64.50258360710379</c:v>
              </c:pt>
              <c:pt idx="216">
                <c:v>64.50258360710379</c:v>
              </c:pt>
              <c:pt idx="217">
                <c:v>64.50258360710379</c:v>
              </c:pt>
              <c:pt idx="218">
                <c:v>64.50258360710379</c:v>
              </c:pt>
              <c:pt idx="219">
                <c:v>64.50258360710379</c:v>
              </c:pt>
              <c:pt idx="220">
                <c:v>64.50258360710379</c:v>
              </c:pt>
              <c:pt idx="221">
                <c:v>64.50258360710379</c:v>
              </c:pt>
              <c:pt idx="222">
                <c:v>64.50258360710379</c:v>
              </c:pt>
              <c:pt idx="223">
                <c:v>64.50258360710379</c:v>
              </c:pt>
              <c:pt idx="224">
                <c:v>64.50258360710379</c:v>
              </c:pt>
              <c:pt idx="225">
                <c:v>64.50258360710379</c:v>
              </c:pt>
              <c:pt idx="226">
                <c:v>64.50258360710379</c:v>
              </c:pt>
              <c:pt idx="227">
                <c:v>64.50258360710379</c:v>
              </c:pt>
              <c:pt idx="228">
                <c:v>64.50258360710379</c:v>
              </c:pt>
              <c:pt idx="229">
                <c:v>64.50258360710379</c:v>
              </c:pt>
              <c:pt idx="230">
                <c:v>64.50258360710379</c:v>
              </c:pt>
              <c:pt idx="231">
                <c:v>64.50258360710379</c:v>
              </c:pt>
              <c:pt idx="232">
                <c:v>64.50258360710379</c:v>
              </c:pt>
              <c:pt idx="233">
                <c:v>64.50258360710379</c:v>
              </c:pt>
              <c:pt idx="234">
                <c:v>64.50258360710379</c:v>
              </c:pt>
              <c:pt idx="235">
                <c:v>64.50258360710379</c:v>
              </c:pt>
              <c:pt idx="236">
                <c:v>64.50258360710379</c:v>
              </c:pt>
              <c:pt idx="237">
                <c:v>64.50258360710379</c:v>
              </c:pt>
              <c:pt idx="238">
                <c:v>64.50258360710379</c:v>
              </c:pt>
              <c:pt idx="239">
                <c:v>64.50258360710379</c:v>
              </c:pt>
              <c:pt idx="240">
                <c:v>64.50258360710379</c:v>
              </c:pt>
              <c:pt idx="241">
                <c:v>64.50258360710379</c:v>
              </c:pt>
              <c:pt idx="242">
                <c:v>64.50258360710379</c:v>
              </c:pt>
              <c:pt idx="243">
                <c:v>64.50258360710379</c:v>
              </c:pt>
              <c:pt idx="244">
                <c:v>64.50258360710379</c:v>
              </c:pt>
              <c:pt idx="245">
                <c:v>64.50258360710379</c:v>
              </c:pt>
              <c:pt idx="246">
                <c:v>64.50258360710379</c:v>
              </c:pt>
              <c:pt idx="247">
                <c:v>64.50258360710379</c:v>
              </c:pt>
              <c:pt idx="248">
                <c:v>64.50258360710379</c:v>
              </c:pt>
              <c:pt idx="249">
                <c:v>64.50258360710379</c:v>
              </c:pt>
              <c:pt idx="250">
                <c:v>64.50258360710379</c:v>
              </c:pt>
              <c:pt idx="251">
                <c:v>64.50258360710379</c:v>
              </c:pt>
              <c:pt idx="252">
                <c:v>64.50258360710379</c:v>
              </c:pt>
              <c:pt idx="253">
                <c:v>64.50258360710379</c:v>
              </c:pt>
              <c:pt idx="254">
                <c:v>64.50258360710379</c:v>
              </c:pt>
              <c:pt idx="255">
                <c:v>64.50258360710379</c:v>
              </c:pt>
              <c:pt idx="256">
                <c:v>64.50258360710379</c:v>
              </c:pt>
              <c:pt idx="257">
                <c:v>64.50258360710379</c:v>
              </c:pt>
              <c:pt idx="258">
                <c:v>64.50258360710379</c:v>
              </c:pt>
              <c:pt idx="259">
                <c:v>64.50258360710379</c:v>
              </c:pt>
              <c:pt idx="260">
                <c:v>64.50258360710379</c:v>
              </c:pt>
              <c:pt idx="261">
                <c:v>64.50258360710379</c:v>
              </c:pt>
              <c:pt idx="262">
                <c:v>64.50258360710379</c:v>
              </c:pt>
              <c:pt idx="263">
                <c:v>64.50258360710379</c:v>
              </c:pt>
              <c:pt idx="264">
                <c:v>64.50258360710379</c:v>
              </c:pt>
              <c:pt idx="265">
                <c:v>64.50258360710379</c:v>
              </c:pt>
              <c:pt idx="266">
                <c:v>64.50258360710379</c:v>
              </c:pt>
              <c:pt idx="267">
                <c:v>64.50258360710379</c:v>
              </c:pt>
              <c:pt idx="268">
                <c:v>64.50258360710379</c:v>
              </c:pt>
              <c:pt idx="269">
                <c:v>64.50258360710379</c:v>
              </c:pt>
              <c:pt idx="270">
                <c:v>64.50258360710379</c:v>
              </c:pt>
              <c:pt idx="271">
                <c:v>64.50258360710379</c:v>
              </c:pt>
              <c:pt idx="272">
                <c:v>64.50258360710379</c:v>
              </c:pt>
              <c:pt idx="273">
                <c:v>64.50258360710379</c:v>
              </c:pt>
              <c:pt idx="274">
                <c:v>64.50258360710379</c:v>
              </c:pt>
              <c:pt idx="275">
                <c:v>64.50258360710379</c:v>
              </c:pt>
              <c:pt idx="276">
                <c:v>64.50258360710379</c:v>
              </c:pt>
              <c:pt idx="277">
                <c:v>64.50258360710379</c:v>
              </c:pt>
              <c:pt idx="278">
                <c:v>64.50258360710379</c:v>
              </c:pt>
              <c:pt idx="279">
                <c:v>64.50258360710379</c:v>
              </c:pt>
              <c:pt idx="280">
                <c:v>64.50258360710379</c:v>
              </c:pt>
              <c:pt idx="281">
                <c:v>64.50258360710379</c:v>
              </c:pt>
              <c:pt idx="282">
                <c:v>64.50258360710379</c:v>
              </c:pt>
              <c:pt idx="283">
                <c:v>64.50258360710379</c:v>
              </c:pt>
              <c:pt idx="284">
                <c:v>64.50258360710379</c:v>
              </c:pt>
              <c:pt idx="285">
                <c:v>64.50258360710379</c:v>
              </c:pt>
              <c:pt idx="286">
                <c:v>64.50258360710379</c:v>
              </c:pt>
              <c:pt idx="287">
                <c:v>64.50258360710379</c:v>
              </c:pt>
              <c:pt idx="288">
                <c:v>64.50258360710379</c:v>
              </c:pt>
              <c:pt idx="289">
                <c:v>64.50258360710379</c:v>
              </c:pt>
              <c:pt idx="290">
                <c:v>64.50258360710379</c:v>
              </c:pt>
              <c:pt idx="291">
                <c:v>64.50258360710379</c:v>
              </c:pt>
              <c:pt idx="292">
                <c:v>64.50258360710379</c:v>
              </c:pt>
              <c:pt idx="293">
                <c:v>64.50258360710379</c:v>
              </c:pt>
              <c:pt idx="294">
                <c:v>64.50258360710379</c:v>
              </c:pt>
              <c:pt idx="295">
                <c:v>64.50258360710379</c:v>
              </c:pt>
              <c:pt idx="296">
                <c:v>64.50258360710379</c:v>
              </c:pt>
              <c:pt idx="297">
                <c:v>64.50258360710379</c:v>
              </c:pt>
              <c:pt idx="298">
                <c:v>64.50258360710379</c:v>
              </c:pt>
              <c:pt idx="299">
                <c:v>64.50258360710379</c:v>
              </c:pt>
              <c:pt idx="300">
                <c:v>64.50258360710379</c:v>
              </c:pt>
              <c:pt idx="301">
                <c:v>64.50258360710379</c:v>
              </c:pt>
              <c:pt idx="302">
                <c:v>64.50258360710379</c:v>
              </c:pt>
              <c:pt idx="303">
                <c:v>64.50258360710379</c:v>
              </c:pt>
              <c:pt idx="304">
                <c:v>64.50258360710379</c:v>
              </c:pt>
              <c:pt idx="305">
                <c:v>64.50258360710379</c:v>
              </c:pt>
              <c:pt idx="306">
                <c:v>64.50258360710379</c:v>
              </c:pt>
              <c:pt idx="307">
                <c:v>64.50258360710379</c:v>
              </c:pt>
              <c:pt idx="308">
                <c:v>64.50258360710379</c:v>
              </c:pt>
              <c:pt idx="309">
                <c:v>64.50258360710379</c:v>
              </c:pt>
              <c:pt idx="310">
                <c:v>64.50258360710379</c:v>
              </c:pt>
              <c:pt idx="311">
                <c:v>64.50258360710379</c:v>
              </c:pt>
              <c:pt idx="312">
                <c:v>64.50258360710379</c:v>
              </c:pt>
              <c:pt idx="313">
                <c:v>64.50258360710379</c:v>
              </c:pt>
              <c:pt idx="314">
                <c:v>64.50258360710379</c:v>
              </c:pt>
              <c:pt idx="315">
                <c:v>64.50258360710379</c:v>
              </c:pt>
              <c:pt idx="316">
                <c:v>64.50258360710379</c:v>
              </c:pt>
              <c:pt idx="317">
                <c:v>64.50258360710379</c:v>
              </c:pt>
              <c:pt idx="318">
                <c:v>64.50258360710379</c:v>
              </c:pt>
              <c:pt idx="319">
                <c:v>64.50258360710379</c:v>
              </c:pt>
              <c:pt idx="320">
                <c:v>64.50258360710379</c:v>
              </c:pt>
              <c:pt idx="321">
                <c:v>64.50258360710379</c:v>
              </c:pt>
              <c:pt idx="322">
                <c:v>64.50258360710379</c:v>
              </c:pt>
              <c:pt idx="323">
                <c:v>64.50258360710379</c:v>
              </c:pt>
              <c:pt idx="324">
                <c:v>64.50258360710379</c:v>
              </c:pt>
              <c:pt idx="325">
                <c:v>64.50258360710379</c:v>
              </c:pt>
              <c:pt idx="326">
                <c:v>64.50258360710379</c:v>
              </c:pt>
              <c:pt idx="327">
                <c:v>64.50258360710379</c:v>
              </c:pt>
              <c:pt idx="328">
                <c:v>64.50258360710379</c:v>
              </c:pt>
              <c:pt idx="329">
                <c:v>64.50258360710379</c:v>
              </c:pt>
              <c:pt idx="330">
                <c:v>64.50258360710379</c:v>
              </c:pt>
              <c:pt idx="331">
                <c:v>64.50258360710379</c:v>
              </c:pt>
              <c:pt idx="332">
                <c:v>64.50258360710379</c:v>
              </c:pt>
              <c:pt idx="333">
                <c:v>64.50258360710379</c:v>
              </c:pt>
              <c:pt idx="334">
                <c:v>64.50258360710379</c:v>
              </c:pt>
              <c:pt idx="335">
                <c:v>64.50258360710379</c:v>
              </c:pt>
              <c:pt idx="336">
                <c:v>64.50258360710379</c:v>
              </c:pt>
              <c:pt idx="337">
                <c:v>64.50258360710379</c:v>
              </c:pt>
              <c:pt idx="338">
                <c:v>64.50258360710379</c:v>
              </c:pt>
              <c:pt idx="339">
                <c:v>64.50258360710379</c:v>
              </c:pt>
              <c:pt idx="340">
                <c:v>64.50258360710379</c:v>
              </c:pt>
              <c:pt idx="341">
                <c:v>64.50258360710379</c:v>
              </c:pt>
              <c:pt idx="342">
                <c:v>64.50258360710379</c:v>
              </c:pt>
              <c:pt idx="343">
                <c:v>64.50258360710379</c:v>
              </c:pt>
              <c:pt idx="344">
                <c:v>64.50258360710379</c:v>
              </c:pt>
              <c:pt idx="345">
                <c:v>64.50258360710379</c:v>
              </c:pt>
              <c:pt idx="346">
                <c:v>64.50258360710379</c:v>
              </c:pt>
              <c:pt idx="347">
                <c:v>64.50258360710379</c:v>
              </c:pt>
              <c:pt idx="348">
                <c:v>64.50258360710379</c:v>
              </c:pt>
              <c:pt idx="349">
                <c:v>64.50258360710379</c:v>
              </c:pt>
              <c:pt idx="350">
                <c:v>64.50258360710379</c:v>
              </c:pt>
              <c:pt idx="351">
                <c:v>64.50258360710379</c:v>
              </c:pt>
              <c:pt idx="352">
                <c:v>64.50258360710379</c:v>
              </c:pt>
              <c:pt idx="353">
                <c:v>64.50258360710379</c:v>
              </c:pt>
              <c:pt idx="354">
                <c:v>64.50258360710379</c:v>
              </c:pt>
              <c:pt idx="355">
                <c:v>64.50258360710379</c:v>
              </c:pt>
              <c:pt idx="356">
                <c:v>64.50258360710379</c:v>
              </c:pt>
              <c:pt idx="357">
                <c:v>64.50258360710379</c:v>
              </c:pt>
              <c:pt idx="358">
                <c:v>64.50258360710379</c:v>
              </c:pt>
              <c:pt idx="359">
                <c:v>64.50258360710379</c:v>
              </c:pt>
              <c:pt idx="360">
                <c:v>64.50258360710379</c:v>
              </c:pt>
              <c:pt idx="361">
                <c:v>64.50258360710379</c:v>
              </c:pt>
              <c:pt idx="362">
                <c:v>64.50258360710379</c:v>
              </c:pt>
              <c:pt idx="363">
                <c:v>64.50258360710379</c:v>
              </c:pt>
              <c:pt idx="364">
                <c:v>64.50258360710379</c:v>
              </c:pt>
              <c:pt idx="365">
                <c:v>64.50258360710379</c:v>
              </c:pt>
              <c:pt idx="366">
                <c:v>64.50258360710379</c:v>
              </c:pt>
              <c:pt idx="367">
                <c:v>64.50258360710379</c:v>
              </c:pt>
              <c:pt idx="368">
                <c:v>64.50258360710379</c:v>
              </c:pt>
              <c:pt idx="369">
                <c:v>64.50258360710379</c:v>
              </c:pt>
              <c:pt idx="370">
                <c:v>64.50258360710379</c:v>
              </c:pt>
              <c:pt idx="371">
                <c:v>64.50258360710379</c:v>
              </c:pt>
              <c:pt idx="372">
                <c:v>64.50258360710379</c:v>
              </c:pt>
              <c:pt idx="373">
                <c:v>64.50258360710379</c:v>
              </c:pt>
              <c:pt idx="374">
                <c:v>64.50258360710379</c:v>
              </c:pt>
              <c:pt idx="375">
                <c:v>64.50258360710379</c:v>
              </c:pt>
              <c:pt idx="376">
                <c:v>64.50258360710379</c:v>
              </c:pt>
              <c:pt idx="377">
                <c:v>64.50258360710379</c:v>
              </c:pt>
              <c:pt idx="378">
                <c:v>64.50258360710379</c:v>
              </c:pt>
              <c:pt idx="379">
                <c:v>64.50258360710379</c:v>
              </c:pt>
              <c:pt idx="380">
                <c:v>64.50258360710379</c:v>
              </c:pt>
              <c:pt idx="381">
                <c:v>64.50258360710379</c:v>
              </c:pt>
              <c:pt idx="382">
                <c:v>64.50258360710379</c:v>
              </c:pt>
              <c:pt idx="383">
                <c:v>64.50258360710379</c:v>
              </c:pt>
              <c:pt idx="384">
                <c:v>64.50258360710379</c:v>
              </c:pt>
              <c:pt idx="385">
                <c:v>64.50258360710379</c:v>
              </c:pt>
              <c:pt idx="386">
                <c:v>64.50258360710379</c:v>
              </c:pt>
              <c:pt idx="387">
                <c:v>64.50258360710379</c:v>
              </c:pt>
              <c:pt idx="388">
                <c:v>64.50258360710379</c:v>
              </c:pt>
              <c:pt idx="389">
                <c:v>64.50258360710379</c:v>
              </c:pt>
              <c:pt idx="390">
                <c:v>64.50258360710379</c:v>
              </c:pt>
              <c:pt idx="391">
                <c:v>64.50258360710379</c:v>
              </c:pt>
              <c:pt idx="392">
                <c:v>64.50258360710379</c:v>
              </c:pt>
              <c:pt idx="393">
                <c:v>64.50258360710379</c:v>
              </c:pt>
              <c:pt idx="394">
                <c:v>64.50258360710379</c:v>
              </c:pt>
              <c:pt idx="395">
                <c:v>64.50258360710379</c:v>
              </c:pt>
              <c:pt idx="396">
                <c:v>64.50258360710379</c:v>
              </c:pt>
              <c:pt idx="397">
                <c:v>64.50258360710379</c:v>
              </c:pt>
              <c:pt idx="398">
                <c:v>64.50258360710379</c:v>
              </c:pt>
              <c:pt idx="399">
                <c:v>64.50258360710379</c:v>
              </c:pt>
              <c:pt idx="400">
                <c:v>64.50258360710379</c:v>
              </c:pt>
              <c:pt idx="401">
                <c:v>64.50258360710379</c:v>
              </c:pt>
              <c:pt idx="402">
                <c:v>64.50258360710379</c:v>
              </c:pt>
              <c:pt idx="403">
                <c:v>64.50258360710379</c:v>
              </c:pt>
              <c:pt idx="404">
                <c:v>64.50258360710379</c:v>
              </c:pt>
              <c:pt idx="405">
                <c:v>64.50258360710379</c:v>
              </c:pt>
              <c:pt idx="406">
                <c:v>64.50258360710379</c:v>
              </c:pt>
              <c:pt idx="407">
                <c:v>64.50258360710379</c:v>
              </c:pt>
              <c:pt idx="408">
                <c:v>64.50258360710379</c:v>
              </c:pt>
              <c:pt idx="409">
                <c:v>64.50258360710379</c:v>
              </c:pt>
              <c:pt idx="410">
                <c:v>64.50258360710379</c:v>
              </c:pt>
              <c:pt idx="411">
                <c:v>64.50258360710379</c:v>
              </c:pt>
              <c:pt idx="412">
                <c:v>64.50258360710379</c:v>
              </c:pt>
              <c:pt idx="413">
                <c:v>64.50258360710379</c:v>
              </c:pt>
              <c:pt idx="414">
                <c:v>64.50258360710379</c:v>
              </c:pt>
              <c:pt idx="415">
                <c:v>64.50258360710379</c:v>
              </c:pt>
              <c:pt idx="416">
                <c:v>64.50258360710379</c:v>
              </c:pt>
              <c:pt idx="417">
                <c:v>64.50258360710379</c:v>
              </c:pt>
              <c:pt idx="418">
                <c:v>64.50258360710379</c:v>
              </c:pt>
              <c:pt idx="419">
                <c:v>64.50258360710379</c:v>
              </c:pt>
              <c:pt idx="420">
                <c:v>64.50258360710379</c:v>
              </c:pt>
              <c:pt idx="421">
                <c:v>64.50258360710379</c:v>
              </c:pt>
              <c:pt idx="422">
                <c:v>64.50258360710379</c:v>
              </c:pt>
              <c:pt idx="423">
                <c:v>64.50258360710379</c:v>
              </c:pt>
              <c:pt idx="424">
                <c:v>64.50258360710379</c:v>
              </c:pt>
              <c:pt idx="425">
                <c:v>64.50258360710379</c:v>
              </c:pt>
              <c:pt idx="426">
                <c:v>64.50258360710379</c:v>
              </c:pt>
              <c:pt idx="427">
                <c:v>64.50258360710379</c:v>
              </c:pt>
              <c:pt idx="428">
                <c:v>64.50258360710379</c:v>
              </c:pt>
              <c:pt idx="429">
                <c:v>64.50258360710379</c:v>
              </c:pt>
              <c:pt idx="430">
                <c:v>64.50258360710379</c:v>
              </c:pt>
              <c:pt idx="431">
                <c:v>64.50258360710379</c:v>
              </c:pt>
              <c:pt idx="432">
                <c:v>64.50258360710379</c:v>
              </c:pt>
              <c:pt idx="433">
                <c:v>64.50258360710379</c:v>
              </c:pt>
              <c:pt idx="434">
                <c:v>64.50258360710379</c:v>
              </c:pt>
              <c:pt idx="435">
                <c:v>64.50258360710379</c:v>
              </c:pt>
              <c:pt idx="436">
                <c:v>64.50258360710379</c:v>
              </c:pt>
              <c:pt idx="437">
                <c:v>64.50258360710379</c:v>
              </c:pt>
              <c:pt idx="438">
                <c:v>64.50258360710379</c:v>
              </c:pt>
              <c:pt idx="439">
                <c:v>64.50258360710379</c:v>
              </c:pt>
              <c:pt idx="440">
                <c:v>64.50258360710379</c:v>
              </c:pt>
              <c:pt idx="441">
                <c:v>64.50258360710379</c:v>
              </c:pt>
              <c:pt idx="442">
                <c:v>64.50258360710379</c:v>
              </c:pt>
              <c:pt idx="443">
                <c:v>64.50258360710379</c:v>
              </c:pt>
              <c:pt idx="444">
                <c:v>64.50258360710379</c:v>
              </c:pt>
              <c:pt idx="445">
                <c:v>64.50258360710379</c:v>
              </c:pt>
              <c:pt idx="446">
                <c:v>64.50258360710379</c:v>
              </c:pt>
              <c:pt idx="447">
                <c:v>64.50258360710379</c:v>
              </c:pt>
              <c:pt idx="448">
                <c:v>64.50258360710379</c:v>
              </c:pt>
              <c:pt idx="449">
                <c:v>64.50258360710379</c:v>
              </c:pt>
            </c:numLit>
          </c:xVal>
          <c:yVal>
            <c:numLit>
              <c:formatCode>0.0</c:formatCode>
              <c:ptCount val="450"/>
              <c:pt idx="0">
                <c:v>0.2018692505988826</c:v>
              </c:pt>
              <c:pt idx="1">
                <c:v>0.2018692505988826</c:v>
              </c:pt>
              <c:pt idx="2">
                <c:v>0.2018692505988826</c:v>
              </c:pt>
              <c:pt idx="3">
                <c:v>0.2018692505988826</c:v>
              </c:pt>
              <c:pt idx="4">
                <c:v>0.2018692505988826</c:v>
              </c:pt>
              <c:pt idx="5">
                <c:v>0.2018692505988826</c:v>
              </c:pt>
              <c:pt idx="6">
                <c:v>0.2018692505988826</c:v>
              </c:pt>
              <c:pt idx="7">
                <c:v>0.2018692505988826</c:v>
              </c:pt>
              <c:pt idx="8">
                <c:v>0.2018692505988826</c:v>
              </c:pt>
              <c:pt idx="9">
                <c:v>0.2018692505988826</c:v>
              </c:pt>
              <c:pt idx="10">
                <c:v>0.2018692505988826</c:v>
              </c:pt>
              <c:pt idx="11">
                <c:v>0.2018692505988826</c:v>
              </c:pt>
              <c:pt idx="12">
                <c:v>0.2018692505988826</c:v>
              </c:pt>
              <c:pt idx="13">
                <c:v>0.2018692505988826</c:v>
              </c:pt>
              <c:pt idx="14">
                <c:v>0.2018692505988826</c:v>
              </c:pt>
              <c:pt idx="15">
                <c:v>0.2018692505988826</c:v>
              </c:pt>
              <c:pt idx="16">
                <c:v>0.2018692505988826</c:v>
              </c:pt>
              <c:pt idx="17">
                <c:v>0.2018692505988826</c:v>
              </c:pt>
              <c:pt idx="18">
                <c:v>0.2018692505988826</c:v>
              </c:pt>
              <c:pt idx="19">
                <c:v>0.2018692505988826</c:v>
              </c:pt>
              <c:pt idx="20">
                <c:v>0.2018692505988826</c:v>
              </c:pt>
              <c:pt idx="21">
                <c:v>0.2018692505988826</c:v>
              </c:pt>
              <c:pt idx="22">
                <c:v>0.2018692505988826</c:v>
              </c:pt>
              <c:pt idx="23">
                <c:v>0.2018692505988826</c:v>
              </c:pt>
              <c:pt idx="24">
                <c:v>0.2018692505988826</c:v>
              </c:pt>
              <c:pt idx="25">
                <c:v>0.2018692505988826</c:v>
              </c:pt>
              <c:pt idx="26">
                <c:v>0.2018692505988826</c:v>
              </c:pt>
              <c:pt idx="27">
                <c:v>0.2018692505988826</c:v>
              </c:pt>
              <c:pt idx="28">
                <c:v>0.2018692505988826</c:v>
              </c:pt>
              <c:pt idx="29">
                <c:v>0.2018692505988826</c:v>
              </c:pt>
              <c:pt idx="30">
                <c:v>0.2018692505988826</c:v>
              </c:pt>
              <c:pt idx="31">
                <c:v>0.2018692505988826</c:v>
              </c:pt>
              <c:pt idx="32">
                <c:v>0.2018692505988826</c:v>
              </c:pt>
              <c:pt idx="33">
                <c:v>0.2018692505988826</c:v>
              </c:pt>
              <c:pt idx="34">
                <c:v>0.2018692505988826</c:v>
              </c:pt>
              <c:pt idx="35">
                <c:v>0.2018692505988826</c:v>
              </c:pt>
              <c:pt idx="36">
                <c:v>0.2018692505988826</c:v>
              </c:pt>
              <c:pt idx="37">
                <c:v>0.2018692505988826</c:v>
              </c:pt>
              <c:pt idx="38">
                <c:v>0.2018692505988826</c:v>
              </c:pt>
              <c:pt idx="39">
                <c:v>0.2018692505988826</c:v>
              </c:pt>
              <c:pt idx="40">
                <c:v>0.2018692505988826</c:v>
              </c:pt>
              <c:pt idx="41">
                <c:v>0.2018692505988826</c:v>
              </c:pt>
              <c:pt idx="42">
                <c:v>0.2018692505988826</c:v>
              </c:pt>
              <c:pt idx="43">
                <c:v>0.2018692505988826</c:v>
              </c:pt>
              <c:pt idx="44">
                <c:v>0.2018692505988826</c:v>
              </c:pt>
              <c:pt idx="45">
                <c:v>0.2018692505988826</c:v>
              </c:pt>
              <c:pt idx="46">
                <c:v>0.2018692505988826</c:v>
              </c:pt>
              <c:pt idx="47">
                <c:v>0.2018692505988826</c:v>
              </c:pt>
              <c:pt idx="48">
                <c:v>0.2018692505988826</c:v>
              </c:pt>
              <c:pt idx="49">
                <c:v>0.2018692505988826</c:v>
              </c:pt>
              <c:pt idx="50">
                <c:v>0.2018692505988826</c:v>
              </c:pt>
              <c:pt idx="51">
                <c:v>0.2018692505988826</c:v>
              </c:pt>
              <c:pt idx="52">
                <c:v>0.2018692505988826</c:v>
              </c:pt>
              <c:pt idx="53">
                <c:v>0.2018692505988826</c:v>
              </c:pt>
              <c:pt idx="54">
                <c:v>0.2018692505988826</c:v>
              </c:pt>
              <c:pt idx="55">
                <c:v>0.2018692505988826</c:v>
              </c:pt>
              <c:pt idx="56">
                <c:v>0.2018692505988826</c:v>
              </c:pt>
              <c:pt idx="57">
                <c:v>0.2018692505988826</c:v>
              </c:pt>
              <c:pt idx="58">
                <c:v>0.2018692505988826</c:v>
              </c:pt>
              <c:pt idx="59">
                <c:v>0.2018692505988826</c:v>
              </c:pt>
              <c:pt idx="60">
                <c:v>0.2018692505988826</c:v>
              </c:pt>
              <c:pt idx="61">
                <c:v>0.2018692505988826</c:v>
              </c:pt>
              <c:pt idx="62">
                <c:v>0.2018692505988826</c:v>
              </c:pt>
              <c:pt idx="63">
                <c:v>0.2018692505988826</c:v>
              </c:pt>
              <c:pt idx="64">
                <c:v>0.2018692505988826</c:v>
              </c:pt>
              <c:pt idx="65">
                <c:v>0.2018692505988826</c:v>
              </c:pt>
              <c:pt idx="66">
                <c:v>0.2018692505988826</c:v>
              </c:pt>
              <c:pt idx="67">
                <c:v>0.2018692505988826</c:v>
              </c:pt>
              <c:pt idx="68">
                <c:v>0.2018692505988826</c:v>
              </c:pt>
              <c:pt idx="69">
                <c:v>0.2018692505988826</c:v>
              </c:pt>
              <c:pt idx="70">
                <c:v>0.2018692505988826</c:v>
              </c:pt>
              <c:pt idx="71">
                <c:v>0.2018692505988826</c:v>
              </c:pt>
              <c:pt idx="72">
                <c:v>0.2018692505988826</c:v>
              </c:pt>
              <c:pt idx="73">
                <c:v>0.2018692505988826</c:v>
              </c:pt>
              <c:pt idx="74">
                <c:v>0.2018692505988826</c:v>
              </c:pt>
              <c:pt idx="75">
                <c:v>0.2018692505988826</c:v>
              </c:pt>
              <c:pt idx="76">
                <c:v>0.2018692505988826</c:v>
              </c:pt>
              <c:pt idx="77">
                <c:v>0.2018692505988826</c:v>
              </c:pt>
              <c:pt idx="78">
                <c:v>0.2018692505988826</c:v>
              </c:pt>
              <c:pt idx="79">
                <c:v>0.2018692505988826</c:v>
              </c:pt>
              <c:pt idx="80">
                <c:v>0.2018692505988826</c:v>
              </c:pt>
              <c:pt idx="81">
                <c:v>0.2018692505988826</c:v>
              </c:pt>
              <c:pt idx="82">
                <c:v>0.2018692505988826</c:v>
              </c:pt>
              <c:pt idx="83">
                <c:v>0.2018692505988826</c:v>
              </c:pt>
              <c:pt idx="84">
                <c:v>0.2018692505988826</c:v>
              </c:pt>
              <c:pt idx="85">
                <c:v>0.2018692505988826</c:v>
              </c:pt>
              <c:pt idx="86">
                <c:v>0.2018692505988826</c:v>
              </c:pt>
              <c:pt idx="87">
                <c:v>0.2018692505988826</c:v>
              </c:pt>
              <c:pt idx="88">
                <c:v>0.2018692505988826</c:v>
              </c:pt>
              <c:pt idx="89">
                <c:v>0.2018692505988826</c:v>
              </c:pt>
              <c:pt idx="90">
                <c:v>0.2018692505988826</c:v>
              </c:pt>
              <c:pt idx="91">
                <c:v>0.2018692505988826</c:v>
              </c:pt>
              <c:pt idx="92">
                <c:v>0.2018692505988826</c:v>
              </c:pt>
              <c:pt idx="93">
                <c:v>0.2018692505988826</c:v>
              </c:pt>
              <c:pt idx="94">
                <c:v>0.2018692505988826</c:v>
              </c:pt>
              <c:pt idx="95">
                <c:v>0.2018692505988826</c:v>
              </c:pt>
              <c:pt idx="96">
                <c:v>0.2018692505988826</c:v>
              </c:pt>
              <c:pt idx="97">
                <c:v>0.2018692505988826</c:v>
              </c:pt>
              <c:pt idx="98">
                <c:v>0.2018692505988826</c:v>
              </c:pt>
              <c:pt idx="99">
                <c:v>0.2018692505988826</c:v>
              </c:pt>
              <c:pt idx="100">
                <c:v>0.2018692505988826</c:v>
              </c:pt>
              <c:pt idx="101">
                <c:v>0.2018692505988826</c:v>
              </c:pt>
              <c:pt idx="102">
                <c:v>0.2018692505988826</c:v>
              </c:pt>
              <c:pt idx="103">
                <c:v>0.2018692505988826</c:v>
              </c:pt>
              <c:pt idx="104">
                <c:v>0.2018692505988826</c:v>
              </c:pt>
              <c:pt idx="105">
                <c:v>0.2018692505988826</c:v>
              </c:pt>
              <c:pt idx="106">
                <c:v>0.2018692505988826</c:v>
              </c:pt>
              <c:pt idx="107">
                <c:v>0.2018692505988826</c:v>
              </c:pt>
              <c:pt idx="108">
                <c:v>0.2018692505988826</c:v>
              </c:pt>
              <c:pt idx="109">
                <c:v>0.2018692505988826</c:v>
              </c:pt>
              <c:pt idx="110">
                <c:v>0.2018692505988826</c:v>
              </c:pt>
              <c:pt idx="111">
                <c:v>0.2018692505988826</c:v>
              </c:pt>
              <c:pt idx="112">
                <c:v>0.2018692505988826</c:v>
              </c:pt>
              <c:pt idx="113">
                <c:v>0.2018692505988826</c:v>
              </c:pt>
              <c:pt idx="114">
                <c:v>0.2018692505988826</c:v>
              </c:pt>
              <c:pt idx="115">
                <c:v>0.2018692505988826</c:v>
              </c:pt>
              <c:pt idx="116">
                <c:v>0.2018692505988826</c:v>
              </c:pt>
              <c:pt idx="117">
                <c:v>0.2018692505988826</c:v>
              </c:pt>
              <c:pt idx="118">
                <c:v>0.2018692505988826</c:v>
              </c:pt>
              <c:pt idx="119">
                <c:v>0.2018692505988826</c:v>
              </c:pt>
              <c:pt idx="120">
                <c:v>0.2018692505988826</c:v>
              </c:pt>
              <c:pt idx="121">
                <c:v>0.2018692505988826</c:v>
              </c:pt>
              <c:pt idx="122">
                <c:v>0.2018692505988826</c:v>
              </c:pt>
              <c:pt idx="123">
                <c:v>0.2018692505988826</c:v>
              </c:pt>
              <c:pt idx="124">
                <c:v>0.2018692505988826</c:v>
              </c:pt>
              <c:pt idx="125">
                <c:v>0.2018692505988826</c:v>
              </c:pt>
              <c:pt idx="126">
                <c:v>0.2018692505988826</c:v>
              </c:pt>
              <c:pt idx="127">
                <c:v>0.2018692505988826</c:v>
              </c:pt>
              <c:pt idx="128">
                <c:v>0.2018692505988826</c:v>
              </c:pt>
              <c:pt idx="129">
                <c:v>0.2018692505988826</c:v>
              </c:pt>
              <c:pt idx="130">
                <c:v>0.2018692505988826</c:v>
              </c:pt>
              <c:pt idx="131">
                <c:v>0.2018692505988826</c:v>
              </c:pt>
              <c:pt idx="132">
                <c:v>0.2018692505988826</c:v>
              </c:pt>
              <c:pt idx="133">
                <c:v>0.2018692505988826</c:v>
              </c:pt>
              <c:pt idx="134">
                <c:v>0.2018692505988826</c:v>
              </c:pt>
              <c:pt idx="135">
                <c:v>0.2018692505988826</c:v>
              </c:pt>
              <c:pt idx="136">
                <c:v>0.2018692505988826</c:v>
              </c:pt>
              <c:pt idx="137">
                <c:v>0.2018692505988826</c:v>
              </c:pt>
              <c:pt idx="138">
                <c:v>0.2018692505988826</c:v>
              </c:pt>
              <c:pt idx="139">
                <c:v>0.2018692505988826</c:v>
              </c:pt>
              <c:pt idx="140">
                <c:v>0.2018692505988826</c:v>
              </c:pt>
              <c:pt idx="141">
                <c:v>0.2018692505988826</c:v>
              </c:pt>
              <c:pt idx="142">
                <c:v>0.2018692505988826</c:v>
              </c:pt>
              <c:pt idx="143">
                <c:v>0.2018692505988826</c:v>
              </c:pt>
              <c:pt idx="144">
                <c:v>0.2018692505988826</c:v>
              </c:pt>
              <c:pt idx="145">
                <c:v>0.2018692505988826</c:v>
              </c:pt>
              <c:pt idx="146">
                <c:v>0.2018692505988826</c:v>
              </c:pt>
              <c:pt idx="147">
                <c:v>0.2018692505988826</c:v>
              </c:pt>
              <c:pt idx="148">
                <c:v>0.2018692505988826</c:v>
              </c:pt>
              <c:pt idx="149">
                <c:v>0.2018692505988826</c:v>
              </c:pt>
              <c:pt idx="150">
                <c:v>0.2018692505988826</c:v>
              </c:pt>
              <c:pt idx="151">
                <c:v>0.2018692505988826</c:v>
              </c:pt>
              <c:pt idx="152">
                <c:v>0.2018692505988826</c:v>
              </c:pt>
              <c:pt idx="153">
                <c:v>0.2018692505988826</c:v>
              </c:pt>
              <c:pt idx="154">
                <c:v>0.2018692505988826</c:v>
              </c:pt>
              <c:pt idx="155">
                <c:v>0.2018692505988826</c:v>
              </c:pt>
              <c:pt idx="156">
                <c:v>0.2018692505988826</c:v>
              </c:pt>
              <c:pt idx="157">
                <c:v>0.2018692505988826</c:v>
              </c:pt>
              <c:pt idx="158">
                <c:v>0.2018692505988826</c:v>
              </c:pt>
              <c:pt idx="159">
                <c:v>0.2018692505988826</c:v>
              </c:pt>
              <c:pt idx="160">
                <c:v>0.2018692505988826</c:v>
              </c:pt>
              <c:pt idx="161">
                <c:v>0.2018692505988826</c:v>
              </c:pt>
              <c:pt idx="162">
                <c:v>0.2018692505988826</c:v>
              </c:pt>
              <c:pt idx="163">
                <c:v>0.2018692505988826</c:v>
              </c:pt>
              <c:pt idx="164">
                <c:v>0.2018692505988826</c:v>
              </c:pt>
              <c:pt idx="165">
                <c:v>0.2018692505988826</c:v>
              </c:pt>
              <c:pt idx="166">
                <c:v>0.2018692505988826</c:v>
              </c:pt>
              <c:pt idx="167">
                <c:v>0.2018692505988826</c:v>
              </c:pt>
              <c:pt idx="168">
                <c:v>0.2018692505988826</c:v>
              </c:pt>
              <c:pt idx="169">
                <c:v>0.2018692505988826</c:v>
              </c:pt>
              <c:pt idx="170">
                <c:v>0.2018692505988826</c:v>
              </c:pt>
              <c:pt idx="171">
                <c:v>0.2018692505988826</c:v>
              </c:pt>
              <c:pt idx="172">
                <c:v>0.2018692505988826</c:v>
              </c:pt>
              <c:pt idx="173">
                <c:v>0.2018692505988826</c:v>
              </c:pt>
              <c:pt idx="174">
                <c:v>0.2018692505988826</c:v>
              </c:pt>
              <c:pt idx="175">
                <c:v>0.2018692505988826</c:v>
              </c:pt>
              <c:pt idx="176">
                <c:v>0.2018692505988826</c:v>
              </c:pt>
              <c:pt idx="177">
                <c:v>0.2018692505988826</c:v>
              </c:pt>
              <c:pt idx="178">
                <c:v>0.2018692505988826</c:v>
              </c:pt>
              <c:pt idx="179">
                <c:v>0.2018692505988826</c:v>
              </c:pt>
              <c:pt idx="180">
                <c:v>0.2018692505988826</c:v>
              </c:pt>
              <c:pt idx="181">
                <c:v>0.2018692505988826</c:v>
              </c:pt>
              <c:pt idx="182">
                <c:v>0.2018692505988826</c:v>
              </c:pt>
              <c:pt idx="183">
                <c:v>0.2018692505988826</c:v>
              </c:pt>
              <c:pt idx="184">
                <c:v>0.2018692505988826</c:v>
              </c:pt>
              <c:pt idx="185">
                <c:v>0.2018692505988826</c:v>
              </c:pt>
              <c:pt idx="186">
                <c:v>0.2018692505988826</c:v>
              </c:pt>
              <c:pt idx="187">
                <c:v>0.2018692505988826</c:v>
              </c:pt>
              <c:pt idx="188">
                <c:v>0.2018692505988826</c:v>
              </c:pt>
              <c:pt idx="189">
                <c:v>0.2018692505988826</c:v>
              </c:pt>
              <c:pt idx="190">
                <c:v>0.2018692505988826</c:v>
              </c:pt>
              <c:pt idx="191">
                <c:v>0.2018692505988826</c:v>
              </c:pt>
              <c:pt idx="192">
                <c:v>0.2018692505988826</c:v>
              </c:pt>
              <c:pt idx="193">
                <c:v>0.2018692505988826</c:v>
              </c:pt>
              <c:pt idx="194">
                <c:v>0.2018692505988826</c:v>
              </c:pt>
              <c:pt idx="195">
                <c:v>0.2018692505988826</c:v>
              </c:pt>
              <c:pt idx="196">
                <c:v>0.2018692505988826</c:v>
              </c:pt>
              <c:pt idx="197">
                <c:v>0.2018692505988826</c:v>
              </c:pt>
              <c:pt idx="198">
                <c:v>0.2018692505988826</c:v>
              </c:pt>
              <c:pt idx="199">
                <c:v>0.2018692505988826</c:v>
              </c:pt>
              <c:pt idx="200">
                <c:v>0.2018692505988826</c:v>
              </c:pt>
              <c:pt idx="201">
                <c:v>0.2018692505988826</c:v>
              </c:pt>
              <c:pt idx="202">
                <c:v>0.2018692505988826</c:v>
              </c:pt>
              <c:pt idx="203">
                <c:v>0.2018692505988826</c:v>
              </c:pt>
              <c:pt idx="204">
                <c:v>0.2018692505988826</c:v>
              </c:pt>
              <c:pt idx="205">
                <c:v>0.2018692505988826</c:v>
              </c:pt>
              <c:pt idx="206">
                <c:v>0.2018692505988826</c:v>
              </c:pt>
              <c:pt idx="207">
                <c:v>0.2018692505988826</c:v>
              </c:pt>
              <c:pt idx="208">
                <c:v>0.2018692505988826</c:v>
              </c:pt>
              <c:pt idx="209">
                <c:v>0.2018692505988826</c:v>
              </c:pt>
              <c:pt idx="210">
                <c:v>0.2018692505988826</c:v>
              </c:pt>
              <c:pt idx="211">
                <c:v>0.2018692505988826</c:v>
              </c:pt>
              <c:pt idx="212">
                <c:v>0.2018692505988826</c:v>
              </c:pt>
              <c:pt idx="213">
                <c:v>0.2018692505988826</c:v>
              </c:pt>
              <c:pt idx="214">
                <c:v>0.2018692505988826</c:v>
              </c:pt>
              <c:pt idx="215">
                <c:v>0.2018692505988826</c:v>
              </c:pt>
              <c:pt idx="216">
                <c:v>0.2018692505988826</c:v>
              </c:pt>
              <c:pt idx="217">
                <c:v>0.2018692505988826</c:v>
              </c:pt>
              <c:pt idx="218">
                <c:v>0.2018692505988826</c:v>
              </c:pt>
              <c:pt idx="219">
                <c:v>0.2018692505988826</c:v>
              </c:pt>
              <c:pt idx="220">
                <c:v>0.2018692505988826</c:v>
              </c:pt>
              <c:pt idx="221">
                <c:v>0.2018692505988826</c:v>
              </c:pt>
              <c:pt idx="222">
                <c:v>0.2018692505988826</c:v>
              </c:pt>
              <c:pt idx="223">
                <c:v>0.2018692505988826</c:v>
              </c:pt>
              <c:pt idx="224">
                <c:v>0.2018692505988826</c:v>
              </c:pt>
              <c:pt idx="225">
                <c:v>0.2018692505988826</c:v>
              </c:pt>
              <c:pt idx="226">
                <c:v>0.2018692505988826</c:v>
              </c:pt>
              <c:pt idx="227">
                <c:v>0.2018692505988826</c:v>
              </c:pt>
              <c:pt idx="228">
                <c:v>0.2018692505988826</c:v>
              </c:pt>
              <c:pt idx="229">
                <c:v>0.2018692505988826</c:v>
              </c:pt>
              <c:pt idx="230">
                <c:v>0.2018692505988826</c:v>
              </c:pt>
              <c:pt idx="231">
                <c:v>0.2018692505988826</c:v>
              </c:pt>
              <c:pt idx="232">
                <c:v>0.2018692505988826</c:v>
              </c:pt>
              <c:pt idx="233">
                <c:v>0.2018692505988826</c:v>
              </c:pt>
              <c:pt idx="234">
                <c:v>0.2018692505988826</c:v>
              </c:pt>
              <c:pt idx="235">
                <c:v>0.2018692505988826</c:v>
              </c:pt>
              <c:pt idx="236">
                <c:v>0.2018692505988826</c:v>
              </c:pt>
              <c:pt idx="237">
                <c:v>0.2018692505988826</c:v>
              </c:pt>
              <c:pt idx="238">
                <c:v>0.2018692505988826</c:v>
              </c:pt>
              <c:pt idx="239">
                <c:v>0.2018692505988826</c:v>
              </c:pt>
              <c:pt idx="240">
                <c:v>0.2018692505988826</c:v>
              </c:pt>
              <c:pt idx="241">
                <c:v>0.2018692505988826</c:v>
              </c:pt>
              <c:pt idx="242">
                <c:v>0.2018692505988826</c:v>
              </c:pt>
              <c:pt idx="243">
                <c:v>0.2018692505988826</c:v>
              </c:pt>
              <c:pt idx="244">
                <c:v>0.2018692505988826</c:v>
              </c:pt>
              <c:pt idx="245">
                <c:v>0.2018692505988826</c:v>
              </c:pt>
              <c:pt idx="246">
                <c:v>0.2018692505988826</c:v>
              </c:pt>
              <c:pt idx="247">
                <c:v>0.2018692505988826</c:v>
              </c:pt>
              <c:pt idx="248">
                <c:v>0.2018692505988826</c:v>
              </c:pt>
              <c:pt idx="249">
                <c:v>0.2018692505988826</c:v>
              </c:pt>
              <c:pt idx="250">
                <c:v>0.2018692505988826</c:v>
              </c:pt>
              <c:pt idx="251">
                <c:v>0.2018692505988826</c:v>
              </c:pt>
              <c:pt idx="252">
                <c:v>0.2018692505988826</c:v>
              </c:pt>
              <c:pt idx="253">
                <c:v>0.2018692505988826</c:v>
              </c:pt>
              <c:pt idx="254">
                <c:v>0.2018692505988826</c:v>
              </c:pt>
              <c:pt idx="255">
                <c:v>0.2018692505988826</c:v>
              </c:pt>
              <c:pt idx="256">
                <c:v>0.2018692505988826</c:v>
              </c:pt>
              <c:pt idx="257">
                <c:v>0.2018692505988826</c:v>
              </c:pt>
              <c:pt idx="258">
                <c:v>0.2018692505988826</c:v>
              </c:pt>
              <c:pt idx="259">
                <c:v>0.2018692505988826</c:v>
              </c:pt>
              <c:pt idx="260">
                <c:v>0.2018692505988826</c:v>
              </c:pt>
              <c:pt idx="261">
                <c:v>0.2018692505988826</c:v>
              </c:pt>
              <c:pt idx="262">
                <c:v>0.2018692505988826</c:v>
              </c:pt>
              <c:pt idx="263">
                <c:v>0.2018692505988826</c:v>
              </c:pt>
              <c:pt idx="264">
                <c:v>0.2018692505988826</c:v>
              </c:pt>
              <c:pt idx="265">
                <c:v>0.2018692505988826</c:v>
              </c:pt>
              <c:pt idx="266">
                <c:v>0.2018692505988826</c:v>
              </c:pt>
              <c:pt idx="267">
                <c:v>0.2018692505988826</c:v>
              </c:pt>
              <c:pt idx="268">
                <c:v>0.2018692505988826</c:v>
              </c:pt>
              <c:pt idx="269">
                <c:v>0.2018692505988826</c:v>
              </c:pt>
              <c:pt idx="270">
                <c:v>0.2018692505988826</c:v>
              </c:pt>
              <c:pt idx="271">
                <c:v>0.2018692505988826</c:v>
              </c:pt>
              <c:pt idx="272">
                <c:v>0.2018692505988826</c:v>
              </c:pt>
              <c:pt idx="273">
                <c:v>0.2018692505988826</c:v>
              </c:pt>
              <c:pt idx="274">
                <c:v>0.2018692505988826</c:v>
              </c:pt>
              <c:pt idx="275">
                <c:v>0.2018692505988826</c:v>
              </c:pt>
              <c:pt idx="276">
                <c:v>0.2018692505988826</c:v>
              </c:pt>
              <c:pt idx="277">
                <c:v>0.2018692505988826</c:v>
              </c:pt>
              <c:pt idx="278">
                <c:v>0.2018692505988826</c:v>
              </c:pt>
              <c:pt idx="279">
                <c:v>0.2018692505988826</c:v>
              </c:pt>
              <c:pt idx="280">
                <c:v>0.2018692505988826</c:v>
              </c:pt>
              <c:pt idx="281">
                <c:v>0.2018692505988826</c:v>
              </c:pt>
              <c:pt idx="282">
                <c:v>0.2018692505988826</c:v>
              </c:pt>
              <c:pt idx="283">
                <c:v>0.2018692505988826</c:v>
              </c:pt>
              <c:pt idx="284">
                <c:v>0.2018692505988826</c:v>
              </c:pt>
              <c:pt idx="285">
                <c:v>0.2018692505988826</c:v>
              </c:pt>
              <c:pt idx="286">
                <c:v>0.2018692505988826</c:v>
              </c:pt>
              <c:pt idx="287">
                <c:v>0.2018692505988826</c:v>
              </c:pt>
              <c:pt idx="288">
                <c:v>0.2018692505988826</c:v>
              </c:pt>
              <c:pt idx="289">
                <c:v>0.2018692505988826</c:v>
              </c:pt>
              <c:pt idx="290">
                <c:v>0.2018692505988826</c:v>
              </c:pt>
              <c:pt idx="291">
                <c:v>0.2018692505988826</c:v>
              </c:pt>
              <c:pt idx="292">
                <c:v>0.2018692505988826</c:v>
              </c:pt>
              <c:pt idx="293">
                <c:v>0.2018692505988826</c:v>
              </c:pt>
              <c:pt idx="294">
                <c:v>0.2018692505988826</c:v>
              </c:pt>
              <c:pt idx="295">
                <c:v>0.2018692505988826</c:v>
              </c:pt>
              <c:pt idx="296">
                <c:v>0.2018692505988826</c:v>
              </c:pt>
              <c:pt idx="297">
                <c:v>0.2018692505988826</c:v>
              </c:pt>
              <c:pt idx="298">
                <c:v>0.2018692505988826</c:v>
              </c:pt>
              <c:pt idx="299">
                <c:v>0.2018692505988826</c:v>
              </c:pt>
              <c:pt idx="300">
                <c:v>0.2018692505988826</c:v>
              </c:pt>
              <c:pt idx="301">
                <c:v>0.2018692505988826</c:v>
              </c:pt>
              <c:pt idx="302">
                <c:v>0.2018692505988826</c:v>
              </c:pt>
              <c:pt idx="303">
                <c:v>0.2018692505988826</c:v>
              </c:pt>
              <c:pt idx="304">
                <c:v>0.2018692505988826</c:v>
              </c:pt>
              <c:pt idx="305">
                <c:v>0.2018692505988826</c:v>
              </c:pt>
              <c:pt idx="306">
                <c:v>0.2018692505988826</c:v>
              </c:pt>
              <c:pt idx="307">
                <c:v>0.2018692505988826</c:v>
              </c:pt>
              <c:pt idx="308">
                <c:v>0.2018692505988826</c:v>
              </c:pt>
              <c:pt idx="309">
                <c:v>0.2018692505988826</c:v>
              </c:pt>
              <c:pt idx="310">
                <c:v>0.2018692505988826</c:v>
              </c:pt>
              <c:pt idx="311">
                <c:v>0.2018692505988826</c:v>
              </c:pt>
              <c:pt idx="312">
                <c:v>0.2018692505988826</c:v>
              </c:pt>
              <c:pt idx="313">
                <c:v>0.2018692505988826</c:v>
              </c:pt>
              <c:pt idx="314">
                <c:v>0.2018692505988826</c:v>
              </c:pt>
              <c:pt idx="315">
                <c:v>0.2018692505988826</c:v>
              </c:pt>
              <c:pt idx="316">
                <c:v>0.2018692505988826</c:v>
              </c:pt>
              <c:pt idx="317">
                <c:v>0.2018692505988826</c:v>
              </c:pt>
              <c:pt idx="318">
                <c:v>0.2018692505988826</c:v>
              </c:pt>
              <c:pt idx="319">
                <c:v>0.2018692505988826</c:v>
              </c:pt>
              <c:pt idx="320">
                <c:v>0.2018692505988826</c:v>
              </c:pt>
              <c:pt idx="321">
                <c:v>0.2018692505988826</c:v>
              </c:pt>
              <c:pt idx="322">
                <c:v>0.2018692505988826</c:v>
              </c:pt>
              <c:pt idx="323">
                <c:v>0.2018692505988826</c:v>
              </c:pt>
              <c:pt idx="324">
                <c:v>0.2018692505988826</c:v>
              </c:pt>
              <c:pt idx="325">
                <c:v>0.2018692505988826</c:v>
              </c:pt>
              <c:pt idx="326">
                <c:v>0.2018692505988826</c:v>
              </c:pt>
              <c:pt idx="327">
                <c:v>0.2018692505988826</c:v>
              </c:pt>
              <c:pt idx="328">
                <c:v>0.2018692505988826</c:v>
              </c:pt>
              <c:pt idx="329">
                <c:v>0.2018692505988826</c:v>
              </c:pt>
              <c:pt idx="330">
                <c:v>0.2018692505988826</c:v>
              </c:pt>
              <c:pt idx="331">
                <c:v>0.2018692505988826</c:v>
              </c:pt>
              <c:pt idx="332">
                <c:v>0.2018692505988826</c:v>
              </c:pt>
              <c:pt idx="333">
                <c:v>0.2018692505988826</c:v>
              </c:pt>
              <c:pt idx="334">
                <c:v>0.2018692505988826</c:v>
              </c:pt>
              <c:pt idx="335">
                <c:v>0.2018692505988826</c:v>
              </c:pt>
              <c:pt idx="336">
                <c:v>0.2018692505988826</c:v>
              </c:pt>
              <c:pt idx="337">
                <c:v>0.2018692505988826</c:v>
              </c:pt>
              <c:pt idx="338">
                <c:v>0.2018692505988826</c:v>
              </c:pt>
              <c:pt idx="339">
                <c:v>0.2018692505988826</c:v>
              </c:pt>
              <c:pt idx="340">
                <c:v>0.2018692505988826</c:v>
              </c:pt>
              <c:pt idx="341">
                <c:v>0.2018692505988826</c:v>
              </c:pt>
              <c:pt idx="342">
                <c:v>0.2018692505988826</c:v>
              </c:pt>
              <c:pt idx="343">
                <c:v>0.2018692505988826</c:v>
              </c:pt>
              <c:pt idx="344">
                <c:v>0.2018692505988826</c:v>
              </c:pt>
              <c:pt idx="345">
                <c:v>0.2018692505988826</c:v>
              </c:pt>
              <c:pt idx="346">
                <c:v>0.2018692505988826</c:v>
              </c:pt>
              <c:pt idx="347">
                <c:v>0.2018692505988826</c:v>
              </c:pt>
              <c:pt idx="348">
                <c:v>0.2018692505988826</c:v>
              </c:pt>
              <c:pt idx="349">
                <c:v>0.2018692505988826</c:v>
              </c:pt>
              <c:pt idx="350">
                <c:v>0.2018692505988826</c:v>
              </c:pt>
              <c:pt idx="351">
                <c:v>0.2018692505988826</c:v>
              </c:pt>
              <c:pt idx="352">
                <c:v>0.2018692505988826</c:v>
              </c:pt>
              <c:pt idx="353">
                <c:v>0.2018692505988826</c:v>
              </c:pt>
              <c:pt idx="354">
                <c:v>0.2018692505988826</c:v>
              </c:pt>
              <c:pt idx="355">
                <c:v>0.2018692505988826</c:v>
              </c:pt>
              <c:pt idx="356">
                <c:v>0.2018692505988826</c:v>
              </c:pt>
              <c:pt idx="357">
                <c:v>0.2018692505988826</c:v>
              </c:pt>
              <c:pt idx="358">
                <c:v>0.2018692505988826</c:v>
              </c:pt>
              <c:pt idx="359">
                <c:v>0.2018692505988826</c:v>
              </c:pt>
              <c:pt idx="360">
                <c:v>0.2018692505988826</c:v>
              </c:pt>
              <c:pt idx="361">
                <c:v>0.2018692505988826</c:v>
              </c:pt>
              <c:pt idx="362">
                <c:v>0.2018692505988826</c:v>
              </c:pt>
              <c:pt idx="363">
                <c:v>0.2018692505988826</c:v>
              </c:pt>
              <c:pt idx="364">
                <c:v>0.2018692505988826</c:v>
              </c:pt>
              <c:pt idx="365">
                <c:v>0.2018692505988826</c:v>
              </c:pt>
              <c:pt idx="366">
                <c:v>0.2018692505988826</c:v>
              </c:pt>
              <c:pt idx="367">
                <c:v>0.2018692505988826</c:v>
              </c:pt>
              <c:pt idx="368">
                <c:v>0.2018692505988826</c:v>
              </c:pt>
              <c:pt idx="369">
                <c:v>0.2018692505988826</c:v>
              </c:pt>
              <c:pt idx="370">
                <c:v>0.2018692505988826</c:v>
              </c:pt>
              <c:pt idx="371">
                <c:v>0.2018692505988826</c:v>
              </c:pt>
              <c:pt idx="372">
                <c:v>0.2018692505988826</c:v>
              </c:pt>
              <c:pt idx="373">
                <c:v>0.2018692505988826</c:v>
              </c:pt>
              <c:pt idx="374">
                <c:v>0.2018692505988826</c:v>
              </c:pt>
              <c:pt idx="375">
                <c:v>0.2018692505988826</c:v>
              </c:pt>
              <c:pt idx="376">
                <c:v>0.2018692505988826</c:v>
              </c:pt>
              <c:pt idx="377">
                <c:v>0.2018692505988826</c:v>
              </c:pt>
              <c:pt idx="378">
                <c:v>0.2018692505988826</c:v>
              </c:pt>
              <c:pt idx="379">
                <c:v>0.2018692505988826</c:v>
              </c:pt>
              <c:pt idx="380">
                <c:v>0.2018692505988826</c:v>
              </c:pt>
              <c:pt idx="381">
                <c:v>0.2018692505988826</c:v>
              </c:pt>
              <c:pt idx="382">
                <c:v>0.2018692505988826</c:v>
              </c:pt>
              <c:pt idx="383">
                <c:v>0.2018692505988826</c:v>
              </c:pt>
              <c:pt idx="384">
                <c:v>0.2018692505988826</c:v>
              </c:pt>
              <c:pt idx="385">
                <c:v>0.2018692505988826</c:v>
              </c:pt>
              <c:pt idx="386">
                <c:v>0.2018692505988826</c:v>
              </c:pt>
              <c:pt idx="387">
                <c:v>0.2018692505988826</c:v>
              </c:pt>
              <c:pt idx="388">
                <c:v>0.2018692505988826</c:v>
              </c:pt>
              <c:pt idx="389">
                <c:v>0.2018692505988826</c:v>
              </c:pt>
              <c:pt idx="390">
                <c:v>0.2018692505988826</c:v>
              </c:pt>
              <c:pt idx="391">
                <c:v>0.2018692505988826</c:v>
              </c:pt>
              <c:pt idx="392">
                <c:v>0.2018692505988826</c:v>
              </c:pt>
              <c:pt idx="393">
                <c:v>0.2018692505988826</c:v>
              </c:pt>
              <c:pt idx="394">
                <c:v>0.2018692505988826</c:v>
              </c:pt>
              <c:pt idx="395">
                <c:v>0.2018692505988826</c:v>
              </c:pt>
              <c:pt idx="396">
                <c:v>0.2018692505988826</c:v>
              </c:pt>
              <c:pt idx="397">
                <c:v>0.2018692505988826</c:v>
              </c:pt>
              <c:pt idx="398">
                <c:v>0.2018692505988826</c:v>
              </c:pt>
              <c:pt idx="399">
                <c:v>0.2018692505988826</c:v>
              </c:pt>
              <c:pt idx="400">
                <c:v>0.2018692505988826</c:v>
              </c:pt>
              <c:pt idx="401">
                <c:v>0.2018692505988826</c:v>
              </c:pt>
              <c:pt idx="402">
                <c:v>0.2018692505988826</c:v>
              </c:pt>
              <c:pt idx="403">
                <c:v>0.2018692505988826</c:v>
              </c:pt>
              <c:pt idx="404">
                <c:v>0.2018692505988826</c:v>
              </c:pt>
              <c:pt idx="405">
                <c:v>0.2018692505988826</c:v>
              </c:pt>
              <c:pt idx="406">
                <c:v>0.2018692505988826</c:v>
              </c:pt>
              <c:pt idx="407">
                <c:v>0.2018692505988826</c:v>
              </c:pt>
              <c:pt idx="408">
                <c:v>0.2018692505988826</c:v>
              </c:pt>
              <c:pt idx="409">
                <c:v>0.2018692505988826</c:v>
              </c:pt>
              <c:pt idx="410">
                <c:v>0.2018692505988826</c:v>
              </c:pt>
              <c:pt idx="411">
                <c:v>0.2018692505988826</c:v>
              </c:pt>
              <c:pt idx="412">
                <c:v>0.2018692505988826</c:v>
              </c:pt>
              <c:pt idx="413">
                <c:v>0.2018692505988826</c:v>
              </c:pt>
              <c:pt idx="414">
                <c:v>0.2018692505988826</c:v>
              </c:pt>
              <c:pt idx="415">
                <c:v>0.2018692505988826</c:v>
              </c:pt>
              <c:pt idx="416">
                <c:v>0.2018692505988826</c:v>
              </c:pt>
              <c:pt idx="417">
                <c:v>0.2018692505988826</c:v>
              </c:pt>
              <c:pt idx="418">
                <c:v>0.2018692505988826</c:v>
              </c:pt>
              <c:pt idx="419">
                <c:v>0.2018692505988826</c:v>
              </c:pt>
              <c:pt idx="420">
                <c:v>0.2018692505988826</c:v>
              </c:pt>
              <c:pt idx="421">
                <c:v>0.2018692505988826</c:v>
              </c:pt>
              <c:pt idx="422">
                <c:v>0.2018692505988826</c:v>
              </c:pt>
              <c:pt idx="423">
                <c:v>0.2018692505988826</c:v>
              </c:pt>
              <c:pt idx="424">
                <c:v>0.2018692505988826</c:v>
              </c:pt>
              <c:pt idx="425">
                <c:v>0.2018692505988826</c:v>
              </c:pt>
              <c:pt idx="426">
                <c:v>0.2018692505988826</c:v>
              </c:pt>
              <c:pt idx="427">
                <c:v>0.2018692505988826</c:v>
              </c:pt>
              <c:pt idx="428">
                <c:v>0.2018692505988826</c:v>
              </c:pt>
              <c:pt idx="429">
                <c:v>0.2018692505988826</c:v>
              </c:pt>
              <c:pt idx="430">
                <c:v>0.2018692505988826</c:v>
              </c:pt>
              <c:pt idx="431">
                <c:v>0.2018692505988826</c:v>
              </c:pt>
              <c:pt idx="432">
                <c:v>0.2018692505988826</c:v>
              </c:pt>
              <c:pt idx="433">
                <c:v>0.2018692505988826</c:v>
              </c:pt>
              <c:pt idx="434">
                <c:v>0.2018692505988826</c:v>
              </c:pt>
              <c:pt idx="435">
                <c:v>0.2018692505988826</c:v>
              </c:pt>
              <c:pt idx="436">
                <c:v>0.2018692505988826</c:v>
              </c:pt>
              <c:pt idx="437">
                <c:v>0.2018692505988826</c:v>
              </c:pt>
              <c:pt idx="438">
                <c:v>0.2018692505988826</c:v>
              </c:pt>
              <c:pt idx="439">
                <c:v>0.2018692505988826</c:v>
              </c:pt>
              <c:pt idx="440">
                <c:v>0.2018692505988826</c:v>
              </c:pt>
              <c:pt idx="441">
                <c:v>0.2018692505988826</c:v>
              </c:pt>
              <c:pt idx="442">
                <c:v>0.2018692505988826</c:v>
              </c:pt>
              <c:pt idx="443">
                <c:v>0.2018692505988826</c:v>
              </c:pt>
              <c:pt idx="444">
                <c:v>0.2018692505988826</c:v>
              </c:pt>
              <c:pt idx="445">
                <c:v>0.2018692505988826</c:v>
              </c:pt>
              <c:pt idx="446">
                <c:v>0.2018692505988826</c:v>
              </c:pt>
              <c:pt idx="447">
                <c:v>0.2018692505988826</c:v>
              </c:pt>
              <c:pt idx="448">
                <c:v>0.2018692505988826</c:v>
              </c:pt>
              <c:pt idx="449">
                <c:v>0.2018692505988826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.857237329775949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Mean τ (% axis)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d_top (% scalar range)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Exact frontier F</c:v>
          </c:tx>
          <c:spPr>
            <a:noFill xmlns:a="http://schemas.openxmlformats.org/drawingml/2006/main"/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448"/>
              <c:pt idx="0">
                <c:v>0</c:v>
              </c:pt>
              <c:pt idx="1">
                <c:v>0.00018885427795202678</c:v>
              </c:pt>
              <c:pt idx="2">
                <c:v>0.00018885427795202678</c:v>
              </c:pt>
              <c:pt idx="3">
                <c:v>0.0022600939197508787</c:v>
              </c:pt>
              <c:pt idx="4">
                <c:v>0.0022600939197508787</c:v>
              </c:pt>
              <c:pt idx="5">
                <c:v>0.004835182449197827</c:v>
              </c:pt>
              <c:pt idx="6">
                <c:v>0.004835182449197827</c:v>
              </c:pt>
              <c:pt idx="7">
                <c:v>0.0050145101816366</c:v>
              </c:pt>
              <c:pt idx="8">
                <c:v>0.0050145101816366</c:v>
              </c:pt>
              <c:pt idx="9">
                <c:v>0.005699155848042032</c:v>
              </c:pt>
              <c:pt idx="10">
                <c:v>0.005699155848042032</c:v>
              </c:pt>
              <c:pt idx="11">
                <c:v>0.007079283466281603</c:v>
              </c:pt>
              <c:pt idx="12">
                <c:v>0.007079283466281603</c:v>
              </c:pt>
              <c:pt idx="13">
                <c:v>0.01165334930185341</c:v>
              </c:pt>
              <c:pt idx="14">
                <c:v>0.01165334930185341</c:v>
              </c:pt>
              <c:pt idx="15">
                <c:v>0.01294707616601112</c:v>
              </c:pt>
              <c:pt idx="16">
                <c:v>0.01294707616601112</c:v>
              </c:pt>
              <c:pt idx="17">
                <c:v>0.0148535181442019</c:v>
              </c:pt>
              <c:pt idx="18">
                <c:v>0.0148535181442019</c:v>
              </c:pt>
              <c:pt idx="19">
                <c:v>0.01762384131021295</c:v>
              </c:pt>
              <c:pt idx="20">
                <c:v>0.01762384131021295</c:v>
              </c:pt>
              <c:pt idx="21">
                <c:v>0.01801309420401825</c:v>
              </c:pt>
              <c:pt idx="22">
                <c:v>0.01801309420401825</c:v>
              </c:pt>
              <c:pt idx="23">
                <c:v>0.019621428754258728</c:v>
              </c:pt>
              <c:pt idx="24">
                <c:v>0.019621428754258728</c:v>
              </c:pt>
              <c:pt idx="25">
                <c:v>0.020276210825792867</c:v>
              </c:pt>
              <c:pt idx="26">
                <c:v>0.020276210825792867</c:v>
              </c:pt>
              <c:pt idx="27">
                <c:v>0.023007403248339012</c:v>
              </c:pt>
              <c:pt idx="28">
                <c:v>0.023007403248339012</c:v>
              </c:pt>
              <c:pt idx="29">
                <c:v>0.023119529295742274</c:v>
              </c:pt>
              <c:pt idx="30">
                <c:v>0.023119529295742274</c:v>
              </c:pt>
              <c:pt idx="31">
                <c:v>0.023297325366365217</c:v>
              </c:pt>
              <c:pt idx="32">
                <c:v>0.023297325366365217</c:v>
              </c:pt>
              <c:pt idx="33">
                <c:v>0.02560543836073295</c:v>
              </c:pt>
              <c:pt idx="34">
                <c:v>0.02560543836073295</c:v>
              </c:pt>
              <c:pt idx="35">
                <c:v>0.03235568853977948</c:v>
              </c:pt>
              <c:pt idx="36">
                <c:v>0.03235568853977948</c:v>
              </c:pt>
              <c:pt idx="37">
                <c:v>0.03242526110009141</c:v>
              </c:pt>
              <c:pt idx="38">
                <c:v>0.03242526110009141</c:v>
              </c:pt>
              <c:pt idx="39">
                <c:v>0.03839065129236467</c:v>
              </c:pt>
              <c:pt idx="40">
                <c:v>0.03839065129236467</c:v>
              </c:pt>
              <c:pt idx="41">
                <c:v>0.039712925754000664</c:v>
              </c:pt>
              <c:pt idx="42">
                <c:v>0.039712925754000664</c:v>
              </c:pt>
              <c:pt idx="43">
                <c:v>0.04000566210971993</c:v>
              </c:pt>
              <c:pt idx="44">
                <c:v>0.04000566210971993</c:v>
              </c:pt>
              <c:pt idx="45">
                <c:v>0.04196775395224131</c:v>
              </c:pt>
              <c:pt idx="46">
                <c:v>0.04196775395224131</c:v>
              </c:pt>
              <c:pt idx="47">
                <c:v>0.04266197736964272</c:v>
              </c:pt>
              <c:pt idx="48">
                <c:v>0.04266197736964272</c:v>
              </c:pt>
              <c:pt idx="49">
                <c:v>0.044789000936430574</c:v>
              </c:pt>
              <c:pt idx="50">
                <c:v>0.044789000936430574</c:v>
              </c:pt>
              <c:pt idx="51">
                <c:v>0.04744980984947969</c:v>
              </c:pt>
              <c:pt idx="52">
                <c:v>0.04744980984947969</c:v>
              </c:pt>
              <c:pt idx="53">
                <c:v>0.048515900599582856</c:v>
              </c:pt>
              <c:pt idx="54">
                <c:v>0.048515900599582856</c:v>
              </c:pt>
              <c:pt idx="55">
                <c:v>0.05084512632705106</c:v>
              </c:pt>
              <c:pt idx="56">
                <c:v>0.05084512632705106</c:v>
              </c:pt>
              <c:pt idx="57">
                <c:v>0.05956906306408472</c:v>
              </c:pt>
              <c:pt idx="58">
                <c:v>0.05956906306408472</c:v>
              </c:pt>
              <c:pt idx="59">
                <c:v>0.07591000205534276</c:v>
              </c:pt>
              <c:pt idx="60">
                <c:v>0.07591000205534276</c:v>
              </c:pt>
              <c:pt idx="61">
                <c:v>0.09340621413894393</c:v>
              </c:pt>
              <c:pt idx="62">
                <c:v>0.09340621413894393</c:v>
              </c:pt>
              <c:pt idx="63">
                <c:v>0.10121378422309815</c:v>
              </c:pt>
              <c:pt idx="64">
                <c:v>0.10121378422309815</c:v>
              </c:pt>
              <c:pt idx="65">
                <c:v>0.10575445789824578</c:v>
              </c:pt>
              <c:pt idx="66">
                <c:v>0.10575445789824578</c:v>
              </c:pt>
              <c:pt idx="67">
                <c:v>0.1286190906135037</c:v>
              </c:pt>
              <c:pt idx="68">
                <c:v>0.1286190906135037</c:v>
              </c:pt>
              <c:pt idx="69">
                <c:v>0.1293437147726577</c:v>
              </c:pt>
              <c:pt idx="70">
                <c:v>0.1293437147726577</c:v>
              </c:pt>
              <c:pt idx="71">
                <c:v>0.132648887916647</c:v>
              </c:pt>
              <c:pt idx="72">
                <c:v>0.132648887916647</c:v>
              </c:pt>
              <c:pt idx="73">
                <c:v>0.1357400361148655</c:v>
              </c:pt>
              <c:pt idx="74">
                <c:v>0.1357400361148655</c:v>
              </c:pt>
              <c:pt idx="75">
                <c:v>0.14334919348020736</c:v>
              </c:pt>
              <c:pt idx="76">
                <c:v>0.14334919348020736</c:v>
              </c:pt>
              <c:pt idx="77">
                <c:v>0.14546786133148873</c:v>
              </c:pt>
              <c:pt idx="78">
                <c:v>0.14546786133148873</c:v>
              </c:pt>
              <c:pt idx="79">
                <c:v>0.14816406808527074</c:v>
              </c:pt>
              <c:pt idx="80">
                <c:v>0.14816406808527074</c:v>
              </c:pt>
              <c:pt idx="81">
                <c:v>0.14833948088031537</c:v>
              </c:pt>
              <c:pt idx="82">
                <c:v>0.14833948088031537</c:v>
              </c:pt>
              <c:pt idx="83">
                <c:v>0.15194398971379094</c:v>
              </c:pt>
              <c:pt idx="84">
                <c:v>0.15194398971379094</c:v>
              </c:pt>
              <c:pt idx="85">
                <c:v>0.15711369986026513</c:v>
              </c:pt>
              <c:pt idx="86">
                <c:v>0.15711369986026513</c:v>
              </c:pt>
              <c:pt idx="87">
                <c:v>0.16468244932010473</c:v>
              </c:pt>
              <c:pt idx="88">
                <c:v>0.16468244932010473</c:v>
              </c:pt>
              <c:pt idx="89">
                <c:v>0.16831959850324588</c:v>
              </c:pt>
              <c:pt idx="90">
                <c:v>0.16831959850324588</c:v>
              </c:pt>
              <c:pt idx="91">
                <c:v>0.16936110488080014</c:v>
              </c:pt>
              <c:pt idx="92">
                <c:v>0.16936110488080014</c:v>
              </c:pt>
              <c:pt idx="93">
                <c:v>0.17082265289189763</c:v>
              </c:pt>
              <c:pt idx="94">
                <c:v>0.17082265289189763</c:v>
              </c:pt>
              <c:pt idx="95">
                <c:v>0.17237255718459524</c:v>
              </c:pt>
              <c:pt idx="96">
                <c:v>0.17237255718459524</c:v>
              </c:pt>
              <c:pt idx="97">
                <c:v>0.17647324204975737</c:v>
              </c:pt>
              <c:pt idx="98">
                <c:v>0.17647324204975737</c:v>
              </c:pt>
              <c:pt idx="99">
                <c:v>0.19430343793955587</c:v>
              </c:pt>
              <c:pt idx="100">
                <c:v>0.19430343793955587</c:v>
              </c:pt>
              <c:pt idx="101">
                <c:v>0.19519529942285094</c:v>
              </c:pt>
              <c:pt idx="102">
                <c:v>0.19519529942285094</c:v>
              </c:pt>
              <c:pt idx="103">
                <c:v>0.21459742270327808</c:v>
              </c:pt>
              <c:pt idx="104">
                <c:v>0.21459742270327808</c:v>
              </c:pt>
              <c:pt idx="105">
                <c:v>0.2434245330702976</c:v>
              </c:pt>
              <c:pt idx="106">
                <c:v>0.2434245330702976</c:v>
              </c:pt>
              <c:pt idx="107">
                <c:v>0.26056652031648364</c:v>
              </c:pt>
              <c:pt idx="108">
                <c:v>0.26056652031648364</c:v>
              </c:pt>
              <c:pt idx="109">
                <c:v>0.2756257824744006</c:v>
              </c:pt>
              <c:pt idx="110">
                <c:v>0.2756257824744006</c:v>
              </c:pt>
              <c:pt idx="111">
                <c:v>0.27626157580485555</c:v>
              </c:pt>
              <c:pt idx="112">
                <c:v>0.27626157580485555</c:v>
              </c:pt>
              <c:pt idx="113">
                <c:v>0.28018542108167405</c:v>
              </c:pt>
              <c:pt idx="114">
                <c:v>0.28018542108167405</c:v>
              </c:pt>
              <c:pt idx="115">
                <c:v>0.28292784018614303</c:v>
              </c:pt>
              <c:pt idx="116">
                <c:v>0.28292784018614303</c:v>
              </c:pt>
              <c:pt idx="117">
                <c:v>0.28685395740604835</c:v>
              </c:pt>
              <c:pt idx="118">
                <c:v>0.28685395740604835</c:v>
              </c:pt>
              <c:pt idx="119">
                <c:v>0.2943239989585482</c:v>
              </c:pt>
              <c:pt idx="120">
                <c:v>0.2943239989585482</c:v>
              </c:pt>
              <c:pt idx="121">
                <c:v>0.31377922501094807</c:v>
              </c:pt>
              <c:pt idx="122">
                <c:v>0.31377922501094807</c:v>
              </c:pt>
              <c:pt idx="123">
                <c:v>0.31614311456108674</c:v>
              </c:pt>
              <c:pt idx="124">
                <c:v>0.31614311456108674</c:v>
              </c:pt>
              <c:pt idx="125">
                <c:v>0.33480380631221934</c:v>
              </c:pt>
              <c:pt idx="126">
                <c:v>0.33480380631221934</c:v>
              </c:pt>
              <c:pt idx="127">
                <c:v>0.3445309833692782</c:v>
              </c:pt>
              <c:pt idx="128">
                <c:v>0.3445309833692782</c:v>
              </c:pt>
              <c:pt idx="129">
                <c:v>0.35623750296064194</c:v>
              </c:pt>
              <c:pt idx="130">
                <c:v>0.35623750296064194</c:v>
              </c:pt>
              <c:pt idx="131">
                <c:v>0.359842946512876</c:v>
              </c:pt>
              <c:pt idx="132">
                <c:v>0.359842946512876</c:v>
              </c:pt>
              <c:pt idx="133">
                <c:v>0.3650947076148327</c:v>
              </c:pt>
              <c:pt idx="134">
                <c:v>0.3650947076148327</c:v>
              </c:pt>
              <c:pt idx="135">
                <c:v>0.3688505399844664</c:v>
              </c:pt>
              <c:pt idx="136">
                <c:v>0.3688505399844664</c:v>
              </c:pt>
              <c:pt idx="137">
                <c:v>0.3715472731457108</c:v>
              </c:pt>
              <c:pt idx="138">
                <c:v>0.3715472731457108</c:v>
              </c:pt>
              <c:pt idx="139">
                <c:v>0.3799937261490292</c:v>
              </c:pt>
              <c:pt idx="140">
                <c:v>0.3799937261490292</c:v>
              </c:pt>
              <c:pt idx="141">
                <c:v>0.38542007559517566</c:v>
              </c:pt>
              <c:pt idx="142">
                <c:v>0.38542007559517566</c:v>
              </c:pt>
              <c:pt idx="143">
                <c:v>0.39348424543586036</c:v>
              </c:pt>
              <c:pt idx="144">
                <c:v>0.39348424543586036</c:v>
              </c:pt>
              <c:pt idx="145">
                <c:v>0.41398290719385034</c:v>
              </c:pt>
              <c:pt idx="146">
                <c:v>0.41398290719385034</c:v>
              </c:pt>
              <c:pt idx="147">
                <c:v>0.4186847595131933</c:v>
              </c:pt>
              <c:pt idx="148">
                <c:v>0.4186847595131933</c:v>
              </c:pt>
              <c:pt idx="149">
                <c:v>0.445171953770833</c:v>
              </c:pt>
              <c:pt idx="150">
                <c:v>0.445171953770833</c:v>
              </c:pt>
              <c:pt idx="151">
                <c:v>0.4703545029945133</c:v>
              </c:pt>
              <c:pt idx="152">
                <c:v>0.4703545029945133</c:v>
              </c:pt>
              <c:pt idx="153">
                <c:v>0.4970421761481772</c:v>
              </c:pt>
              <c:pt idx="154">
                <c:v>0.4970421761481772</c:v>
              </c:pt>
              <c:pt idx="155">
                <c:v>0.5</c:v>
              </c:pt>
              <c:pt idx="156">
                <c:v>0.5</c:v>
              </c:pt>
              <c:pt idx="157">
                <c:v>0.502204321155017</c:v>
              </c:pt>
              <c:pt idx="158">
                <c:v>0.502204321155017</c:v>
              </c:pt>
              <c:pt idx="159">
                <c:v>0.522512795712433</c:v>
              </c:pt>
              <c:pt idx="160">
                <c:v>0.522512795712433</c:v>
              </c:pt>
              <c:pt idx="161">
                <c:v>0.5377485320288458</c:v>
              </c:pt>
              <c:pt idx="162">
                <c:v>0.5377485320288458</c:v>
              </c:pt>
              <c:pt idx="163">
                <c:v>0.5598543145835205</c:v>
              </c:pt>
              <c:pt idx="164">
                <c:v>0.5598543145835205</c:v>
              </c:pt>
              <c:pt idx="165">
                <c:v>0.5878563360213148</c:v>
              </c:pt>
              <c:pt idx="166">
                <c:v>0.5878563360213148</c:v>
              </c:pt>
              <c:pt idx="167">
                <c:v>0.5900908210355861</c:v>
              </c:pt>
              <c:pt idx="168">
                <c:v>0.5900908210355861</c:v>
              </c:pt>
              <c:pt idx="169">
                <c:v>0.5986090927376397</c:v>
              </c:pt>
              <c:pt idx="170">
                <c:v>0.5986090927376397</c:v>
              </c:pt>
              <c:pt idx="171">
                <c:v>0.5994804905294684</c:v>
              </c:pt>
              <c:pt idx="172">
                <c:v>0.5994804905294684</c:v>
              </c:pt>
              <c:pt idx="173">
                <c:v>0.6212514865389389</c:v>
              </c:pt>
              <c:pt idx="174">
                <c:v>0.6212514865389389</c:v>
              </c:pt>
              <c:pt idx="175">
                <c:v>0.639136782252912</c:v>
              </c:pt>
              <c:pt idx="176">
                <c:v>0.639136782252912</c:v>
              </c:pt>
              <c:pt idx="177">
                <c:v>0.6700338846395502</c:v>
              </c:pt>
              <c:pt idx="178">
                <c:v>0.6700338846395502</c:v>
              </c:pt>
              <c:pt idx="179">
                <c:v>0.679566751749064</c:v>
              </c:pt>
              <c:pt idx="180">
                <c:v>0.679566751749064</c:v>
              </c:pt>
              <c:pt idx="181">
                <c:v>0.6848501203348499</c:v>
              </c:pt>
              <c:pt idx="182">
                <c:v>0.6848501203348499</c:v>
              </c:pt>
              <c:pt idx="183">
                <c:v>0.6852236977900308</c:v>
              </c:pt>
              <c:pt idx="184">
                <c:v>0.6852236977900308</c:v>
              </c:pt>
              <c:pt idx="185">
                <c:v>0.6924171371043775</c:v>
              </c:pt>
              <c:pt idx="186">
                <c:v>0.6924171371043775</c:v>
              </c:pt>
              <c:pt idx="187">
                <c:v>0.6948622318891109</c:v>
              </c:pt>
              <c:pt idx="188">
                <c:v>0.6948622318891109</c:v>
              </c:pt>
              <c:pt idx="189">
                <c:v>0.7099682034989009</c:v>
              </c:pt>
              <c:pt idx="190">
                <c:v>0.7099682034989009</c:v>
              </c:pt>
              <c:pt idx="191">
                <c:v>0.7165279955603032</c:v>
              </c:pt>
              <c:pt idx="192">
                <c:v>0.7165279955603032</c:v>
              </c:pt>
              <c:pt idx="193">
                <c:v>0.7665537396417967</c:v>
              </c:pt>
              <c:pt idx="194">
                <c:v>0.7665537396417967</c:v>
              </c:pt>
              <c:pt idx="195">
                <c:v>0.7713752128643675</c:v>
              </c:pt>
              <c:pt idx="196">
                <c:v>0.7713752128643675</c:v>
              </c:pt>
              <c:pt idx="197">
                <c:v>0.7749222624738352</c:v>
              </c:pt>
              <c:pt idx="198">
                <c:v>0.7749222624738352</c:v>
              </c:pt>
              <c:pt idx="199">
                <c:v>0.7813726502819218</c:v>
              </c:pt>
              <c:pt idx="200">
                <c:v>0.7813726502819218</c:v>
              </c:pt>
              <c:pt idx="201">
                <c:v>0.8072779510136148</c:v>
              </c:pt>
              <c:pt idx="202">
                <c:v>0.8072779510136148</c:v>
              </c:pt>
              <c:pt idx="203">
                <c:v>0.8285398818666121</c:v>
              </c:pt>
              <c:pt idx="204">
                <c:v>0.8285398818666121</c:v>
              </c:pt>
              <c:pt idx="205">
                <c:v>0.8913633356968993</c:v>
              </c:pt>
              <c:pt idx="206">
                <c:v>0.8913633356968993</c:v>
              </c:pt>
              <c:pt idx="207">
                <c:v>0.9317375143920361</c:v>
              </c:pt>
              <c:pt idx="208">
                <c:v>0.9317375143920361</c:v>
              </c:pt>
              <c:pt idx="209">
                <c:v>0.947363780846292</c:v>
              </c:pt>
              <c:pt idx="210">
                <c:v>0.947363780846292</c:v>
              </c:pt>
              <c:pt idx="211">
                <c:v>0.949865772368216</c:v>
              </c:pt>
              <c:pt idx="212">
                <c:v>0.949865772368216</c:v>
              </c:pt>
              <c:pt idx="213">
                <c:v>1</c:v>
              </c:pt>
              <c:pt idx="214">
                <c:v>1</c:v>
              </c:pt>
              <c:pt idx="215">
                <c:v>1.0046820709766444</c:v>
              </c:pt>
              <c:pt idx="216">
                <c:v>1.0046820709766444</c:v>
              </c:pt>
              <c:pt idx="217">
                <c:v>1.0097662726116683</c:v>
              </c:pt>
              <c:pt idx="218">
                <c:v>1.0097662726116683</c:v>
              </c:pt>
              <c:pt idx="219">
                <c:v>1.015382518071133</c:v>
              </c:pt>
              <c:pt idx="220">
                <c:v>1.015382518071133</c:v>
              </c:pt>
              <c:pt idx="221">
                <c:v>1.0569037391770282</c:v>
              </c:pt>
              <c:pt idx="222">
                <c:v>1.0569037391770282</c:v>
              </c:pt>
              <c:pt idx="223">
                <c:v>1.0684316675028684</c:v>
              </c:pt>
              <c:pt idx="224">
                <c:v>1.0684316675028684</c:v>
              </c:pt>
              <c:pt idx="225">
                <c:v>1.0829499130601903</c:v>
              </c:pt>
              <c:pt idx="226">
                <c:v>1.0829499130601903</c:v>
              </c:pt>
              <c:pt idx="227">
                <c:v>1.0978020061433342</c:v>
              </c:pt>
              <c:pt idx="228">
                <c:v>1.0978020061433342</c:v>
              </c:pt>
              <c:pt idx="229">
                <c:v>1.115685903662933</c:v>
              </c:pt>
              <c:pt idx="230">
                <c:v>1.115685903662933</c:v>
              </c:pt>
              <c:pt idx="231">
                <c:v>1.1795218904112015</c:v>
              </c:pt>
              <c:pt idx="232">
                <c:v>1.1795218904112015</c:v>
              </c:pt>
              <c:pt idx="233">
                <c:v>1.2158692977371603</c:v>
              </c:pt>
              <c:pt idx="234">
                <c:v>1.2158692977371603</c:v>
              </c:pt>
              <c:pt idx="235">
                <c:v>1.317027827581646</c:v>
              </c:pt>
              <c:pt idx="236">
                <c:v>1.317027827581646</c:v>
              </c:pt>
              <c:pt idx="237">
                <c:v>1.3472557054571228</c:v>
              </c:pt>
              <c:pt idx="238">
                <c:v>1.3472557054571228</c:v>
              </c:pt>
              <c:pt idx="239">
                <c:v>1.3669572000626182</c:v>
              </c:pt>
              <c:pt idx="240">
                <c:v>1.3669572000626182</c:v>
              </c:pt>
              <c:pt idx="241">
                <c:v>1.3733497470460678</c:v>
              </c:pt>
              <c:pt idx="242">
                <c:v>1.3733497470460678</c:v>
              </c:pt>
              <c:pt idx="243">
                <c:v>1.3940648065494967</c:v>
              </c:pt>
              <c:pt idx="244">
                <c:v>1.3940648065494967</c:v>
              </c:pt>
              <c:pt idx="245">
                <c:v>1.435397880814403</c:v>
              </c:pt>
              <c:pt idx="246">
                <c:v>1.435397880814403</c:v>
              </c:pt>
              <c:pt idx="247">
                <c:v>1.4875404308362814</c:v>
              </c:pt>
              <c:pt idx="248">
                <c:v>1.4875404308362814</c:v>
              </c:pt>
              <c:pt idx="249">
                <c:v>1.5033898615493957</c:v>
              </c:pt>
              <c:pt idx="250">
                <c:v>1.5033898615493957</c:v>
              </c:pt>
              <c:pt idx="251">
                <c:v>1.5225820319903816</c:v>
              </c:pt>
              <c:pt idx="252">
                <c:v>1.5225820319903816</c:v>
              </c:pt>
              <c:pt idx="253">
                <c:v>1.5885964615239403</c:v>
              </c:pt>
              <c:pt idx="254">
                <c:v>1.5885964615239403</c:v>
              </c:pt>
              <c:pt idx="255">
                <c:v>1.5953535310985538</c:v>
              </c:pt>
              <c:pt idx="256">
                <c:v>1.5953535310985538</c:v>
              </c:pt>
              <c:pt idx="257">
                <c:v>1.65505952237088</c:v>
              </c:pt>
              <c:pt idx="258">
                <c:v>1.65505952237088</c:v>
              </c:pt>
              <c:pt idx="259">
                <c:v>1.667700397670812</c:v>
              </c:pt>
              <c:pt idx="260">
                <c:v>1.667700397670812</c:v>
              </c:pt>
              <c:pt idx="261">
                <c:v>1.7206103662182115</c:v>
              </c:pt>
              <c:pt idx="262">
                <c:v>1.7206103662182115</c:v>
              </c:pt>
              <c:pt idx="263">
                <c:v>1.7421778389858245</c:v>
              </c:pt>
              <c:pt idx="264">
                <c:v>1.7421778389858245</c:v>
              </c:pt>
              <c:pt idx="265">
                <c:v>1.8252924811609457</c:v>
              </c:pt>
              <c:pt idx="266">
                <c:v>1.8252924811609457</c:v>
              </c:pt>
              <c:pt idx="267">
                <c:v>1.8508615565674333</c:v>
              </c:pt>
              <c:pt idx="268">
                <c:v>1.8508615565674333</c:v>
              </c:pt>
              <c:pt idx="269">
                <c:v>1.8853898367128863</c:v>
              </c:pt>
              <c:pt idx="270">
                <c:v>1.8853898367128863</c:v>
              </c:pt>
              <c:pt idx="271">
                <c:v>1.9195295717082363</c:v>
              </c:pt>
              <c:pt idx="272">
                <c:v>1.9195295717082363</c:v>
              </c:pt>
              <c:pt idx="273">
                <c:v>1.9313089098408287</c:v>
              </c:pt>
              <c:pt idx="274">
                <c:v>1.9313089098408287</c:v>
              </c:pt>
              <c:pt idx="275">
                <c:v>2</c:v>
              </c:pt>
              <c:pt idx="276">
                <c:v>2</c:v>
              </c:pt>
              <c:pt idx="277">
                <c:v>2.041066888753209</c:v>
              </c:pt>
              <c:pt idx="278">
                <c:v>2.041066888753209</c:v>
              </c:pt>
              <c:pt idx="279">
                <c:v>2.0674590155559756</c:v>
              </c:pt>
              <c:pt idx="280">
                <c:v>2.0674590155559756</c:v>
              </c:pt>
              <c:pt idx="281">
                <c:v>2.0798652006257607</c:v>
              </c:pt>
              <c:pt idx="282">
                <c:v>2.0798652006257607</c:v>
              </c:pt>
              <c:pt idx="283">
                <c:v>2.0802395360837336</c:v>
              </c:pt>
              <c:pt idx="284">
                <c:v>2.0802395360837336</c:v>
              </c:pt>
              <c:pt idx="285">
                <c:v>2.2111350035376813</c:v>
              </c:pt>
              <c:pt idx="286">
                <c:v>2.2111350035376813</c:v>
              </c:pt>
              <c:pt idx="287">
                <c:v>2.2335461876333746</c:v>
              </c:pt>
              <c:pt idx="288">
                <c:v>2.2335461876333746</c:v>
              </c:pt>
              <c:pt idx="289">
                <c:v>2.2589946659941527</c:v>
              </c:pt>
              <c:pt idx="290">
                <c:v>2.2589946659941527</c:v>
              </c:pt>
              <c:pt idx="291">
                <c:v>2.641166930368072</c:v>
              </c:pt>
              <c:pt idx="292">
                <c:v>2.641166930368072</c:v>
              </c:pt>
              <c:pt idx="293">
                <c:v>3.2969262321033477</c:v>
              </c:pt>
              <c:pt idx="294">
                <c:v>3.2969262321033477</c:v>
              </c:pt>
              <c:pt idx="295">
                <c:v>3.3775038753202895</c:v>
              </c:pt>
              <c:pt idx="296">
                <c:v>3.3775038753202895</c:v>
              </c:pt>
              <c:pt idx="297">
                <c:v>3.421522615889293</c:v>
              </c:pt>
              <c:pt idx="298">
                <c:v>3.421522615889293</c:v>
              </c:pt>
              <c:pt idx="299">
                <c:v>3.6006917277293797</c:v>
              </c:pt>
              <c:pt idx="300">
                <c:v>3.6006917277293797</c:v>
              </c:pt>
              <c:pt idx="301">
                <c:v>3.683960447789895</c:v>
              </c:pt>
              <c:pt idx="302">
                <c:v>3.683960447789895</c:v>
              </c:pt>
              <c:pt idx="303">
                <c:v>3.789224412735341</c:v>
              </c:pt>
              <c:pt idx="304">
                <c:v>3.789224412735341</c:v>
              </c:pt>
              <c:pt idx="305">
                <c:v>3.809382071665062</c:v>
              </c:pt>
              <c:pt idx="306">
                <c:v>3.809382071665062</c:v>
              </c:pt>
              <c:pt idx="307">
                <c:v>3.8210703961267125</c:v>
              </c:pt>
              <c:pt idx="308">
                <c:v>3.8210703961267125</c:v>
              </c:pt>
              <c:pt idx="309">
                <c:v>3.863055792831288</c:v>
              </c:pt>
              <c:pt idx="310">
                <c:v>3.863055792831288</c:v>
              </c:pt>
              <c:pt idx="311">
                <c:v>3.916611782207935</c:v>
              </c:pt>
              <c:pt idx="312">
                <c:v>3.916611782207935</c:v>
              </c:pt>
              <c:pt idx="313">
                <c:v>3.977302908859072</c:v>
              </c:pt>
              <c:pt idx="314">
                <c:v>3.977302908859072</c:v>
              </c:pt>
              <c:pt idx="315">
                <c:v>4.057430429613408</c:v>
              </c:pt>
              <c:pt idx="316">
                <c:v>4.057430429613408</c:v>
              </c:pt>
              <c:pt idx="317">
                <c:v>4.246094852004865</c:v>
              </c:pt>
              <c:pt idx="318">
                <c:v>4.246094852004865</c:v>
              </c:pt>
              <c:pt idx="319">
                <c:v>4.990460317712504</c:v>
              </c:pt>
              <c:pt idx="320">
                <c:v>4.990460317712504</c:v>
              </c:pt>
              <c:pt idx="321">
                <c:v>5</c:v>
              </c:pt>
              <c:pt idx="322">
                <c:v>5</c:v>
              </c:pt>
              <c:pt idx="323">
                <c:v>5.231433225430366</c:v>
              </c:pt>
              <c:pt idx="324">
                <c:v>5.231433225430366</c:v>
              </c:pt>
              <c:pt idx="325">
                <c:v>5.305345807544239</c:v>
              </c:pt>
              <c:pt idx="326">
                <c:v>5.305345807544239</c:v>
              </c:pt>
              <c:pt idx="327">
                <c:v>5.315917289882915</c:v>
              </c:pt>
              <c:pt idx="328">
                <c:v>5.315917289882915</c:v>
              </c:pt>
              <c:pt idx="329">
                <c:v>5.334846175056569</c:v>
              </c:pt>
              <c:pt idx="330">
                <c:v>5.334846175056569</c:v>
              </c:pt>
              <c:pt idx="331">
                <c:v>5.454604048712843</c:v>
              </c:pt>
              <c:pt idx="332">
                <c:v>5.454604048712843</c:v>
              </c:pt>
              <c:pt idx="333">
                <c:v>5.501363685031045</c:v>
              </c:pt>
              <c:pt idx="334">
                <c:v>5.501363685031045</c:v>
              </c:pt>
              <c:pt idx="335">
                <c:v>5.5232914357107825</c:v>
              </c:pt>
              <c:pt idx="336">
                <c:v>5.5232914357107825</c:v>
              </c:pt>
              <c:pt idx="337">
                <c:v>5.599785182099995</c:v>
              </c:pt>
              <c:pt idx="338">
                <c:v>5.599785182099995</c:v>
              </c:pt>
              <c:pt idx="339">
                <c:v>5.835741554252041</c:v>
              </c:pt>
              <c:pt idx="340">
                <c:v>5.835741554252041</c:v>
              </c:pt>
              <c:pt idx="341">
                <c:v>5.843417534956221</c:v>
              </c:pt>
              <c:pt idx="342">
                <c:v>5.843417534956221</c:v>
              </c:pt>
              <c:pt idx="343">
                <c:v>5.87526233375221</c:v>
              </c:pt>
              <c:pt idx="344">
                <c:v>5.87526233375221</c:v>
              </c:pt>
              <c:pt idx="345">
                <c:v>5.989638509473673</c:v>
              </c:pt>
              <c:pt idx="346">
                <c:v>5.989638509473673</c:v>
              </c:pt>
              <c:pt idx="347">
                <c:v>6.018514619204306</c:v>
              </c:pt>
              <c:pt idx="348">
                <c:v>6.018514619204306</c:v>
              </c:pt>
              <c:pt idx="349">
                <c:v>6.343227019676621</c:v>
              </c:pt>
              <c:pt idx="350">
                <c:v>6.343227019676621</c:v>
              </c:pt>
              <c:pt idx="351">
                <c:v>6.497727758932633</c:v>
              </c:pt>
              <c:pt idx="352">
                <c:v>6.497727758932633</c:v>
              </c:pt>
              <c:pt idx="353">
                <c:v>7.142342335663847</c:v>
              </c:pt>
              <c:pt idx="354">
                <c:v>7.142342335663847</c:v>
              </c:pt>
              <c:pt idx="355">
                <c:v>7.144597267595001</c:v>
              </c:pt>
              <c:pt idx="356">
                <c:v>7.144597267595001</c:v>
              </c:pt>
              <c:pt idx="357">
                <c:v>7.422198913186824</c:v>
              </c:pt>
              <c:pt idx="358">
                <c:v>7.422198913186824</c:v>
              </c:pt>
              <c:pt idx="359">
                <c:v>7.59121994324735</c:v>
              </c:pt>
              <c:pt idx="360">
                <c:v>7.59121994324735</c:v>
              </c:pt>
              <c:pt idx="361">
                <c:v>7.917392392246887</c:v>
              </c:pt>
              <c:pt idx="362">
                <c:v>7.917392392246887</c:v>
              </c:pt>
              <c:pt idx="363">
                <c:v>8.350509871525002</c:v>
              </c:pt>
              <c:pt idx="364">
                <c:v>8.350509871525002</c:v>
              </c:pt>
              <c:pt idx="365">
                <c:v>8.65386662550039</c:v>
              </c:pt>
              <c:pt idx="366">
                <c:v>8.65386662550039</c:v>
              </c:pt>
              <c:pt idx="367">
                <c:v>8.701608160444522</c:v>
              </c:pt>
              <c:pt idx="368">
                <c:v>8.701608160444522</c:v>
              </c:pt>
              <c:pt idx="369">
                <c:v>8.868134591391936</c:v>
              </c:pt>
              <c:pt idx="370">
                <c:v>8.868134591391936</c:v>
              </c:pt>
              <c:pt idx="371">
                <c:v>9.89627346553346</c:v>
              </c:pt>
              <c:pt idx="372">
                <c:v>9.89627346553346</c:v>
              </c:pt>
              <c:pt idx="373">
                <c:v>10</c:v>
              </c:pt>
              <c:pt idx="374">
                <c:v>10</c:v>
              </c:pt>
              <c:pt idx="375">
                <c:v>10.187653471874338</c:v>
              </c:pt>
              <c:pt idx="376">
                <c:v>10.187653471874338</c:v>
              </c:pt>
              <c:pt idx="377">
                <c:v>10.528094201820275</c:v>
              </c:pt>
              <c:pt idx="378">
                <c:v>10.528094201820275</c:v>
              </c:pt>
              <c:pt idx="379">
                <c:v>10.673679847405335</c:v>
              </c:pt>
              <c:pt idx="380">
                <c:v>10.673679847405335</c:v>
              </c:pt>
              <c:pt idx="381">
                <c:v>10.782988781433195</c:v>
              </c:pt>
              <c:pt idx="382">
                <c:v>10.782988781433195</c:v>
              </c:pt>
              <c:pt idx="383">
                <c:v>10.911748332598417</c:v>
              </c:pt>
              <c:pt idx="384">
                <c:v>10.911748332598417</c:v>
              </c:pt>
              <c:pt idx="385">
                <c:v>11.209705561073406</c:v>
              </c:pt>
              <c:pt idx="386">
                <c:v>11.209705561073406</c:v>
              </c:pt>
              <c:pt idx="387">
                <c:v>11.56079685742189</c:v>
              </c:pt>
              <c:pt idx="388">
                <c:v>11.56079685742189</c:v>
              </c:pt>
              <c:pt idx="389">
                <c:v>11.572333242135645</c:v>
              </c:pt>
              <c:pt idx="390">
                <c:v>11.572333242135645</c:v>
              </c:pt>
              <c:pt idx="391">
                <c:v>11.607440159857193</c:v>
              </c:pt>
              <c:pt idx="392">
                <c:v>11.607440159857193</c:v>
              </c:pt>
              <c:pt idx="393">
                <c:v>11.811356470177031</c:v>
              </c:pt>
              <c:pt idx="394">
                <c:v>11.811356470177031</c:v>
              </c:pt>
              <c:pt idx="395">
                <c:v>12.36368549160061</c:v>
              </c:pt>
              <c:pt idx="396">
                <c:v>12.36368549160061</c:v>
              </c:pt>
              <c:pt idx="397">
                <c:v>12.45132538137885</c:v>
              </c:pt>
              <c:pt idx="398">
                <c:v>12.45132538137885</c:v>
              </c:pt>
              <c:pt idx="399">
                <c:v>13.235683955096572</c:v>
              </c:pt>
              <c:pt idx="400">
                <c:v>13.235683955096572</c:v>
              </c:pt>
              <c:pt idx="401">
                <c:v>13.98018007397727</c:v>
              </c:pt>
              <c:pt idx="402">
                <c:v>13.98018007397727</c:v>
              </c:pt>
              <c:pt idx="403">
                <c:v>14.033159688533473</c:v>
              </c:pt>
              <c:pt idx="404">
                <c:v>14.033159688533473</c:v>
              </c:pt>
              <c:pt idx="405">
                <c:v>14.741913595711925</c:v>
              </c:pt>
              <c:pt idx="406">
                <c:v>14.741913595711925</c:v>
              </c:pt>
              <c:pt idx="407">
                <c:v>15</c:v>
              </c:pt>
              <c:pt idx="408">
                <c:v>15</c:v>
              </c:pt>
              <c:pt idx="409">
                <c:v>15.094396704165566</c:v>
              </c:pt>
              <c:pt idx="410">
                <c:v>15.094396704165566</c:v>
              </c:pt>
              <c:pt idx="411">
                <c:v>15.750112445640992</c:v>
              </c:pt>
              <c:pt idx="412">
                <c:v>15.750112445640992</c:v>
              </c:pt>
              <c:pt idx="413">
                <c:v>15.9965139698617</c:v>
              </c:pt>
              <c:pt idx="414">
                <c:v>15.9965139698617</c:v>
              </c:pt>
              <c:pt idx="415">
                <c:v>16.98624345209068</c:v>
              </c:pt>
              <c:pt idx="416">
                <c:v>16.98624345209068</c:v>
              </c:pt>
              <c:pt idx="417">
                <c:v>17.39796796909512</c:v>
              </c:pt>
              <c:pt idx="418">
                <c:v>17.39796796909512</c:v>
              </c:pt>
              <c:pt idx="419">
                <c:v>19.459197289689474</c:v>
              </c:pt>
              <c:pt idx="420">
                <c:v>19.459197289689474</c:v>
              </c:pt>
              <c:pt idx="421">
                <c:v>19.563867795215497</c:v>
              </c:pt>
              <c:pt idx="422">
                <c:v>19.563867795215497</c:v>
              </c:pt>
              <c:pt idx="423">
                <c:v>19.674813823324968</c:v>
              </c:pt>
              <c:pt idx="424">
                <c:v>19.674813823324968</c:v>
              </c:pt>
              <c:pt idx="425">
                <c:v>20</c:v>
              </c:pt>
              <c:pt idx="426">
                <c:v>20</c:v>
              </c:pt>
              <c:pt idx="427">
                <c:v>23.03638004357276</c:v>
              </c:pt>
              <c:pt idx="428">
                <c:v>23.03638004357276</c:v>
              </c:pt>
              <c:pt idx="429">
                <c:v>23.78588308271156</c:v>
              </c:pt>
              <c:pt idx="430">
                <c:v>23.78588308271156</c:v>
              </c:pt>
              <c:pt idx="431">
                <c:v>26.955352627445485</c:v>
              </c:pt>
              <c:pt idx="432">
                <c:v>26.955352627445485</c:v>
              </c:pt>
              <c:pt idx="433">
                <c:v>27.64850090239322</c:v>
              </c:pt>
              <c:pt idx="434">
                <c:v>27.64850090239322</c:v>
              </c:pt>
              <c:pt idx="435">
                <c:v>29.48544529338849</c:v>
              </c:pt>
              <c:pt idx="436">
                <c:v>29.48544529338849</c:v>
              </c:pt>
              <c:pt idx="437">
                <c:v>30</c:v>
              </c:pt>
              <c:pt idx="438">
                <c:v>30</c:v>
              </c:pt>
              <c:pt idx="439">
                <c:v>33.37266516630498</c:v>
              </c:pt>
              <c:pt idx="440">
                <c:v>33.37266516630498</c:v>
              </c:pt>
              <c:pt idx="441">
                <c:v>38.21599041900935</c:v>
              </c:pt>
              <c:pt idx="442">
                <c:v>38.21599041900935</c:v>
              </c:pt>
              <c:pt idx="443">
                <c:v>50</c:v>
              </c:pt>
              <c:pt idx="444">
                <c:v>50</c:v>
              </c:pt>
              <c:pt idx="445">
                <c:v>52.584009839800494</c:v>
              </c:pt>
              <c:pt idx="446">
                <c:v>52.584009839800494</c:v>
              </c:pt>
              <c:pt idx="447">
                <c:v>70</c:v>
              </c:pt>
            </c:numLit>
          </c:xVal>
          <c:yVal>
            <c:numLit>
              <c:formatCode>0.0</c:formatCode>
              <c:ptCount val="448"/>
              <c:pt idx="0">
                <c:v>6.177727354503642</c:v>
              </c:pt>
              <c:pt idx="1">
                <c:v>6.177727354503642</c:v>
              </c:pt>
              <c:pt idx="2">
                <c:v>6.177727354503642</c:v>
              </c:pt>
              <c:pt idx="3">
                <c:v>6.177727354503642</c:v>
              </c:pt>
              <c:pt idx="4">
                <c:v>6.177727354503642</c:v>
              </c:pt>
              <c:pt idx="5">
                <c:v>6.177727354503642</c:v>
              </c:pt>
              <c:pt idx="6">
                <c:v>6.177727354503642</c:v>
              </c:pt>
              <c:pt idx="7">
                <c:v>6.177727354503642</c:v>
              </c:pt>
              <c:pt idx="8">
                <c:v>6.177727354503642</c:v>
              </c:pt>
              <c:pt idx="9">
                <c:v>6.177727354503642</c:v>
              </c:pt>
              <c:pt idx="10">
                <c:v>6.177727354503642</c:v>
              </c:pt>
              <c:pt idx="11">
                <c:v>6.177727354503642</c:v>
              </c:pt>
              <c:pt idx="12">
                <c:v>6.177727354503642</c:v>
              </c:pt>
              <c:pt idx="13">
                <c:v>6.177727354503642</c:v>
              </c:pt>
              <c:pt idx="14">
                <c:v>6.177727354503642</c:v>
              </c:pt>
              <c:pt idx="15">
                <c:v>6.177727354503642</c:v>
              </c:pt>
              <c:pt idx="16">
                <c:v>6.177727354503642</c:v>
              </c:pt>
              <c:pt idx="17">
                <c:v>6.177727354503642</c:v>
              </c:pt>
              <c:pt idx="18">
                <c:v>6.177727354503642</c:v>
              </c:pt>
              <c:pt idx="19">
                <c:v>6.177727354503642</c:v>
              </c:pt>
              <c:pt idx="20">
                <c:v>5.528883819256998</c:v>
              </c:pt>
              <c:pt idx="21">
                <c:v>5.528883819256998</c:v>
              </c:pt>
              <c:pt idx="22">
                <c:v>5.51668413668829</c:v>
              </c:pt>
              <c:pt idx="23">
                <c:v>5.51668413668829</c:v>
              </c:pt>
              <c:pt idx="24">
                <c:v>5.51668413668829</c:v>
              </c:pt>
              <c:pt idx="25">
                <c:v>5.51668413668829</c:v>
              </c:pt>
              <c:pt idx="26">
                <c:v>5.51668413668829</c:v>
              </c:pt>
              <c:pt idx="27">
                <c:v>5.51668413668829</c:v>
              </c:pt>
              <c:pt idx="28">
                <c:v>5.51668413668829</c:v>
              </c:pt>
              <c:pt idx="29">
                <c:v>5.51668413668829</c:v>
              </c:pt>
              <c:pt idx="30">
                <c:v>5.51668413668829</c:v>
              </c:pt>
              <c:pt idx="31">
                <c:v>5.51668413668829</c:v>
              </c:pt>
              <c:pt idx="32">
                <c:v>5.51668413668829</c:v>
              </c:pt>
              <c:pt idx="33">
                <c:v>5.51668413668829</c:v>
              </c:pt>
              <c:pt idx="34">
                <c:v>5.230519327960845</c:v>
              </c:pt>
              <c:pt idx="35">
                <c:v>5.230519327960845</c:v>
              </c:pt>
              <c:pt idx="36">
                <c:v>5.230519327960845</c:v>
              </c:pt>
              <c:pt idx="37">
                <c:v>5.230519327960845</c:v>
              </c:pt>
              <c:pt idx="38">
                <c:v>5.230519327960845</c:v>
              </c:pt>
              <c:pt idx="39">
                <c:v>5.230519327960845</c:v>
              </c:pt>
              <c:pt idx="40">
                <c:v>5.230519327960845</c:v>
              </c:pt>
              <c:pt idx="41">
                <c:v>5.230519327960845</c:v>
              </c:pt>
              <c:pt idx="42">
                <c:v>5.230519327960845</c:v>
              </c:pt>
              <c:pt idx="43">
                <c:v>5.230519327960845</c:v>
              </c:pt>
              <c:pt idx="44">
                <c:v>5.2229645319539015</c:v>
              </c:pt>
              <c:pt idx="45">
                <c:v>5.2229645319539015</c:v>
              </c:pt>
              <c:pt idx="46">
                <c:v>5.2229645319539015</c:v>
              </c:pt>
              <c:pt idx="47">
                <c:v>5.2229645319539015</c:v>
              </c:pt>
              <c:pt idx="48">
                <c:v>5.2229645319539015</c:v>
              </c:pt>
              <c:pt idx="49">
                <c:v>5.2229645319539015</c:v>
              </c:pt>
              <c:pt idx="50">
                <c:v>5.2229645319539015</c:v>
              </c:pt>
              <c:pt idx="51">
                <c:v>5.2229645319539015</c:v>
              </c:pt>
              <c:pt idx="52">
                <c:v>5.2229645319539015</c:v>
              </c:pt>
              <c:pt idx="53">
                <c:v>5.2229645319539015</c:v>
              </c:pt>
              <c:pt idx="54">
                <c:v>5.2229645319539015</c:v>
              </c:pt>
              <c:pt idx="55">
                <c:v>5.2229645319539015</c:v>
              </c:pt>
              <c:pt idx="56">
                <c:v>5.2229645319539015</c:v>
              </c:pt>
              <c:pt idx="57">
                <c:v>5.2229645319539015</c:v>
              </c:pt>
              <c:pt idx="58">
                <c:v>5.2229645319539015</c:v>
              </c:pt>
              <c:pt idx="59">
                <c:v>5.2229645319539015</c:v>
              </c:pt>
              <c:pt idx="60">
                <c:v>5.196527263177082</c:v>
              </c:pt>
              <c:pt idx="61">
                <c:v>5.196527263177082</c:v>
              </c:pt>
              <c:pt idx="62">
                <c:v>5.196527263177082</c:v>
              </c:pt>
              <c:pt idx="63">
                <c:v>5.196527263177082</c:v>
              </c:pt>
              <c:pt idx="64">
                <c:v>5.196527263177082</c:v>
              </c:pt>
              <c:pt idx="65">
                <c:v>5.196527263177082</c:v>
              </c:pt>
              <c:pt idx="66">
                <c:v>5.196527263177082</c:v>
              </c:pt>
              <c:pt idx="67">
                <c:v>5.196527263177082</c:v>
              </c:pt>
              <c:pt idx="68">
                <c:v>5.196527263177082</c:v>
              </c:pt>
              <c:pt idx="69">
                <c:v>5.196527263177082</c:v>
              </c:pt>
              <c:pt idx="70">
                <c:v>5.196527263177082</c:v>
              </c:pt>
              <c:pt idx="71">
                <c:v>5.196527263177082</c:v>
              </c:pt>
              <c:pt idx="72">
                <c:v>5.196527263177082</c:v>
              </c:pt>
              <c:pt idx="73">
                <c:v>5.196527263177082</c:v>
              </c:pt>
              <c:pt idx="74">
                <c:v>5.196527263177082</c:v>
              </c:pt>
              <c:pt idx="75">
                <c:v>5.196527263177082</c:v>
              </c:pt>
              <c:pt idx="76">
                <c:v>5.196527263177082</c:v>
              </c:pt>
              <c:pt idx="77">
                <c:v>5.196527263177082</c:v>
              </c:pt>
              <c:pt idx="78">
                <c:v>5.1926637146963985</c:v>
              </c:pt>
              <c:pt idx="79">
                <c:v>5.1926637146963985</c:v>
              </c:pt>
              <c:pt idx="80">
                <c:v>5.1926637146963985</c:v>
              </c:pt>
              <c:pt idx="81">
                <c:v>5.1926637146963985</c:v>
              </c:pt>
              <c:pt idx="82">
                <c:v>5.1926637146963985</c:v>
              </c:pt>
              <c:pt idx="83">
                <c:v>5.1926637146963985</c:v>
              </c:pt>
              <c:pt idx="84">
                <c:v>5.1926637146963985</c:v>
              </c:pt>
              <c:pt idx="85">
                <c:v>5.1926637146963985</c:v>
              </c:pt>
              <c:pt idx="86">
                <c:v>5.1926637146963985</c:v>
              </c:pt>
              <c:pt idx="87">
                <c:v>5.1926637146963985</c:v>
              </c:pt>
              <c:pt idx="88">
                <c:v>5.1926637146963985</c:v>
              </c:pt>
              <c:pt idx="89">
                <c:v>5.1926637146963985</c:v>
              </c:pt>
              <c:pt idx="90">
                <c:v>5.1926637146963985</c:v>
              </c:pt>
              <c:pt idx="91">
                <c:v>5.1926637146963985</c:v>
              </c:pt>
              <c:pt idx="92">
                <c:v>5.1926637146963985</c:v>
              </c:pt>
              <c:pt idx="93">
                <c:v>5.1926637146963985</c:v>
              </c:pt>
              <c:pt idx="94">
                <c:v>4.90629733203698</c:v>
              </c:pt>
              <c:pt idx="95">
                <c:v>4.90629733203698</c:v>
              </c:pt>
              <c:pt idx="96">
                <c:v>4.90629733203698</c:v>
              </c:pt>
              <c:pt idx="97">
                <c:v>4.90629733203698</c:v>
              </c:pt>
              <c:pt idx="98">
                <c:v>4.90629733203698</c:v>
              </c:pt>
              <c:pt idx="99">
                <c:v>4.90629733203698</c:v>
              </c:pt>
              <c:pt idx="100">
                <c:v>4.90629733203698</c:v>
              </c:pt>
              <c:pt idx="101">
                <c:v>4.90629733203698</c:v>
              </c:pt>
              <c:pt idx="102">
                <c:v>4.8597409440297215</c:v>
              </c:pt>
              <c:pt idx="103">
                <c:v>4.8597409440297215</c:v>
              </c:pt>
              <c:pt idx="104">
                <c:v>4.8597409440297215</c:v>
              </c:pt>
              <c:pt idx="105">
                <c:v>4.8597409440297215</c:v>
              </c:pt>
              <c:pt idx="106">
                <c:v>4.847913687085277</c:v>
              </c:pt>
              <c:pt idx="107">
                <c:v>4.847913687085277</c:v>
              </c:pt>
              <c:pt idx="108">
                <c:v>4.847913687085277</c:v>
              </c:pt>
              <c:pt idx="109">
                <c:v>4.847913687085277</c:v>
              </c:pt>
              <c:pt idx="110">
                <c:v>4.847913687085277</c:v>
              </c:pt>
              <c:pt idx="111">
                <c:v>4.847913687085277</c:v>
              </c:pt>
              <c:pt idx="112">
                <c:v>4.847913687085277</c:v>
              </c:pt>
              <c:pt idx="113">
                <c:v>4.847913687085277</c:v>
              </c:pt>
              <c:pt idx="114">
                <c:v>4.847913687085277</c:v>
              </c:pt>
              <c:pt idx="115">
                <c:v>4.847913687085277</c:v>
              </c:pt>
              <c:pt idx="116">
                <c:v>4.847913687085277</c:v>
              </c:pt>
              <c:pt idx="117">
                <c:v>4.847913687085277</c:v>
              </c:pt>
              <c:pt idx="118">
                <c:v>4.847913687085277</c:v>
              </c:pt>
              <c:pt idx="119">
                <c:v>4.847913687085277</c:v>
              </c:pt>
              <c:pt idx="120">
                <c:v>4.847913687085277</c:v>
              </c:pt>
              <c:pt idx="121">
                <c:v>4.847913687085277</c:v>
              </c:pt>
              <c:pt idx="122">
                <c:v>4.847913687085277</c:v>
              </c:pt>
              <c:pt idx="123">
                <c:v>4.847913687085277</c:v>
              </c:pt>
              <c:pt idx="124">
                <c:v>4.847913687085277</c:v>
              </c:pt>
              <c:pt idx="125">
                <c:v>4.847913687085277</c:v>
              </c:pt>
              <c:pt idx="126">
                <c:v>4.839341638474166</c:v>
              </c:pt>
              <c:pt idx="127">
                <c:v>4.839341638474166</c:v>
              </c:pt>
              <c:pt idx="128">
                <c:v>4.839341638474166</c:v>
              </c:pt>
              <c:pt idx="129">
                <c:v>4.839341638474166</c:v>
              </c:pt>
              <c:pt idx="130">
                <c:v>4.839341638474166</c:v>
              </c:pt>
              <c:pt idx="131">
                <c:v>4.839341638474166</c:v>
              </c:pt>
              <c:pt idx="132">
                <c:v>4.839341638474166</c:v>
              </c:pt>
              <c:pt idx="133">
                <c:v>4.839341638474166</c:v>
              </c:pt>
              <c:pt idx="134">
                <c:v>4.839341638474166</c:v>
              </c:pt>
              <c:pt idx="135">
                <c:v>4.839341638474166</c:v>
              </c:pt>
              <c:pt idx="136">
                <c:v>4.725325220340089</c:v>
              </c:pt>
              <c:pt idx="137">
                <c:v>4.725325220340089</c:v>
              </c:pt>
              <c:pt idx="138">
                <c:v>4.714716655105495</c:v>
              </c:pt>
              <c:pt idx="139">
                <c:v>4.714716655105495</c:v>
              </c:pt>
              <c:pt idx="140">
                <c:v>4.714716655105495</c:v>
              </c:pt>
              <c:pt idx="141">
                <c:v>4.714716655105495</c:v>
              </c:pt>
              <c:pt idx="142">
                <c:v>4.613173252892869</c:v>
              </c:pt>
              <c:pt idx="143">
                <c:v>4.613173252892869</c:v>
              </c:pt>
              <c:pt idx="144">
                <c:v>4.613173252892869</c:v>
              </c:pt>
              <c:pt idx="145">
                <c:v>4.613173252892869</c:v>
              </c:pt>
              <c:pt idx="146">
                <c:v>4.272346106554483</c:v>
              </c:pt>
              <c:pt idx="147">
                <c:v>4.272346106554483</c:v>
              </c:pt>
              <c:pt idx="148">
                <c:v>4.272346106554483</c:v>
              </c:pt>
              <c:pt idx="149">
                <c:v>4.272346106554483</c:v>
              </c:pt>
              <c:pt idx="150">
                <c:v>4.272346106554483</c:v>
              </c:pt>
              <c:pt idx="151">
                <c:v>4.272346106554483</c:v>
              </c:pt>
              <c:pt idx="152">
                <c:v>4.272346106554483</c:v>
              </c:pt>
              <c:pt idx="153">
                <c:v>4.272346106554483</c:v>
              </c:pt>
              <c:pt idx="154">
                <c:v>4.272346106554483</c:v>
              </c:pt>
              <c:pt idx="155">
                <c:v>4.272346106554483</c:v>
              </c:pt>
              <c:pt idx="156">
                <c:v>4.272346106554483</c:v>
              </c:pt>
              <c:pt idx="157">
                <c:v>4.272346106554483</c:v>
              </c:pt>
              <c:pt idx="158">
                <c:v>4.272346106554483</c:v>
              </c:pt>
              <c:pt idx="159">
                <c:v>4.272346106554483</c:v>
              </c:pt>
              <c:pt idx="160">
                <c:v>4.272346106554483</c:v>
              </c:pt>
              <c:pt idx="161">
                <c:v>4.272346106554483</c:v>
              </c:pt>
              <c:pt idx="162">
                <c:v>4.256115581290419</c:v>
              </c:pt>
              <c:pt idx="163">
                <c:v>4.256115581290419</c:v>
              </c:pt>
              <c:pt idx="164">
                <c:v>4.1840208778986465</c:v>
              </c:pt>
              <c:pt idx="165">
                <c:v>4.1840208778986465</c:v>
              </c:pt>
              <c:pt idx="166">
                <c:v>4.1840208778986465</c:v>
              </c:pt>
              <c:pt idx="167">
                <c:v>4.1840208778986465</c:v>
              </c:pt>
              <c:pt idx="168">
                <c:v>4.1840208778986465</c:v>
              </c:pt>
              <c:pt idx="169">
                <c:v>4.1840208778986465</c:v>
              </c:pt>
              <c:pt idx="170">
                <c:v>4.1840208778986465</c:v>
              </c:pt>
              <c:pt idx="171">
                <c:v>4.1840208778986465</c:v>
              </c:pt>
              <c:pt idx="172">
                <c:v>4.1840208778986465</c:v>
              </c:pt>
              <c:pt idx="173">
                <c:v>4.1840208778986465</c:v>
              </c:pt>
              <c:pt idx="174">
                <c:v>4.1840208778986465</c:v>
              </c:pt>
              <c:pt idx="175">
                <c:v>4.1840208778986465</c:v>
              </c:pt>
              <c:pt idx="176">
                <c:v>4.1840208778986465</c:v>
              </c:pt>
              <c:pt idx="177">
                <c:v>4.1840208778986465</c:v>
              </c:pt>
              <c:pt idx="178">
                <c:v>4.1840208778986465</c:v>
              </c:pt>
              <c:pt idx="179">
                <c:v>4.1840208778986465</c:v>
              </c:pt>
              <c:pt idx="180">
                <c:v>3.937050498033873</c:v>
              </c:pt>
              <c:pt idx="181">
                <c:v>3.937050498033873</c:v>
              </c:pt>
              <c:pt idx="182">
                <c:v>3.937050498033873</c:v>
              </c:pt>
              <c:pt idx="183">
                <c:v>3.937050498033873</c:v>
              </c:pt>
              <c:pt idx="184">
                <c:v>3.937050498033873</c:v>
              </c:pt>
              <c:pt idx="185">
                <c:v>3.937050498033873</c:v>
              </c:pt>
              <c:pt idx="186">
                <c:v>3.937050498033873</c:v>
              </c:pt>
              <c:pt idx="187">
                <c:v>3.937050498033873</c:v>
              </c:pt>
              <c:pt idx="188">
                <c:v>3.5864824873504753</c:v>
              </c:pt>
              <c:pt idx="189">
                <c:v>3.5864824873504753</c:v>
              </c:pt>
              <c:pt idx="190">
                <c:v>3.366330521033479</c:v>
              </c:pt>
              <c:pt idx="191">
                <c:v>3.366330521033479</c:v>
              </c:pt>
              <c:pt idx="192">
                <c:v>3.366330521033479</c:v>
              </c:pt>
              <c:pt idx="193">
                <c:v>3.366330521033479</c:v>
              </c:pt>
              <c:pt idx="194">
                <c:v>3.366330521033479</c:v>
              </c:pt>
              <c:pt idx="195">
                <c:v>3.366330521033479</c:v>
              </c:pt>
              <c:pt idx="196">
                <c:v>3.238953815439919</c:v>
              </c:pt>
              <c:pt idx="197">
                <c:v>3.238953815439919</c:v>
              </c:pt>
              <c:pt idx="198">
                <c:v>3.2002710897454745</c:v>
              </c:pt>
              <c:pt idx="199">
                <c:v>3.2002710897454745</c:v>
              </c:pt>
              <c:pt idx="200">
                <c:v>3.2002710897454745</c:v>
              </c:pt>
              <c:pt idx="201">
                <c:v>3.2002710897454745</c:v>
              </c:pt>
              <c:pt idx="202">
                <c:v>3.1034723274189155</c:v>
              </c:pt>
              <c:pt idx="203">
                <c:v>3.1034723274189155</c:v>
              </c:pt>
              <c:pt idx="204">
                <c:v>3.1034723274189155</c:v>
              </c:pt>
              <c:pt idx="205">
                <c:v>3.1034723274189155</c:v>
              </c:pt>
              <c:pt idx="206">
                <c:v>3.011415397603525</c:v>
              </c:pt>
              <c:pt idx="207">
                <c:v>3.011415397603525</c:v>
              </c:pt>
              <c:pt idx="208">
                <c:v>3.011415397603525</c:v>
              </c:pt>
              <c:pt idx="209">
                <c:v>3.011415397603525</c:v>
              </c:pt>
              <c:pt idx="210">
                <c:v>3.011415397603525</c:v>
              </c:pt>
              <c:pt idx="211">
                <c:v>3.011415397603525</c:v>
              </c:pt>
              <c:pt idx="212">
                <c:v>3.011415397603525</c:v>
              </c:pt>
              <c:pt idx="213">
                <c:v>3.011415397603525</c:v>
              </c:pt>
              <c:pt idx="214">
                <c:v>3.011415397603525</c:v>
              </c:pt>
              <c:pt idx="215">
                <c:v>3.011415397603525</c:v>
              </c:pt>
              <c:pt idx="216">
                <c:v>2.9740498163131046</c:v>
              </c:pt>
              <c:pt idx="217">
                <c:v>2.9740498163131046</c:v>
              </c:pt>
              <c:pt idx="218">
                <c:v>2.9740498163131046</c:v>
              </c:pt>
              <c:pt idx="219">
                <c:v>2.9740498163131046</c:v>
              </c:pt>
              <c:pt idx="220">
                <c:v>2.9740498163131046</c:v>
              </c:pt>
              <c:pt idx="221">
                <c:v>2.9740498163131046</c:v>
              </c:pt>
              <c:pt idx="222">
                <c:v>2.9740498163131046</c:v>
              </c:pt>
              <c:pt idx="223">
                <c:v>2.9740498163131046</c:v>
              </c:pt>
              <c:pt idx="224">
                <c:v>2.9740498163131046</c:v>
              </c:pt>
              <c:pt idx="225">
                <c:v>2.9740498163131046</c:v>
              </c:pt>
              <c:pt idx="226">
                <c:v>2.9740498163131046</c:v>
              </c:pt>
              <c:pt idx="227">
                <c:v>2.9740498163131046</c:v>
              </c:pt>
              <c:pt idx="228">
                <c:v>2.9740498163131046</c:v>
              </c:pt>
              <c:pt idx="229">
                <c:v>2.9740498163131046</c:v>
              </c:pt>
              <c:pt idx="230">
                <c:v>2.9740498163131046</c:v>
              </c:pt>
              <c:pt idx="231">
                <c:v>2.9740498163131046</c:v>
              </c:pt>
              <c:pt idx="232">
                <c:v>2.96649502030616</c:v>
              </c:pt>
              <c:pt idx="233">
                <c:v>2.96649502030616</c:v>
              </c:pt>
              <c:pt idx="234">
                <c:v>2.96649502030616</c:v>
              </c:pt>
              <c:pt idx="235">
                <c:v>2.96649502030616</c:v>
              </c:pt>
              <c:pt idx="236">
                <c:v>2.96649502030616</c:v>
              </c:pt>
              <c:pt idx="237">
                <c:v>2.96649502030616</c:v>
              </c:pt>
              <c:pt idx="238">
                <c:v>2.96649502030616</c:v>
              </c:pt>
              <c:pt idx="239">
                <c:v>2.96649502030616</c:v>
              </c:pt>
              <c:pt idx="240">
                <c:v>2.96649502030616</c:v>
              </c:pt>
              <c:pt idx="241">
                <c:v>2.96649502030616</c:v>
              </c:pt>
              <c:pt idx="242">
                <c:v>2.96649502030616</c:v>
              </c:pt>
              <c:pt idx="243">
                <c:v>2.96649502030616</c:v>
              </c:pt>
              <c:pt idx="244">
                <c:v>2.96649502030616</c:v>
              </c:pt>
              <c:pt idx="245">
                <c:v>2.96649502030616</c:v>
              </c:pt>
              <c:pt idx="246">
                <c:v>2.96649502030616</c:v>
              </c:pt>
              <c:pt idx="247">
                <c:v>2.96649502030616</c:v>
              </c:pt>
              <c:pt idx="248">
                <c:v>2.96649502030616</c:v>
              </c:pt>
              <c:pt idx="249">
                <c:v>2.96649502030616</c:v>
              </c:pt>
              <c:pt idx="250">
                <c:v>2.96649502030616</c:v>
              </c:pt>
              <c:pt idx="251">
                <c:v>2.96649502030616</c:v>
              </c:pt>
              <c:pt idx="252">
                <c:v>2.96649502030616</c:v>
              </c:pt>
              <c:pt idx="253">
                <c:v>2.96649502030616</c:v>
              </c:pt>
              <c:pt idx="254">
                <c:v>2.96649502030616</c:v>
              </c:pt>
              <c:pt idx="255">
                <c:v>2.96649502030616</c:v>
              </c:pt>
              <c:pt idx="256">
                <c:v>2.96649502030616</c:v>
              </c:pt>
              <c:pt idx="257">
                <c:v>2.96649502030616</c:v>
              </c:pt>
              <c:pt idx="258">
                <c:v>2.9589402242992158</c:v>
              </c:pt>
              <c:pt idx="259">
                <c:v>2.9589402242992158</c:v>
              </c:pt>
              <c:pt idx="260">
                <c:v>2.9589402242992158</c:v>
              </c:pt>
              <c:pt idx="261">
                <c:v>2.9589402242992158</c:v>
              </c:pt>
              <c:pt idx="262">
                <c:v>2.9589402242992158</c:v>
              </c:pt>
              <c:pt idx="263">
                <c:v>2.9589402242992158</c:v>
              </c:pt>
              <c:pt idx="264">
                <c:v>2.9589402242992158</c:v>
              </c:pt>
              <c:pt idx="265">
                <c:v>2.9589402242992158</c:v>
              </c:pt>
              <c:pt idx="266">
                <c:v>2.9589402242992158</c:v>
              </c:pt>
              <c:pt idx="267">
                <c:v>2.9589402242992158</c:v>
              </c:pt>
              <c:pt idx="268">
                <c:v>2.9589402242992158</c:v>
              </c:pt>
              <c:pt idx="269">
                <c:v>2.9589402242992158</c:v>
              </c:pt>
              <c:pt idx="270">
                <c:v>2.9589402242992158</c:v>
              </c:pt>
              <c:pt idx="271">
                <c:v>2.9589402242992158</c:v>
              </c:pt>
              <c:pt idx="272">
                <c:v>2.9589402242992158</c:v>
              </c:pt>
              <c:pt idx="273">
                <c:v>2.9589402242992158</c:v>
              </c:pt>
              <c:pt idx="274">
                <c:v>2.9589402242992158</c:v>
              </c:pt>
              <c:pt idx="275">
                <c:v>2.9589402242992158</c:v>
              </c:pt>
              <c:pt idx="276">
                <c:v>2.9589402242992158</c:v>
              </c:pt>
              <c:pt idx="277">
                <c:v>2.9589402242992158</c:v>
              </c:pt>
              <c:pt idx="278">
                <c:v>2.7571477984876287</c:v>
              </c:pt>
              <c:pt idx="279">
                <c:v>2.7571477984876287</c:v>
              </c:pt>
              <c:pt idx="280">
                <c:v>2.5267360113233583</c:v>
              </c:pt>
              <c:pt idx="281">
                <c:v>2.5267360113233583</c:v>
              </c:pt>
              <c:pt idx="282">
                <c:v>2.5267360113233583</c:v>
              </c:pt>
              <c:pt idx="283">
                <c:v>2.5267360113233583</c:v>
              </c:pt>
              <c:pt idx="284">
                <c:v>2.5267360113233583</c:v>
              </c:pt>
              <c:pt idx="285">
                <c:v>2.5267360113233583</c:v>
              </c:pt>
              <c:pt idx="286">
                <c:v>2.3503075338695574</c:v>
              </c:pt>
              <c:pt idx="287">
                <c:v>2.3503075338695574</c:v>
              </c:pt>
              <c:pt idx="288">
                <c:v>2.3503075338695574</c:v>
              </c:pt>
              <c:pt idx="289">
                <c:v>2.3503075338695574</c:v>
              </c:pt>
              <c:pt idx="290">
                <c:v>2.3503075338695574</c:v>
              </c:pt>
              <c:pt idx="291">
                <c:v>2.3503075338695574</c:v>
              </c:pt>
              <c:pt idx="292">
                <c:v>2.322236282348515</c:v>
              </c:pt>
              <c:pt idx="293">
                <c:v>2.322236282348515</c:v>
              </c:pt>
              <c:pt idx="294">
                <c:v>2.322236282348515</c:v>
              </c:pt>
              <c:pt idx="295">
                <c:v>2.322236282348515</c:v>
              </c:pt>
              <c:pt idx="296">
                <c:v>2.322236282348515</c:v>
              </c:pt>
              <c:pt idx="297">
                <c:v>2.322236282348515</c:v>
              </c:pt>
              <c:pt idx="298">
                <c:v>2.322236282348515</c:v>
              </c:pt>
              <c:pt idx="299">
                <c:v>2.322236282348515</c:v>
              </c:pt>
              <c:pt idx="300">
                <c:v>2.322236282348515</c:v>
              </c:pt>
              <c:pt idx="301">
                <c:v>2.322236282348515</c:v>
              </c:pt>
              <c:pt idx="302">
                <c:v>2.322236282348515</c:v>
              </c:pt>
              <c:pt idx="303">
                <c:v>2.322236282348515</c:v>
              </c:pt>
              <c:pt idx="304">
                <c:v>2.322236282348515</c:v>
              </c:pt>
              <c:pt idx="305">
                <c:v>2.322236282348515</c:v>
              </c:pt>
              <c:pt idx="306">
                <c:v>2.322236282348515</c:v>
              </c:pt>
              <c:pt idx="307">
                <c:v>2.322236282348515</c:v>
              </c:pt>
              <c:pt idx="308">
                <c:v>2.322236282348515</c:v>
              </c:pt>
              <c:pt idx="309">
                <c:v>2.322236282348515</c:v>
              </c:pt>
              <c:pt idx="310">
                <c:v>2.322236282348515</c:v>
              </c:pt>
              <c:pt idx="311">
                <c:v>2.322236282348515</c:v>
              </c:pt>
              <c:pt idx="312">
                <c:v>2.322236282348515</c:v>
              </c:pt>
              <c:pt idx="313">
                <c:v>2.322236282348515</c:v>
              </c:pt>
              <c:pt idx="314">
                <c:v>2.322236282348515</c:v>
              </c:pt>
              <c:pt idx="315">
                <c:v>2.322236282348515</c:v>
              </c:pt>
              <c:pt idx="316">
                <c:v>2.322236282348515</c:v>
              </c:pt>
              <c:pt idx="317">
                <c:v>2.322236282348515</c:v>
              </c:pt>
              <c:pt idx="318">
                <c:v>2.3028739984904822</c:v>
              </c:pt>
              <c:pt idx="319">
                <c:v>2.3028739984904822</c:v>
              </c:pt>
              <c:pt idx="320">
                <c:v>2.1725564856149897</c:v>
              </c:pt>
              <c:pt idx="321">
                <c:v>2.1725564856149897</c:v>
              </c:pt>
              <c:pt idx="322">
                <c:v>2.1725564856149897</c:v>
              </c:pt>
              <c:pt idx="323">
                <c:v>2.1725564856149897</c:v>
              </c:pt>
              <c:pt idx="324">
                <c:v>2.1725564856149897</c:v>
              </c:pt>
              <c:pt idx="325">
                <c:v>2.1725564856149897</c:v>
              </c:pt>
              <c:pt idx="326">
                <c:v>1.9872644411924052</c:v>
              </c:pt>
              <c:pt idx="327">
                <c:v>1.9872644411924052</c:v>
              </c:pt>
              <c:pt idx="328">
                <c:v>1.9872644411924052</c:v>
              </c:pt>
              <c:pt idx="329">
                <c:v>1.9872644411924052</c:v>
              </c:pt>
              <c:pt idx="330">
                <c:v>1.9872644411924052</c:v>
              </c:pt>
              <c:pt idx="331">
                <c:v>1.9872644411924052</c:v>
              </c:pt>
              <c:pt idx="332">
                <c:v>1.892112034954036</c:v>
              </c:pt>
              <c:pt idx="333">
                <c:v>1.892112034954036</c:v>
              </c:pt>
              <c:pt idx="334">
                <c:v>1.8676998414538342</c:v>
              </c:pt>
              <c:pt idx="335">
                <c:v>1.8676998414538342</c:v>
              </c:pt>
              <c:pt idx="336">
                <c:v>1.8676998414538342</c:v>
              </c:pt>
              <c:pt idx="337">
                <c:v>1.8676998414538342</c:v>
              </c:pt>
              <c:pt idx="338">
                <c:v>1.849356955069006</c:v>
              </c:pt>
              <c:pt idx="339">
                <c:v>1.849356955069006</c:v>
              </c:pt>
              <c:pt idx="340">
                <c:v>1.849356955069006</c:v>
              </c:pt>
              <c:pt idx="341">
                <c:v>1.849356955069006</c:v>
              </c:pt>
              <c:pt idx="342">
                <c:v>1.849356955069006</c:v>
              </c:pt>
              <c:pt idx="343">
                <c:v>1.849356955069006</c:v>
              </c:pt>
              <c:pt idx="344">
                <c:v>1.849356955069006</c:v>
              </c:pt>
              <c:pt idx="345">
                <c:v>1.849356955069006</c:v>
              </c:pt>
              <c:pt idx="346">
                <c:v>1.849356955069006</c:v>
              </c:pt>
              <c:pt idx="347">
                <c:v>1.849356955069006</c:v>
              </c:pt>
              <c:pt idx="348">
                <c:v>1.849356955069006</c:v>
              </c:pt>
              <c:pt idx="349">
                <c:v>1.849356955069006</c:v>
              </c:pt>
              <c:pt idx="350">
                <c:v>1.6442583158785267</c:v>
              </c:pt>
              <c:pt idx="351">
                <c:v>1.6442583158785267</c:v>
              </c:pt>
              <c:pt idx="352">
                <c:v>1.497134275729045</c:v>
              </c:pt>
              <c:pt idx="353">
                <c:v>1.497134275729045</c:v>
              </c:pt>
              <c:pt idx="354">
                <c:v>1.497134275729045</c:v>
              </c:pt>
              <c:pt idx="355">
                <c:v>1.497134275729045</c:v>
              </c:pt>
              <c:pt idx="356">
                <c:v>1.3560795440673388</c:v>
              </c:pt>
              <c:pt idx="357">
                <c:v>1.3560795440673388</c:v>
              </c:pt>
              <c:pt idx="358">
                <c:v>1.2821838382135078</c:v>
              </c:pt>
              <c:pt idx="359">
                <c:v>1.2821838382135078</c:v>
              </c:pt>
              <c:pt idx="360">
                <c:v>1.2821838382135078</c:v>
              </c:pt>
              <c:pt idx="361">
                <c:v>1.2821838382135078</c:v>
              </c:pt>
              <c:pt idx="362">
                <c:v>1.2821838382135078</c:v>
              </c:pt>
              <c:pt idx="363">
                <c:v>1.2821838382135078</c:v>
              </c:pt>
              <c:pt idx="364">
                <c:v>1.2313466704837197</c:v>
              </c:pt>
              <c:pt idx="365">
                <c:v>1.2313466704837197</c:v>
              </c:pt>
              <c:pt idx="366">
                <c:v>1.2313466704837197</c:v>
              </c:pt>
              <c:pt idx="367">
                <c:v>1.2313466704837197</c:v>
              </c:pt>
              <c:pt idx="368">
                <c:v>1.2313466704837197</c:v>
              </c:pt>
              <c:pt idx="369">
                <c:v>1.2313466704837197</c:v>
              </c:pt>
              <c:pt idx="370">
                <c:v>1.2313466704837197</c:v>
              </c:pt>
              <c:pt idx="371">
                <c:v>1.2313466704837197</c:v>
              </c:pt>
              <c:pt idx="372">
                <c:v>1.2313466704837197</c:v>
              </c:pt>
              <c:pt idx="373">
                <c:v>1.2313466704837197</c:v>
              </c:pt>
              <c:pt idx="374">
                <c:v>1.2313466704837197</c:v>
              </c:pt>
              <c:pt idx="375">
                <c:v>1.2313466704837197</c:v>
              </c:pt>
              <c:pt idx="376">
                <c:v>1.2313466704837197</c:v>
              </c:pt>
              <c:pt idx="377">
                <c:v>1.2313466704837197</c:v>
              </c:pt>
              <c:pt idx="378">
                <c:v>1.1324273692943139</c:v>
              </c:pt>
              <c:pt idx="379">
                <c:v>1.1324273692943139</c:v>
              </c:pt>
              <c:pt idx="380">
                <c:v>0.9466338515508368</c:v>
              </c:pt>
              <c:pt idx="381">
                <c:v>0.9466338515508368</c:v>
              </c:pt>
              <c:pt idx="382">
                <c:v>0.9466338515508368</c:v>
              </c:pt>
              <c:pt idx="383">
                <c:v>0.9466338515508368</c:v>
              </c:pt>
              <c:pt idx="384">
                <c:v>0.9466338515508368</c:v>
              </c:pt>
              <c:pt idx="385">
                <c:v>0.9466338515508368</c:v>
              </c:pt>
              <c:pt idx="386">
                <c:v>0.9466338515508368</c:v>
              </c:pt>
              <c:pt idx="387">
                <c:v>0.9466338515508368</c:v>
              </c:pt>
              <c:pt idx="388">
                <c:v>0.9466338515508368</c:v>
              </c:pt>
              <c:pt idx="389">
                <c:v>0.9466338515508368</c:v>
              </c:pt>
              <c:pt idx="390">
                <c:v>0.9466338515508368</c:v>
              </c:pt>
              <c:pt idx="391">
                <c:v>0.9466338515508368</c:v>
              </c:pt>
              <c:pt idx="392">
                <c:v>0.9466338515508368</c:v>
              </c:pt>
              <c:pt idx="393">
                <c:v>0.9466338515508368</c:v>
              </c:pt>
              <c:pt idx="394">
                <c:v>0.8795599756795305</c:v>
              </c:pt>
              <c:pt idx="395">
                <c:v>0.8795599756795305</c:v>
              </c:pt>
              <c:pt idx="396">
                <c:v>0.8473876666517529</c:v>
              </c:pt>
              <c:pt idx="397">
                <c:v>0.8473876666517529</c:v>
              </c:pt>
              <c:pt idx="398">
                <c:v>0.8473876666517529</c:v>
              </c:pt>
              <c:pt idx="399">
                <c:v>0.8473876666517529</c:v>
              </c:pt>
              <c:pt idx="400">
                <c:v>0.6813216176511838</c:v>
              </c:pt>
              <c:pt idx="401">
                <c:v>0.6813216176511838</c:v>
              </c:pt>
              <c:pt idx="402">
                <c:v>0.6813216176511838</c:v>
              </c:pt>
              <c:pt idx="403">
                <c:v>0.6813216176511838</c:v>
              </c:pt>
              <c:pt idx="404">
                <c:v>0.6813216176511838</c:v>
              </c:pt>
              <c:pt idx="405">
                <c:v>0.6813216176511838</c:v>
              </c:pt>
              <c:pt idx="406">
                <c:v>0.6813216176511838</c:v>
              </c:pt>
              <c:pt idx="407">
                <c:v>0.6813216176511838</c:v>
              </c:pt>
              <c:pt idx="408">
                <c:v>0.6813216176511838</c:v>
              </c:pt>
              <c:pt idx="409">
                <c:v>0.6813216176511838</c:v>
              </c:pt>
              <c:pt idx="410">
                <c:v>0.6495924206283871</c:v>
              </c:pt>
              <c:pt idx="411">
                <c:v>0.6495924206283871</c:v>
              </c:pt>
              <c:pt idx="412">
                <c:v>0.587495803671477</c:v>
              </c:pt>
              <c:pt idx="413">
                <c:v>0.587495803671477</c:v>
              </c:pt>
              <c:pt idx="414">
                <c:v>0.587495803671477</c:v>
              </c:pt>
              <c:pt idx="415">
                <c:v>0.587495803671477</c:v>
              </c:pt>
              <c:pt idx="416">
                <c:v>0.587495803671477</c:v>
              </c:pt>
              <c:pt idx="417">
                <c:v>0.587495803671477</c:v>
              </c:pt>
              <c:pt idx="418">
                <c:v>0.5334376983641965</c:v>
              </c:pt>
              <c:pt idx="419">
                <c:v>0.5334376983641965</c:v>
              </c:pt>
              <c:pt idx="420">
                <c:v>0.4943665159517316</c:v>
              </c:pt>
              <c:pt idx="421">
                <c:v>0.4943665159517316</c:v>
              </c:pt>
              <c:pt idx="422">
                <c:v>0.3625356233787859</c:v>
              </c:pt>
              <c:pt idx="423">
                <c:v>0.3625356233787859</c:v>
              </c:pt>
              <c:pt idx="424">
                <c:v>0.3625356233787859</c:v>
              </c:pt>
              <c:pt idx="425">
                <c:v>0.3625356233787859</c:v>
              </c:pt>
              <c:pt idx="426">
                <c:v>0.3625356233787859</c:v>
              </c:pt>
              <c:pt idx="427">
                <c:v>0.3625356233787859</c:v>
              </c:pt>
              <c:pt idx="428">
                <c:v>0.3625356233787859</c:v>
              </c:pt>
              <c:pt idx="429">
                <c:v>0.3625356233787859</c:v>
              </c:pt>
              <c:pt idx="430">
                <c:v>0.3483396033230554</c:v>
              </c:pt>
              <c:pt idx="431">
                <c:v>0.3483396033230554</c:v>
              </c:pt>
              <c:pt idx="432">
                <c:v>0.3483396033230554</c:v>
              </c:pt>
              <c:pt idx="433">
                <c:v>0.3483396033230554</c:v>
              </c:pt>
              <c:pt idx="434">
                <c:v>0.17095409599173855</c:v>
              </c:pt>
              <c:pt idx="435">
                <c:v>0.17095409599173855</c:v>
              </c:pt>
              <c:pt idx="436">
                <c:v>0.17095409599173855</c:v>
              </c:pt>
              <c:pt idx="437">
                <c:v>0.17095409599173855</c:v>
              </c:pt>
              <c:pt idx="438">
                <c:v>0.17095409599173855</c:v>
              </c:pt>
              <c:pt idx="439">
                <c:v>0.17095409599173855</c:v>
              </c:pt>
              <c:pt idx="440">
                <c:v>0.17095409599173855</c:v>
              </c:pt>
              <c:pt idx="441">
                <c:v>0.17095409599173855</c:v>
              </c:pt>
              <c:pt idx="442">
                <c:v>0.1109719214060144</c:v>
              </c:pt>
              <c:pt idx="443">
                <c:v>0.1109719214060144</c:v>
              </c:pt>
              <c:pt idx="444">
                <c:v>0.1109719214060144</c:v>
              </c:pt>
              <c:pt idx="445">
                <c:v>0.1109719214060144</c:v>
              </c:pt>
              <c:pt idx="446">
                <c:v>0.06035895098321237</c:v>
              </c:pt>
              <c:pt idx="447">
                <c:v>0.06035895098321237</c:v>
              </c:pt>
            </c:numLit>
          </c:yVal>
          <c:smooth val="0"/>
        </c:ser>
        <c:ser>
          <c:idx val="1"/>
          <c:order val="1"/>
          <c:tx>
            <c:v>Certified bound Φ</c:v>
          </c:tx>
          <c:spPr>
            <a:noFill xmlns:a="http://schemas.openxmlformats.org/drawingml/2006/main"/>
            <a:ln xmlns:a="http://schemas.openxmlformats.org/drawingml/2006/main" w="13335">
              <a:solidFill>
                <a:srgbClr val="7B8790"/>
              </a:solidFill>
              <a:prstDash val="dash"/>
            </a:ln>
          </c:spPr>
          <c:marker>
            <c:symbol val="none"/>
            <c:size val="7"/>
            <c:spPr>
              <a:solidFill xmlns:a="http://schemas.openxmlformats.org/drawingml/2006/main">
                <a:srgbClr val="7B8790"/>
              </a:solidFill>
            </c:spPr>
          </c:marker>
          <c:xVal>
            <c:numLit>
              <c:formatCode>General</c:formatCode>
              <c:ptCount val="448"/>
              <c:pt idx="0">
                <c:v>0</c:v>
              </c:pt>
              <c:pt idx="1">
                <c:v>0.00018885427795202678</c:v>
              </c:pt>
              <c:pt idx="2">
                <c:v>0.00018885427795202678</c:v>
              </c:pt>
              <c:pt idx="3">
                <c:v>0.0022600939197508787</c:v>
              </c:pt>
              <c:pt idx="4">
                <c:v>0.0022600939197508787</c:v>
              </c:pt>
              <c:pt idx="5">
                <c:v>0.004835182449197827</c:v>
              </c:pt>
              <c:pt idx="6">
                <c:v>0.004835182449197827</c:v>
              </c:pt>
              <c:pt idx="7">
                <c:v>0.0050145101816366</c:v>
              </c:pt>
              <c:pt idx="8">
                <c:v>0.0050145101816366</c:v>
              </c:pt>
              <c:pt idx="9">
                <c:v>0.005699155848042032</c:v>
              </c:pt>
              <c:pt idx="10">
                <c:v>0.005699155848042032</c:v>
              </c:pt>
              <c:pt idx="11">
                <c:v>0.007079283466281603</c:v>
              </c:pt>
              <c:pt idx="12">
                <c:v>0.007079283466281603</c:v>
              </c:pt>
              <c:pt idx="13">
                <c:v>0.01165334930185341</c:v>
              </c:pt>
              <c:pt idx="14">
                <c:v>0.01165334930185341</c:v>
              </c:pt>
              <c:pt idx="15">
                <c:v>0.01294707616601112</c:v>
              </c:pt>
              <c:pt idx="16">
                <c:v>0.01294707616601112</c:v>
              </c:pt>
              <c:pt idx="17">
                <c:v>0.0148535181442019</c:v>
              </c:pt>
              <c:pt idx="18">
                <c:v>0.0148535181442019</c:v>
              </c:pt>
              <c:pt idx="19">
                <c:v>0.01762384131021295</c:v>
              </c:pt>
              <c:pt idx="20">
                <c:v>0.01762384131021295</c:v>
              </c:pt>
              <c:pt idx="21">
                <c:v>0.01801309420401825</c:v>
              </c:pt>
              <c:pt idx="22">
                <c:v>0.01801309420401825</c:v>
              </c:pt>
              <c:pt idx="23">
                <c:v>0.019621428754258728</c:v>
              </c:pt>
              <c:pt idx="24">
                <c:v>0.019621428754258728</c:v>
              </c:pt>
              <c:pt idx="25">
                <c:v>0.020276210825792867</c:v>
              </c:pt>
              <c:pt idx="26">
                <c:v>0.020276210825792867</c:v>
              </c:pt>
              <c:pt idx="27">
                <c:v>0.023007403248339012</c:v>
              </c:pt>
              <c:pt idx="28">
                <c:v>0.023007403248339012</c:v>
              </c:pt>
              <c:pt idx="29">
                <c:v>0.023119529295742274</c:v>
              </c:pt>
              <c:pt idx="30">
                <c:v>0.023119529295742274</c:v>
              </c:pt>
              <c:pt idx="31">
                <c:v>0.023297325366365217</c:v>
              </c:pt>
              <c:pt idx="32">
                <c:v>0.023297325366365217</c:v>
              </c:pt>
              <c:pt idx="33">
                <c:v>0.02560543836073295</c:v>
              </c:pt>
              <c:pt idx="34">
                <c:v>0.02560543836073295</c:v>
              </c:pt>
              <c:pt idx="35">
                <c:v>0.03235568853977948</c:v>
              </c:pt>
              <c:pt idx="36">
                <c:v>0.03235568853977948</c:v>
              </c:pt>
              <c:pt idx="37">
                <c:v>0.03242526110009141</c:v>
              </c:pt>
              <c:pt idx="38">
                <c:v>0.03242526110009141</c:v>
              </c:pt>
              <c:pt idx="39">
                <c:v>0.03839065129236467</c:v>
              </c:pt>
              <c:pt idx="40">
                <c:v>0.03839065129236467</c:v>
              </c:pt>
              <c:pt idx="41">
                <c:v>0.039712925754000664</c:v>
              </c:pt>
              <c:pt idx="42">
                <c:v>0.039712925754000664</c:v>
              </c:pt>
              <c:pt idx="43">
                <c:v>0.04000566210971993</c:v>
              </c:pt>
              <c:pt idx="44">
                <c:v>0.04000566210971993</c:v>
              </c:pt>
              <c:pt idx="45">
                <c:v>0.04196775395224131</c:v>
              </c:pt>
              <c:pt idx="46">
                <c:v>0.04196775395224131</c:v>
              </c:pt>
              <c:pt idx="47">
                <c:v>0.04266197736964272</c:v>
              </c:pt>
              <c:pt idx="48">
                <c:v>0.04266197736964272</c:v>
              </c:pt>
              <c:pt idx="49">
                <c:v>0.044789000936430574</c:v>
              </c:pt>
              <c:pt idx="50">
                <c:v>0.044789000936430574</c:v>
              </c:pt>
              <c:pt idx="51">
                <c:v>0.04744980984947969</c:v>
              </c:pt>
              <c:pt idx="52">
                <c:v>0.04744980984947969</c:v>
              </c:pt>
              <c:pt idx="53">
                <c:v>0.048515900599582856</c:v>
              </c:pt>
              <c:pt idx="54">
                <c:v>0.048515900599582856</c:v>
              </c:pt>
              <c:pt idx="55">
                <c:v>0.05084512632705106</c:v>
              </c:pt>
              <c:pt idx="56">
                <c:v>0.05084512632705106</c:v>
              </c:pt>
              <c:pt idx="57">
                <c:v>0.05956906306408472</c:v>
              </c:pt>
              <c:pt idx="58">
                <c:v>0.05956906306408472</c:v>
              </c:pt>
              <c:pt idx="59">
                <c:v>0.07591000205534276</c:v>
              </c:pt>
              <c:pt idx="60">
                <c:v>0.07591000205534276</c:v>
              </c:pt>
              <c:pt idx="61">
                <c:v>0.09340621413894393</c:v>
              </c:pt>
              <c:pt idx="62">
                <c:v>0.09340621413894393</c:v>
              </c:pt>
              <c:pt idx="63">
                <c:v>0.10121378422309815</c:v>
              </c:pt>
              <c:pt idx="64">
                <c:v>0.10121378422309815</c:v>
              </c:pt>
              <c:pt idx="65">
                <c:v>0.10575445789824578</c:v>
              </c:pt>
              <c:pt idx="66">
                <c:v>0.10575445789824578</c:v>
              </c:pt>
              <c:pt idx="67">
                <c:v>0.1286190906135037</c:v>
              </c:pt>
              <c:pt idx="68">
                <c:v>0.1286190906135037</c:v>
              </c:pt>
              <c:pt idx="69">
                <c:v>0.1293437147726577</c:v>
              </c:pt>
              <c:pt idx="70">
                <c:v>0.1293437147726577</c:v>
              </c:pt>
              <c:pt idx="71">
                <c:v>0.132648887916647</c:v>
              </c:pt>
              <c:pt idx="72">
                <c:v>0.132648887916647</c:v>
              </c:pt>
              <c:pt idx="73">
                <c:v>0.1357400361148655</c:v>
              </c:pt>
              <c:pt idx="74">
                <c:v>0.1357400361148655</c:v>
              </c:pt>
              <c:pt idx="75">
                <c:v>0.14334919348020736</c:v>
              </c:pt>
              <c:pt idx="76">
                <c:v>0.14334919348020736</c:v>
              </c:pt>
              <c:pt idx="77">
                <c:v>0.14546786133148873</c:v>
              </c:pt>
              <c:pt idx="78">
                <c:v>0.14546786133148873</c:v>
              </c:pt>
              <c:pt idx="79">
                <c:v>0.14816406808527074</c:v>
              </c:pt>
              <c:pt idx="80">
                <c:v>0.14816406808527074</c:v>
              </c:pt>
              <c:pt idx="81">
                <c:v>0.14833948088031537</c:v>
              </c:pt>
              <c:pt idx="82">
                <c:v>0.14833948088031537</c:v>
              </c:pt>
              <c:pt idx="83">
                <c:v>0.15194398971379094</c:v>
              </c:pt>
              <c:pt idx="84">
                <c:v>0.15194398971379094</c:v>
              </c:pt>
              <c:pt idx="85">
                <c:v>0.15711369986026513</c:v>
              </c:pt>
              <c:pt idx="86">
                <c:v>0.15711369986026513</c:v>
              </c:pt>
              <c:pt idx="87">
                <c:v>0.16468244932010473</c:v>
              </c:pt>
              <c:pt idx="88">
                <c:v>0.16468244932010473</c:v>
              </c:pt>
              <c:pt idx="89">
                <c:v>0.16831959850324588</c:v>
              </c:pt>
              <c:pt idx="90">
                <c:v>0.16831959850324588</c:v>
              </c:pt>
              <c:pt idx="91">
                <c:v>0.16936110488080014</c:v>
              </c:pt>
              <c:pt idx="92">
                <c:v>0.16936110488080014</c:v>
              </c:pt>
              <c:pt idx="93">
                <c:v>0.17082265289189763</c:v>
              </c:pt>
              <c:pt idx="94">
                <c:v>0.17082265289189763</c:v>
              </c:pt>
              <c:pt idx="95">
                <c:v>0.17237255718459524</c:v>
              </c:pt>
              <c:pt idx="96">
                <c:v>0.17237255718459524</c:v>
              </c:pt>
              <c:pt idx="97">
                <c:v>0.17647324204975737</c:v>
              </c:pt>
              <c:pt idx="98">
                <c:v>0.17647324204975737</c:v>
              </c:pt>
              <c:pt idx="99">
                <c:v>0.19430343793955587</c:v>
              </c:pt>
              <c:pt idx="100">
                <c:v>0.19430343793955587</c:v>
              </c:pt>
              <c:pt idx="101">
                <c:v>0.19519529942285094</c:v>
              </c:pt>
              <c:pt idx="102">
                <c:v>0.19519529942285094</c:v>
              </c:pt>
              <c:pt idx="103">
                <c:v>0.21459742270327808</c:v>
              </c:pt>
              <c:pt idx="104">
                <c:v>0.21459742270327808</c:v>
              </c:pt>
              <c:pt idx="105">
                <c:v>0.2434245330702976</c:v>
              </c:pt>
              <c:pt idx="106">
                <c:v>0.2434245330702976</c:v>
              </c:pt>
              <c:pt idx="107">
                <c:v>0.26056652031648364</c:v>
              </c:pt>
              <c:pt idx="108">
                <c:v>0.26056652031648364</c:v>
              </c:pt>
              <c:pt idx="109">
                <c:v>0.2756257824744006</c:v>
              </c:pt>
              <c:pt idx="110">
                <c:v>0.2756257824744006</c:v>
              </c:pt>
              <c:pt idx="111">
                <c:v>0.27626157580485555</c:v>
              </c:pt>
              <c:pt idx="112">
                <c:v>0.27626157580485555</c:v>
              </c:pt>
              <c:pt idx="113">
                <c:v>0.28018542108167405</c:v>
              </c:pt>
              <c:pt idx="114">
                <c:v>0.28018542108167405</c:v>
              </c:pt>
              <c:pt idx="115">
                <c:v>0.28292784018614303</c:v>
              </c:pt>
              <c:pt idx="116">
                <c:v>0.28292784018614303</c:v>
              </c:pt>
              <c:pt idx="117">
                <c:v>0.28685395740604835</c:v>
              </c:pt>
              <c:pt idx="118">
                <c:v>0.28685395740604835</c:v>
              </c:pt>
              <c:pt idx="119">
                <c:v>0.2943239989585482</c:v>
              </c:pt>
              <c:pt idx="120">
                <c:v>0.2943239989585482</c:v>
              </c:pt>
              <c:pt idx="121">
                <c:v>0.31377922501094807</c:v>
              </c:pt>
              <c:pt idx="122">
                <c:v>0.31377922501094807</c:v>
              </c:pt>
              <c:pt idx="123">
                <c:v>0.31614311456108674</c:v>
              </c:pt>
              <c:pt idx="124">
                <c:v>0.31614311456108674</c:v>
              </c:pt>
              <c:pt idx="125">
                <c:v>0.33480380631221934</c:v>
              </c:pt>
              <c:pt idx="126">
                <c:v>0.33480380631221934</c:v>
              </c:pt>
              <c:pt idx="127">
                <c:v>0.3445309833692782</c:v>
              </c:pt>
              <c:pt idx="128">
                <c:v>0.3445309833692782</c:v>
              </c:pt>
              <c:pt idx="129">
                <c:v>0.35623750296064194</c:v>
              </c:pt>
              <c:pt idx="130">
                <c:v>0.35623750296064194</c:v>
              </c:pt>
              <c:pt idx="131">
                <c:v>0.359842946512876</c:v>
              </c:pt>
              <c:pt idx="132">
                <c:v>0.359842946512876</c:v>
              </c:pt>
              <c:pt idx="133">
                <c:v>0.3650947076148327</c:v>
              </c:pt>
              <c:pt idx="134">
                <c:v>0.3650947076148327</c:v>
              </c:pt>
              <c:pt idx="135">
                <c:v>0.3688505399844664</c:v>
              </c:pt>
              <c:pt idx="136">
                <c:v>0.3688505399844664</c:v>
              </c:pt>
              <c:pt idx="137">
                <c:v>0.3715472731457108</c:v>
              </c:pt>
              <c:pt idx="138">
                <c:v>0.3715472731457108</c:v>
              </c:pt>
              <c:pt idx="139">
                <c:v>0.3799937261490292</c:v>
              </c:pt>
              <c:pt idx="140">
                <c:v>0.3799937261490292</c:v>
              </c:pt>
              <c:pt idx="141">
                <c:v>0.38542007559517566</c:v>
              </c:pt>
              <c:pt idx="142">
                <c:v>0.38542007559517566</c:v>
              </c:pt>
              <c:pt idx="143">
                <c:v>0.39348424543586036</c:v>
              </c:pt>
              <c:pt idx="144">
                <c:v>0.39348424543586036</c:v>
              </c:pt>
              <c:pt idx="145">
                <c:v>0.41398290719385034</c:v>
              </c:pt>
              <c:pt idx="146">
                <c:v>0.41398290719385034</c:v>
              </c:pt>
              <c:pt idx="147">
                <c:v>0.4186847595131933</c:v>
              </c:pt>
              <c:pt idx="148">
                <c:v>0.4186847595131933</c:v>
              </c:pt>
              <c:pt idx="149">
                <c:v>0.445171953770833</c:v>
              </c:pt>
              <c:pt idx="150">
                <c:v>0.445171953770833</c:v>
              </c:pt>
              <c:pt idx="151">
                <c:v>0.4703545029945133</c:v>
              </c:pt>
              <c:pt idx="152">
                <c:v>0.4703545029945133</c:v>
              </c:pt>
              <c:pt idx="153">
                <c:v>0.4970421761481772</c:v>
              </c:pt>
              <c:pt idx="154">
                <c:v>0.4970421761481772</c:v>
              </c:pt>
              <c:pt idx="155">
                <c:v>0.5</c:v>
              </c:pt>
              <c:pt idx="156">
                <c:v>0.5</c:v>
              </c:pt>
              <c:pt idx="157">
                <c:v>0.502204321155017</c:v>
              </c:pt>
              <c:pt idx="158">
                <c:v>0.502204321155017</c:v>
              </c:pt>
              <c:pt idx="159">
                <c:v>0.522512795712433</c:v>
              </c:pt>
              <c:pt idx="160">
                <c:v>0.522512795712433</c:v>
              </c:pt>
              <c:pt idx="161">
                <c:v>0.5377485320288458</c:v>
              </c:pt>
              <c:pt idx="162">
                <c:v>0.5377485320288458</c:v>
              </c:pt>
              <c:pt idx="163">
                <c:v>0.5598543145835205</c:v>
              </c:pt>
              <c:pt idx="164">
                <c:v>0.5598543145835205</c:v>
              </c:pt>
              <c:pt idx="165">
                <c:v>0.5878563360213148</c:v>
              </c:pt>
              <c:pt idx="166">
                <c:v>0.5878563360213148</c:v>
              </c:pt>
              <c:pt idx="167">
                <c:v>0.5900908210355861</c:v>
              </c:pt>
              <c:pt idx="168">
                <c:v>0.5900908210355861</c:v>
              </c:pt>
              <c:pt idx="169">
                <c:v>0.5986090927376397</c:v>
              </c:pt>
              <c:pt idx="170">
                <c:v>0.5986090927376397</c:v>
              </c:pt>
              <c:pt idx="171">
                <c:v>0.5994804905294684</c:v>
              </c:pt>
              <c:pt idx="172">
                <c:v>0.5994804905294684</c:v>
              </c:pt>
              <c:pt idx="173">
                <c:v>0.6212514865389389</c:v>
              </c:pt>
              <c:pt idx="174">
                <c:v>0.6212514865389389</c:v>
              </c:pt>
              <c:pt idx="175">
                <c:v>0.639136782252912</c:v>
              </c:pt>
              <c:pt idx="176">
                <c:v>0.639136782252912</c:v>
              </c:pt>
              <c:pt idx="177">
                <c:v>0.6700338846395502</c:v>
              </c:pt>
              <c:pt idx="178">
                <c:v>0.6700338846395502</c:v>
              </c:pt>
              <c:pt idx="179">
                <c:v>0.679566751749064</c:v>
              </c:pt>
              <c:pt idx="180">
                <c:v>0.679566751749064</c:v>
              </c:pt>
              <c:pt idx="181">
                <c:v>0.6848501203348499</c:v>
              </c:pt>
              <c:pt idx="182">
                <c:v>0.6848501203348499</c:v>
              </c:pt>
              <c:pt idx="183">
                <c:v>0.6852236977900308</c:v>
              </c:pt>
              <c:pt idx="184">
                <c:v>0.6852236977900308</c:v>
              </c:pt>
              <c:pt idx="185">
                <c:v>0.6924171371043775</c:v>
              </c:pt>
              <c:pt idx="186">
                <c:v>0.6924171371043775</c:v>
              </c:pt>
              <c:pt idx="187">
                <c:v>0.6948622318891109</c:v>
              </c:pt>
              <c:pt idx="188">
                <c:v>0.6948622318891109</c:v>
              </c:pt>
              <c:pt idx="189">
                <c:v>0.7099682034989009</c:v>
              </c:pt>
              <c:pt idx="190">
                <c:v>0.7099682034989009</c:v>
              </c:pt>
              <c:pt idx="191">
                <c:v>0.7165279955603032</c:v>
              </c:pt>
              <c:pt idx="192">
                <c:v>0.7165279955603032</c:v>
              </c:pt>
              <c:pt idx="193">
                <c:v>0.7665537396417967</c:v>
              </c:pt>
              <c:pt idx="194">
                <c:v>0.7665537396417967</c:v>
              </c:pt>
              <c:pt idx="195">
                <c:v>0.7713752128643675</c:v>
              </c:pt>
              <c:pt idx="196">
                <c:v>0.7713752128643675</c:v>
              </c:pt>
              <c:pt idx="197">
                <c:v>0.7749222624738352</c:v>
              </c:pt>
              <c:pt idx="198">
                <c:v>0.7749222624738352</c:v>
              </c:pt>
              <c:pt idx="199">
                <c:v>0.7813726502819218</c:v>
              </c:pt>
              <c:pt idx="200">
                <c:v>0.7813726502819218</c:v>
              </c:pt>
              <c:pt idx="201">
                <c:v>0.8072779510136148</c:v>
              </c:pt>
              <c:pt idx="202">
                <c:v>0.8072779510136148</c:v>
              </c:pt>
              <c:pt idx="203">
                <c:v>0.8285398818666121</c:v>
              </c:pt>
              <c:pt idx="204">
                <c:v>0.8285398818666121</c:v>
              </c:pt>
              <c:pt idx="205">
                <c:v>0.8913633356968993</c:v>
              </c:pt>
              <c:pt idx="206">
                <c:v>0.8913633356968993</c:v>
              </c:pt>
              <c:pt idx="207">
                <c:v>0.9317375143920361</c:v>
              </c:pt>
              <c:pt idx="208">
                <c:v>0.9317375143920361</c:v>
              </c:pt>
              <c:pt idx="209">
                <c:v>0.947363780846292</c:v>
              </c:pt>
              <c:pt idx="210">
                <c:v>0.947363780846292</c:v>
              </c:pt>
              <c:pt idx="211">
                <c:v>0.949865772368216</c:v>
              </c:pt>
              <c:pt idx="212">
                <c:v>0.949865772368216</c:v>
              </c:pt>
              <c:pt idx="213">
                <c:v>1</c:v>
              </c:pt>
              <c:pt idx="214">
                <c:v>1</c:v>
              </c:pt>
              <c:pt idx="215">
                <c:v>1.0046820709766444</c:v>
              </c:pt>
              <c:pt idx="216">
                <c:v>1.0046820709766444</c:v>
              </c:pt>
              <c:pt idx="217">
                <c:v>1.0097662726116683</c:v>
              </c:pt>
              <c:pt idx="218">
                <c:v>1.0097662726116683</c:v>
              </c:pt>
              <c:pt idx="219">
                <c:v>1.015382518071133</c:v>
              </c:pt>
              <c:pt idx="220">
                <c:v>1.015382518071133</c:v>
              </c:pt>
              <c:pt idx="221">
                <c:v>1.0569037391770282</c:v>
              </c:pt>
              <c:pt idx="222">
                <c:v>1.0569037391770282</c:v>
              </c:pt>
              <c:pt idx="223">
                <c:v>1.0684316675028684</c:v>
              </c:pt>
              <c:pt idx="224">
                <c:v>1.0684316675028684</c:v>
              </c:pt>
              <c:pt idx="225">
                <c:v>1.0829499130601903</c:v>
              </c:pt>
              <c:pt idx="226">
                <c:v>1.0829499130601903</c:v>
              </c:pt>
              <c:pt idx="227">
                <c:v>1.0978020061433342</c:v>
              </c:pt>
              <c:pt idx="228">
                <c:v>1.0978020061433342</c:v>
              </c:pt>
              <c:pt idx="229">
                <c:v>1.115685903662933</c:v>
              </c:pt>
              <c:pt idx="230">
                <c:v>1.115685903662933</c:v>
              </c:pt>
              <c:pt idx="231">
                <c:v>1.1795218904112015</c:v>
              </c:pt>
              <c:pt idx="232">
                <c:v>1.1795218904112015</c:v>
              </c:pt>
              <c:pt idx="233">
                <c:v>1.2158692977371603</c:v>
              </c:pt>
              <c:pt idx="234">
                <c:v>1.2158692977371603</c:v>
              </c:pt>
              <c:pt idx="235">
                <c:v>1.317027827581646</c:v>
              </c:pt>
              <c:pt idx="236">
                <c:v>1.317027827581646</c:v>
              </c:pt>
              <c:pt idx="237">
                <c:v>1.3472557054571228</c:v>
              </c:pt>
              <c:pt idx="238">
                <c:v>1.3472557054571228</c:v>
              </c:pt>
              <c:pt idx="239">
                <c:v>1.3669572000626182</c:v>
              </c:pt>
              <c:pt idx="240">
                <c:v>1.3669572000626182</c:v>
              </c:pt>
              <c:pt idx="241">
                <c:v>1.3733497470460678</c:v>
              </c:pt>
              <c:pt idx="242">
                <c:v>1.3733497470460678</c:v>
              </c:pt>
              <c:pt idx="243">
                <c:v>1.3940648065494967</c:v>
              </c:pt>
              <c:pt idx="244">
                <c:v>1.3940648065494967</c:v>
              </c:pt>
              <c:pt idx="245">
                <c:v>1.435397880814403</c:v>
              </c:pt>
              <c:pt idx="246">
                <c:v>1.435397880814403</c:v>
              </c:pt>
              <c:pt idx="247">
                <c:v>1.4875404308362814</c:v>
              </c:pt>
              <c:pt idx="248">
                <c:v>1.4875404308362814</c:v>
              </c:pt>
              <c:pt idx="249">
                <c:v>1.5033898615493957</c:v>
              </c:pt>
              <c:pt idx="250">
                <c:v>1.5033898615493957</c:v>
              </c:pt>
              <c:pt idx="251">
                <c:v>1.5225820319903816</c:v>
              </c:pt>
              <c:pt idx="252">
                <c:v>1.5225820319903816</c:v>
              </c:pt>
              <c:pt idx="253">
                <c:v>1.5885964615239403</c:v>
              </c:pt>
              <c:pt idx="254">
                <c:v>1.5885964615239403</c:v>
              </c:pt>
              <c:pt idx="255">
                <c:v>1.5953535310985538</c:v>
              </c:pt>
              <c:pt idx="256">
                <c:v>1.5953535310985538</c:v>
              </c:pt>
              <c:pt idx="257">
                <c:v>1.65505952237088</c:v>
              </c:pt>
              <c:pt idx="258">
                <c:v>1.65505952237088</c:v>
              </c:pt>
              <c:pt idx="259">
                <c:v>1.667700397670812</c:v>
              </c:pt>
              <c:pt idx="260">
                <c:v>1.667700397670812</c:v>
              </c:pt>
              <c:pt idx="261">
                <c:v>1.7206103662182115</c:v>
              </c:pt>
              <c:pt idx="262">
                <c:v>1.7206103662182115</c:v>
              </c:pt>
              <c:pt idx="263">
                <c:v>1.7421778389858245</c:v>
              </c:pt>
              <c:pt idx="264">
                <c:v>1.7421778389858245</c:v>
              </c:pt>
              <c:pt idx="265">
                <c:v>1.8252924811609457</c:v>
              </c:pt>
              <c:pt idx="266">
                <c:v>1.8252924811609457</c:v>
              </c:pt>
              <c:pt idx="267">
                <c:v>1.8508615565674333</c:v>
              </c:pt>
              <c:pt idx="268">
                <c:v>1.8508615565674333</c:v>
              </c:pt>
              <c:pt idx="269">
                <c:v>1.8853898367128863</c:v>
              </c:pt>
              <c:pt idx="270">
                <c:v>1.8853898367128863</c:v>
              </c:pt>
              <c:pt idx="271">
                <c:v>1.9195295717082363</c:v>
              </c:pt>
              <c:pt idx="272">
                <c:v>1.9195295717082363</c:v>
              </c:pt>
              <c:pt idx="273">
                <c:v>1.9313089098408287</c:v>
              </c:pt>
              <c:pt idx="274">
                <c:v>1.9313089098408287</c:v>
              </c:pt>
              <c:pt idx="275">
                <c:v>2</c:v>
              </c:pt>
              <c:pt idx="276">
                <c:v>2</c:v>
              </c:pt>
              <c:pt idx="277">
                <c:v>2.041066888753209</c:v>
              </c:pt>
              <c:pt idx="278">
                <c:v>2.041066888753209</c:v>
              </c:pt>
              <c:pt idx="279">
                <c:v>2.0674590155559756</c:v>
              </c:pt>
              <c:pt idx="280">
                <c:v>2.0674590155559756</c:v>
              </c:pt>
              <c:pt idx="281">
                <c:v>2.0798652006257607</c:v>
              </c:pt>
              <c:pt idx="282">
                <c:v>2.0798652006257607</c:v>
              </c:pt>
              <c:pt idx="283">
                <c:v>2.0802395360837336</c:v>
              </c:pt>
              <c:pt idx="284">
                <c:v>2.0802395360837336</c:v>
              </c:pt>
              <c:pt idx="285">
                <c:v>2.2111350035376813</c:v>
              </c:pt>
              <c:pt idx="286">
                <c:v>2.2111350035376813</c:v>
              </c:pt>
              <c:pt idx="287">
                <c:v>2.2335461876333746</c:v>
              </c:pt>
              <c:pt idx="288">
                <c:v>2.2335461876333746</c:v>
              </c:pt>
              <c:pt idx="289">
                <c:v>2.2589946659941527</c:v>
              </c:pt>
              <c:pt idx="290">
                <c:v>2.2589946659941527</c:v>
              </c:pt>
              <c:pt idx="291">
                <c:v>2.641166930368072</c:v>
              </c:pt>
              <c:pt idx="292">
                <c:v>2.641166930368072</c:v>
              </c:pt>
              <c:pt idx="293">
                <c:v>3.2969262321033477</c:v>
              </c:pt>
              <c:pt idx="294">
                <c:v>3.2969262321033477</c:v>
              </c:pt>
              <c:pt idx="295">
                <c:v>3.3775038753202895</c:v>
              </c:pt>
              <c:pt idx="296">
                <c:v>3.3775038753202895</c:v>
              </c:pt>
              <c:pt idx="297">
                <c:v>3.421522615889293</c:v>
              </c:pt>
              <c:pt idx="298">
                <c:v>3.421522615889293</c:v>
              </c:pt>
              <c:pt idx="299">
                <c:v>3.6006917277293797</c:v>
              </c:pt>
              <c:pt idx="300">
                <c:v>3.6006917277293797</c:v>
              </c:pt>
              <c:pt idx="301">
                <c:v>3.683960447789895</c:v>
              </c:pt>
              <c:pt idx="302">
                <c:v>3.683960447789895</c:v>
              </c:pt>
              <c:pt idx="303">
                <c:v>3.789224412735341</c:v>
              </c:pt>
              <c:pt idx="304">
                <c:v>3.789224412735341</c:v>
              </c:pt>
              <c:pt idx="305">
                <c:v>3.809382071665062</c:v>
              </c:pt>
              <c:pt idx="306">
                <c:v>3.809382071665062</c:v>
              </c:pt>
              <c:pt idx="307">
                <c:v>3.8210703961267125</c:v>
              </c:pt>
              <c:pt idx="308">
                <c:v>3.8210703961267125</c:v>
              </c:pt>
              <c:pt idx="309">
                <c:v>3.863055792831288</c:v>
              </c:pt>
              <c:pt idx="310">
                <c:v>3.863055792831288</c:v>
              </c:pt>
              <c:pt idx="311">
                <c:v>3.916611782207935</c:v>
              </c:pt>
              <c:pt idx="312">
                <c:v>3.916611782207935</c:v>
              </c:pt>
              <c:pt idx="313">
                <c:v>3.977302908859072</c:v>
              </c:pt>
              <c:pt idx="314">
                <c:v>3.977302908859072</c:v>
              </c:pt>
              <c:pt idx="315">
                <c:v>4.057430429613408</c:v>
              </c:pt>
              <c:pt idx="316">
                <c:v>4.057430429613408</c:v>
              </c:pt>
              <c:pt idx="317">
                <c:v>4.246094852004865</c:v>
              </c:pt>
              <c:pt idx="318">
                <c:v>4.246094852004865</c:v>
              </c:pt>
              <c:pt idx="319">
                <c:v>4.990460317712504</c:v>
              </c:pt>
              <c:pt idx="320">
                <c:v>4.990460317712504</c:v>
              </c:pt>
              <c:pt idx="321">
                <c:v>5</c:v>
              </c:pt>
              <c:pt idx="322">
                <c:v>5</c:v>
              </c:pt>
              <c:pt idx="323">
                <c:v>5.231433225430366</c:v>
              </c:pt>
              <c:pt idx="324">
                <c:v>5.231433225430366</c:v>
              </c:pt>
              <c:pt idx="325">
                <c:v>5.305345807544239</c:v>
              </c:pt>
              <c:pt idx="326">
                <c:v>5.305345807544239</c:v>
              </c:pt>
              <c:pt idx="327">
                <c:v>5.315917289882915</c:v>
              </c:pt>
              <c:pt idx="328">
                <c:v>5.315917289882915</c:v>
              </c:pt>
              <c:pt idx="329">
                <c:v>5.334846175056569</c:v>
              </c:pt>
              <c:pt idx="330">
                <c:v>5.334846175056569</c:v>
              </c:pt>
              <c:pt idx="331">
                <c:v>5.454604048712843</c:v>
              </c:pt>
              <c:pt idx="332">
                <c:v>5.454604048712843</c:v>
              </c:pt>
              <c:pt idx="333">
                <c:v>5.501363685031045</c:v>
              </c:pt>
              <c:pt idx="334">
                <c:v>5.501363685031045</c:v>
              </c:pt>
              <c:pt idx="335">
                <c:v>5.5232914357107825</c:v>
              </c:pt>
              <c:pt idx="336">
                <c:v>5.5232914357107825</c:v>
              </c:pt>
              <c:pt idx="337">
                <c:v>5.599785182099995</c:v>
              </c:pt>
              <c:pt idx="338">
                <c:v>5.599785182099995</c:v>
              </c:pt>
              <c:pt idx="339">
                <c:v>5.835741554252041</c:v>
              </c:pt>
              <c:pt idx="340">
                <c:v>5.835741554252041</c:v>
              </c:pt>
              <c:pt idx="341">
                <c:v>5.843417534956221</c:v>
              </c:pt>
              <c:pt idx="342">
                <c:v>5.843417534956221</c:v>
              </c:pt>
              <c:pt idx="343">
                <c:v>5.87526233375221</c:v>
              </c:pt>
              <c:pt idx="344">
                <c:v>5.87526233375221</c:v>
              </c:pt>
              <c:pt idx="345">
                <c:v>5.989638509473673</c:v>
              </c:pt>
              <c:pt idx="346">
                <c:v>5.989638509473673</c:v>
              </c:pt>
              <c:pt idx="347">
                <c:v>6.018514619204306</c:v>
              </c:pt>
              <c:pt idx="348">
                <c:v>6.018514619204306</c:v>
              </c:pt>
              <c:pt idx="349">
                <c:v>6.343227019676621</c:v>
              </c:pt>
              <c:pt idx="350">
                <c:v>6.343227019676621</c:v>
              </c:pt>
              <c:pt idx="351">
                <c:v>6.497727758932633</c:v>
              </c:pt>
              <c:pt idx="352">
                <c:v>6.497727758932633</c:v>
              </c:pt>
              <c:pt idx="353">
                <c:v>7.142342335663847</c:v>
              </c:pt>
              <c:pt idx="354">
                <c:v>7.142342335663847</c:v>
              </c:pt>
              <c:pt idx="355">
                <c:v>7.144597267595001</c:v>
              </c:pt>
              <c:pt idx="356">
                <c:v>7.144597267595001</c:v>
              </c:pt>
              <c:pt idx="357">
                <c:v>7.422198913186824</c:v>
              </c:pt>
              <c:pt idx="358">
                <c:v>7.422198913186824</c:v>
              </c:pt>
              <c:pt idx="359">
                <c:v>7.59121994324735</c:v>
              </c:pt>
              <c:pt idx="360">
                <c:v>7.59121994324735</c:v>
              </c:pt>
              <c:pt idx="361">
                <c:v>7.917392392246887</c:v>
              </c:pt>
              <c:pt idx="362">
                <c:v>7.917392392246887</c:v>
              </c:pt>
              <c:pt idx="363">
                <c:v>8.350509871525002</c:v>
              </c:pt>
              <c:pt idx="364">
                <c:v>8.350509871525002</c:v>
              </c:pt>
              <c:pt idx="365">
                <c:v>8.65386662550039</c:v>
              </c:pt>
              <c:pt idx="366">
                <c:v>8.65386662550039</c:v>
              </c:pt>
              <c:pt idx="367">
                <c:v>8.701608160444522</c:v>
              </c:pt>
              <c:pt idx="368">
                <c:v>8.701608160444522</c:v>
              </c:pt>
              <c:pt idx="369">
                <c:v>8.868134591391936</c:v>
              </c:pt>
              <c:pt idx="370">
                <c:v>8.868134591391936</c:v>
              </c:pt>
              <c:pt idx="371">
                <c:v>9.89627346553346</c:v>
              </c:pt>
              <c:pt idx="372">
                <c:v>9.89627346553346</c:v>
              </c:pt>
              <c:pt idx="373">
                <c:v>10</c:v>
              </c:pt>
              <c:pt idx="374">
                <c:v>10</c:v>
              </c:pt>
              <c:pt idx="375">
                <c:v>10.187653471874338</c:v>
              </c:pt>
              <c:pt idx="376">
                <c:v>10.187653471874338</c:v>
              </c:pt>
              <c:pt idx="377">
                <c:v>10.528094201820275</c:v>
              </c:pt>
              <c:pt idx="378">
                <c:v>10.528094201820275</c:v>
              </c:pt>
              <c:pt idx="379">
                <c:v>10.673679847405335</c:v>
              </c:pt>
              <c:pt idx="380">
                <c:v>10.673679847405335</c:v>
              </c:pt>
              <c:pt idx="381">
                <c:v>10.782988781433195</c:v>
              </c:pt>
              <c:pt idx="382">
                <c:v>10.782988781433195</c:v>
              </c:pt>
              <c:pt idx="383">
                <c:v>10.911748332598417</c:v>
              </c:pt>
              <c:pt idx="384">
                <c:v>10.911748332598417</c:v>
              </c:pt>
              <c:pt idx="385">
                <c:v>11.209705561073406</c:v>
              </c:pt>
              <c:pt idx="386">
                <c:v>11.209705561073406</c:v>
              </c:pt>
              <c:pt idx="387">
                <c:v>11.56079685742189</c:v>
              </c:pt>
              <c:pt idx="388">
                <c:v>11.56079685742189</c:v>
              </c:pt>
              <c:pt idx="389">
                <c:v>11.572333242135645</c:v>
              </c:pt>
              <c:pt idx="390">
                <c:v>11.572333242135645</c:v>
              </c:pt>
              <c:pt idx="391">
                <c:v>11.607440159857193</c:v>
              </c:pt>
              <c:pt idx="392">
                <c:v>11.607440159857193</c:v>
              </c:pt>
              <c:pt idx="393">
                <c:v>11.811356470177031</c:v>
              </c:pt>
              <c:pt idx="394">
                <c:v>11.811356470177031</c:v>
              </c:pt>
              <c:pt idx="395">
                <c:v>12.36368549160061</c:v>
              </c:pt>
              <c:pt idx="396">
                <c:v>12.36368549160061</c:v>
              </c:pt>
              <c:pt idx="397">
                <c:v>12.45132538137885</c:v>
              </c:pt>
              <c:pt idx="398">
                <c:v>12.45132538137885</c:v>
              </c:pt>
              <c:pt idx="399">
                <c:v>13.235683955096572</c:v>
              </c:pt>
              <c:pt idx="400">
                <c:v>13.235683955096572</c:v>
              </c:pt>
              <c:pt idx="401">
                <c:v>13.98018007397727</c:v>
              </c:pt>
              <c:pt idx="402">
                <c:v>13.98018007397727</c:v>
              </c:pt>
              <c:pt idx="403">
                <c:v>14.033159688533473</c:v>
              </c:pt>
              <c:pt idx="404">
                <c:v>14.033159688533473</c:v>
              </c:pt>
              <c:pt idx="405">
                <c:v>14.741913595711925</c:v>
              </c:pt>
              <c:pt idx="406">
                <c:v>14.741913595711925</c:v>
              </c:pt>
              <c:pt idx="407">
                <c:v>15</c:v>
              </c:pt>
              <c:pt idx="408">
                <c:v>15</c:v>
              </c:pt>
              <c:pt idx="409">
                <c:v>15.094396704165566</c:v>
              </c:pt>
              <c:pt idx="410">
                <c:v>15.094396704165566</c:v>
              </c:pt>
              <c:pt idx="411">
                <c:v>15.750112445640992</c:v>
              </c:pt>
              <c:pt idx="412">
                <c:v>15.750112445640992</c:v>
              </c:pt>
              <c:pt idx="413">
                <c:v>15.9965139698617</c:v>
              </c:pt>
              <c:pt idx="414">
                <c:v>15.9965139698617</c:v>
              </c:pt>
              <c:pt idx="415">
                <c:v>16.98624345209068</c:v>
              </c:pt>
              <c:pt idx="416">
                <c:v>16.98624345209068</c:v>
              </c:pt>
              <c:pt idx="417">
                <c:v>17.39796796909512</c:v>
              </c:pt>
              <c:pt idx="418">
                <c:v>17.39796796909512</c:v>
              </c:pt>
              <c:pt idx="419">
                <c:v>19.459197289689474</c:v>
              </c:pt>
              <c:pt idx="420">
                <c:v>19.459197289689474</c:v>
              </c:pt>
              <c:pt idx="421">
                <c:v>19.563867795215497</c:v>
              </c:pt>
              <c:pt idx="422">
                <c:v>19.563867795215497</c:v>
              </c:pt>
              <c:pt idx="423">
                <c:v>19.674813823324968</c:v>
              </c:pt>
              <c:pt idx="424">
                <c:v>19.674813823324968</c:v>
              </c:pt>
              <c:pt idx="425">
                <c:v>20</c:v>
              </c:pt>
              <c:pt idx="426">
                <c:v>20</c:v>
              </c:pt>
              <c:pt idx="427">
                <c:v>23.03638004357276</c:v>
              </c:pt>
              <c:pt idx="428">
                <c:v>23.03638004357276</c:v>
              </c:pt>
              <c:pt idx="429">
                <c:v>23.78588308271156</c:v>
              </c:pt>
              <c:pt idx="430">
                <c:v>23.78588308271156</c:v>
              </c:pt>
              <c:pt idx="431">
                <c:v>26.955352627445485</c:v>
              </c:pt>
              <c:pt idx="432">
                <c:v>26.955352627445485</c:v>
              </c:pt>
              <c:pt idx="433">
                <c:v>27.64850090239322</c:v>
              </c:pt>
              <c:pt idx="434">
                <c:v>27.64850090239322</c:v>
              </c:pt>
              <c:pt idx="435">
                <c:v>29.48544529338849</c:v>
              </c:pt>
              <c:pt idx="436">
                <c:v>29.48544529338849</c:v>
              </c:pt>
              <c:pt idx="437">
                <c:v>30</c:v>
              </c:pt>
              <c:pt idx="438">
                <c:v>30</c:v>
              </c:pt>
              <c:pt idx="439">
                <c:v>33.37266516630498</c:v>
              </c:pt>
              <c:pt idx="440">
                <c:v>33.37266516630498</c:v>
              </c:pt>
              <c:pt idx="441">
                <c:v>38.21599041900935</c:v>
              </c:pt>
              <c:pt idx="442">
                <c:v>38.21599041900935</c:v>
              </c:pt>
              <c:pt idx="443">
                <c:v>50</c:v>
              </c:pt>
              <c:pt idx="444">
                <c:v>50</c:v>
              </c:pt>
              <c:pt idx="445">
                <c:v>52.584009839800494</c:v>
              </c:pt>
              <c:pt idx="446">
                <c:v>52.584009839800494</c:v>
              </c:pt>
              <c:pt idx="447">
                <c:v>70</c:v>
              </c:pt>
            </c:numLit>
          </c:xVal>
          <c:yVal>
            <c:numLit>
              <c:formatCode>0.0</c:formatCode>
              <c:ptCount val="448"/>
              <c:pt idx="0">
                <c:v>6.126889515497563</c:v>
              </c:pt>
              <c:pt idx="1">
                <c:v>6.126889515497563</c:v>
              </c:pt>
              <c:pt idx="2">
                <c:v>6.126889515497563</c:v>
              </c:pt>
              <c:pt idx="3">
                <c:v>6.126889515497563</c:v>
              </c:pt>
              <c:pt idx="4">
                <c:v>6.126889515497563</c:v>
              </c:pt>
              <c:pt idx="5">
                <c:v>6.126889515497563</c:v>
              </c:pt>
              <c:pt idx="6">
                <c:v>6.126889515497563</c:v>
              </c:pt>
              <c:pt idx="7">
                <c:v>6.126889515497563</c:v>
              </c:pt>
              <c:pt idx="8">
                <c:v>6.126889515497563</c:v>
              </c:pt>
              <c:pt idx="9">
                <c:v>6.126889515497563</c:v>
              </c:pt>
              <c:pt idx="10">
                <c:v>6.126889515497563</c:v>
              </c:pt>
              <c:pt idx="11">
                <c:v>6.126889515497563</c:v>
              </c:pt>
              <c:pt idx="12">
                <c:v>6.126889515497563</c:v>
              </c:pt>
              <c:pt idx="13">
                <c:v>6.126889515497563</c:v>
              </c:pt>
              <c:pt idx="14">
                <c:v>6.126889515497563</c:v>
              </c:pt>
              <c:pt idx="15">
                <c:v>6.126889515497563</c:v>
              </c:pt>
              <c:pt idx="16">
                <c:v>6.126889515497563</c:v>
              </c:pt>
              <c:pt idx="17">
                <c:v>6.126889515497563</c:v>
              </c:pt>
              <c:pt idx="18">
                <c:v>6.126889515497563</c:v>
              </c:pt>
              <c:pt idx="19">
                <c:v>6.126889515497563</c:v>
              </c:pt>
              <c:pt idx="20">
                <c:v>5.479527508101987</c:v>
              </c:pt>
              <c:pt idx="21">
                <c:v>5.479527508101987</c:v>
              </c:pt>
              <c:pt idx="22">
                <c:v>5.466315592445085</c:v>
              </c:pt>
              <c:pt idx="23">
                <c:v>5.466315592445085</c:v>
              </c:pt>
              <c:pt idx="24">
                <c:v>5.466315592445085</c:v>
              </c:pt>
              <c:pt idx="25">
                <c:v>5.466315592445085</c:v>
              </c:pt>
              <c:pt idx="26">
                <c:v>5.466315592445085</c:v>
              </c:pt>
              <c:pt idx="27">
                <c:v>5.466315592445085</c:v>
              </c:pt>
              <c:pt idx="28">
                <c:v>5.466315592445085</c:v>
              </c:pt>
              <c:pt idx="29">
                <c:v>5.466315592445085</c:v>
              </c:pt>
              <c:pt idx="30">
                <c:v>5.466315592445085</c:v>
              </c:pt>
              <c:pt idx="31">
                <c:v>5.466315592445085</c:v>
              </c:pt>
              <c:pt idx="32">
                <c:v>5.466315592445085</c:v>
              </c:pt>
              <c:pt idx="33">
                <c:v>5.466315592445085</c:v>
              </c:pt>
              <c:pt idx="34">
                <c:v>5.177601316547696</c:v>
              </c:pt>
              <c:pt idx="35">
                <c:v>5.177601316547696</c:v>
              </c:pt>
              <c:pt idx="36">
                <c:v>5.177601316547696</c:v>
              </c:pt>
              <c:pt idx="37">
                <c:v>5.177601316547696</c:v>
              </c:pt>
              <c:pt idx="38">
                <c:v>5.177601316547696</c:v>
              </c:pt>
              <c:pt idx="39">
                <c:v>5.177601316547696</c:v>
              </c:pt>
              <c:pt idx="40">
                <c:v>5.177601316547696</c:v>
              </c:pt>
              <c:pt idx="41">
                <c:v>5.177601316547696</c:v>
              </c:pt>
              <c:pt idx="42">
                <c:v>5.177601316547696</c:v>
              </c:pt>
              <c:pt idx="43">
                <c:v>5.177601316547696</c:v>
              </c:pt>
              <c:pt idx="44">
                <c:v>5.171090277466149</c:v>
              </c:pt>
              <c:pt idx="45">
                <c:v>5.171090277466149</c:v>
              </c:pt>
              <c:pt idx="46">
                <c:v>5.171090277466149</c:v>
              </c:pt>
              <c:pt idx="47">
                <c:v>5.171090277466149</c:v>
              </c:pt>
              <c:pt idx="48">
                <c:v>5.171090277466149</c:v>
              </c:pt>
              <c:pt idx="49">
                <c:v>5.171090277466149</c:v>
              </c:pt>
              <c:pt idx="50">
                <c:v>5.171090277466149</c:v>
              </c:pt>
              <c:pt idx="51">
                <c:v>5.171090277466149</c:v>
              </c:pt>
              <c:pt idx="52">
                <c:v>5.171090277466149</c:v>
              </c:pt>
              <c:pt idx="53">
                <c:v>5.171090277466149</c:v>
              </c:pt>
              <c:pt idx="54">
                <c:v>5.171090277466149</c:v>
              </c:pt>
              <c:pt idx="55">
                <c:v>5.171090277466149</c:v>
              </c:pt>
              <c:pt idx="56">
                <c:v>5.171090277466149</c:v>
              </c:pt>
              <c:pt idx="57">
                <c:v>5.171090277466149</c:v>
              </c:pt>
              <c:pt idx="58">
                <c:v>5.171090277466149</c:v>
              </c:pt>
              <c:pt idx="59">
                <c:v>5.171090277466149</c:v>
              </c:pt>
              <c:pt idx="60">
                <c:v>5.143595281834354</c:v>
              </c:pt>
              <c:pt idx="61">
                <c:v>5.143595281834354</c:v>
              </c:pt>
              <c:pt idx="62">
                <c:v>5.143595281834354</c:v>
              </c:pt>
              <c:pt idx="63">
                <c:v>5.143595281834354</c:v>
              </c:pt>
              <c:pt idx="64">
                <c:v>5.143595281834354</c:v>
              </c:pt>
              <c:pt idx="65">
                <c:v>5.143595281834354</c:v>
              </c:pt>
              <c:pt idx="66">
                <c:v>5.143595281834354</c:v>
              </c:pt>
              <c:pt idx="67">
                <c:v>5.143595281834354</c:v>
              </c:pt>
              <c:pt idx="68">
                <c:v>5.143595281834354</c:v>
              </c:pt>
              <c:pt idx="69">
                <c:v>5.143595281834354</c:v>
              </c:pt>
              <c:pt idx="70">
                <c:v>5.143595281834354</c:v>
              </c:pt>
              <c:pt idx="71">
                <c:v>5.143595281834354</c:v>
              </c:pt>
              <c:pt idx="72">
                <c:v>5.143595281834354</c:v>
              </c:pt>
              <c:pt idx="73">
                <c:v>5.143595281834354</c:v>
              </c:pt>
              <c:pt idx="74">
                <c:v>5.143595281834354</c:v>
              </c:pt>
              <c:pt idx="75">
                <c:v>5.143595281834354</c:v>
              </c:pt>
              <c:pt idx="76">
                <c:v>5.143595281834354</c:v>
              </c:pt>
              <c:pt idx="77">
                <c:v>5.143595281834354</c:v>
              </c:pt>
              <c:pt idx="78">
                <c:v>5.1406281441479305</c:v>
              </c:pt>
              <c:pt idx="79">
                <c:v>5.1406281441479305</c:v>
              </c:pt>
              <c:pt idx="80">
                <c:v>5.1406281441479305</c:v>
              </c:pt>
              <c:pt idx="81">
                <c:v>5.1406281441479305</c:v>
              </c:pt>
              <c:pt idx="82">
                <c:v>5.1406281441479305</c:v>
              </c:pt>
              <c:pt idx="83">
                <c:v>5.1406281441479305</c:v>
              </c:pt>
              <c:pt idx="84">
                <c:v>5.1406281441479305</c:v>
              </c:pt>
              <c:pt idx="85">
                <c:v>5.1406281441479305</c:v>
              </c:pt>
              <c:pt idx="86">
                <c:v>5.1406281441479305</c:v>
              </c:pt>
              <c:pt idx="87">
                <c:v>5.1406281441479305</c:v>
              </c:pt>
              <c:pt idx="88">
                <c:v>5.1406281441479305</c:v>
              </c:pt>
              <c:pt idx="89">
                <c:v>5.1406281441479305</c:v>
              </c:pt>
              <c:pt idx="90">
                <c:v>5.1406281441479305</c:v>
              </c:pt>
              <c:pt idx="91">
                <c:v>5.1406281441479305</c:v>
              </c:pt>
              <c:pt idx="92">
                <c:v>5.1406281441479305</c:v>
              </c:pt>
              <c:pt idx="93">
                <c:v>5.1406281441479305</c:v>
              </c:pt>
              <c:pt idx="94">
                <c:v>4.854167455047705</c:v>
              </c:pt>
              <c:pt idx="95">
                <c:v>4.854167455047705</c:v>
              </c:pt>
              <c:pt idx="96">
                <c:v>4.854167455047705</c:v>
              </c:pt>
              <c:pt idx="97">
                <c:v>4.854167455047705</c:v>
              </c:pt>
              <c:pt idx="98">
                <c:v>4.854167455047705</c:v>
              </c:pt>
              <c:pt idx="99">
                <c:v>4.854167455047705</c:v>
              </c:pt>
              <c:pt idx="100">
                <c:v>4.854167455047705</c:v>
              </c:pt>
              <c:pt idx="101">
                <c:v>4.854167455047705</c:v>
              </c:pt>
              <c:pt idx="102">
                <c:v>4.808596692947719</c:v>
              </c:pt>
              <c:pt idx="103">
                <c:v>4.808596692947719</c:v>
              </c:pt>
              <c:pt idx="104">
                <c:v>4.7088393222848115</c:v>
              </c:pt>
              <c:pt idx="105">
                <c:v>4.7088393222848115</c:v>
              </c:pt>
              <c:pt idx="106">
                <c:v>4.697307301594311</c:v>
              </c:pt>
              <c:pt idx="107">
                <c:v>4.697307301594311</c:v>
              </c:pt>
              <c:pt idx="108">
                <c:v>4.697307301594311</c:v>
              </c:pt>
              <c:pt idx="109">
                <c:v>4.697307301594311</c:v>
              </c:pt>
              <c:pt idx="110">
                <c:v>4.697307301594311</c:v>
              </c:pt>
              <c:pt idx="111">
                <c:v>4.697307301594311</c:v>
              </c:pt>
              <c:pt idx="112">
                <c:v>4.697307301594311</c:v>
              </c:pt>
              <c:pt idx="113">
                <c:v>4.697307301594311</c:v>
              </c:pt>
              <c:pt idx="114">
                <c:v>4.697307301594311</c:v>
              </c:pt>
              <c:pt idx="115">
                <c:v>4.697307301594311</c:v>
              </c:pt>
              <c:pt idx="116">
                <c:v>4.697307301594311</c:v>
              </c:pt>
              <c:pt idx="117">
                <c:v>4.697307301594311</c:v>
              </c:pt>
              <c:pt idx="118">
                <c:v>4.697307301594311</c:v>
              </c:pt>
              <c:pt idx="119">
                <c:v>4.697307301594311</c:v>
              </c:pt>
              <c:pt idx="120">
                <c:v>4.33176200506546</c:v>
              </c:pt>
              <c:pt idx="121">
                <c:v>4.33176200506546</c:v>
              </c:pt>
              <c:pt idx="122">
                <c:v>4.33176200506546</c:v>
              </c:pt>
              <c:pt idx="123">
                <c:v>4.33176200506546</c:v>
              </c:pt>
              <c:pt idx="124">
                <c:v>4.258825853086595</c:v>
              </c:pt>
              <c:pt idx="125">
                <c:v>4.258825853086595</c:v>
              </c:pt>
              <c:pt idx="126">
                <c:v>4.25121312560082</c:v>
              </c:pt>
              <c:pt idx="127">
                <c:v>4.25121312560082</c:v>
              </c:pt>
              <c:pt idx="128">
                <c:v>4.25121312560082</c:v>
              </c:pt>
              <c:pt idx="129">
                <c:v>4.25121312560082</c:v>
              </c:pt>
              <c:pt idx="130">
                <c:v>4.25121312560082</c:v>
              </c:pt>
              <c:pt idx="131">
                <c:v>4.25121312560082</c:v>
              </c:pt>
              <c:pt idx="132">
                <c:v>4.25121312560082</c:v>
              </c:pt>
              <c:pt idx="133">
                <c:v>4.25121312560082</c:v>
              </c:pt>
              <c:pt idx="134">
                <c:v>4.25121312560082</c:v>
              </c:pt>
              <c:pt idx="135">
                <c:v>4.25121312560082</c:v>
              </c:pt>
              <c:pt idx="136">
                <c:v>4.137745545967885</c:v>
              </c:pt>
              <c:pt idx="137">
                <c:v>4.137745545967885</c:v>
              </c:pt>
              <c:pt idx="138">
                <c:v>3.908316786967415</c:v>
              </c:pt>
              <c:pt idx="139">
                <c:v>3.908316786967415</c:v>
              </c:pt>
              <c:pt idx="140">
                <c:v>3.908316786967415</c:v>
              </c:pt>
              <c:pt idx="141">
                <c:v>3.908316786967415</c:v>
              </c:pt>
              <c:pt idx="142">
                <c:v>3.908316786967415</c:v>
              </c:pt>
              <c:pt idx="143">
                <c:v>3.908316786967415</c:v>
              </c:pt>
              <c:pt idx="144">
                <c:v>3.908316786967415</c:v>
              </c:pt>
              <c:pt idx="145">
                <c:v>3.908316786967415</c:v>
              </c:pt>
              <c:pt idx="146">
                <c:v>3.568078584973058</c:v>
              </c:pt>
              <c:pt idx="147">
                <c:v>3.568078584973058</c:v>
              </c:pt>
              <c:pt idx="148">
                <c:v>3.433327471267875</c:v>
              </c:pt>
              <c:pt idx="149">
                <c:v>3.433327471267875</c:v>
              </c:pt>
              <c:pt idx="150">
                <c:v>3.433327471267875</c:v>
              </c:pt>
              <c:pt idx="151">
                <c:v>3.433327471267875</c:v>
              </c:pt>
              <c:pt idx="152">
                <c:v>3.433327471267875</c:v>
              </c:pt>
              <c:pt idx="153">
                <c:v>3.433327471267875</c:v>
              </c:pt>
              <c:pt idx="154">
                <c:v>3.433327471267875</c:v>
              </c:pt>
              <c:pt idx="155">
                <c:v>3.433327471267875</c:v>
              </c:pt>
              <c:pt idx="156">
                <c:v>3.433327471267875</c:v>
              </c:pt>
              <c:pt idx="157">
                <c:v>3.433327471267875</c:v>
              </c:pt>
              <c:pt idx="158">
                <c:v>3.433327471267875</c:v>
              </c:pt>
              <c:pt idx="159">
                <c:v>3.433327471267875</c:v>
              </c:pt>
              <c:pt idx="160">
                <c:v>3.3425604687038604</c:v>
              </c:pt>
              <c:pt idx="161">
                <c:v>3.3425604687038604</c:v>
              </c:pt>
              <c:pt idx="162">
                <c:v>3.3425604687038604</c:v>
              </c:pt>
              <c:pt idx="163">
                <c:v>3.3425604687038604</c:v>
              </c:pt>
              <c:pt idx="164">
                <c:v>3.3425604687038604</c:v>
              </c:pt>
              <c:pt idx="165">
                <c:v>3.3425604687038604</c:v>
              </c:pt>
              <c:pt idx="166">
                <c:v>3.3425604687038604</c:v>
              </c:pt>
              <c:pt idx="167">
                <c:v>3.3425604687038604</c:v>
              </c:pt>
              <c:pt idx="168">
                <c:v>3.3425604687038604</c:v>
              </c:pt>
              <c:pt idx="169">
                <c:v>3.3425604687038604</c:v>
              </c:pt>
              <c:pt idx="170">
                <c:v>3.3425604687038604</c:v>
              </c:pt>
              <c:pt idx="171">
                <c:v>3.3425604687038604</c:v>
              </c:pt>
              <c:pt idx="172">
                <c:v>3.3425604687038604</c:v>
              </c:pt>
              <c:pt idx="173">
                <c:v>3.3425604687038604</c:v>
              </c:pt>
              <c:pt idx="174">
                <c:v>3.3425604687038604</c:v>
              </c:pt>
              <c:pt idx="175">
                <c:v>3.3425604687038604</c:v>
              </c:pt>
              <c:pt idx="176">
                <c:v>3.3425604687038604</c:v>
              </c:pt>
              <c:pt idx="177">
                <c:v>3.3425604687038604</c:v>
              </c:pt>
              <c:pt idx="178">
                <c:v>3.3425604687038604</c:v>
              </c:pt>
              <c:pt idx="179">
                <c:v>3.3425604687038604</c:v>
              </c:pt>
              <c:pt idx="180">
                <c:v>3.0966188802112935</c:v>
              </c:pt>
              <c:pt idx="181">
                <c:v>3.0966188802112935</c:v>
              </c:pt>
              <c:pt idx="182">
                <c:v>3.0966188802112935</c:v>
              </c:pt>
              <c:pt idx="183">
                <c:v>3.0966188802112935</c:v>
              </c:pt>
              <c:pt idx="184">
                <c:v>3.0901085977728724</c:v>
              </c:pt>
              <c:pt idx="185">
                <c:v>3.0901085977728724</c:v>
              </c:pt>
              <c:pt idx="186">
                <c:v>3.0901085977728724</c:v>
              </c:pt>
              <c:pt idx="187">
                <c:v>3.0901085977728724</c:v>
              </c:pt>
              <c:pt idx="188">
                <c:v>3.0901085977728724</c:v>
              </c:pt>
              <c:pt idx="189">
                <c:v>3.0901085977728724</c:v>
              </c:pt>
              <c:pt idx="190">
                <c:v>3.0901085977728724</c:v>
              </c:pt>
              <c:pt idx="191">
                <c:v>3.0901085977728724</c:v>
              </c:pt>
              <c:pt idx="192">
                <c:v>3.0901085977728724</c:v>
              </c:pt>
              <c:pt idx="193">
                <c:v>3.0901085977728724</c:v>
              </c:pt>
              <c:pt idx="194">
                <c:v>3.0901085977728724</c:v>
              </c:pt>
              <c:pt idx="195">
                <c:v>3.0901085977728724</c:v>
              </c:pt>
              <c:pt idx="196">
                <c:v>2.9639631617151907</c:v>
              </c:pt>
              <c:pt idx="197">
                <c:v>2.9639631617151907</c:v>
              </c:pt>
              <c:pt idx="198">
                <c:v>2.9639631617151907</c:v>
              </c:pt>
              <c:pt idx="199">
                <c:v>2.9639631617151907</c:v>
              </c:pt>
              <c:pt idx="200">
                <c:v>2.9639631617151907</c:v>
              </c:pt>
              <c:pt idx="201">
                <c:v>2.9639631617151907</c:v>
              </c:pt>
              <c:pt idx="202">
                <c:v>2.9639631617151907</c:v>
              </c:pt>
              <c:pt idx="203">
                <c:v>2.9639631617151907</c:v>
              </c:pt>
              <c:pt idx="204">
                <c:v>2.9639631617151907</c:v>
              </c:pt>
              <c:pt idx="205">
                <c:v>2.9639631617151907</c:v>
              </c:pt>
              <c:pt idx="206">
                <c:v>2.9639631617151907</c:v>
              </c:pt>
              <c:pt idx="207">
                <c:v>2.9639631617151907</c:v>
              </c:pt>
              <c:pt idx="208">
                <c:v>2.9639631617151907</c:v>
              </c:pt>
              <c:pt idx="209">
                <c:v>2.9639631617151907</c:v>
              </c:pt>
              <c:pt idx="210">
                <c:v>2.9639631617151907</c:v>
              </c:pt>
              <c:pt idx="211">
                <c:v>2.9639631617151907</c:v>
              </c:pt>
              <c:pt idx="212">
                <c:v>2.9574524727447127</c:v>
              </c:pt>
              <c:pt idx="213">
                <c:v>2.9574524727447127</c:v>
              </c:pt>
              <c:pt idx="214">
                <c:v>2.9574524727447127</c:v>
              </c:pt>
              <c:pt idx="215">
                <c:v>2.9574524727447127</c:v>
              </c:pt>
              <c:pt idx="216">
                <c:v>2.9203779126112344</c:v>
              </c:pt>
              <c:pt idx="217">
                <c:v>2.9203779126112344</c:v>
              </c:pt>
              <c:pt idx="218">
                <c:v>2.746358693319248</c:v>
              </c:pt>
              <c:pt idx="219">
                <c:v>2.746358693319248</c:v>
              </c:pt>
              <c:pt idx="220">
                <c:v>2.746358693319248</c:v>
              </c:pt>
              <c:pt idx="221">
                <c:v>2.746358693319248</c:v>
              </c:pt>
              <c:pt idx="222">
                <c:v>2.746358693319248</c:v>
              </c:pt>
              <c:pt idx="223">
                <c:v>2.746358693319248</c:v>
              </c:pt>
              <c:pt idx="224">
                <c:v>2.746358693319248</c:v>
              </c:pt>
              <c:pt idx="225">
                <c:v>2.746358693319248</c:v>
              </c:pt>
              <c:pt idx="226">
                <c:v>2.746358693319248</c:v>
              </c:pt>
              <c:pt idx="227">
                <c:v>2.746358693319248</c:v>
              </c:pt>
              <c:pt idx="228">
                <c:v>2.746358693319248</c:v>
              </c:pt>
              <c:pt idx="229">
                <c:v>2.746358693319248</c:v>
              </c:pt>
              <c:pt idx="230">
                <c:v>2.486949796803313</c:v>
              </c:pt>
              <c:pt idx="231">
                <c:v>2.486949796803313</c:v>
              </c:pt>
              <c:pt idx="232">
                <c:v>2.486949796803313</c:v>
              </c:pt>
              <c:pt idx="233">
                <c:v>2.486949796803313</c:v>
              </c:pt>
              <c:pt idx="234">
                <c:v>2.486949796803313</c:v>
              </c:pt>
              <c:pt idx="235">
                <c:v>2.486949796803313</c:v>
              </c:pt>
              <c:pt idx="236">
                <c:v>2.486949796803313</c:v>
              </c:pt>
              <c:pt idx="237">
                <c:v>2.486949796803313</c:v>
              </c:pt>
              <c:pt idx="238">
                <c:v>2.486949796803313</c:v>
              </c:pt>
              <c:pt idx="239">
                <c:v>2.486949796803313</c:v>
              </c:pt>
              <c:pt idx="240">
                <c:v>2.486949796803313</c:v>
              </c:pt>
              <c:pt idx="241">
                <c:v>2.486949796803313</c:v>
              </c:pt>
              <c:pt idx="242">
                <c:v>2.486949796803313</c:v>
              </c:pt>
              <c:pt idx="243">
                <c:v>2.486949796803313</c:v>
              </c:pt>
              <c:pt idx="244">
                <c:v>2.486949796803313</c:v>
              </c:pt>
              <c:pt idx="245">
                <c:v>2.486949796803313</c:v>
              </c:pt>
              <c:pt idx="246">
                <c:v>2.486949796803313</c:v>
              </c:pt>
              <c:pt idx="247">
                <c:v>2.486949796803313</c:v>
              </c:pt>
              <c:pt idx="248">
                <c:v>2.486949796803313</c:v>
              </c:pt>
              <c:pt idx="249">
                <c:v>2.486949796803313</c:v>
              </c:pt>
              <c:pt idx="250">
                <c:v>2.486949796803313</c:v>
              </c:pt>
              <c:pt idx="251">
                <c:v>2.486949796803313</c:v>
              </c:pt>
              <c:pt idx="252">
                <c:v>2.486949796803313</c:v>
              </c:pt>
              <c:pt idx="253">
                <c:v>2.486949796803313</c:v>
              </c:pt>
              <c:pt idx="254">
                <c:v>2.486949796803313</c:v>
              </c:pt>
              <c:pt idx="255">
                <c:v>2.486949796803313</c:v>
              </c:pt>
              <c:pt idx="256">
                <c:v>2.486949796803313</c:v>
              </c:pt>
              <c:pt idx="257">
                <c:v>2.486949796803313</c:v>
              </c:pt>
              <c:pt idx="258">
                <c:v>2.486949796803313</c:v>
              </c:pt>
              <c:pt idx="259">
                <c:v>2.486949796803313</c:v>
              </c:pt>
              <c:pt idx="260">
                <c:v>2.266990215652464</c:v>
              </c:pt>
              <c:pt idx="261">
                <c:v>2.266990215652464</c:v>
              </c:pt>
              <c:pt idx="262">
                <c:v>2.266990215652464</c:v>
              </c:pt>
              <c:pt idx="263">
                <c:v>2.266990215652464</c:v>
              </c:pt>
              <c:pt idx="264">
                <c:v>2.266990215652464</c:v>
              </c:pt>
              <c:pt idx="265">
                <c:v>2.266990215652464</c:v>
              </c:pt>
              <c:pt idx="266">
                <c:v>2.266990215652464</c:v>
              </c:pt>
              <c:pt idx="267">
                <c:v>2.266990215652464</c:v>
              </c:pt>
              <c:pt idx="268">
                <c:v>2.266990215652464</c:v>
              </c:pt>
              <c:pt idx="269">
                <c:v>2.266990215652464</c:v>
              </c:pt>
              <c:pt idx="270">
                <c:v>2.266990215652464</c:v>
              </c:pt>
              <c:pt idx="271">
                <c:v>2.266990215652464</c:v>
              </c:pt>
              <c:pt idx="272">
                <c:v>2.266990215652464</c:v>
              </c:pt>
              <c:pt idx="273">
                <c:v>2.266990215652464</c:v>
              </c:pt>
              <c:pt idx="274">
                <c:v>2.266990215652464</c:v>
              </c:pt>
              <c:pt idx="275">
                <c:v>2.266990215652464</c:v>
              </c:pt>
              <c:pt idx="276">
                <c:v>2.266990215652464</c:v>
              </c:pt>
              <c:pt idx="277">
                <c:v>2.266990215652464</c:v>
              </c:pt>
              <c:pt idx="278">
                <c:v>2.064914203082574</c:v>
              </c:pt>
              <c:pt idx="279">
                <c:v>2.064914203082574</c:v>
              </c:pt>
              <c:pt idx="280">
                <c:v>2.064914203082574</c:v>
              </c:pt>
              <c:pt idx="281">
                <c:v>2.064914203082574</c:v>
              </c:pt>
              <c:pt idx="282">
                <c:v>2.064914203082574</c:v>
              </c:pt>
              <c:pt idx="283">
                <c:v>2.064914203082574</c:v>
              </c:pt>
              <c:pt idx="284">
                <c:v>2.0475709263078627</c:v>
              </c:pt>
              <c:pt idx="285">
                <c:v>2.0475709263078627</c:v>
              </c:pt>
              <c:pt idx="286">
                <c:v>2.0475709263078627</c:v>
              </c:pt>
              <c:pt idx="287">
                <c:v>2.0475709263078627</c:v>
              </c:pt>
              <c:pt idx="288">
                <c:v>1.8750454470795808</c:v>
              </c:pt>
              <c:pt idx="289">
                <c:v>1.8750454470795808</c:v>
              </c:pt>
              <c:pt idx="290">
                <c:v>1.8750454470795808</c:v>
              </c:pt>
              <c:pt idx="291">
                <c:v>1.8750454470795808</c:v>
              </c:pt>
              <c:pt idx="292">
                <c:v>1.8750454470795808</c:v>
              </c:pt>
              <c:pt idx="293">
                <c:v>1.8750454470795808</c:v>
              </c:pt>
              <c:pt idx="294">
                <c:v>1.668808942086148</c:v>
              </c:pt>
              <c:pt idx="295">
                <c:v>1.668808942086148</c:v>
              </c:pt>
              <c:pt idx="296">
                <c:v>1.4348987808347906</c:v>
              </c:pt>
              <c:pt idx="297">
                <c:v>1.4348987808347906</c:v>
              </c:pt>
              <c:pt idx="298">
                <c:v>1.2933805260034266</c:v>
              </c:pt>
              <c:pt idx="299">
                <c:v>1.2933805260034266</c:v>
              </c:pt>
              <c:pt idx="300">
                <c:v>1.2933805260034266</c:v>
              </c:pt>
              <c:pt idx="301">
                <c:v>1.2933805260034266</c:v>
              </c:pt>
              <c:pt idx="302">
                <c:v>1.2933805260034266</c:v>
              </c:pt>
              <c:pt idx="303">
                <c:v>1.2933805260034266</c:v>
              </c:pt>
              <c:pt idx="304">
                <c:v>1.2933805260034266</c:v>
              </c:pt>
              <c:pt idx="305">
                <c:v>1.2933805260034266</c:v>
              </c:pt>
              <c:pt idx="306">
                <c:v>1.2933805260034266</c:v>
              </c:pt>
              <c:pt idx="307">
                <c:v>1.2933805260034266</c:v>
              </c:pt>
              <c:pt idx="308">
                <c:v>1.2933805260034266</c:v>
              </c:pt>
              <c:pt idx="309">
                <c:v>1.2933805260034266</c:v>
              </c:pt>
              <c:pt idx="310">
                <c:v>1.2933805260034266</c:v>
              </c:pt>
              <c:pt idx="311">
                <c:v>1.2933805260034266</c:v>
              </c:pt>
              <c:pt idx="312">
                <c:v>1.2933805260034266</c:v>
              </c:pt>
              <c:pt idx="313">
                <c:v>1.2933805260034266</c:v>
              </c:pt>
              <c:pt idx="314">
                <c:v>1.2933805260034266</c:v>
              </c:pt>
              <c:pt idx="315">
                <c:v>1.2933805260034266</c:v>
              </c:pt>
              <c:pt idx="316">
                <c:v>1.2933805260034266</c:v>
              </c:pt>
              <c:pt idx="317">
                <c:v>1.2933805260034266</c:v>
              </c:pt>
              <c:pt idx="318">
                <c:v>1.2933805260034266</c:v>
              </c:pt>
              <c:pt idx="319">
                <c:v>1.2933805260034266</c:v>
              </c:pt>
              <c:pt idx="320">
                <c:v>1.2933805260034266</c:v>
              </c:pt>
              <c:pt idx="321">
                <c:v>1.2933805260034266</c:v>
              </c:pt>
              <c:pt idx="322">
                <c:v>1.2933805260034266</c:v>
              </c:pt>
              <c:pt idx="323">
                <c:v>1.2933805260034266</c:v>
              </c:pt>
              <c:pt idx="324">
                <c:v>1.2933805260034266</c:v>
              </c:pt>
              <c:pt idx="325">
                <c:v>1.2933805260034266</c:v>
              </c:pt>
              <c:pt idx="326">
                <c:v>1.2933805260034266</c:v>
              </c:pt>
              <c:pt idx="327">
                <c:v>1.2933805260034266</c:v>
              </c:pt>
              <c:pt idx="328">
                <c:v>1.2276907580323166</c:v>
              </c:pt>
              <c:pt idx="329">
                <c:v>1.2276907580323166</c:v>
              </c:pt>
              <c:pt idx="330">
                <c:v>1.0977392244258743</c:v>
              </c:pt>
              <c:pt idx="331">
                <c:v>1.0977392244258743</c:v>
              </c:pt>
              <c:pt idx="332">
                <c:v>1.00489796890025</c:v>
              </c:pt>
              <c:pt idx="333">
                <c:v>1.00489796890025</c:v>
              </c:pt>
              <c:pt idx="334">
                <c:v>1.00489796890025</c:v>
              </c:pt>
              <c:pt idx="335">
                <c:v>1.00489796890025</c:v>
              </c:pt>
              <c:pt idx="336">
                <c:v>1.00489796890025</c:v>
              </c:pt>
              <c:pt idx="337">
                <c:v>1.00489796890025</c:v>
              </c:pt>
              <c:pt idx="338">
                <c:v>1.00489796890025</c:v>
              </c:pt>
              <c:pt idx="339">
                <c:v>1.00489796890025</c:v>
              </c:pt>
              <c:pt idx="340">
                <c:v>1.00489796890025</c:v>
              </c:pt>
              <c:pt idx="341">
                <c:v>1.00489796890025</c:v>
              </c:pt>
              <c:pt idx="342">
                <c:v>0.8209141913706903</c:v>
              </c:pt>
              <c:pt idx="343">
                <c:v>0.8209141913706903</c:v>
              </c:pt>
              <c:pt idx="344">
                <c:v>0.8209141913706903</c:v>
              </c:pt>
              <c:pt idx="345">
                <c:v>0.8209141913706903</c:v>
              </c:pt>
              <c:pt idx="346">
                <c:v>0.8209141913706903</c:v>
              </c:pt>
              <c:pt idx="347">
                <c:v>0.8209141913706903</c:v>
              </c:pt>
              <c:pt idx="348">
                <c:v>0.8209141913706903</c:v>
              </c:pt>
              <c:pt idx="349">
                <c:v>0.8209141913706903</c:v>
              </c:pt>
              <c:pt idx="350">
                <c:v>0.8209141913706903</c:v>
              </c:pt>
              <c:pt idx="351">
                <c:v>0.8209141913706903</c:v>
              </c:pt>
              <c:pt idx="352">
                <c:v>0.8209141913706903</c:v>
              </c:pt>
              <c:pt idx="353">
                <c:v>0.8209141913706903</c:v>
              </c:pt>
              <c:pt idx="354">
                <c:v>0.8209141913706903</c:v>
              </c:pt>
              <c:pt idx="355">
                <c:v>0.8209141913706903</c:v>
              </c:pt>
              <c:pt idx="356">
                <c:v>0.8209141913706903</c:v>
              </c:pt>
              <c:pt idx="357">
                <c:v>0.8209141913706903</c:v>
              </c:pt>
              <c:pt idx="358">
                <c:v>0.8209141913706903</c:v>
              </c:pt>
              <c:pt idx="359">
                <c:v>0.8209141913706903</c:v>
              </c:pt>
              <c:pt idx="360">
                <c:v>0.6223456897557292</c:v>
              </c:pt>
              <c:pt idx="361">
                <c:v>0.6223456897557292</c:v>
              </c:pt>
              <c:pt idx="362">
                <c:v>0.5617287006355014</c:v>
              </c:pt>
              <c:pt idx="363">
                <c:v>0.5617287006355014</c:v>
              </c:pt>
              <c:pt idx="364">
                <c:v>0.5617287006355014</c:v>
              </c:pt>
              <c:pt idx="365">
                <c:v>0.5617287006355014</c:v>
              </c:pt>
              <c:pt idx="366">
                <c:v>0.5617287006355014</c:v>
              </c:pt>
              <c:pt idx="367">
                <c:v>0.5617287006355014</c:v>
              </c:pt>
              <c:pt idx="368">
                <c:v>0.33917365112501857</c:v>
              </c:pt>
              <c:pt idx="369">
                <c:v>0.33917365112501857</c:v>
              </c:pt>
              <c:pt idx="370">
                <c:v>0.33917365112501857</c:v>
              </c:pt>
              <c:pt idx="371">
                <c:v>0.33917365112501857</c:v>
              </c:pt>
              <c:pt idx="372">
                <c:v>0.33917365112501857</c:v>
              </c:pt>
              <c:pt idx="373">
                <c:v>0.33917365112501857</c:v>
              </c:pt>
              <c:pt idx="374">
                <c:v>0.33917365112501857</c:v>
              </c:pt>
              <c:pt idx="375">
                <c:v>0.33917365112501857</c:v>
              </c:pt>
              <c:pt idx="376">
                <c:v>0.33917365112501857</c:v>
              </c:pt>
              <c:pt idx="377">
                <c:v>0.33917365112501857</c:v>
              </c:pt>
              <c:pt idx="378">
                <c:v>0.33917365112501857</c:v>
              </c:pt>
              <c:pt idx="379">
                <c:v>0.33917365112501857</c:v>
              </c:pt>
              <c:pt idx="380">
                <c:v>0.33917365112501857</c:v>
              </c:pt>
              <c:pt idx="381">
                <c:v>0.33917365112501857</c:v>
              </c:pt>
              <c:pt idx="382">
                <c:v>0.33917365112501857</c:v>
              </c:pt>
              <c:pt idx="383">
                <c:v>0.33917365112501857</c:v>
              </c:pt>
              <c:pt idx="384">
                <c:v>0.33917365112501857</c:v>
              </c:pt>
              <c:pt idx="385">
                <c:v>0.33917365112501857</c:v>
              </c:pt>
              <c:pt idx="386">
                <c:v>0.33917365112501857</c:v>
              </c:pt>
              <c:pt idx="387">
                <c:v>0.33917365112501857</c:v>
              </c:pt>
              <c:pt idx="388">
                <c:v>0.2806138529072485</c:v>
              </c:pt>
              <c:pt idx="389">
                <c:v>0.2806138529072485</c:v>
              </c:pt>
              <c:pt idx="390">
                <c:v>0.2806138529072485</c:v>
              </c:pt>
              <c:pt idx="391">
                <c:v>0.2806138529072485</c:v>
              </c:pt>
              <c:pt idx="392">
                <c:v>0.2806138529072485</c:v>
              </c:pt>
              <c:pt idx="393">
                <c:v>0.2806138529072485</c:v>
              </c:pt>
              <c:pt idx="394">
                <c:v>0.2806138529072485</c:v>
              </c:pt>
              <c:pt idx="395">
                <c:v>0.2806138529072485</c:v>
              </c:pt>
              <c:pt idx="396">
                <c:v>0.2806138529072485</c:v>
              </c:pt>
              <c:pt idx="397">
                <c:v>0.2806138529072485</c:v>
              </c:pt>
              <c:pt idx="398">
                <c:v>0.08877698941196539</c:v>
              </c:pt>
              <c:pt idx="399">
                <c:v>0.08877698941196539</c:v>
              </c:pt>
              <c:pt idx="400">
                <c:v>0.08877698941196539</c:v>
              </c:pt>
              <c:pt idx="401">
                <c:v>0.08877698941196539</c:v>
              </c:pt>
              <c:pt idx="402">
                <c:v>0.08877698941196539</c:v>
              </c:pt>
              <c:pt idx="403">
                <c:v>0.08877698941196539</c:v>
              </c:pt>
              <c:pt idx="404">
                <c:v>0.08877698941196539</c:v>
              </c:pt>
              <c:pt idx="405">
                <c:v>0.08877698941196539</c:v>
              </c:pt>
              <c:pt idx="406">
                <c:v>0.08877698941196539</c:v>
              </c:pt>
              <c:pt idx="407">
                <c:v>0.08877698941196539</c:v>
              </c:pt>
              <c:pt idx="408">
                <c:v>0.08877698941196539</c:v>
              </c:pt>
              <c:pt idx="409">
                <c:v>0.08877698941196539</c:v>
              </c:pt>
              <c:pt idx="410">
                <c:v>0.08877698941196539</c:v>
              </c:pt>
              <c:pt idx="411">
                <c:v>0.08877698941196539</c:v>
              </c:pt>
              <c:pt idx="412">
                <c:v>0.08877698941196539</c:v>
              </c:pt>
              <c:pt idx="413">
                <c:v>0.08877698941196539</c:v>
              </c:pt>
              <c:pt idx="414">
                <c:v>0.08877698941196539</c:v>
              </c:pt>
              <c:pt idx="415">
                <c:v>0.08877698941196539</c:v>
              </c:pt>
              <c:pt idx="416">
                <c:v>0.08877698941196539</c:v>
              </c:pt>
              <c:pt idx="417">
                <c:v>0.08877698941196539</c:v>
              </c:pt>
              <c:pt idx="418">
                <c:v>0.08877698941196539</c:v>
              </c:pt>
              <c:pt idx="419">
                <c:v>0.08877698941196539</c:v>
              </c:pt>
              <c:pt idx="420">
                <c:v>0.08877698941196539</c:v>
              </c:pt>
              <c:pt idx="421">
                <c:v>0.08877698941196539</c:v>
              </c:pt>
              <c:pt idx="422">
                <c:v>0.08877698941196539</c:v>
              </c:pt>
              <c:pt idx="423">
                <c:v>0.08877698941196539</c:v>
              </c:pt>
              <c:pt idx="424">
                <c:v>0.08877698941196539</c:v>
              </c:pt>
              <c:pt idx="425">
                <c:v>0.08877698941196539</c:v>
              </c:pt>
              <c:pt idx="426">
                <c:v>0.08877698941196539</c:v>
              </c:pt>
              <c:pt idx="427">
                <c:v>0.08877698941196539</c:v>
              </c:pt>
              <c:pt idx="428">
                <c:v>0.04012357659455476</c:v>
              </c:pt>
              <c:pt idx="429">
                <c:v>0.04012357659455476</c:v>
              </c:pt>
              <c:pt idx="430">
                <c:v>0.04012357659455476</c:v>
              </c:pt>
              <c:pt idx="431">
                <c:v>0.04012357659455476</c:v>
              </c:pt>
              <c:pt idx="432">
                <c:v>0.04012357659455476</c:v>
              </c:pt>
              <c:pt idx="433">
                <c:v>0.04012357659455476</c:v>
              </c:pt>
              <c:pt idx="434">
                <c:v>0.04012357659455476</c:v>
              </c:pt>
              <c:pt idx="435">
                <c:v>0.04012357659455476</c:v>
              </c:pt>
              <c:pt idx="436">
                <c:v>0.04012357659455476</c:v>
              </c:pt>
              <c:pt idx="437">
                <c:v>0.04012357659455476</c:v>
              </c:pt>
              <c:pt idx="438">
                <c:v>0.04012357659455476</c:v>
              </c:pt>
              <c:pt idx="439">
                <c:v>0.04012357659455476</c:v>
              </c:pt>
              <c:pt idx="440">
                <c:v>0.04012357659455476</c:v>
              </c:pt>
              <c:pt idx="441">
                <c:v>0.04012357659455476</c:v>
              </c:pt>
              <c:pt idx="442">
                <c:v>0.04012357659455476</c:v>
              </c:pt>
              <c:pt idx="443">
                <c:v>0.04012357659455476</c:v>
              </c:pt>
              <c:pt idx="444">
                <c:v>0.04012357659455476</c:v>
              </c:pt>
              <c:pt idx="445">
                <c:v>0.04012357659455476</c:v>
              </c:pt>
              <c:pt idx="446">
                <c:v>0.04012357659455476</c:v>
              </c:pt>
              <c:pt idx="447">
                <c:v>0.04012357659455476</c:v>
              </c:pt>
            </c:numLit>
          </c:yVal>
          <c:smooth val="0"/>
        </c:ser>
        <c:ser>
          <c:idx val="2"/>
          <c:order val="2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</c:numLit>
          </c:xVal>
          <c:yVal>
            <c:numLit>
              <c:formatCode>0.0</c:formatCode>
              <c:ptCount val="448"/>
              <c:pt idx="0">
                <c:v>6.202028524893199</c:v>
              </c:pt>
              <c:pt idx="1">
                <c:v>6.202028524893199</c:v>
              </c:pt>
              <c:pt idx="2">
                <c:v>6.202028524893199</c:v>
              </c:pt>
              <c:pt idx="3">
                <c:v>6.202028524893199</c:v>
              </c:pt>
              <c:pt idx="4">
                <c:v>6.202028524893199</c:v>
              </c:pt>
              <c:pt idx="5">
                <c:v>6.202028524893199</c:v>
              </c:pt>
              <c:pt idx="6">
                <c:v>6.202028524893199</c:v>
              </c:pt>
              <c:pt idx="7">
                <c:v>6.202028524893199</c:v>
              </c:pt>
              <c:pt idx="8">
                <c:v>6.202028524893199</c:v>
              </c:pt>
              <c:pt idx="9">
                <c:v>6.202028524893199</c:v>
              </c:pt>
              <c:pt idx="10">
                <c:v>6.202028524893199</c:v>
              </c:pt>
              <c:pt idx="11">
                <c:v>6.202028524893199</c:v>
              </c:pt>
              <c:pt idx="12">
                <c:v>6.202028524893199</c:v>
              </c:pt>
              <c:pt idx="13">
                <c:v>6.202028524893199</c:v>
              </c:pt>
              <c:pt idx="14">
                <c:v>6.202028524893199</c:v>
              </c:pt>
              <c:pt idx="15">
                <c:v>6.202028524893199</c:v>
              </c:pt>
              <c:pt idx="16">
                <c:v>6.202028524893199</c:v>
              </c:pt>
              <c:pt idx="17">
                <c:v>6.202028524893199</c:v>
              </c:pt>
              <c:pt idx="18">
                <c:v>6.202028524893199</c:v>
              </c:pt>
              <c:pt idx="19">
                <c:v>6.202028524893199</c:v>
              </c:pt>
              <c:pt idx="20">
                <c:v>6.202028524893199</c:v>
              </c:pt>
              <c:pt idx="21">
                <c:v>6.202028524893199</c:v>
              </c:pt>
              <c:pt idx="22">
                <c:v>6.202028524893199</c:v>
              </c:pt>
              <c:pt idx="23">
                <c:v>6.202028524893199</c:v>
              </c:pt>
              <c:pt idx="24">
                <c:v>6.202028524893199</c:v>
              </c:pt>
              <c:pt idx="25">
                <c:v>6.202028524893199</c:v>
              </c:pt>
              <c:pt idx="26">
                <c:v>6.202028524893199</c:v>
              </c:pt>
              <c:pt idx="27">
                <c:v>6.202028524893199</c:v>
              </c:pt>
              <c:pt idx="28">
                <c:v>6.202028524893199</c:v>
              </c:pt>
              <c:pt idx="29">
                <c:v>6.202028524893199</c:v>
              </c:pt>
              <c:pt idx="30">
                <c:v>6.202028524893199</c:v>
              </c:pt>
              <c:pt idx="31">
                <c:v>6.202028524893199</c:v>
              </c:pt>
              <c:pt idx="32">
                <c:v>6.202028524893199</c:v>
              </c:pt>
              <c:pt idx="33">
                <c:v>6.202028524893199</c:v>
              </c:pt>
              <c:pt idx="34">
                <c:v>6.202028524893199</c:v>
              </c:pt>
              <c:pt idx="35">
                <c:v>6.202028524893199</c:v>
              </c:pt>
              <c:pt idx="36">
                <c:v>6.202028524893199</c:v>
              </c:pt>
              <c:pt idx="37">
                <c:v>6.202028524893199</c:v>
              </c:pt>
              <c:pt idx="38">
                <c:v>6.202028524893199</c:v>
              </c:pt>
              <c:pt idx="39">
                <c:v>6.202028524893199</c:v>
              </c:pt>
              <c:pt idx="40">
                <c:v>6.202028524893199</c:v>
              </c:pt>
              <c:pt idx="41">
                <c:v>6.202028524893199</c:v>
              </c:pt>
              <c:pt idx="42">
                <c:v>6.202028524893199</c:v>
              </c:pt>
              <c:pt idx="43">
                <c:v>6.202028524893199</c:v>
              </c:pt>
              <c:pt idx="44">
                <c:v>6.202028524893199</c:v>
              </c:pt>
              <c:pt idx="45">
                <c:v>6.202028524893199</c:v>
              </c:pt>
              <c:pt idx="46">
                <c:v>6.202028524893199</c:v>
              </c:pt>
              <c:pt idx="47">
                <c:v>6.202028524893199</c:v>
              </c:pt>
              <c:pt idx="48">
                <c:v>6.202028524893199</c:v>
              </c:pt>
              <c:pt idx="49">
                <c:v>6.202028524893199</c:v>
              </c:pt>
              <c:pt idx="50">
                <c:v>6.202028524893199</c:v>
              </c:pt>
              <c:pt idx="51">
                <c:v>6.202028524893199</c:v>
              </c:pt>
              <c:pt idx="52">
                <c:v>6.202028524893199</c:v>
              </c:pt>
              <c:pt idx="53">
                <c:v>6.202028524893199</c:v>
              </c:pt>
              <c:pt idx="54">
                <c:v>6.202028524893199</c:v>
              </c:pt>
              <c:pt idx="55">
                <c:v>6.202028524893199</c:v>
              </c:pt>
              <c:pt idx="56">
                <c:v>6.202028524893199</c:v>
              </c:pt>
              <c:pt idx="57">
                <c:v>6.202028524893199</c:v>
              </c:pt>
              <c:pt idx="58">
                <c:v>6.202028524893199</c:v>
              </c:pt>
              <c:pt idx="59">
                <c:v>6.202028524893199</c:v>
              </c:pt>
              <c:pt idx="60">
                <c:v>6.202028524893199</c:v>
              </c:pt>
              <c:pt idx="61">
                <c:v>6.202028524893199</c:v>
              </c:pt>
              <c:pt idx="62">
                <c:v>6.202028524893199</c:v>
              </c:pt>
              <c:pt idx="63">
                <c:v>6.202028524893199</c:v>
              </c:pt>
              <c:pt idx="64">
                <c:v>6.202028524893199</c:v>
              </c:pt>
              <c:pt idx="65">
                <c:v>6.202028524893199</c:v>
              </c:pt>
              <c:pt idx="66">
                <c:v>6.202028524893199</c:v>
              </c:pt>
              <c:pt idx="67">
                <c:v>6.202028524893199</c:v>
              </c:pt>
              <c:pt idx="68">
                <c:v>6.202028524893199</c:v>
              </c:pt>
              <c:pt idx="69">
                <c:v>6.202028524893199</c:v>
              </c:pt>
              <c:pt idx="70">
                <c:v>6.202028524893199</c:v>
              </c:pt>
              <c:pt idx="71">
                <c:v>6.202028524893199</c:v>
              </c:pt>
              <c:pt idx="72">
                <c:v>6.202028524893199</c:v>
              </c:pt>
              <c:pt idx="73">
                <c:v>6.202028524893199</c:v>
              </c:pt>
              <c:pt idx="74">
                <c:v>6.202028524893199</c:v>
              </c:pt>
              <c:pt idx="75">
                <c:v>6.202028524893199</c:v>
              </c:pt>
              <c:pt idx="76">
                <c:v>6.202028524893199</c:v>
              </c:pt>
              <c:pt idx="77">
                <c:v>6.202028524893199</c:v>
              </c:pt>
              <c:pt idx="78">
                <c:v>6.202028524893199</c:v>
              </c:pt>
              <c:pt idx="79">
                <c:v>6.202028524893199</c:v>
              </c:pt>
              <c:pt idx="80">
                <c:v>6.202028524893199</c:v>
              </c:pt>
              <c:pt idx="81">
                <c:v>6.202028524893199</c:v>
              </c:pt>
              <c:pt idx="82">
                <c:v>6.202028524893199</c:v>
              </c:pt>
              <c:pt idx="83">
                <c:v>6.202028524893199</c:v>
              </c:pt>
              <c:pt idx="84">
                <c:v>6.202028524893199</c:v>
              </c:pt>
              <c:pt idx="85">
                <c:v>6.202028524893199</c:v>
              </c:pt>
              <c:pt idx="86">
                <c:v>6.202028524893199</c:v>
              </c:pt>
              <c:pt idx="87">
                <c:v>6.202028524893199</c:v>
              </c:pt>
              <c:pt idx="88">
                <c:v>6.202028524893199</c:v>
              </c:pt>
              <c:pt idx="89">
                <c:v>6.202028524893199</c:v>
              </c:pt>
              <c:pt idx="90">
                <c:v>6.202028524893199</c:v>
              </c:pt>
              <c:pt idx="91">
                <c:v>6.202028524893199</c:v>
              </c:pt>
              <c:pt idx="92">
                <c:v>6.202028524893199</c:v>
              </c:pt>
              <c:pt idx="93">
                <c:v>6.202028524893199</c:v>
              </c:pt>
              <c:pt idx="94">
                <c:v>6.202028524893199</c:v>
              </c:pt>
              <c:pt idx="95">
                <c:v>6.202028524893199</c:v>
              </c:pt>
              <c:pt idx="96">
                <c:v>6.202028524893199</c:v>
              </c:pt>
              <c:pt idx="97">
                <c:v>6.202028524893199</c:v>
              </c:pt>
              <c:pt idx="98">
                <c:v>6.202028524893199</c:v>
              </c:pt>
              <c:pt idx="99">
                <c:v>6.202028524893199</c:v>
              </c:pt>
              <c:pt idx="100">
                <c:v>6.202028524893199</c:v>
              </c:pt>
              <c:pt idx="101">
                <c:v>6.202028524893199</c:v>
              </c:pt>
              <c:pt idx="102">
                <c:v>6.202028524893199</c:v>
              </c:pt>
              <c:pt idx="103">
                <c:v>6.202028524893199</c:v>
              </c:pt>
              <c:pt idx="104">
                <c:v>6.202028524893199</c:v>
              </c:pt>
              <c:pt idx="105">
                <c:v>6.202028524893199</c:v>
              </c:pt>
              <c:pt idx="106">
                <c:v>6.202028524893199</c:v>
              </c:pt>
              <c:pt idx="107">
                <c:v>6.202028524893199</c:v>
              </c:pt>
              <c:pt idx="108">
                <c:v>6.202028524893199</c:v>
              </c:pt>
              <c:pt idx="109">
                <c:v>6.202028524893199</c:v>
              </c:pt>
              <c:pt idx="110">
                <c:v>6.202028524893199</c:v>
              </c:pt>
              <c:pt idx="111">
                <c:v>6.202028524893199</c:v>
              </c:pt>
              <c:pt idx="112">
                <c:v>6.202028524893199</c:v>
              </c:pt>
              <c:pt idx="113">
                <c:v>6.202028524893199</c:v>
              </c:pt>
              <c:pt idx="114">
                <c:v>6.202028524893199</c:v>
              </c:pt>
              <c:pt idx="115">
                <c:v>6.202028524893199</c:v>
              </c:pt>
              <c:pt idx="116">
                <c:v>6.202028524893199</c:v>
              </c:pt>
              <c:pt idx="117">
                <c:v>6.202028524893199</c:v>
              </c:pt>
              <c:pt idx="118">
                <c:v>6.202028524893199</c:v>
              </c:pt>
              <c:pt idx="119">
                <c:v>6.202028524893199</c:v>
              </c:pt>
              <c:pt idx="120">
                <c:v>6.202028524893199</c:v>
              </c:pt>
              <c:pt idx="121">
                <c:v>6.202028524893199</c:v>
              </c:pt>
              <c:pt idx="122">
                <c:v>6.202028524893199</c:v>
              </c:pt>
              <c:pt idx="123">
                <c:v>6.202028524893199</c:v>
              </c:pt>
              <c:pt idx="124">
                <c:v>6.202028524893199</c:v>
              </c:pt>
              <c:pt idx="125">
                <c:v>6.202028524893199</c:v>
              </c:pt>
              <c:pt idx="126">
                <c:v>6.202028524893199</c:v>
              </c:pt>
              <c:pt idx="127">
                <c:v>6.202028524893199</c:v>
              </c:pt>
              <c:pt idx="128">
                <c:v>6.202028524893199</c:v>
              </c:pt>
              <c:pt idx="129">
                <c:v>6.202028524893199</c:v>
              </c:pt>
              <c:pt idx="130">
                <c:v>6.202028524893199</c:v>
              </c:pt>
              <c:pt idx="131">
                <c:v>6.202028524893199</c:v>
              </c:pt>
              <c:pt idx="132">
                <c:v>6.202028524893199</c:v>
              </c:pt>
              <c:pt idx="133">
                <c:v>6.202028524893199</c:v>
              </c:pt>
              <c:pt idx="134">
                <c:v>6.202028524893199</c:v>
              </c:pt>
              <c:pt idx="135">
                <c:v>6.202028524893199</c:v>
              </c:pt>
              <c:pt idx="136">
                <c:v>6.202028524893199</c:v>
              </c:pt>
              <c:pt idx="137">
                <c:v>6.202028524893199</c:v>
              </c:pt>
              <c:pt idx="138">
                <c:v>6.202028524893199</c:v>
              </c:pt>
              <c:pt idx="139">
                <c:v>6.202028524893199</c:v>
              </c:pt>
              <c:pt idx="140">
                <c:v>6.202028524893199</c:v>
              </c:pt>
              <c:pt idx="141">
                <c:v>6.202028524893199</c:v>
              </c:pt>
              <c:pt idx="142">
                <c:v>6.202028524893199</c:v>
              </c:pt>
              <c:pt idx="143">
                <c:v>6.202028524893199</c:v>
              </c:pt>
              <c:pt idx="144">
                <c:v>6.202028524893199</c:v>
              </c:pt>
              <c:pt idx="145">
                <c:v>6.202028524893199</c:v>
              </c:pt>
              <c:pt idx="146">
                <c:v>6.202028524893199</c:v>
              </c:pt>
              <c:pt idx="147">
                <c:v>6.202028524893199</c:v>
              </c:pt>
              <c:pt idx="148">
                <c:v>6.202028524893199</c:v>
              </c:pt>
              <c:pt idx="149">
                <c:v>6.202028524893199</c:v>
              </c:pt>
              <c:pt idx="150">
                <c:v>6.202028524893199</c:v>
              </c:pt>
              <c:pt idx="151">
                <c:v>6.202028524893199</c:v>
              </c:pt>
              <c:pt idx="152">
                <c:v>6.202028524893199</c:v>
              </c:pt>
              <c:pt idx="153">
                <c:v>6.202028524893199</c:v>
              </c:pt>
              <c:pt idx="154">
                <c:v>6.202028524893199</c:v>
              </c:pt>
              <c:pt idx="155">
                <c:v>6.202028524893199</c:v>
              </c:pt>
              <c:pt idx="156">
                <c:v>6.202028524893199</c:v>
              </c:pt>
              <c:pt idx="157">
                <c:v>6.202028524893199</c:v>
              </c:pt>
              <c:pt idx="158">
                <c:v>6.202028524893199</c:v>
              </c:pt>
              <c:pt idx="159">
                <c:v>6.202028524893199</c:v>
              </c:pt>
              <c:pt idx="160">
                <c:v>6.202028524893199</c:v>
              </c:pt>
              <c:pt idx="161">
                <c:v>6.202028524893199</c:v>
              </c:pt>
              <c:pt idx="162">
                <c:v>6.202028524893199</c:v>
              </c:pt>
              <c:pt idx="163">
                <c:v>6.202028524893199</c:v>
              </c:pt>
              <c:pt idx="164">
                <c:v>6.202028524893199</c:v>
              </c:pt>
              <c:pt idx="165">
                <c:v>6.202028524893199</c:v>
              </c:pt>
              <c:pt idx="166">
                <c:v>6.202028524893199</c:v>
              </c:pt>
              <c:pt idx="167">
                <c:v>6.202028524893199</c:v>
              </c:pt>
              <c:pt idx="168">
                <c:v>6.202028524893199</c:v>
              </c:pt>
              <c:pt idx="169">
                <c:v>6.202028524893199</c:v>
              </c:pt>
              <c:pt idx="170">
                <c:v>6.202028524893199</c:v>
              </c:pt>
              <c:pt idx="171">
                <c:v>6.202028524893199</c:v>
              </c:pt>
              <c:pt idx="172">
                <c:v>6.202028524893199</c:v>
              </c:pt>
              <c:pt idx="173">
                <c:v>6.202028524893199</c:v>
              </c:pt>
              <c:pt idx="174">
                <c:v>6.202028524893199</c:v>
              </c:pt>
              <c:pt idx="175">
                <c:v>6.202028524893199</c:v>
              </c:pt>
              <c:pt idx="176">
                <c:v>6.202028524893199</c:v>
              </c:pt>
              <c:pt idx="177">
                <c:v>6.202028524893199</c:v>
              </c:pt>
              <c:pt idx="178">
                <c:v>6.202028524893199</c:v>
              </c:pt>
              <c:pt idx="179">
                <c:v>6.202028524893199</c:v>
              </c:pt>
              <c:pt idx="180">
                <c:v>6.202028524893199</c:v>
              </c:pt>
              <c:pt idx="181">
                <c:v>6.202028524893199</c:v>
              </c:pt>
              <c:pt idx="182">
                <c:v>6.202028524893199</c:v>
              </c:pt>
              <c:pt idx="183">
                <c:v>6.202028524893199</c:v>
              </c:pt>
              <c:pt idx="184">
                <c:v>6.202028524893199</c:v>
              </c:pt>
              <c:pt idx="185">
                <c:v>6.202028524893199</c:v>
              </c:pt>
              <c:pt idx="186">
                <c:v>6.202028524893199</c:v>
              </c:pt>
              <c:pt idx="187">
                <c:v>6.202028524893199</c:v>
              </c:pt>
              <c:pt idx="188">
                <c:v>6.202028524893199</c:v>
              </c:pt>
              <c:pt idx="189">
                <c:v>6.202028524893199</c:v>
              </c:pt>
              <c:pt idx="190">
                <c:v>6.202028524893199</c:v>
              </c:pt>
              <c:pt idx="191">
                <c:v>6.202028524893199</c:v>
              </c:pt>
              <c:pt idx="192">
                <c:v>6.202028524893199</c:v>
              </c:pt>
              <c:pt idx="193">
                <c:v>6.202028524893199</c:v>
              </c:pt>
              <c:pt idx="194">
                <c:v>6.202028524893199</c:v>
              </c:pt>
              <c:pt idx="195">
                <c:v>6.202028524893199</c:v>
              </c:pt>
              <c:pt idx="196">
                <c:v>6.202028524893199</c:v>
              </c:pt>
              <c:pt idx="197">
                <c:v>6.202028524893199</c:v>
              </c:pt>
              <c:pt idx="198">
                <c:v>6.202028524893199</c:v>
              </c:pt>
              <c:pt idx="199">
                <c:v>6.202028524893199</c:v>
              </c:pt>
              <c:pt idx="200">
                <c:v>6.202028524893199</c:v>
              </c:pt>
              <c:pt idx="201">
                <c:v>6.202028524893199</c:v>
              </c:pt>
              <c:pt idx="202">
                <c:v>6.202028524893199</c:v>
              </c:pt>
              <c:pt idx="203">
                <c:v>6.202028524893199</c:v>
              </c:pt>
              <c:pt idx="204">
                <c:v>6.202028524893199</c:v>
              </c:pt>
              <c:pt idx="205">
                <c:v>6.202028524893199</c:v>
              </c:pt>
              <c:pt idx="206">
                <c:v>6.202028524893199</c:v>
              </c:pt>
              <c:pt idx="207">
                <c:v>6.202028524893199</c:v>
              </c:pt>
              <c:pt idx="208">
                <c:v>6.202028524893199</c:v>
              </c:pt>
              <c:pt idx="209">
                <c:v>6.202028524893199</c:v>
              </c:pt>
              <c:pt idx="210">
                <c:v>6.202028524893199</c:v>
              </c:pt>
              <c:pt idx="211">
                <c:v>6.202028524893199</c:v>
              </c:pt>
              <c:pt idx="212">
                <c:v>6.202028524893199</c:v>
              </c:pt>
              <c:pt idx="213">
                <c:v>6.202028524893199</c:v>
              </c:pt>
              <c:pt idx="214">
                <c:v>6.202028524893199</c:v>
              </c:pt>
              <c:pt idx="215">
                <c:v>6.202028524893199</c:v>
              </c:pt>
              <c:pt idx="216">
                <c:v>6.202028524893199</c:v>
              </c:pt>
              <c:pt idx="217">
                <c:v>6.202028524893199</c:v>
              </c:pt>
              <c:pt idx="218">
                <c:v>6.202028524893199</c:v>
              </c:pt>
              <c:pt idx="219">
                <c:v>6.202028524893199</c:v>
              </c:pt>
              <c:pt idx="220">
                <c:v>6.202028524893199</c:v>
              </c:pt>
              <c:pt idx="221">
                <c:v>6.202028524893199</c:v>
              </c:pt>
              <c:pt idx="222">
                <c:v>6.202028524893199</c:v>
              </c:pt>
              <c:pt idx="223">
                <c:v>6.202028524893199</c:v>
              </c:pt>
              <c:pt idx="224">
                <c:v>6.202028524893199</c:v>
              </c:pt>
              <c:pt idx="225">
                <c:v>6.202028524893199</c:v>
              </c:pt>
              <c:pt idx="226">
                <c:v>6.202028524893199</c:v>
              </c:pt>
              <c:pt idx="227">
                <c:v>6.202028524893199</c:v>
              </c:pt>
              <c:pt idx="228">
                <c:v>6.202028524893199</c:v>
              </c:pt>
              <c:pt idx="229">
                <c:v>6.202028524893199</c:v>
              </c:pt>
              <c:pt idx="230">
                <c:v>6.202028524893199</c:v>
              </c:pt>
              <c:pt idx="231">
                <c:v>6.202028524893199</c:v>
              </c:pt>
              <c:pt idx="232">
                <c:v>6.202028524893199</c:v>
              </c:pt>
              <c:pt idx="233">
                <c:v>6.202028524893199</c:v>
              </c:pt>
              <c:pt idx="234">
                <c:v>6.202028524893199</c:v>
              </c:pt>
              <c:pt idx="235">
                <c:v>6.202028524893199</c:v>
              </c:pt>
              <c:pt idx="236">
                <c:v>6.202028524893199</c:v>
              </c:pt>
              <c:pt idx="237">
                <c:v>6.202028524893199</c:v>
              </c:pt>
              <c:pt idx="238">
                <c:v>6.202028524893199</c:v>
              </c:pt>
              <c:pt idx="239">
                <c:v>6.202028524893199</c:v>
              </c:pt>
              <c:pt idx="240">
                <c:v>6.202028524893199</c:v>
              </c:pt>
              <c:pt idx="241">
                <c:v>6.202028524893199</c:v>
              </c:pt>
              <c:pt idx="242">
                <c:v>6.202028524893199</c:v>
              </c:pt>
              <c:pt idx="243">
                <c:v>6.202028524893199</c:v>
              </c:pt>
              <c:pt idx="244">
                <c:v>6.202028524893199</c:v>
              </c:pt>
              <c:pt idx="245">
                <c:v>6.202028524893199</c:v>
              </c:pt>
              <c:pt idx="246">
                <c:v>6.202028524893199</c:v>
              </c:pt>
              <c:pt idx="247">
                <c:v>6.202028524893199</c:v>
              </c:pt>
              <c:pt idx="248">
                <c:v>6.202028524893199</c:v>
              </c:pt>
              <c:pt idx="249">
                <c:v>6.202028524893199</c:v>
              </c:pt>
              <c:pt idx="250">
                <c:v>6.202028524893199</c:v>
              </c:pt>
              <c:pt idx="251">
                <c:v>6.202028524893199</c:v>
              </c:pt>
              <c:pt idx="252">
                <c:v>6.202028524893199</c:v>
              </c:pt>
              <c:pt idx="253">
                <c:v>6.202028524893199</c:v>
              </c:pt>
              <c:pt idx="254">
                <c:v>6.202028524893199</c:v>
              </c:pt>
              <c:pt idx="255">
                <c:v>6.202028524893199</c:v>
              </c:pt>
              <c:pt idx="256">
                <c:v>6.202028524893199</c:v>
              </c:pt>
              <c:pt idx="257">
                <c:v>6.202028524893199</c:v>
              </c:pt>
              <c:pt idx="258">
                <c:v>6.202028524893199</c:v>
              </c:pt>
              <c:pt idx="259">
                <c:v>6.202028524893199</c:v>
              </c:pt>
              <c:pt idx="260">
                <c:v>6.202028524893199</c:v>
              </c:pt>
              <c:pt idx="261">
                <c:v>6.202028524893199</c:v>
              </c:pt>
              <c:pt idx="262">
                <c:v>6.202028524893199</c:v>
              </c:pt>
              <c:pt idx="263">
                <c:v>6.202028524893199</c:v>
              </c:pt>
              <c:pt idx="264">
                <c:v>6.202028524893199</c:v>
              </c:pt>
              <c:pt idx="265">
                <c:v>6.202028524893199</c:v>
              </c:pt>
              <c:pt idx="266">
                <c:v>6.202028524893199</c:v>
              </c:pt>
              <c:pt idx="267">
                <c:v>6.202028524893199</c:v>
              </c:pt>
              <c:pt idx="268">
                <c:v>6.202028524893199</c:v>
              </c:pt>
              <c:pt idx="269">
                <c:v>6.202028524893199</c:v>
              </c:pt>
              <c:pt idx="270">
                <c:v>6.202028524893199</c:v>
              </c:pt>
              <c:pt idx="271">
                <c:v>6.202028524893199</c:v>
              </c:pt>
              <c:pt idx="272">
                <c:v>6.202028524893199</c:v>
              </c:pt>
              <c:pt idx="273">
                <c:v>6.202028524893199</c:v>
              </c:pt>
              <c:pt idx="274">
                <c:v>6.202028524893199</c:v>
              </c:pt>
              <c:pt idx="275">
                <c:v>6.202028524893199</c:v>
              </c:pt>
              <c:pt idx="276">
                <c:v>6.202028524893199</c:v>
              </c:pt>
              <c:pt idx="277">
                <c:v>6.202028524893199</c:v>
              </c:pt>
              <c:pt idx="278">
                <c:v>6.202028524893199</c:v>
              </c:pt>
              <c:pt idx="279">
                <c:v>6.202028524893199</c:v>
              </c:pt>
              <c:pt idx="280">
                <c:v>6.202028524893199</c:v>
              </c:pt>
              <c:pt idx="281">
                <c:v>6.202028524893199</c:v>
              </c:pt>
              <c:pt idx="282">
                <c:v>6.202028524893199</c:v>
              </c:pt>
              <c:pt idx="283">
                <c:v>6.202028524893199</c:v>
              </c:pt>
              <c:pt idx="284">
                <c:v>6.202028524893199</c:v>
              </c:pt>
              <c:pt idx="285">
                <c:v>6.202028524893199</c:v>
              </c:pt>
              <c:pt idx="286">
                <c:v>6.202028524893199</c:v>
              </c:pt>
              <c:pt idx="287">
                <c:v>6.202028524893199</c:v>
              </c:pt>
              <c:pt idx="288">
                <c:v>6.202028524893199</c:v>
              </c:pt>
              <c:pt idx="289">
                <c:v>6.202028524893199</c:v>
              </c:pt>
              <c:pt idx="290">
                <c:v>6.202028524893199</c:v>
              </c:pt>
              <c:pt idx="291">
                <c:v>6.202028524893199</c:v>
              </c:pt>
              <c:pt idx="292">
                <c:v>6.202028524893199</c:v>
              </c:pt>
              <c:pt idx="293">
                <c:v>6.202028524893199</c:v>
              </c:pt>
              <c:pt idx="294">
                <c:v>6.202028524893199</c:v>
              </c:pt>
              <c:pt idx="295">
                <c:v>6.202028524893199</c:v>
              </c:pt>
              <c:pt idx="296">
                <c:v>6.202028524893199</c:v>
              </c:pt>
              <c:pt idx="297">
                <c:v>6.202028524893199</c:v>
              </c:pt>
              <c:pt idx="298">
                <c:v>6.202028524893199</c:v>
              </c:pt>
              <c:pt idx="299">
                <c:v>6.202028524893199</c:v>
              </c:pt>
              <c:pt idx="300">
                <c:v>6.202028524893199</c:v>
              </c:pt>
              <c:pt idx="301">
                <c:v>6.202028524893199</c:v>
              </c:pt>
              <c:pt idx="302">
                <c:v>6.202028524893199</c:v>
              </c:pt>
              <c:pt idx="303">
                <c:v>6.202028524893199</c:v>
              </c:pt>
              <c:pt idx="304">
                <c:v>6.202028524893199</c:v>
              </c:pt>
              <c:pt idx="305">
                <c:v>6.202028524893199</c:v>
              </c:pt>
              <c:pt idx="306">
                <c:v>6.202028524893199</c:v>
              </c:pt>
              <c:pt idx="307">
                <c:v>6.202028524893199</c:v>
              </c:pt>
              <c:pt idx="308">
                <c:v>6.202028524893199</c:v>
              </c:pt>
              <c:pt idx="309">
                <c:v>6.202028524893199</c:v>
              </c:pt>
              <c:pt idx="310">
                <c:v>6.202028524893199</c:v>
              </c:pt>
              <c:pt idx="311">
                <c:v>6.202028524893199</c:v>
              </c:pt>
              <c:pt idx="312">
                <c:v>6.202028524893199</c:v>
              </c:pt>
              <c:pt idx="313">
                <c:v>6.202028524893199</c:v>
              </c:pt>
              <c:pt idx="314">
                <c:v>6.202028524893199</c:v>
              </c:pt>
              <c:pt idx="315">
                <c:v>6.202028524893199</c:v>
              </c:pt>
              <c:pt idx="316">
                <c:v>6.202028524893199</c:v>
              </c:pt>
              <c:pt idx="317">
                <c:v>6.202028524893199</c:v>
              </c:pt>
              <c:pt idx="318">
                <c:v>6.202028524893199</c:v>
              </c:pt>
              <c:pt idx="319">
                <c:v>6.202028524893199</c:v>
              </c:pt>
              <c:pt idx="320">
                <c:v>6.202028524893199</c:v>
              </c:pt>
              <c:pt idx="321">
                <c:v>6.202028524893199</c:v>
              </c:pt>
              <c:pt idx="322">
                <c:v>6.202028524893199</c:v>
              </c:pt>
              <c:pt idx="323">
                <c:v>6.202028524893199</c:v>
              </c:pt>
              <c:pt idx="324">
                <c:v>6.202028524893199</c:v>
              </c:pt>
              <c:pt idx="325">
                <c:v>6.202028524893199</c:v>
              </c:pt>
              <c:pt idx="326">
                <c:v>6.202028524893199</c:v>
              </c:pt>
              <c:pt idx="327">
                <c:v>6.202028524893199</c:v>
              </c:pt>
              <c:pt idx="328">
                <c:v>6.202028524893199</c:v>
              </c:pt>
              <c:pt idx="329">
                <c:v>6.202028524893199</c:v>
              </c:pt>
              <c:pt idx="330">
                <c:v>6.202028524893199</c:v>
              </c:pt>
              <c:pt idx="331">
                <c:v>6.202028524893199</c:v>
              </c:pt>
              <c:pt idx="332">
                <c:v>6.202028524893199</c:v>
              </c:pt>
              <c:pt idx="333">
                <c:v>6.202028524893199</c:v>
              </c:pt>
              <c:pt idx="334">
                <c:v>6.202028524893199</c:v>
              </c:pt>
              <c:pt idx="335">
                <c:v>6.202028524893199</c:v>
              </c:pt>
              <c:pt idx="336">
                <c:v>6.202028524893199</c:v>
              </c:pt>
              <c:pt idx="337">
                <c:v>6.202028524893199</c:v>
              </c:pt>
              <c:pt idx="338">
                <c:v>6.202028524893199</c:v>
              </c:pt>
              <c:pt idx="339">
                <c:v>6.202028524893199</c:v>
              </c:pt>
              <c:pt idx="340">
                <c:v>6.202028524893199</c:v>
              </c:pt>
              <c:pt idx="341">
                <c:v>6.202028524893199</c:v>
              </c:pt>
              <c:pt idx="342">
                <c:v>6.202028524893199</c:v>
              </c:pt>
              <c:pt idx="343">
                <c:v>6.202028524893199</c:v>
              </c:pt>
              <c:pt idx="344">
                <c:v>6.202028524893199</c:v>
              </c:pt>
              <c:pt idx="345">
                <c:v>6.202028524893199</c:v>
              </c:pt>
              <c:pt idx="346">
                <c:v>6.202028524893199</c:v>
              </c:pt>
              <c:pt idx="347">
                <c:v>6.202028524893199</c:v>
              </c:pt>
              <c:pt idx="348">
                <c:v>6.202028524893199</c:v>
              </c:pt>
              <c:pt idx="349">
                <c:v>6.202028524893199</c:v>
              </c:pt>
              <c:pt idx="350">
                <c:v>6.202028524893199</c:v>
              </c:pt>
              <c:pt idx="351">
                <c:v>6.202028524893199</c:v>
              </c:pt>
              <c:pt idx="352">
                <c:v>6.202028524893199</c:v>
              </c:pt>
              <c:pt idx="353">
                <c:v>6.202028524893199</c:v>
              </c:pt>
              <c:pt idx="354">
                <c:v>6.202028524893199</c:v>
              </c:pt>
              <c:pt idx="355">
                <c:v>6.202028524893199</c:v>
              </c:pt>
              <c:pt idx="356">
                <c:v>6.202028524893199</c:v>
              </c:pt>
              <c:pt idx="357">
                <c:v>6.202028524893199</c:v>
              </c:pt>
              <c:pt idx="358">
                <c:v>6.202028524893199</c:v>
              </c:pt>
              <c:pt idx="359">
                <c:v>6.202028524893199</c:v>
              </c:pt>
              <c:pt idx="360">
                <c:v>6.202028524893199</c:v>
              </c:pt>
              <c:pt idx="361">
                <c:v>6.202028524893199</c:v>
              </c:pt>
              <c:pt idx="362">
                <c:v>6.202028524893199</c:v>
              </c:pt>
              <c:pt idx="363">
                <c:v>6.202028524893199</c:v>
              </c:pt>
              <c:pt idx="364">
                <c:v>6.202028524893199</c:v>
              </c:pt>
              <c:pt idx="365">
                <c:v>6.202028524893199</c:v>
              </c:pt>
              <c:pt idx="366">
                <c:v>6.202028524893199</c:v>
              </c:pt>
              <c:pt idx="367">
                <c:v>6.202028524893199</c:v>
              </c:pt>
              <c:pt idx="368">
                <c:v>6.202028524893199</c:v>
              </c:pt>
              <c:pt idx="369">
                <c:v>6.202028524893199</c:v>
              </c:pt>
              <c:pt idx="370">
                <c:v>6.202028524893199</c:v>
              </c:pt>
              <c:pt idx="371">
                <c:v>6.202028524893199</c:v>
              </c:pt>
              <c:pt idx="372">
                <c:v>6.202028524893199</c:v>
              </c:pt>
              <c:pt idx="373">
                <c:v>6.202028524893199</c:v>
              </c:pt>
              <c:pt idx="374">
                <c:v>6.202028524893199</c:v>
              </c:pt>
              <c:pt idx="375">
                <c:v>6.202028524893199</c:v>
              </c:pt>
              <c:pt idx="376">
                <c:v>6.202028524893199</c:v>
              </c:pt>
              <c:pt idx="377">
                <c:v>6.202028524893199</c:v>
              </c:pt>
              <c:pt idx="378">
                <c:v>6.202028524893199</c:v>
              </c:pt>
              <c:pt idx="379">
                <c:v>6.202028524893199</c:v>
              </c:pt>
              <c:pt idx="380">
                <c:v>6.202028524893199</c:v>
              </c:pt>
              <c:pt idx="381">
                <c:v>6.202028524893199</c:v>
              </c:pt>
              <c:pt idx="382">
                <c:v>6.202028524893199</c:v>
              </c:pt>
              <c:pt idx="383">
                <c:v>6.202028524893199</c:v>
              </c:pt>
              <c:pt idx="384">
                <c:v>6.202028524893199</c:v>
              </c:pt>
              <c:pt idx="385">
                <c:v>6.202028524893199</c:v>
              </c:pt>
              <c:pt idx="386">
                <c:v>6.202028524893199</c:v>
              </c:pt>
              <c:pt idx="387">
                <c:v>6.202028524893199</c:v>
              </c:pt>
              <c:pt idx="388">
                <c:v>6.202028524893199</c:v>
              </c:pt>
              <c:pt idx="389">
                <c:v>6.202028524893199</c:v>
              </c:pt>
              <c:pt idx="390">
                <c:v>6.202028524893199</c:v>
              </c:pt>
              <c:pt idx="391">
                <c:v>6.202028524893199</c:v>
              </c:pt>
              <c:pt idx="392">
                <c:v>6.202028524893199</c:v>
              </c:pt>
              <c:pt idx="393">
                <c:v>6.202028524893199</c:v>
              </c:pt>
              <c:pt idx="394">
                <c:v>6.202028524893199</c:v>
              </c:pt>
              <c:pt idx="395">
                <c:v>6.202028524893199</c:v>
              </c:pt>
              <c:pt idx="396">
                <c:v>6.202028524893199</c:v>
              </c:pt>
              <c:pt idx="397">
                <c:v>6.202028524893199</c:v>
              </c:pt>
              <c:pt idx="398">
                <c:v>6.202028524893199</c:v>
              </c:pt>
              <c:pt idx="399">
                <c:v>6.202028524893199</c:v>
              </c:pt>
              <c:pt idx="400">
                <c:v>6.202028524893199</c:v>
              </c:pt>
              <c:pt idx="401">
                <c:v>6.202028524893199</c:v>
              </c:pt>
              <c:pt idx="402">
                <c:v>6.202028524893199</c:v>
              </c:pt>
              <c:pt idx="403">
                <c:v>6.202028524893199</c:v>
              </c:pt>
              <c:pt idx="404">
                <c:v>6.202028524893199</c:v>
              </c:pt>
              <c:pt idx="405">
                <c:v>6.202028524893199</c:v>
              </c:pt>
              <c:pt idx="406">
                <c:v>6.202028524893199</c:v>
              </c:pt>
              <c:pt idx="407">
                <c:v>6.202028524893199</c:v>
              </c:pt>
              <c:pt idx="408">
                <c:v>6.202028524893199</c:v>
              </c:pt>
              <c:pt idx="409">
                <c:v>6.202028524893199</c:v>
              </c:pt>
              <c:pt idx="410">
                <c:v>6.202028524893199</c:v>
              </c:pt>
              <c:pt idx="411">
                <c:v>6.202028524893199</c:v>
              </c:pt>
              <c:pt idx="412">
                <c:v>6.202028524893199</c:v>
              </c:pt>
              <c:pt idx="413">
                <c:v>6.202028524893199</c:v>
              </c:pt>
              <c:pt idx="414">
                <c:v>6.202028524893199</c:v>
              </c:pt>
              <c:pt idx="415">
                <c:v>6.202028524893199</c:v>
              </c:pt>
              <c:pt idx="416">
                <c:v>6.202028524893199</c:v>
              </c:pt>
              <c:pt idx="417">
                <c:v>6.202028524893199</c:v>
              </c:pt>
              <c:pt idx="418">
                <c:v>6.202028524893199</c:v>
              </c:pt>
              <c:pt idx="419">
                <c:v>6.202028524893199</c:v>
              </c:pt>
              <c:pt idx="420">
                <c:v>6.202028524893199</c:v>
              </c:pt>
              <c:pt idx="421">
                <c:v>6.202028524893199</c:v>
              </c:pt>
              <c:pt idx="422">
                <c:v>6.202028524893199</c:v>
              </c:pt>
              <c:pt idx="423">
                <c:v>6.202028524893199</c:v>
              </c:pt>
              <c:pt idx="424">
                <c:v>6.202028524893199</c:v>
              </c:pt>
              <c:pt idx="425">
                <c:v>6.202028524893199</c:v>
              </c:pt>
              <c:pt idx="426">
                <c:v>6.202028524893199</c:v>
              </c:pt>
              <c:pt idx="427">
                <c:v>6.202028524893199</c:v>
              </c:pt>
              <c:pt idx="428">
                <c:v>6.202028524893199</c:v>
              </c:pt>
              <c:pt idx="429">
                <c:v>6.202028524893199</c:v>
              </c:pt>
              <c:pt idx="430">
                <c:v>6.202028524893199</c:v>
              </c:pt>
              <c:pt idx="431">
                <c:v>6.202028524893199</c:v>
              </c:pt>
              <c:pt idx="432">
                <c:v>6.202028524893199</c:v>
              </c:pt>
              <c:pt idx="433">
                <c:v>6.202028524893199</c:v>
              </c:pt>
              <c:pt idx="434">
                <c:v>6.202028524893199</c:v>
              </c:pt>
              <c:pt idx="435">
                <c:v>6.202028524893199</c:v>
              </c:pt>
              <c:pt idx="436">
                <c:v>6.202028524893199</c:v>
              </c:pt>
              <c:pt idx="437">
                <c:v>6.202028524893199</c:v>
              </c:pt>
              <c:pt idx="438">
                <c:v>6.202028524893199</c:v>
              </c:pt>
              <c:pt idx="439">
                <c:v>6.202028524893199</c:v>
              </c:pt>
              <c:pt idx="440">
                <c:v>6.202028524893199</c:v>
              </c:pt>
              <c:pt idx="441">
                <c:v>6.202028524893199</c:v>
              </c:pt>
              <c:pt idx="442">
                <c:v>6.202028524893199</c:v>
              </c:pt>
              <c:pt idx="443">
                <c:v>6.202028524893199</c:v>
              </c:pt>
              <c:pt idx="444">
                <c:v>6.202028524893199</c:v>
              </c:pt>
              <c:pt idx="445">
                <c:v>6.202028524893199</c:v>
              </c:pt>
              <c:pt idx="446">
                <c:v>6.202028524893199</c:v>
              </c:pt>
              <c:pt idx="447">
                <c:v>6.202028524893199</c:v>
              </c:pt>
            </c:numLit>
          </c:yVal>
          <c:smooth val="0"/>
        </c:ser>
        <c:ser>
          <c:idx val="3"/>
          <c:order val="3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1.65505952237088</c:v>
              </c:pt>
              <c:pt idx="1">
                <c:v>1.899731544736432</c:v>
              </c:pt>
              <c:pt idx="2">
                <c:v>1.899731544736432</c:v>
              </c:pt>
              <c:pt idx="3">
                <c:v>1.899731544736432</c:v>
              </c:pt>
              <c:pt idx="4">
                <c:v>1.899731544736432</c:v>
              </c:pt>
              <c:pt idx="5">
                <c:v>1.899731544736432</c:v>
              </c:pt>
              <c:pt idx="6">
                <c:v>1.899731544736432</c:v>
              </c:pt>
              <c:pt idx="7">
                <c:v>1.899731544736432</c:v>
              </c:pt>
              <c:pt idx="8">
                <c:v>1.899731544736432</c:v>
              </c:pt>
              <c:pt idx="9">
                <c:v>1.899731544736432</c:v>
              </c:pt>
              <c:pt idx="10">
                <c:v>1.899731544736432</c:v>
              </c:pt>
              <c:pt idx="11">
                <c:v>1.899731544736432</c:v>
              </c:pt>
              <c:pt idx="12">
                <c:v>1.899731544736432</c:v>
              </c:pt>
              <c:pt idx="13">
                <c:v>1.899731544736432</c:v>
              </c:pt>
              <c:pt idx="14">
                <c:v>1.899731544736432</c:v>
              </c:pt>
              <c:pt idx="15">
                <c:v>1.899731544736432</c:v>
              </c:pt>
              <c:pt idx="16">
                <c:v>1.899731544736432</c:v>
              </c:pt>
              <c:pt idx="17">
                <c:v>1.899731544736432</c:v>
              </c:pt>
              <c:pt idx="18">
                <c:v>1.899731544736432</c:v>
              </c:pt>
              <c:pt idx="19">
                <c:v>1.899731544736432</c:v>
              </c:pt>
              <c:pt idx="20">
                <c:v>1.899731544736432</c:v>
              </c:pt>
              <c:pt idx="21">
                <c:v>1.899731544736432</c:v>
              </c:pt>
              <c:pt idx="22">
                <c:v>1.899731544736432</c:v>
              </c:pt>
              <c:pt idx="23">
                <c:v>1.899731544736432</c:v>
              </c:pt>
              <c:pt idx="24">
                <c:v>1.899731544736432</c:v>
              </c:pt>
              <c:pt idx="25">
                <c:v>1.899731544736432</c:v>
              </c:pt>
              <c:pt idx="26">
                <c:v>1.899731544736432</c:v>
              </c:pt>
              <c:pt idx="27">
                <c:v>1.899731544736432</c:v>
              </c:pt>
              <c:pt idx="28">
                <c:v>1.899731544736432</c:v>
              </c:pt>
              <c:pt idx="29">
                <c:v>1.899731544736432</c:v>
              </c:pt>
              <c:pt idx="30">
                <c:v>1.899731544736432</c:v>
              </c:pt>
              <c:pt idx="31">
                <c:v>1.899731544736432</c:v>
              </c:pt>
              <c:pt idx="32">
                <c:v>1.899731544736432</c:v>
              </c:pt>
              <c:pt idx="33">
                <c:v>1.899731544736432</c:v>
              </c:pt>
              <c:pt idx="34">
                <c:v>1.899731544736432</c:v>
              </c:pt>
              <c:pt idx="35">
                <c:v>1.899731544736432</c:v>
              </c:pt>
              <c:pt idx="36">
                <c:v>1.899731544736432</c:v>
              </c:pt>
              <c:pt idx="37">
                <c:v>1.899731544736432</c:v>
              </c:pt>
              <c:pt idx="38">
                <c:v>1.899731544736432</c:v>
              </c:pt>
              <c:pt idx="39">
                <c:v>1.899731544736432</c:v>
              </c:pt>
              <c:pt idx="40">
                <c:v>1.899731544736432</c:v>
              </c:pt>
              <c:pt idx="41">
                <c:v>1.899731544736432</c:v>
              </c:pt>
              <c:pt idx="42">
                <c:v>1.899731544736432</c:v>
              </c:pt>
              <c:pt idx="43">
                <c:v>1.899731544736432</c:v>
              </c:pt>
              <c:pt idx="44">
                <c:v>1.899731544736432</c:v>
              </c:pt>
              <c:pt idx="45">
                <c:v>1.899731544736432</c:v>
              </c:pt>
              <c:pt idx="46">
                <c:v>1.899731544736432</c:v>
              </c:pt>
              <c:pt idx="47">
                <c:v>1.899731544736432</c:v>
              </c:pt>
              <c:pt idx="48">
                <c:v>1.899731544736432</c:v>
              </c:pt>
              <c:pt idx="49">
                <c:v>1.899731544736432</c:v>
              </c:pt>
              <c:pt idx="50">
                <c:v>1.899731544736432</c:v>
              </c:pt>
              <c:pt idx="51">
                <c:v>1.899731544736432</c:v>
              </c:pt>
              <c:pt idx="52">
                <c:v>1.899731544736432</c:v>
              </c:pt>
              <c:pt idx="53">
                <c:v>1.899731544736432</c:v>
              </c:pt>
              <c:pt idx="54">
                <c:v>1.899731544736432</c:v>
              </c:pt>
              <c:pt idx="55">
                <c:v>1.899731544736432</c:v>
              </c:pt>
              <c:pt idx="56">
                <c:v>1.899731544736432</c:v>
              </c:pt>
              <c:pt idx="57">
                <c:v>1.899731544736432</c:v>
              </c:pt>
              <c:pt idx="58">
                <c:v>1.899731544736432</c:v>
              </c:pt>
              <c:pt idx="59">
                <c:v>1.899731544736432</c:v>
              </c:pt>
              <c:pt idx="60">
                <c:v>1.899731544736432</c:v>
              </c:pt>
              <c:pt idx="61">
                <c:v>1.899731544736432</c:v>
              </c:pt>
              <c:pt idx="62">
                <c:v>1.899731544736432</c:v>
              </c:pt>
              <c:pt idx="63">
                <c:v>1.899731544736432</c:v>
              </c:pt>
              <c:pt idx="64">
                <c:v>1.899731544736432</c:v>
              </c:pt>
              <c:pt idx="65">
                <c:v>1.899731544736432</c:v>
              </c:pt>
              <c:pt idx="66">
                <c:v>1.899731544736432</c:v>
              </c:pt>
              <c:pt idx="67">
                <c:v>1.899731544736432</c:v>
              </c:pt>
              <c:pt idx="68">
                <c:v>1.899731544736432</c:v>
              </c:pt>
              <c:pt idx="69">
                <c:v>1.899731544736432</c:v>
              </c:pt>
              <c:pt idx="70">
                <c:v>1.899731544736432</c:v>
              </c:pt>
              <c:pt idx="71">
                <c:v>1.899731544736432</c:v>
              </c:pt>
              <c:pt idx="72">
                <c:v>1.899731544736432</c:v>
              </c:pt>
              <c:pt idx="73">
                <c:v>1.899731544736432</c:v>
              </c:pt>
              <c:pt idx="74">
                <c:v>1.899731544736432</c:v>
              </c:pt>
              <c:pt idx="75">
                <c:v>1.899731544736432</c:v>
              </c:pt>
              <c:pt idx="76">
                <c:v>1.899731544736432</c:v>
              </c:pt>
              <c:pt idx="77">
                <c:v>1.899731544736432</c:v>
              </c:pt>
              <c:pt idx="78">
                <c:v>1.899731544736432</c:v>
              </c:pt>
              <c:pt idx="79">
                <c:v>1.899731544736432</c:v>
              </c:pt>
              <c:pt idx="80">
                <c:v>1.899731544736432</c:v>
              </c:pt>
              <c:pt idx="81">
                <c:v>1.899731544736432</c:v>
              </c:pt>
              <c:pt idx="82">
                <c:v>1.899731544736432</c:v>
              </c:pt>
              <c:pt idx="83">
                <c:v>1.899731544736432</c:v>
              </c:pt>
              <c:pt idx="84">
                <c:v>1.899731544736432</c:v>
              </c:pt>
              <c:pt idx="85">
                <c:v>1.899731544736432</c:v>
              </c:pt>
              <c:pt idx="86">
                <c:v>1.899731544736432</c:v>
              </c:pt>
              <c:pt idx="87">
                <c:v>1.899731544736432</c:v>
              </c:pt>
              <c:pt idx="88">
                <c:v>1.899731544736432</c:v>
              </c:pt>
              <c:pt idx="89">
                <c:v>1.899731544736432</c:v>
              </c:pt>
              <c:pt idx="90">
                <c:v>1.899731544736432</c:v>
              </c:pt>
              <c:pt idx="91">
                <c:v>1.899731544736432</c:v>
              </c:pt>
              <c:pt idx="92">
                <c:v>1.899731544736432</c:v>
              </c:pt>
              <c:pt idx="93">
                <c:v>1.899731544736432</c:v>
              </c:pt>
              <c:pt idx="94">
                <c:v>1.899731544736432</c:v>
              </c:pt>
              <c:pt idx="95">
                <c:v>1.899731544736432</c:v>
              </c:pt>
              <c:pt idx="96">
                <c:v>1.899731544736432</c:v>
              </c:pt>
              <c:pt idx="97">
                <c:v>1.899731544736432</c:v>
              </c:pt>
              <c:pt idx="98">
                <c:v>1.899731544736432</c:v>
              </c:pt>
              <c:pt idx="99">
                <c:v>1.899731544736432</c:v>
              </c:pt>
              <c:pt idx="100">
                <c:v>1.899731544736432</c:v>
              </c:pt>
              <c:pt idx="101">
                <c:v>1.899731544736432</c:v>
              </c:pt>
              <c:pt idx="102">
                <c:v>1.899731544736432</c:v>
              </c:pt>
              <c:pt idx="103">
                <c:v>1.899731544736432</c:v>
              </c:pt>
              <c:pt idx="104">
                <c:v>1.899731544736432</c:v>
              </c:pt>
              <c:pt idx="105">
                <c:v>1.899731544736432</c:v>
              </c:pt>
              <c:pt idx="106">
                <c:v>1.899731544736432</c:v>
              </c:pt>
              <c:pt idx="107">
                <c:v>1.899731544736432</c:v>
              </c:pt>
              <c:pt idx="108">
                <c:v>1.899731544736432</c:v>
              </c:pt>
              <c:pt idx="109">
                <c:v>1.899731544736432</c:v>
              </c:pt>
              <c:pt idx="110">
                <c:v>1.899731544736432</c:v>
              </c:pt>
              <c:pt idx="111">
                <c:v>1.899731544736432</c:v>
              </c:pt>
              <c:pt idx="112">
                <c:v>1.899731544736432</c:v>
              </c:pt>
              <c:pt idx="113">
                <c:v>1.899731544736432</c:v>
              </c:pt>
              <c:pt idx="114">
                <c:v>1.899731544736432</c:v>
              </c:pt>
              <c:pt idx="115">
                <c:v>1.899731544736432</c:v>
              </c:pt>
              <c:pt idx="116">
                <c:v>1.899731544736432</c:v>
              </c:pt>
              <c:pt idx="117">
                <c:v>1.899731544736432</c:v>
              </c:pt>
              <c:pt idx="118">
                <c:v>1.899731544736432</c:v>
              </c:pt>
              <c:pt idx="119">
                <c:v>1.899731544736432</c:v>
              </c:pt>
              <c:pt idx="120">
                <c:v>1.899731544736432</c:v>
              </c:pt>
              <c:pt idx="121">
                <c:v>1.899731544736432</c:v>
              </c:pt>
              <c:pt idx="122">
                <c:v>1.899731544736432</c:v>
              </c:pt>
              <c:pt idx="123">
                <c:v>1.899731544736432</c:v>
              </c:pt>
              <c:pt idx="124">
                <c:v>1.899731544736432</c:v>
              </c:pt>
              <c:pt idx="125">
                <c:v>1.899731544736432</c:v>
              </c:pt>
              <c:pt idx="126">
                <c:v>1.899731544736432</c:v>
              </c:pt>
              <c:pt idx="127">
                <c:v>1.899731544736432</c:v>
              </c:pt>
              <c:pt idx="128">
                <c:v>1.899731544736432</c:v>
              </c:pt>
              <c:pt idx="129">
                <c:v>1.899731544736432</c:v>
              </c:pt>
              <c:pt idx="130">
                <c:v>1.899731544736432</c:v>
              </c:pt>
              <c:pt idx="131">
                <c:v>1.899731544736432</c:v>
              </c:pt>
              <c:pt idx="132">
                <c:v>1.899731544736432</c:v>
              </c:pt>
              <c:pt idx="133">
                <c:v>1.899731544736432</c:v>
              </c:pt>
              <c:pt idx="134">
                <c:v>1.899731544736432</c:v>
              </c:pt>
              <c:pt idx="135">
                <c:v>1.899731544736432</c:v>
              </c:pt>
              <c:pt idx="136">
                <c:v>1.899731544736432</c:v>
              </c:pt>
              <c:pt idx="137">
                <c:v>1.899731544736432</c:v>
              </c:pt>
              <c:pt idx="138">
                <c:v>1.899731544736432</c:v>
              </c:pt>
              <c:pt idx="139">
                <c:v>1.899731544736432</c:v>
              </c:pt>
              <c:pt idx="140">
                <c:v>1.899731544736432</c:v>
              </c:pt>
              <c:pt idx="141">
                <c:v>1.899731544736432</c:v>
              </c:pt>
              <c:pt idx="142">
                <c:v>1.899731544736432</c:v>
              </c:pt>
              <c:pt idx="143">
                <c:v>1.899731544736432</c:v>
              </c:pt>
              <c:pt idx="144">
                <c:v>1.899731544736432</c:v>
              </c:pt>
              <c:pt idx="145">
                <c:v>1.899731544736432</c:v>
              </c:pt>
              <c:pt idx="146">
                <c:v>1.899731544736432</c:v>
              </c:pt>
              <c:pt idx="147">
                <c:v>1.899731544736432</c:v>
              </c:pt>
              <c:pt idx="148">
                <c:v>1.899731544736432</c:v>
              </c:pt>
              <c:pt idx="149">
                <c:v>1.899731544736432</c:v>
              </c:pt>
              <c:pt idx="150">
                <c:v>1.899731544736432</c:v>
              </c:pt>
              <c:pt idx="151">
                <c:v>1.899731544736432</c:v>
              </c:pt>
              <c:pt idx="152">
                <c:v>1.899731544736432</c:v>
              </c:pt>
              <c:pt idx="153">
                <c:v>1.899731544736432</c:v>
              </c:pt>
              <c:pt idx="154">
                <c:v>1.899731544736432</c:v>
              </c:pt>
              <c:pt idx="155">
                <c:v>1.899731544736432</c:v>
              </c:pt>
              <c:pt idx="156">
                <c:v>1.899731544736432</c:v>
              </c:pt>
              <c:pt idx="157">
                <c:v>1.899731544736432</c:v>
              </c:pt>
              <c:pt idx="158">
                <c:v>1.899731544736432</c:v>
              </c:pt>
              <c:pt idx="159">
                <c:v>1.899731544736432</c:v>
              </c:pt>
              <c:pt idx="160">
                <c:v>1.899731544736432</c:v>
              </c:pt>
              <c:pt idx="161">
                <c:v>1.899731544736432</c:v>
              </c:pt>
              <c:pt idx="162">
                <c:v>1.899731544736432</c:v>
              </c:pt>
              <c:pt idx="163">
                <c:v>1.899731544736432</c:v>
              </c:pt>
              <c:pt idx="164">
                <c:v>1.899731544736432</c:v>
              </c:pt>
              <c:pt idx="165">
                <c:v>1.899731544736432</c:v>
              </c:pt>
              <c:pt idx="166">
                <c:v>1.899731544736432</c:v>
              </c:pt>
              <c:pt idx="167">
                <c:v>1.899731544736432</c:v>
              </c:pt>
              <c:pt idx="168">
                <c:v>1.899731544736432</c:v>
              </c:pt>
              <c:pt idx="169">
                <c:v>1.899731544736432</c:v>
              </c:pt>
              <c:pt idx="170">
                <c:v>1.899731544736432</c:v>
              </c:pt>
              <c:pt idx="171">
                <c:v>1.899731544736432</c:v>
              </c:pt>
              <c:pt idx="172">
                <c:v>1.899731544736432</c:v>
              </c:pt>
              <c:pt idx="173">
                <c:v>1.899731544736432</c:v>
              </c:pt>
              <c:pt idx="174">
                <c:v>1.899731544736432</c:v>
              </c:pt>
              <c:pt idx="175">
                <c:v>1.899731544736432</c:v>
              </c:pt>
              <c:pt idx="176">
                <c:v>1.899731544736432</c:v>
              </c:pt>
              <c:pt idx="177">
                <c:v>1.899731544736432</c:v>
              </c:pt>
              <c:pt idx="178">
                <c:v>1.899731544736432</c:v>
              </c:pt>
              <c:pt idx="179">
                <c:v>1.899731544736432</c:v>
              </c:pt>
              <c:pt idx="180">
                <c:v>1.899731544736432</c:v>
              </c:pt>
              <c:pt idx="181">
                <c:v>1.899731544736432</c:v>
              </c:pt>
              <c:pt idx="182">
                <c:v>1.899731544736432</c:v>
              </c:pt>
              <c:pt idx="183">
                <c:v>1.899731544736432</c:v>
              </c:pt>
              <c:pt idx="184">
                <c:v>1.899731544736432</c:v>
              </c:pt>
              <c:pt idx="185">
                <c:v>1.899731544736432</c:v>
              </c:pt>
              <c:pt idx="186">
                <c:v>1.899731544736432</c:v>
              </c:pt>
              <c:pt idx="187">
                <c:v>1.899731544736432</c:v>
              </c:pt>
              <c:pt idx="188">
                <c:v>1.899731544736432</c:v>
              </c:pt>
              <c:pt idx="189">
                <c:v>1.899731544736432</c:v>
              </c:pt>
              <c:pt idx="190">
                <c:v>1.899731544736432</c:v>
              </c:pt>
              <c:pt idx="191">
                <c:v>1.899731544736432</c:v>
              </c:pt>
              <c:pt idx="192">
                <c:v>1.899731544736432</c:v>
              </c:pt>
              <c:pt idx="193">
                <c:v>1.899731544736432</c:v>
              </c:pt>
              <c:pt idx="194">
                <c:v>1.899731544736432</c:v>
              </c:pt>
              <c:pt idx="195">
                <c:v>1.899731544736432</c:v>
              </c:pt>
              <c:pt idx="196">
                <c:v>1.899731544736432</c:v>
              </c:pt>
              <c:pt idx="197">
                <c:v>1.899731544736432</c:v>
              </c:pt>
              <c:pt idx="198">
                <c:v>1.899731544736432</c:v>
              </c:pt>
              <c:pt idx="199">
                <c:v>1.899731544736432</c:v>
              </c:pt>
              <c:pt idx="200">
                <c:v>1.899731544736432</c:v>
              </c:pt>
              <c:pt idx="201">
                <c:v>1.899731544736432</c:v>
              </c:pt>
              <c:pt idx="202">
                <c:v>1.899731544736432</c:v>
              </c:pt>
              <c:pt idx="203">
                <c:v>1.899731544736432</c:v>
              </c:pt>
              <c:pt idx="204">
                <c:v>1.899731544736432</c:v>
              </c:pt>
              <c:pt idx="205">
                <c:v>1.899731544736432</c:v>
              </c:pt>
              <c:pt idx="206">
                <c:v>1.899731544736432</c:v>
              </c:pt>
              <c:pt idx="207">
                <c:v>1.899731544736432</c:v>
              </c:pt>
              <c:pt idx="208">
                <c:v>1.899731544736432</c:v>
              </c:pt>
              <c:pt idx="209">
                <c:v>1.899731544736432</c:v>
              </c:pt>
              <c:pt idx="210">
                <c:v>1.899731544736432</c:v>
              </c:pt>
              <c:pt idx="211">
                <c:v>1.899731544736432</c:v>
              </c:pt>
              <c:pt idx="212">
                <c:v>1.899731544736432</c:v>
              </c:pt>
              <c:pt idx="213">
                <c:v>1.899731544736432</c:v>
              </c:pt>
              <c:pt idx="214">
                <c:v>1.899731544736432</c:v>
              </c:pt>
              <c:pt idx="215">
                <c:v>1.899731544736432</c:v>
              </c:pt>
              <c:pt idx="216">
                <c:v>1.899731544736432</c:v>
              </c:pt>
              <c:pt idx="217">
                <c:v>1.899731544736432</c:v>
              </c:pt>
              <c:pt idx="218">
                <c:v>1.899731544736432</c:v>
              </c:pt>
              <c:pt idx="219">
                <c:v>1.899731544736432</c:v>
              </c:pt>
              <c:pt idx="220">
                <c:v>1.899731544736432</c:v>
              </c:pt>
              <c:pt idx="221">
                <c:v>1.899731544736432</c:v>
              </c:pt>
              <c:pt idx="222">
                <c:v>1.899731544736432</c:v>
              </c:pt>
              <c:pt idx="223">
                <c:v>1.899731544736432</c:v>
              </c:pt>
              <c:pt idx="224">
                <c:v>1.899731544736432</c:v>
              </c:pt>
              <c:pt idx="225">
                <c:v>1.899731544736432</c:v>
              </c:pt>
              <c:pt idx="226">
                <c:v>1.899731544736432</c:v>
              </c:pt>
              <c:pt idx="227">
                <c:v>1.899731544736432</c:v>
              </c:pt>
              <c:pt idx="228">
                <c:v>1.899731544736432</c:v>
              </c:pt>
              <c:pt idx="229">
                <c:v>1.899731544736432</c:v>
              </c:pt>
              <c:pt idx="230">
                <c:v>1.899731544736432</c:v>
              </c:pt>
              <c:pt idx="231">
                <c:v>1.899731544736432</c:v>
              </c:pt>
              <c:pt idx="232">
                <c:v>1.899731544736432</c:v>
              </c:pt>
              <c:pt idx="233">
                <c:v>1.899731544736432</c:v>
              </c:pt>
              <c:pt idx="234">
                <c:v>1.899731544736432</c:v>
              </c:pt>
              <c:pt idx="235">
                <c:v>1.899731544736432</c:v>
              </c:pt>
              <c:pt idx="236">
                <c:v>1.899731544736432</c:v>
              </c:pt>
              <c:pt idx="237">
                <c:v>1.899731544736432</c:v>
              </c:pt>
              <c:pt idx="238">
                <c:v>1.899731544736432</c:v>
              </c:pt>
              <c:pt idx="239">
                <c:v>1.899731544736432</c:v>
              </c:pt>
              <c:pt idx="240">
                <c:v>1.899731544736432</c:v>
              </c:pt>
              <c:pt idx="241">
                <c:v>1.899731544736432</c:v>
              </c:pt>
              <c:pt idx="242">
                <c:v>1.899731544736432</c:v>
              </c:pt>
              <c:pt idx="243">
                <c:v>1.899731544736432</c:v>
              </c:pt>
              <c:pt idx="244">
                <c:v>1.899731544736432</c:v>
              </c:pt>
              <c:pt idx="245">
                <c:v>1.899731544736432</c:v>
              </c:pt>
              <c:pt idx="246">
                <c:v>1.899731544736432</c:v>
              </c:pt>
              <c:pt idx="247">
                <c:v>1.899731544736432</c:v>
              </c:pt>
              <c:pt idx="248">
                <c:v>1.899731544736432</c:v>
              </c:pt>
              <c:pt idx="249">
                <c:v>1.899731544736432</c:v>
              </c:pt>
              <c:pt idx="250">
                <c:v>1.899731544736432</c:v>
              </c:pt>
              <c:pt idx="251">
                <c:v>1.899731544736432</c:v>
              </c:pt>
              <c:pt idx="252">
                <c:v>1.899731544736432</c:v>
              </c:pt>
              <c:pt idx="253">
                <c:v>1.899731544736432</c:v>
              </c:pt>
              <c:pt idx="254">
                <c:v>1.899731544736432</c:v>
              </c:pt>
              <c:pt idx="255">
                <c:v>1.899731544736432</c:v>
              </c:pt>
              <c:pt idx="256">
                <c:v>1.899731544736432</c:v>
              </c:pt>
              <c:pt idx="257">
                <c:v>1.899731544736432</c:v>
              </c:pt>
              <c:pt idx="258">
                <c:v>1.899731544736432</c:v>
              </c:pt>
              <c:pt idx="259">
                <c:v>1.899731544736432</c:v>
              </c:pt>
              <c:pt idx="260">
                <c:v>1.899731544736432</c:v>
              </c:pt>
              <c:pt idx="261">
                <c:v>1.899731544736432</c:v>
              </c:pt>
              <c:pt idx="262">
                <c:v>1.899731544736432</c:v>
              </c:pt>
              <c:pt idx="263">
                <c:v>1.899731544736432</c:v>
              </c:pt>
              <c:pt idx="264">
                <c:v>1.899731544736432</c:v>
              </c:pt>
              <c:pt idx="265">
                <c:v>1.899731544736432</c:v>
              </c:pt>
              <c:pt idx="266">
                <c:v>1.899731544736432</c:v>
              </c:pt>
              <c:pt idx="267">
                <c:v>1.899731544736432</c:v>
              </c:pt>
              <c:pt idx="268">
                <c:v>1.899731544736432</c:v>
              </c:pt>
              <c:pt idx="269">
                <c:v>1.899731544736432</c:v>
              </c:pt>
              <c:pt idx="270">
                <c:v>1.899731544736432</c:v>
              </c:pt>
              <c:pt idx="271">
                <c:v>1.899731544736432</c:v>
              </c:pt>
              <c:pt idx="272">
                <c:v>1.899731544736432</c:v>
              </c:pt>
              <c:pt idx="273">
                <c:v>1.899731544736432</c:v>
              </c:pt>
              <c:pt idx="274">
                <c:v>1.899731544736432</c:v>
              </c:pt>
              <c:pt idx="275">
                <c:v>1.899731544736432</c:v>
              </c:pt>
              <c:pt idx="276">
                <c:v>1.899731544736432</c:v>
              </c:pt>
              <c:pt idx="277">
                <c:v>1.899731544736432</c:v>
              </c:pt>
              <c:pt idx="278">
                <c:v>1.899731544736432</c:v>
              </c:pt>
              <c:pt idx="279">
                <c:v>1.899731544736432</c:v>
              </c:pt>
              <c:pt idx="280">
                <c:v>1.899731544736432</c:v>
              </c:pt>
              <c:pt idx="281">
                <c:v>1.899731544736432</c:v>
              </c:pt>
              <c:pt idx="282">
                <c:v>1.899731544736432</c:v>
              </c:pt>
              <c:pt idx="283">
                <c:v>1.899731544736432</c:v>
              </c:pt>
              <c:pt idx="284">
                <c:v>1.899731544736432</c:v>
              </c:pt>
              <c:pt idx="285">
                <c:v>1.899731544736432</c:v>
              </c:pt>
              <c:pt idx="286">
                <c:v>1.899731544736432</c:v>
              </c:pt>
              <c:pt idx="287">
                <c:v>1.899731544736432</c:v>
              </c:pt>
              <c:pt idx="288">
                <c:v>1.899731544736432</c:v>
              </c:pt>
              <c:pt idx="289">
                <c:v>1.899731544736432</c:v>
              </c:pt>
              <c:pt idx="290">
                <c:v>1.899731544736432</c:v>
              </c:pt>
              <c:pt idx="291">
                <c:v>1.899731544736432</c:v>
              </c:pt>
              <c:pt idx="292">
                <c:v>1.899731544736432</c:v>
              </c:pt>
              <c:pt idx="293">
                <c:v>1.899731544736432</c:v>
              </c:pt>
              <c:pt idx="294">
                <c:v>1.899731544736432</c:v>
              </c:pt>
              <c:pt idx="295">
                <c:v>1.899731544736432</c:v>
              </c:pt>
              <c:pt idx="296">
                <c:v>1.899731544736432</c:v>
              </c:pt>
              <c:pt idx="297">
                <c:v>1.899731544736432</c:v>
              </c:pt>
              <c:pt idx="298">
                <c:v>1.899731544736432</c:v>
              </c:pt>
              <c:pt idx="299">
                <c:v>1.899731544736432</c:v>
              </c:pt>
              <c:pt idx="300">
                <c:v>1.899731544736432</c:v>
              </c:pt>
              <c:pt idx="301">
                <c:v>1.899731544736432</c:v>
              </c:pt>
              <c:pt idx="302">
                <c:v>1.899731544736432</c:v>
              </c:pt>
              <c:pt idx="303">
                <c:v>1.899731544736432</c:v>
              </c:pt>
              <c:pt idx="304">
                <c:v>1.899731544736432</c:v>
              </c:pt>
              <c:pt idx="305">
                <c:v>1.899731544736432</c:v>
              </c:pt>
              <c:pt idx="306">
                <c:v>1.899731544736432</c:v>
              </c:pt>
              <c:pt idx="307">
                <c:v>1.899731544736432</c:v>
              </c:pt>
              <c:pt idx="308">
                <c:v>1.899731544736432</c:v>
              </c:pt>
              <c:pt idx="309">
                <c:v>1.899731544736432</c:v>
              </c:pt>
              <c:pt idx="310">
                <c:v>1.899731544736432</c:v>
              </c:pt>
              <c:pt idx="311">
                <c:v>1.899731544736432</c:v>
              </c:pt>
              <c:pt idx="312">
                <c:v>1.899731544736432</c:v>
              </c:pt>
              <c:pt idx="313">
                <c:v>1.899731544736432</c:v>
              </c:pt>
              <c:pt idx="314">
                <c:v>1.899731544736432</c:v>
              </c:pt>
              <c:pt idx="315">
                <c:v>1.899731544736432</c:v>
              </c:pt>
              <c:pt idx="316">
                <c:v>1.899731544736432</c:v>
              </c:pt>
              <c:pt idx="317">
                <c:v>1.899731544736432</c:v>
              </c:pt>
              <c:pt idx="318">
                <c:v>1.899731544736432</c:v>
              </c:pt>
              <c:pt idx="319">
                <c:v>1.899731544736432</c:v>
              </c:pt>
              <c:pt idx="320">
                <c:v>1.899731544736432</c:v>
              </c:pt>
              <c:pt idx="321">
                <c:v>1.899731544736432</c:v>
              </c:pt>
              <c:pt idx="322">
                <c:v>1.899731544736432</c:v>
              </c:pt>
              <c:pt idx="323">
                <c:v>1.899731544736432</c:v>
              </c:pt>
              <c:pt idx="324">
                <c:v>1.899731544736432</c:v>
              </c:pt>
              <c:pt idx="325">
                <c:v>1.899731544736432</c:v>
              </c:pt>
              <c:pt idx="326">
                <c:v>1.899731544736432</c:v>
              </c:pt>
              <c:pt idx="327">
                <c:v>1.899731544736432</c:v>
              </c:pt>
              <c:pt idx="328">
                <c:v>1.899731544736432</c:v>
              </c:pt>
              <c:pt idx="329">
                <c:v>1.899731544736432</c:v>
              </c:pt>
              <c:pt idx="330">
                <c:v>1.899731544736432</c:v>
              </c:pt>
              <c:pt idx="331">
                <c:v>1.899731544736432</c:v>
              </c:pt>
              <c:pt idx="332">
                <c:v>1.899731544736432</c:v>
              </c:pt>
              <c:pt idx="333">
                <c:v>1.899731544736432</c:v>
              </c:pt>
              <c:pt idx="334">
                <c:v>1.899731544736432</c:v>
              </c:pt>
              <c:pt idx="335">
                <c:v>1.899731544736432</c:v>
              </c:pt>
              <c:pt idx="336">
                <c:v>1.899731544736432</c:v>
              </c:pt>
              <c:pt idx="337">
                <c:v>1.899731544736432</c:v>
              </c:pt>
              <c:pt idx="338">
                <c:v>1.899731544736432</c:v>
              </c:pt>
              <c:pt idx="339">
                <c:v>1.899731544736432</c:v>
              </c:pt>
              <c:pt idx="340">
                <c:v>1.899731544736432</c:v>
              </c:pt>
              <c:pt idx="341">
                <c:v>1.899731544736432</c:v>
              </c:pt>
              <c:pt idx="342">
                <c:v>1.899731544736432</c:v>
              </c:pt>
              <c:pt idx="343">
                <c:v>1.899731544736432</c:v>
              </c:pt>
              <c:pt idx="344">
                <c:v>1.899731544736432</c:v>
              </c:pt>
              <c:pt idx="345">
                <c:v>1.899731544736432</c:v>
              </c:pt>
              <c:pt idx="346">
                <c:v>1.899731544736432</c:v>
              </c:pt>
              <c:pt idx="347">
                <c:v>1.899731544736432</c:v>
              </c:pt>
              <c:pt idx="348">
                <c:v>1.899731544736432</c:v>
              </c:pt>
              <c:pt idx="349">
                <c:v>1.899731544736432</c:v>
              </c:pt>
              <c:pt idx="350">
                <c:v>1.899731544736432</c:v>
              </c:pt>
              <c:pt idx="351">
                <c:v>1.899731544736432</c:v>
              </c:pt>
              <c:pt idx="352">
                <c:v>1.899731544736432</c:v>
              </c:pt>
              <c:pt idx="353">
                <c:v>1.899731544736432</c:v>
              </c:pt>
              <c:pt idx="354">
                <c:v>1.899731544736432</c:v>
              </c:pt>
              <c:pt idx="355">
                <c:v>1.899731544736432</c:v>
              </c:pt>
              <c:pt idx="356">
                <c:v>1.899731544736432</c:v>
              </c:pt>
              <c:pt idx="357">
                <c:v>1.899731544736432</c:v>
              </c:pt>
              <c:pt idx="358">
                <c:v>1.899731544736432</c:v>
              </c:pt>
              <c:pt idx="359">
                <c:v>1.899731544736432</c:v>
              </c:pt>
              <c:pt idx="360">
                <c:v>1.899731544736432</c:v>
              </c:pt>
              <c:pt idx="361">
                <c:v>1.899731544736432</c:v>
              </c:pt>
              <c:pt idx="362">
                <c:v>1.899731544736432</c:v>
              </c:pt>
              <c:pt idx="363">
                <c:v>1.899731544736432</c:v>
              </c:pt>
              <c:pt idx="364">
                <c:v>1.899731544736432</c:v>
              </c:pt>
              <c:pt idx="365">
                <c:v>1.899731544736432</c:v>
              </c:pt>
              <c:pt idx="366">
                <c:v>1.899731544736432</c:v>
              </c:pt>
              <c:pt idx="367">
                <c:v>1.899731544736432</c:v>
              </c:pt>
              <c:pt idx="368">
                <c:v>1.899731544736432</c:v>
              </c:pt>
              <c:pt idx="369">
                <c:v>1.899731544736432</c:v>
              </c:pt>
              <c:pt idx="370">
                <c:v>1.899731544736432</c:v>
              </c:pt>
              <c:pt idx="371">
                <c:v>1.899731544736432</c:v>
              </c:pt>
              <c:pt idx="372">
                <c:v>1.899731544736432</c:v>
              </c:pt>
              <c:pt idx="373">
                <c:v>1.899731544736432</c:v>
              </c:pt>
              <c:pt idx="374">
                <c:v>1.899731544736432</c:v>
              </c:pt>
              <c:pt idx="375">
                <c:v>1.899731544736432</c:v>
              </c:pt>
              <c:pt idx="376">
                <c:v>1.899731544736432</c:v>
              </c:pt>
              <c:pt idx="377">
                <c:v>1.899731544736432</c:v>
              </c:pt>
              <c:pt idx="378">
                <c:v>1.899731544736432</c:v>
              </c:pt>
              <c:pt idx="379">
                <c:v>1.899731544736432</c:v>
              </c:pt>
              <c:pt idx="380">
                <c:v>1.899731544736432</c:v>
              </c:pt>
              <c:pt idx="381">
                <c:v>1.899731544736432</c:v>
              </c:pt>
              <c:pt idx="382">
                <c:v>1.899731544736432</c:v>
              </c:pt>
              <c:pt idx="383">
                <c:v>1.899731544736432</c:v>
              </c:pt>
              <c:pt idx="384">
                <c:v>1.899731544736432</c:v>
              </c:pt>
              <c:pt idx="385">
                <c:v>1.899731544736432</c:v>
              </c:pt>
              <c:pt idx="386">
                <c:v>1.899731544736432</c:v>
              </c:pt>
              <c:pt idx="387">
                <c:v>1.899731544736432</c:v>
              </c:pt>
              <c:pt idx="388">
                <c:v>1.899731544736432</c:v>
              </c:pt>
              <c:pt idx="389">
                <c:v>1.899731544736432</c:v>
              </c:pt>
              <c:pt idx="390">
                <c:v>1.899731544736432</c:v>
              </c:pt>
              <c:pt idx="391">
                <c:v>1.899731544736432</c:v>
              </c:pt>
              <c:pt idx="392">
                <c:v>1.899731544736432</c:v>
              </c:pt>
              <c:pt idx="393">
                <c:v>1.899731544736432</c:v>
              </c:pt>
              <c:pt idx="394">
                <c:v>1.899731544736432</c:v>
              </c:pt>
              <c:pt idx="395">
                <c:v>1.899731544736432</c:v>
              </c:pt>
              <c:pt idx="396">
                <c:v>1.899731544736432</c:v>
              </c:pt>
              <c:pt idx="397">
                <c:v>1.899731544736432</c:v>
              </c:pt>
              <c:pt idx="398">
                <c:v>1.899731544736432</c:v>
              </c:pt>
              <c:pt idx="399">
                <c:v>1.899731544736432</c:v>
              </c:pt>
              <c:pt idx="400">
                <c:v>1.899731544736432</c:v>
              </c:pt>
              <c:pt idx="401">
                <c:v>1.899731544736432</c:v>
              </c:pt>
              <c:pt idx="402">
                <c:v>1.899731544736432</c:v>
              </c:pt>
              <c:pt idx="403">
                <c:v>1.899731544736432</c:v>
              </c:pt>
              <c:pt idx="404">
                <c:v>1.899731544736432</c:v>
              </c:pt>
              <c:pt idx="405">
                <c:v>1.899731544736432</c:v>
              </c:pt>
              <c:pt idx="406">
                <c:v>1.899731544736432</c:v>
              </c:pt>
              <c:pt idx="407">
                <c:v>1.899731544736432</c:v>
              </c:pt>
              <c:pt idx="408">
                <c:v>1.899731544736432</c:v>
              </c:pt>
              <c:pt idx="409">
                <c:v>1.899731544736432</c:v>
              </c:pt>
              <c:pt idx="410">
                <c:v>1.899731544736432</c:v>
              </c:pt>
              <c:pt idx="411">
                <c:v>1.899731544736432</c:v>
              </c:pt>
              <c:pt idx="412">
                <c:v>1.899731544736432</c:v>
              </c:pt>
              <c:pt idx="413">
                <c:v>1.899731544736432</c:v>
              </c:pt>
              <c:pt idx="414">
                <c:v>1.899731544736432</c:v>
              </c:pt>
              <c:pt idx="415">
                <c:v>1.899731544736432</c:v>
              </c:pt>
              <c:pt idx="416">
                <c:v>1.899731544736432</c:v>
              </c:pt>
              <c:pt idx="417">
                <c:v>1.899731544736432</c:v>
              </c:pt>
              <c:pt idx="418">
                <c:v>1.899731544736432</c:v>
              </c:pt>
              <c:pt idx="419">
                <c:v>1.899731544736432</c:v>
              </c:pt>
              <c:pt idx="420">
                <c:v>1.899731544736432</c:v>
              </c:pt>
              <c:pt idx="421">
                <c:v>1.899731544736432</c:v>
              </c:pt>
              <c:pt idx="422">
                <c:v>1.899731544736432</c:v>
              </c:pt>
              <c:pt idx="423">
                <c:v>1.899731544736432</c:v>
              </c:pt>
              <c:pt idx="424">
                <c:v>1.899731544736432</c:v>
              </c:pt>
              <c:pt idx="425">
                <c:v>1.899731544736432</c:v>
              </c:pt>
              <c:pt idx="426">
                <c:v>1.899731544736432</c:v>
              </c:pt>
              <c:pt idx="427">
                <c:v>1.899731544736432</c:v>
              </c:pt>
              <c:pt idx="428">
                <c:v>1.899731544736432</c:v>
              </c:pt>
              <c:pt idx="429">
                <c:v>1.899731544736432</c:v>
              </c:pt>
              <c:pt idx="430">
                <c:v>1.899731544736432</c:v>
              </c:pt>
              <c:pt idx="431">
                <c:v>1.899731544736432</c:v>
              </c:pt>
              <c:pt idx="432">
                <c:v>1.899731544736432</c:v>
              </c:pt>
              <c:pt idx="433">
                <c:v>1.899731544736432</c:v>
              </c:pt>
              <c:pt idx="434">
                <c:v>1.899731544736432</c:v>
              </c:pt>
              <c:pt idx="435">
                <c:v>1.899731544736432</c:v>
              </c:pt>
              <c:pt idx="436">
                <c:v>1.899731544736432</c:v>
              </c:pt>
              <c:pt idx="437">
                <c:v>1.899731544736432</c:v>
              </c:pt>
              <c:pt idx="438">
                <c:v>1.899731544736432</c:v>
              </c:pt>
              <c:pt idx="439">
                <c:v>1.899731544736432</c:v>
              </c:pt>
              <c:pt idx="440">
                <c:v>1.899731544736432</c:v>
              </c:pt>
              <c:pt idx="441">
                <c:v>1.899731544736432</c:v>
              </c:pt>
              <c:pt idx="442">
                <c:v>1.899731544736432</c:v>
              </c:pt>
              <c:pt idx="443">
                <c:v>1.899731544736432</c:v>
              </c:pt>
              <c:pt idx="444">
                <c:v>1.899731544736432</c:v>
              </c:pt>
              <c:pt idx="445">
                <c:v>1.899731544736432</c:v>
              </c:pt>
              <c:pt idx="446">
                <c:v>1.899731544736432</c:v>
              </c:pt>
              <c:pt idx="447">
                <c:v>1.899731544736432</c:v>
              </c:pt>
            </c:numLit>
          </c:xVal>
          <c:yVal>
            <c:numLit>
              <c:formatCode>0.0</c:formatCode>
              <c:ptCount val="448"/>
              <c:pt idx="0">
                <c:v>3.006659157404723</c:v>
              </c:pt>
              <c:pt idx="1">
                <c:v>3.006659157404723</c:v>
              </c:pt>
              <c:pt idx="2">
                <c:v>3.006659157404723</c:v>
              </c:pt>
              <c:pt idx="3">
                <c:v>3.006659157404723</c:v>
              </c:pt>
              <c:pt idx="4">
                <c:v>3.006659157404723</c:v>
              </c:pt>
              <c:pt idx="5">
                <c:v>3.006659157404723</c:v>
              </c:pt>
              <c:pt idx="6">
                <c:v>3.006659157404723</c:v>
              </c:pt>
              <c:pt idx="7">
                <c:v>3.006659157404723</c:v>
              </c:pt>
              <c:pt idx="8">
                <c:v>3.006659157404723</c:v>
              </c:pt>
              <c:pt idx="9">
                <c:v>3.006659157404723</c:v>
              </c:pt>
              <c:pt idx="10">
                <c:v>3.006659157404723</c:v>
              </c:pt>
              <c:pt idx="11">
                <c:v>3.006659157404723</c:v>
              </c:pt>
              <c:pt idx="12">
                <c:v>3.006659157404723</c:v>
              </c:pt>
              <c:pt idx="13">
                <c:v>3.006659157404723</c:v>
              </c:pt>
              <c:pt idx="14">
                <c:v>3.006659157404723</c:v>
              </c:pt>
              <c:pt idx="15">
                <c:v>3.006659157404723</c:v>
              </c:pt>
              <c:pt idx="16">
                <c:v>3.006659157404723</c:v>
              </c:pt>
              <c:pt idx="17">
                <c:v>3.006659157404723</c:v>
              </c:pt>
              <c:pt idx="18">
                <c:v>3.006659157404723</c:v>
              </c:pt>
              <c:pt idx="19">
                <c:v>3.006659157404723</c:v>
              </c:pt>
              <c:pt idx="20">
                <c:v>3.006659157404723</c:v>
              </c:pt>
              <c:pt idx="21">
                <c:v>3.006659157404723</c:v>
              </c:pt>
              <c:pt idx="22">
                <c:v>3.006659157404723</c:v>
              </c:pt>
              <c:pt idx="23">
                <c:v>3.006659157404723</c:v>
              </c:pt>
              <c:pt idx="24">
                <c:v>3.006659157404723</c:v>
              </c:pt>
              <c:pt idx="25">
                <c:v>3.006659157404723</c:v>
              </c:pt>
              <c:pt idx="26">
                <c:v>3.006659157404723</c:v>
              </c:pt>
              <c:pt idx="27">
                <c:v>3.006659157404723</c:v>
              </c:pt>
              <c:pt idx="28">
                <c:v>3.006659157404723</c:v>
              </c:pt>
              <c:pt idx="29">
                <c:v>3.006659157404723</c:v>
              </c:pt>
              <c:pt idx="30">
                <c:v>3.006659157404723</c:v>
              </c:pt>
              <c:pt idx="31">
                <c:v>3.006659157404723</c:v>
              </c:pt>
              <c:pt idx="32">
                <c:v>3.006659157404723</c:v>
              </c:pt>
              <c:pt idx="33">
                <c:v>3.006659157404723</c:v>
              </c:pt>
              <c:pt idx="34">
                <c:v>3.006659157404723</c:v>
              </c:pt>
              <c:pt idx="35">
                <c:v>3.006659157404723</c:v>
              </c:pt>
              <c:pt idx="36">
                <c:v>3.006659157404723</c:v>
              </c:pt>
              <c:pt idx="37">
                <c:v>3.006659157404723</c:v>
              </c:pt>
              <c:pt idx="38">
                <c:v>3.006659157404723</c:v>
              </c:pt>
              <c:pt idx="39">
                <c:v>3.006659157404723</c:v>
              </c:pt>
              <c:pt idx="40">
                <c:v>3.006659157404723</c:v>
              </c:pt>
              <c:pt idx="41">
                <c:v>3.006659157404723</c:v>
              </c:pt>
              <c:pt idx="42">
                <c:v>3.006659157404723</c:v>
              </c:pt>
              <c:pt idx="43">
                <c:v>3.006659157404723</c:v>
              </c:pt>
              <c:pt idx="44">
                <c:v>3.006659157404723</c:v>
              </c:pt>
              <c:pt idx="45">
                <c:v>3.006659157404723</c:v>
              </c:pt>
              <c:pt idx="46">
                <c:v>3.006659157404723</c:v>
              </c:pt>
              <c:pt idx="47">
                <c:v>3.006659157404723</c:v>
              </c:pt>
              <c:pt idx="48">
                <c:v>3.006659157404723</c:v>
              </c:pt>
              <c:pt idx="49">
                <c:v>3.006659157404723</c:v>
              </c:pt>
              <c:pt idx="50">
                <c:v>3.006659157404723</c:v>
              </c:pt>
              <c:pt idx="51">
                <c:v>3.006659157404723</c:v>
              </c:pt>
              <c:pt idx="52">
                <c:v>3.006659157404723</c:v>
              </c:pt>
              <c:pt idx="53">
                <c:v>3.006659157404723</c:v>
              </c:pt>
              <c:pt idx="54">
                <c:v>3.006659157404723</c:v>
              </c:pt>
              <c:pt idx="55">
                <c:v>3.006659157404723</c:v>
              </c:pt>
              <c:pt idx="56">
                <c:v>3.006659157404723</c:v>
              </c:pt>
              <c:pt idx="57">
                <c:v>3.006659157404723</c:v>
              </c:pt>
              <c:pt idx="58">
                <c:v>3.006659157404723</c:v>
              </c:pt>
              <c:pt idx="59">
                <c:v>3.006659157404723</c:v>
              </c:pt>
              <c:pt idx="60">
                <c:v>3.006659157404723</c:v>
              </c:pt>
              <c:pt idx="61">
                <c:v>3.006659157404723</c:v>
              </c:pt>
              <c:pt idx="62">
                <c:v>3.006659157404723</c:v>
              </c:pt>
              <c:pt idx="63">
                <c:v>3.006659157404723</c:v>
              </c:pt>
              <c:pt idx="64">
                <c:v>3.006659157404723</c:v>
              </c:pt>
              <c:pt idx="65">
                <c:v>3.006659157404723</c:v>
              </c:pt>
              <c:pt idx="66">
                <c:v>3.006659157404723</c:v>
              </c:pt>
              <c:pt idx="67">
                <c:v>3.006659157404723</c:v>
              </c:pt>
              <c:pt idx="68">
                <c:v>3.006659157404723</c:v>
              </c:pt>
              <c:pt idx="69">
                <c:v>3.006659157404723</c:v>
              </c:pt>
              <c:pt idx="70">
                <c:v>3.006659157404723</c:v>
              </c:pt>
              <c:pt idx="71">
                <c:v>3.006659157404723</c:v>
              </c:pt>
              <c:pt idx="72">
                <c:v>3.006659157404723</c:v>
              </c:pt>
              <c:pt idx="73">
                <c:v>3.006659157404723</c:v>
              </c:pt>
              <c:pt idx="74">
                <c:v>3.006659157404723</c:v>
              </c:pt>
              <c:pt idx="75">
                <c:v>3.006659157404723</c:v>
              </c:pt>
              <c:pt idx="76">
                <c:v>3.006659157404723</c:v>
              </c:pt>
              <c:pt idx="77">
                <c:v>3.006659157404723</c:v>
              </c:pt>
              <c:pt idx="78">
                <c:v>3.006659157404723</c:v>
              </c:pt>
              <c:pt idx="79">
                <c:v>3.006659157404723</c:v>
              </c:pt>
              <c:pt idx="80">
                <c:v>3.006659157404723</c:v>
              </c:pt>
              <c:pt idx="81">
                <c:v>3.006659157404723</c:v>
              </c:pt>
              <c:pt idx="82">
                <c:v>3.006659157404723</c:v>
              </c:pt>
              <c:pt idx="83">
                <c:v>3.006659157404723</c:v>
              </c:pt>
              <c:pt idx="84">
                <c:v>3.006659157404723</c:v>
              </c:pt>
              <c:pt idx="85">
                <c:v>3.006659157404723</c:v>
              </c:pt>
              <c:pt idx="86">
                <c:v>3.006659157404723</c:v>
              </c:pt>
              <c:pt idx="87">
                <c:v>3.006659157404723</c:v>
              </c:pt>
              <c:pt idx="88">
                <c:v>3.006659157404723</c:v>
              </c:pt>
              <c:pt idx="89">
                <c:v>3.006659157404723</c:v>
              </c:pt>
              <c:pt idx="90">
                <c:v>3.006659157404723</c:v>
              </c:pt>
              <c:pt idx="91">
                <c:v>3.006659157404723</c:v>
              </c:pt>
              <c:pt idx="92">
                <c:v>3.006659157404723</c:v>
              </c:pt>
              <c:pt idx="93">
                <c:v>3.006659157404723</c:v>
              </c:pt>
              <c:pt idx="94">
                <c:v>3.006659157404723</c:v>
              </c:pt>
              <c:pt idx="95">
                <c:v>3.006659157404723</c:v>
              </c:pt>
              <c:pt idx="96">
                <c:v>3.006659157404723</c:v>
              </c:pt>
              <c:pt idx="97">
                <c:v>3.006659157404723</c:v>
              </c:pt>
              <c:pt idx="98">
                <c:v>3.006659157404723</c:v>
              </c:pt>
              <c:pt idx="99">
                <c:v>3.006659157404723</c:v>
              </c:pt>
              <c:pt idx="100">
                <c:v>3.006659157404723</c:v>
              </c:pt>
              <c:pt idx="101">
                <c:v>3.006659157404723</c:v>
              </c:pt>
              <c:pt idx="102">
                <c:v>3.006659157404723</c:v>
              </c:pt>
              <c:pt idx="103">
                <c:v>3.006659157404723</c:v>
              </c:pt>
              <c:pt idx="104">
                <c:v>3.006659157404723</c:v>
              </c:pt>
              <c:pt idx="105">
                <c:v>3.006659157404723</c:v>
              </c:pt>
              <c:pt idx="106">
                <c:v>3.006659157404723</c:v>
              </c:pt>
              <c:pt idx="107">
                <c:v>3.006659157404723</c:v>
              </c:pt>
              <c:pt idx="108">
                <c:v>3.006659157404723</c:v>
              </c:pt>
              <c:pt idx="109">
                <c:v>3.006659157404723</c:v>
              </c:pt>
              <c:pt idx="110">
                <c:v>3.006659157404723</c:v>
              </c:pt>
              <c:pt idx="111">
                <c:v>3.006659157404723</c:v>
              </c:pt>
              <c:pt idx="112">
                <c:v>3.006659157404723</c:v>
              </c:pt>
              <c:pt idx="113">
                <c:v>3.006659157404723</c:v>
              </c:pt>
              <c:pt idx="114">
                <c:v>3.006659157404723</c:v>
              </c:pt>
              <c:pt idx="115">
                <c:v>3.006659157404723</c:v>
              </c:pt>
              <c:pt idx="116">
                <c:v>3.006659157404723</c:v>
              </c:pt>
              <c:pt idx="117">
                <c:v>3.006659157404723</c:v>
              </c:pt>
              <c:pt idx="118">
                <c:v>3.006659157404723</c:v>
              </c:pt>
              <c:pt idx="119">
                <c:v>3.006659157404723</c:v>
              </c:pt>
              <c:pt idx="120">
                <c:v>3.006659157404723</c:v>
              </c:pt>
              <c:pt idx="121">
                <c:v>3.006659157404723</c:v>
              </c:pt>
              <c:pt idx="122">
                <c:v>3.006659157404723</c:v>
              </c:pt>
              <c:pt idx="123">
                <c:v>3.006659157404723</c:v>
              </c:pt>
              <c:pt idx="124">
                <c:v>3.006659157404723</c:v>
              </c:pt>
              <c:pt idx="125">
                <c:v>3.006659157404723</c:v>
              </c:pt>
              <c:pt idx="126">
                <c:v>3.006659157404723</c:v>
              </c:pt>
              <c:pt idx="127">
                <c:v>3.006659157404723</c:v>
              </c:pt>
              <c:pt idx="128">
                <c:v>3.006659157404723</c:v>
              </c:pt>
              <c:pt idx="129">
                <c:v>3.006659157404723</c:v>
              </c:pt>
              <c:pt idx="130">
                <c:v>3.006659157404723</c:v>
              </c:pt>
              <c:pt idx="131">
                <c:v>3.006659157404723</c:v>
              </c:pt>
              <c:pt idx="132">
                <c:v>3.006659157404723</c:v>
              </c:pt>
              <c:pt idx="133">
                <c:v>3.006659157404723</c:v>
              </c:pt>
              <c:pt idx="134">
                <c:v>3.006659157404723</c:v>
              </c:pt>
              <c:pt idx="135">
                <c:v>3.006659157404723</c:v>
              </c:pt>
              <c:pt idx="136">
                <c:v>3.006659157404723</c:v>
              </c:pt>
              <c:pt idx="137">
                <c:v>3.006659157404723</c:v>
              </c:pt>
              <c:pt idx="138">
                <c:v>3.006659157404723</c:v>
              </c:pt>
              <c:pt idx="139">
                <c:v>3.006659157404723</c:v>
              </c:pt>
              <c:pt idx="140">
                <c:v>3.006659157404723</c:v>
              </c:pt>
              <c:pt idx="141">
                <c:v>3.006659157404723</c:v>
              </c:pt>
              <c:pt idx="142">
                <c:v>3.006659157404723</c:v>
              </c:pt>
              <c:pt idx="143">
                <c:v>3.006659157404723</c:v>
              </c:pt>
              <c:pt idx="144">
                <c:v>3.006659157404723</c:v>
              </c:pt>
              <c:pt idx="145">
                <c:v>3.006659157404723</c:v>
              </c:pt>
              <c:pt idx="146">
                <c:v>3.006659157404723</c:v>
              </c:pt>
              <c:pt idx="147">
                <c:v>3.006659157404723</c:v>
              </c:pt>
              <c:pt idx="148">
                <c:v>3.006659157404723</c:v>
              </c:pt>
              <c:pt idx="149">
                <c:v>3.006659157404723</c:v>
              </c:pt>
              <c:pt idx="150">
                <c:v>3.006659157404723</c:v>
              </c:pt>
              <c:pt idx="151">
                <c:v>3.006659157404723</c:v>
              </c:pt>
              <c:pt idx="152">
                <c:v>3.006659157404723</c:v>
              </c:pt>
              <c:pt idx="153">
                <c:v>3.006659157404723</c:v>
              </c:pt>
              <c:pt idx="154">
                <c:v>3.006659157404723</c:v>
              </c:pt>
              <c:pt idx="155">
                <c:v>3.006659157404723</c:v>
              </c:pt>
              <c:pt idx="156">
                <c:v>3.006659157404723</c:v>
              </c:pt>
              <c:pt idx="157">
                <c:v>3.006659157404723</c:v>
              </c:pt>
              <c:pt idx="158">
                <c:v>3.006659157404723</c:v>
              </c:pt>
              <c:pt idx="159">
                <c:v>3.006659157404723</c:v>
              </c:pt>
              <c:pt idx="160">
                <c:v>3.006659157404723</c:v>
              </c:pt>
              <c:pt idx="161">
                <c:v>3.006659157404723</c:v>
              </c:pt>
              <c:pt idx="162">
                <c:v>3.006659157404723</c:v>
              </c:pt>
              <c:pt idx="163">
                <c:v>3.006659157404723</c:v>
              </c:pt>
              <c:pt idx="164">
                <c:v>3.006659157404723</c:v>
              </c:pt>
              <c:pt idx="165">
                <c:v>3.006659157404723</c:v>
              </c:pt>
              <c:pt idx="166">
                <c:v>3.006659157404723</c:v>
              </c:pt>
              <c:pt idx="167">
                <c:v>3.006659157404723</c:v>
              </c:pt>
              <c:pt idx="168">
                <c:v>3.006659157404723</c:v>
              </c:pt>
              <c:pt idx="169">
                <c:v>3.006659157404723</c:v>
              </c:pt>
              <c:pt idx="170">
                <c:v>3.006659157404723</c:v>
              </c:pt>
              <c:pt idx="171">
                <c:v>3.006659157404723</c:v>
              </c:pt>
              <c:pt idx="172">
                <c:v>3.006659157404723</c:v>
              </c:pt>
              <c:pt idx="173">
                <c:v>3.006659157404723</c:v>
              </c:pt>
              <c:pt idx="174">
                <c:v>3.006659157404723</c:v>
              </c:pt>
              <c:pt idx="175">
                <c:v>3.006659157404723</c:v>
              </c:pt>
              <c:pt idx="176">
                <c:v>3.006659157404723</c:v>
              </c:pt>
              <c:pt idx="177">
                <c:v>3.006659157404723</c:v>
              </c:pt>
              <c:pt idx="178">
                <c:v>3.006659157404723</c:v>
              </c:pt>
              <c:pt idx="179">
                <c:v>3.006659157404723</c:v>
              </c:pt>
              <c:pt idx="180">
                <c:v>3.006659157404723</c:v>
              </c:pt>
              <c:pt idx="181">
                <c:v>3.006659157404723</c:v>
              </c:pt>
              <c:pt idx="182">
                <c:v>3.006659157404723</c:v>
              </c:pt>
              <c:pt idx="183">
                <c:v>3.006659157404723</c:v>
              </c:pt>
              <c:pt idx="184">
                <c:v>3.006659157404723</c:v>
              </c:pt>
              <c:pt idx="185">
                <c:v>3.006659157404723</c:v>
              </c:pt>
              <c:pt idx="186">
                <c:v>3.006659157404723</c:v>
              </c:pt>
              <c:pt idx="187">
                <c:v>3.006659157404723</c:v>
              </c:pt>
              <c:pt idx="188">
                <c:v>3.006659157404723</c:v>
              </c:pt>
              <c:pt idx="189">
                <c:v>3.006659157404723</c:v>
              </c:pt>
              <c:pt idx="190">
                <c:v>3.006659157404723</c:v>
              </c:pt>
              <c:pt idx="191">
                <c:v>3.006659157404723</c:v>
              </c:pt>
              <c:pt idx="192">
                <c:v>3.006659157404723</c:v>
              </c:pt>
              <c:pt idx="193">
                <c:v>3.006659157404723</c:v>
              </c:pt>
              <c:pt idx="194">
                <c:v>3.006659157404723</c:v>
              </c:pt>
              <c:pt idx="195">
                <c:v>3.006659157404723</c:v>
              </c:pt>
              <c:pt idx="196">
                <c:v>3.006659157404723</c:v>
              </c:pt>
              <c:pt idx="197">
                <c:v>3.006659157404723</c:v>
              </c:pt>
              <c:pt idx="198">
                <c:v>3.006659157404723</c:v>
              </c:pt>
              <c:pt idx="199">
                <c:v>3.006659157404723</c:v>
              </c:pt>
              <c:pt idx="200">
                <c:v>3.006659157404723</c:v>
              </c:pt>
              <c:pt idx="201">
                <c:v>3.006659157404723</c:v>
              </c:pt>
              <c:pt idx="202">
                <c:v>3.006659157404723</c:v>
              </c:pt>
              <c:pt idx="203">
                <c:v>3.006659157404723</c:v>
              </c:pt>
              <c:pt idx="204">
                <c:v>3.006659157404723</c:v>
              </c:pt>
              <c:pt idx="205">
                <c:v>3.006659157404723</c:v>
              </c:pt>
              <c:pt idx="206">
                <c:v>3.006659157404723</c:v>
              </c:pt>
              <c:pt idx="207">
                <c:v>3.006659157404723</c:v>
              </c:pt>
              <c:pt idx="208">
                <c:v>3.006659157404723</c:v>
              </c:pt>
              <c:pt idx="209">
                <c:v>3.006659157404723</c:v>
              </c:pt>
              <c:pt idx="210">
                <c:v>3.006659157404723</c:v>
              </c:pt>
              <c:pt idx="211">
                <c:v>3.006659157404723</c:v>
              </c:pt>
              <c:pt idx="212">
                <c:v>3.006659157404723</c:v>
              </c:pt>
              <c:pt idx="213">
                <c:v>3.006659157404723</c:v>
              </c:pt>
              <c:pt idx="214">
                <c:v>3.006659157404723</c:v>
              </c:pt>
              <c:pt idx="215">
                <c:v>3.006659157404723</c:v>
              </c:pt>
              <c:pt idx="216">
                <c:v>3.006659157404723</c:v>
              </c:pt>
              <c:pt idx="217">
                <c:v>3.006659157404723</c:v>
              </c:pt>
              <c:pt idx="218">
                <c:v>3.006659157404723</c:v>
              </c:pt>
              <c:pt idx="219">
                <c:v>3.006659157404723</c:v>
              </c:pt>
              <c:pt idx="220">
                <c:v>3.006659157404723</c:v>
              </c:pt>
              <c:pt idx="221">
                <c:v>3.006659157404723</c:v>
              </c:pt>
              <c:pt idx="222">
                <c:v>3.006659157404723</c:v>
              </c:pt>
              <c:pt idx="223">
                <c:v>3.006659157404723</c:v>
              </c:pt>
              <c:pt idx="224">
                <c:v>3.006659157404723</c:v>
              </c:pt>
              <c:pt idx="225">
                <c:v>3.006659157404723</c:v>
              </c:pt>
              <c:pt idx="226">
                <c:v>3.006659157404723</c:v>
              </c:pt>
              <c:pt idx="227">
                <c:v>3.006659157404723</c:v>
              </c:pt>
              <c:pt idx="228">
                <c:v>3.006659157404723</c:v>
              </c:pt>
              <c:pt idx="229">
                <c:v>3.006659157404723</c:v>
              </c:pt>
              <c:pt idx="230">
                <c:v>3.006659157404723</c:v>
              </c:pt>
              <c:pt idx="231">
                <c:v>3.006659157404723</c:v>
              </c:pt>
              <c:pt idx="232">
                <c:v>3.006659157404723</c:v>
              </c:pt>
              <c:pt idx="233">
                <c:v>3.006659157404723</c:v>
              </c:pt>
              <c:pt idx="234">
                <c:v>3.006659157404723</c:v>
              </c:pt>
              <c:pt idx="235">
                <c:v>3.006659157404723</c:v>
              </c:pt>
              <c:pt idx="236">
                <c:v>3.006659157404723</c:v>
              </c:pt>
              <c:pt idx="237">
                <c:v>3.006659157404723</c:v>
              </c:pt>
              <c:pt idx="238">
                <c:v>3.006659157404723</c:v>
              </c:pt>
              <c:pt idx="239">
                <c:v>3.006659157404723</c:v>
              </c:pt>
              <c:pt idx="240">
                <c:v>3.006659157404723</c:v>
              </c:pt>
              <c:pt idx="241">
                <c:v>3.006659157404723</c:v>
              </c:pt>
              <c:pt idx="242">
                <c:v>3.006659157404723</c:v>
              </c:pt>
              <c:pt idx="243">
                <c:v>3.006659157404723</c:v>
              </c:pt>
              <c:pt idx="244">
                <c:v>3.006659157404723</c:v>
              </c:pt>
              <c:pt idx="245">
                <c:v>3.006659157404723</c:v>
              </c:pt>
              <c:pt idx="246">
                <c:v>3.006659157404723</c:v>
              </c:pt>
              <c:pt idx="247">
                <c:v>3.006659157404723</c:v>
              </c:pt>
              <c:pt idx="248">
                <c:v>3.006659157404723</c:v>
              </c:pt>
              <c:pt idx="249">
                <c:v>3.006659157404723</c:v>
              </c:pt>
              <c:pt idx="250">
                <c:v>3.006659157404723</c:v>
              </c:pt>
              <c:pt idx="251">
                <c:v>3.006659157404723</c:v>
              </c:pt>
              <c:pt idx="252">
                <c:v>3.006659157404723</c:v>
              </c:pt>
              <c:pt idx="253">
                <c:v>3.006659157404723</c:v>
              </c:pt>
              <c:pt idx="254">
                <c:v>3.006659157404723</c:v>
              </c:pt>
              <c:pt idx="255">
                <c:v>3.006659157404723</c:v>
              </c:pt>
              <c:pt idx="256">
                <c:v>3.006659157404723</c:v>
              </c:pt>
              <c:pt idx="257">
                <c:v>3.006659157404723</c:v>
              </c:pt>
              <c:pt idx="258">
                <c:v>3.006659157404723</c:v>
              </c:pt>
              <c:pt idx="259">
                <c:v>3.006659157404723</c:v>
              </c:pt>
              <c:pt idx="260">
                <c:v>3.006659157404723</c:v>
              </c:pt>
              <c:pt idx="261">
                <c:v>3.006659157404723</c:v>
              </c:pt>
              <c:pt idx="262">
                <c:v>3.006659157404723</c:v>
              </c:pt>
              <c:pt idx="263">
                <c:v>3.006659157404723</c:v>
              </c:pt>
              <c:pt idx="264">
                <c:v>3.006659157404723</c:v>
              </c:pt>
              <c:pt idx="265">
                <c:v>3.006659157404723</c:v>
              </c:pt>
              <c:pt idx="266">
                <c:v>3.006659157404723</c:v>
              </c:pt>
              <c:pt idx="267">
                <c:v>3.006659157404723</c:v>
              </c:pt>
              <c:pt idx="268">
                <c:v>3.006659157404723</c:v>
              </c:pt>
              <c:pt idx="269">
                <c:v>3.006659157404723</c:v>
              </c:pt>
              <c:pt idx="270">
                <c:v>3.006659157404723</c:v>
              </c:pt>
              <c:pt idx="271">
                <c:v>3.006659157404723</c:v>
              </c:pt>
              <c:pt idx="272">
                <c:v>3.006659157404723</c:v>
              </c:pt>
              <c:pt idx="273">
                <c:v>3.006659157404723</c:v>
              </c:pt>
              <c:pt idx="274">
                <c:v>3.006659157404723</c:v>
              </c:pt>
              <c:pt idx="275">
                <c:v>3.006659157404723</c:v>
              </c:pt>
              <c:pt idx="276">
                <c:v>3.006659157404723</c:v>
              </c:pt>
              <c:pt idx="277">
                <c:v>3.006659157404723</c:v>
              </c:pt>
              <c:pt idx="278">
                <c:v>3.006659157404723</c:v>
              </c:pt>
              <c:pt idx="279">
                <c:v>3.006659157404723</c:v>
              </c:pt>
              <c:pt idx="280">
                <c:v>3.006659157404723</c:v>
              </c:pt>
              <c:pt idx="281">
                <c:v>3.006659157404723</c:v>
              </c:pt>
              <c:pt idx="282">
                <c:v>3.006659157404723</c:v>
              </c:pt>
              <c:pt idx="283">
                <c:v>3.006659157404723</c:v>
              </c:pt>
              <c:pt idx="284">
                <c:v>3.006659157404723</c:v>
              </c:pt>
              <c:pt idx="285">
                <c:v>3.006659157404723</c:v>
              </c:pt>
              <c:pt idx="286">
                <c:v>3.006659157404723</c:v>
              </c:pt>
              <c:pt idx="287">
                <c:v>3.006659157404723</c:v>
              </c:pt>
              <c:pt idx="288">
                <c:v>3.006659157404723</c:v>
              </c:pt>
              <c:pt idx="289">
                <c:v>3.006659157404723</c:v>
              </c:pt>
              <c:pt idx="290">
                <c:v>3.006659157404723</c:v>
              </c:pt>
              <c:pt idx="291">
                <c:v>3.006659157404723</c:v>
              </c:pt>
              <c:pt idx="292">
                <c:v>3.006659157404723</c:v>
              </c:pt>
              <c:pt idx="293">
                <c:v>3.006659157404723</c:v>
              </c:pt>
              <c:pt idx="294">
                <c:v>3.006659157404723</c:v>
              </c:pt>
              <c:pt idx="295">
                <c:v>3.006659157404723</c:v>
              </c:pt>
              <c:pt idx="296">
                <c:v>3.006659157404723</c:v>
              </c:pt>
              <c:pt idx="297">
                <c:v>3.006659157404723</c:v>
              </c:pt>
              <c:pt idx="298">
                <c:v>3.006659157404723</c:v>
              </c:pt>
              <c:pt idx="299">
                <c:v>3.006659157404723</c:v>
              </c:pt>
              <c:pt idx="300">
                <c:v>3.006659157404723</c:v>
              </c:pt>
              <c:pt idx="301">
                <c:v>3.006659157404723</c:v>
              </c:pt>
              <c:pt idx="302">
                <c:v>3.006659157404723</c:v>
              </c:pt>
              <c:pt idx="303">
                <c:v>3.006659157404723</c:v>
              </c:pt>
              <c:pt idx="304">
                <c:v>3.006659157404723</c:v>
              </c:pt>
              <c:pt idx="305">
                <c:v>3.006659157404723</c:v>
              </c:pt>
              <c:pt idx="306">
                <c:v>3.006659157404723</c:v>
              </c:pt>
              <c:pt idx="307">
                <c:v>3.006659157404723</c:v>
              </c:pt>
              <c:pt idx="308">
                <c:v>3.006659157404723</c:v>
              </c:pt>
              <c:pt idx="309">
                <c:v>3.006659157404723</c:v>
              </c:pt>
              <c:pt idx="310">
                <c:v>3.006659157404723</c:v>
              </c:pt>
              <c:pt idx="311">
                <c:v>3.006659157404723</c:v>
              </c:pt>
              <c:pt idx="312">
                <c:v>3.006659157404723</c:v>
              </c:pt>
              <c:pt idx="313">
                <c:v>3.006659157404723</c:v>
              </c:pt>
              <c:pt idx="314">
                <c:v>3.006659157404723</c:v>
              </c:pt>
              <c:pt idx="315">
                <c:v>3.006659157404723</c:v>
              </c:pt>
              <c:pt idx="316">
                <c:v>3.006659157404723</c:v>
              </c:pt>
              <c:pt idx="317">
                <c:v>3.006659157404723</c:v>
              </c:pt>
              <c:pt idx="318">
                <c:v>3.006659157404723</c:v>
              </c:pt>
              <c:pt idx="319">
                <c:v>3.006659157404723</c:v>
              </c:pt>
              <c:pt idx="320">
                <c:v>3.006659157404723</c:v>
              </c:pt>
              <c:pt idx="321">
                <c:v>3.006659157404723</c:v>
              </c:pt>
              <c:pt idx="322">
                <c:v>3.006659157404723</c:v>
              </c:pt>
              <c:pt idx="323">
                <c:v>3.006659157404723</c:v>
              </c:pt>
              <c:pt idx="324">
                <c:v>3.006659157404723</c:v>
              </c:pt>
              <c:pt idx="325">
                <c:v>3.006659157404723</c:v>
              </c:pt>
              <c:pt idx="326">
                <c:v>3.006659157404723</c:v>
              </c:pt>
              <c:pt idx="327">
                <c:v>3.006659157404723</c:v>
              </c:pt>
              <c:pt idx="328">
                <c:v>3.006659157404723</c:v>
              </c:pt>
              <c:pt idx="329">
                <c:v>3.006659157404723</c:v>
              </c:pt>
              <c:pt idx="330">
                <c:v>3.006659157404723</c:v>
              </c:pt>
              <c:pt idx="331">
                <c:v>3.006659157404723</c:v>
              </c:pt>
              <c:pt idx="332">
                <c:v>3.006659157404723</c:v>
              </c:pt>
              <c:pt idx="333">
                <c:v>3.006659157404723</c:v>
              </c:pt>
              <c:pt idx="334">
                <c:v>3.006659157404723</c:v>
              </c:pt>
              <c:pt idx="335">
                <c:v>3.006659157404723</c:v>
              </c:pt>
              <c:pt idx="336">
                <c:v>3.006659157404723</c:v>
              </c:pt>
              <c:pt idx="337">
                <c:v>3.006659157404723</c:v>
              </c:pt>
              <c:pt idx="338">
                <c:v>3.006659157404723</c:v>
              </c:pt>
              <c:pt idx="339">
                <c:v>3.006659157404723</c:v>
              </c:pt>
              <c:pt idx="340">
                <c:v>3.006659157404723</c:v>
              </c:pt>
              <c:pt idx="341">
                <c:v>3.006659157404723</c:v>
              </c:pt>
              <c:pt idx="342">
                <c:v>3.006659157404723</c:v>
              </c:pt>
              <c:pt idx="343">
                <c:v>3.006659157404723</c:v>
              </c:pt>
              <c:pt idx="344">
                <c:v>3.006659157404723</c:v>
              </c:pt>
              <c:pt idx="345">
                <c:v>3.006659157404723</c:v>
              </c:pt>
              <c:pt idx="346">
                <c:v>3.006659157404723</c:v>
              </c:pt>
              <c:pt idx="347">
                <c:v>3.006659157404723</c:v>
              </c:pt>
              <c:pt idx="348">
                <c:v>3.006659157404723</c:v>
              </c:pt>
              <c:pt idx="349">
                <c:v>3.006659157404723</c:v>
              </c:pt>
              <c:pt idx="350">
                <c:v>3.006659157404723</c:v>
              </c:pt>
              <c:pt idx="351">
                <c:v>3.006659157404723</c:v>
              </c:pt>
              <c:pt idx="352">
                <c:v>3.006659157404723</c:v>
              </c:pt>
              <c:pt idx="353">
                <c:v>3.006659157404723</c:v>
              </c:pt>
              <c:pt idx="354">
                <c:v>3.006659157404723</c:v>
              </c:pt>
              <c:pt idx="355">
                <c:v>3.006659157404723</c:v>
              </c:pt>
              <c:pt idx="356">
                <c:v>3.006659157404723</c:v>
              </c:pt>
              <c:pt idx="357">
                <c:v>3.006659157404723</c:v>
              </c:pt>
              <c:pt idx="358">
                <c:v>3.006659157404723</c:v>
              </c:pt>
              <c:pt idx="359">
                <c:v>3.006659157404723</c:v>
              </c:pt>
              <c:pt idx="360">
                <c:v>3.006659157404723</c:v>
              </c:pt>
              <c:pt idx="361">
                <c:v>3.006659157404723</c:v>
              </c:pt>
              <c:pt idx="362">
                <c:v>3.006659157404723</c:v>
              </c:pt>
              <c:pt idx="363">
                <c:v>3.006659157404723</c:v>
              </c:pt>
              <c:pt idx="364">
                <c:v>3.006659157404723</c:v>
              </c:pt>
              <c:pt idx="365">
                <c:v>3.006659157404723</c:v>
              </c:pt>
              <c:pt idx="366">
                <c:v>3.006659157404723</c:v>
              </c:pt>
              <c:pt idx="367">
                <c:v>3.006659157404723</c:v>
              </c:pt>
              <c:pt idx="368">
                <c:v>3.006659157404723</c:v>
              </c:pt>
              <c:pt idx="369">
                <c:v>3.006659157404723</c:v>
              </c:pt>
              <c:pt idx="370">
                <c:v>3.006659157404723</c:v>
              </c:pt>
              <c:pt idx="371">
                <c:v>3.006659157404723</c:v>
              </c:pt>
              <c:pt idx="372">
                <c:v>3.006659157404723</c:v>
              </c:pt>
              <c:pt idx="373">
                <c:v>3.006659157404723</c:v>
              </c:pt>
              <c:pt idx="374">
                <c:v>3.006659157404723</c:v>
              </c:pt>
              <c:pt idx="375">
                <c:v>3.006659157404723</c:v>
              </c:pt>
              <c:pt idx="376">
                <c:v>3.006659157404723</c:v>
              </c:pt>
              <c:pt idx="377">
                <c:v>3.006659157404723</c:v>
              </c:pt>
              <c:pt idx="378">
                <c:v>3.006659157404723</c:v>
              </c:pt>
              <c:pt idx="379">
                <c:v>3.006659157404723</c:v>
              </c:pt>
              <c:pt idx="380">
                <c:v>3.006659157404723</c:v>
              </c:pt>
              <c:pt idx="381">
                <c:v>3.006659157404723</c:v>
              </c:pt>
              <c:pt idx="382">
                <c:v>3.006659157404723</c:v>
              </c:pt>
              <c:pt idx="383">
                <c:v>3.006659157404723</c:v>
              </c:pt>
              <c:pt idx="384">
                <c:v>3.006659157404723</c:v>
              </c:pt>
              <c:pt idx="385">
                <c:v>3.006659157404723</c:v>
              </c:pt>
              <c:pt idx="386">
                <c:v>3.006659157404723</c:v>
              </c:pt>
              <c:pt idx="387">
                <c:v>3.006659157404723</c:v>
              </c:pt>
              <c:pt idx="388">
                <c:v>3.006659157404723</c:v>
              </c:pt>
              <c:pt idx="389">
                <c:v>3.006659157404723</c:v>
              </c:pt>
              <c:pt idx="390">
                <c:v>3.006659157404723</c:v>
              </c:pt>
              <c:pt idx="391">
                <c:v>3.006659157404723</c:v>
              </c:pt>
              <c:pt idx="392">
                <c:v>3.006659157404723</c:v>
              </c:pt>
              <c:pt idx="393">
                <c:v>3.006659157404723</c:v>
              </c:pt>
              <c:pt idx="394">
                <c:v>3.006659157404723</c:v>
              </c:pt>
              <c:pt idx="395">
                <c:v>3.006659157404723</c:v>
              </c:pt>
              <c:pt idx="396">
                <c:v>3.006659157404723</c:v>
              </c:pt>
              <c:pt idx="397">
                <c:v>3.006659157404723</c:v>
              </c:pt>
              <c:pt idx="398">
                <c:v>3.006659157404723</c:v>
              </c:pt>
              <c:pt idx="399">
                <c:v>3.006659157404723</c:v>
              </c:pt>
              <c:pt idx="400">
                <c:v>3.006659157404723</c:v>
              </c:pt>
              <c:pt idx="401">
                <c:v>3.006659157404723</c:v>
              </c:pt>
              <c:pt idx="402">
                <c:v>3.006659157404723</c:v>
              </c:pt>
              <c:pt idx="403">
                <c:v>3.006659157404723</c:v>
              </c:pt>
              <c:pt idx="404">
                <c:v>3.006659157404723</c:v>
              </c:pt>
              <c:pt idx="405">
                <c:v>3.006659157404723</c:v>
              </c:pt>
              <c:pt idx="406">
                <c:v>3.006659157404723</c:v>
              </c:pt>
              <c:pt idx="407">
                <c:v>3.006659157404723</c:v>
              </c:pt>
              <c:pt idx="408">
                <c:v>3.006659157404723</c:v>
              </c:pt>
              <c:pt idx="409">
                <c:v>3.006659157404723</c:v>
              </c:pt>
              <c:pt idx="410">
                <c:v>3.006659157404723</c:v>
              </c:pt>
              <c:pt idx="411">
                <c:v>3.006659157404723</c:v>
              </c:pt>
              <c:pt idx="412">
                <c:v>3.006659157404723</c:v>
              </c:pt>
              <c:pt idx="413">
                <c:v>3.006659157404723</c:v>
              </c:pt>
              <c:pt idx="414">
                <c:v>3.006659157404723</c:v>
              </c:pt>
              <c:pt idx="415">
                <c:v>3.006659157404723</c:v>
              </c:pt>
              <c:pt idx="416">
                <c:v>3.006659157404723</c:v>
              </c:pt>
              <c:pt idx="417">
                <c:v>3.006659157404723</c:v>
              </c:pt>
              <c:pt idx="418">
                <c:v>3.006659157404723</c:v>
              </c:pt>
              <c:pt idx="419">
                <c:v>3.006659157404723</c:v>
              </c:pt>
              <c:pt idx="420">
                <c:v>3.006659157404723</c:v>
              </c:pt>
              <c:pt idx="421">
                <c:v>3.006659157404723</c:v>
              </c:pt>
              <c:pt idx="422">
                <c:v>3.006659157404723</c:v>
              </c:pt>
              <c:pt idx="423">
                <c:v>3.006659157404723</c:v>
              </c:pt>
              <c:pt idx="424">
                <c:v>3.006659157404723</c:v>
              </c:pt>
              <c:pt idx="425">
                <c:v>3.006659157404723</c:v>
              </c:pt>
              <c:pt idx="426">
                <c:v>3.006659157404723</c:v>
              </c:pt>
              <c:pt idx="427">
                <c:v>3.006659157404723</c:v>
              </c:pt>
              <c:pt idx="428">
                <c:v>3.006659157404723</c:v>
              </c:pt>
              <c:pt idx="429">
                <c:v>3.006659157404723</c:v>
              </c:pt>
              <c:pt idx="430">
                <c:v>3.006659157404723</c:v>
              </c:pt>
              <c:pt idx="431">
                <c:v>3.006659157404723</c:v>
              </c:pt>
              <c:pt idx="432">
                <c:v>3.006659157404723</c:v>
              </c:pt>
              <c:pt idx="433">
                <c:v>3.006659157404723</c:v>
              </c:pt>
              <c:pt idx="434">
                <c:v>3.006659157404723</c:v>
              </c:pt>
              <c:pt idx="435">
                <c:v>3.006659157404723</c:v>
              </c:pt>
              <c:pt idx="436">
                <c:v>3.006659157404723</c:v>
              </c:pt>
              <c:pt idx="437">
                <c:v>3.006659157404723</c:v>
              </c:pt>
              <c:pt idx="438">
                <c:v>3.006659157404723</c:v>
              </c:pt>
              <c:pt idx="439">
                <c:v>3.006659157404723</c:v>
              </c:pt>
              <c:pt idx="440">
                <c:v>3.006659157404723</c:v>
              </c:pt>
              <c:pt idx="441">
                <c:v>3.006659157404723</c:v>
              </c:pt>
              <c:pt idx="442">
                <c:v>3.006659157404723</c:v>
              </c:pt>
              <c:pt idx="443">
                <c:v>3.006659157404723</c:v>
              </c:pt>
              <c:pt idx="444">
                <c:v>3.006659157404723</c:v>
              </c:pt>
              <c:pt idx="445">
                <c:v>3.006659157404723</c:v>
              </c:pt>
              <c:pt idx="446">
                <c:v>3.006659157404723</c:v>
              </c:pt>
              <c:pt idx="447">
                <c:v>3.006659157404723</c:v>
              </c:pt>
            </c:numLit>
          </c:yVal>
          <c:smooth val="0"/>
        </c:ser>
        <c:ser>
          <c:idx val="4"/>
          <c:order val="4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19.563867795215497</c:v>
              </c:pt>
              <c:pt idx="1">
                <c:v>19.649127471228862</c:v>
              </c:pt>
              <c:pt idx="2">
                <c:v>19.649127471228862</c:v>
              </c:pt>
              <c:pt idx="3">
                <c:v>19.649127471228862</c:v>
              </c:pt>
              <c:pt idx="4">
                <c:v>19.649127471228862</c:v>
              </c:pt>
              <c:pt idx="5">
                <c:v>19.649127471228862</c:v>
              </c:pt>
              <c:pt idx="6">
                <c:v>19.649127471228862</c:v>
              </c:pt>
              <c:pt idx="7">
                <c:v>19.649127471228862</c:v>
              </c:pt>
              <c:pt idx="8">
                <c:v>19.649127471228862</c:v>
              </c:pt>
              <c:pt idx="9">
                <c:v>19.649127471228862</c:v>
              </c:pt>
              <c:pt idx="10">
                <c:v>19.649127471228862</c:v>
              </c:pt>
              <c:pt idx="11">
                <c:v>19.649127471228862</c:v>
              </c:pt>
              <c:pt idx="12">
                <c:v>19.649127471228862</c:v>
              </c:pt>
              <c:pt idx="13">
                <c:v>19.649127471228862</c:v>
              </c:pt>
              <c:pt idx="14">
                <c:v>19.649127471228862</c:v>
              </c:pt>
              <c:pt idx="15">
                <c:v>19.649127471228862</c:v>
              </c:pt>
              <c:pt idx="16">
                <c:v>19.649127471228862</c:v>
              </c:pt>
              <c:pt idx="17">
                <c:v>19.649127471228862</c:v>
              </c:pt>
              <c:pt idx="18">
                <c:v>19.649127471228862</c:v>
              </c:pt>
              <c:pt idx="19">
                <c:v>19.649127471228862</c:v>
              </c:pt>
              <c:pt idx="20">
                <c:v>19.649127471228862</c:v>
              </c:pt>
              <c:pt idx="21">
                <c:v>19.649127471228862</c:v>
              </c:pt>
              <c:pt idx="22">
                <c:v>19.649127471228862</c:v>
              </c:pt>
              <c:pt idx="23">
                <c:v>19.649127471228862</c:v>
              </c:pt>
              <c:pt idx="24">
                <c:v>19.649127471228862</c:v>
              </c:pt>
              <c:pt idx="25">
                <c:v>19.649127471228862</c:v>
              </c:pt>
              <c:pt idx="26">
                <c:v>19.649127471228862</c:v>
              </c:pt>
              <c:pt idx="27">
                <c:v>19.649127471228862</c:v>
              </c:pt>
              <c:pt idx="28">
                <c:v>19.649127471228862</c:v>
              </c:pt>
              <c:pt idx="29">
                <c:v>19.649127471228862</c:v>
              </c:pt>
              <c:pt idx="30">
                <c:v>19.649127471228862</c:v>
              </c:pt>
              <c:pt idx="31">
                <c:v>19.649127471228862</c:v>
              </c:pt>
              <c:pt idx="32">
                <c:v>19.649127471228862</c:v>
              </c:pt>
              <c:pt idx="33">
                <c:v>19.649127471228862</c:v>
              </c:pt>
              <c:pt idx="34">
                <c:v>19.649127471228862</c:v>
              </c:pt>
              <c:pt idx="35">
                <c:v>19.649127471228862</c:v>
              </c:pt>
              <c:pt idx="36">
                <c:v>19.649127471228862</c:v>
              </c:pt>
              <c:pt idx="37">
                <c:v>19.649127471228862</c:v>
              </c:pt>
              <c:pt idx="38">
                <c:v>19.649127471228862</c:v>
              </c:pt>
              <c:pt idx="39">
                <c:v>19.649127471228862</c:v>
              </c:pt>
              <c:pt idx="40">
                <c:v>19.649127471228862</c:v>
              </c:pt>
              <c:pt idx="41">
                <c:v>19.649127471228862</c:v>
              </c:pt>
              <c:pt idx="42">
                <c:v>19.649127471228862</c:v>
              </c:pt>
              <c:pt idx="43">
                <c:v>19.649127471228862</c:v>
              </c:pt>
              <c:pt idx="44">
                <c:v>19.649127471228862</c:v>
              </c:pt>
              <c:pt idx="45">
                <c:v>19.649127471228862</c:v>
              </c:pt>
              <c:pt idx="46">
                <c:v>19.649127471228862</c:v>
              </c:pt>
              <c:pt idx="47">
                <c:v>19.649127471228862</c:v>
              </c:pt>
              <c:pt idx="48">
                <c:v>19.649127471228862</c:v>
              </c:pt>
              <c:pt idx="49">
                <c:v>19.649127471228862</c:v>
              </c:pt>
              <c:pt idx="50">
                <c:v>19.649127471228862</c:v>
              </c:pt>
              <c:pt idx="51">
                <c:v>19.649127471228862</c:v>
              </c:pt>
              <c:pt idx="52">
                <c:v>19.649127471228862</c:v>
              </c:pt>
              <c:pt idx="53">
                <c:v>19.649127471228862</c:v>
              </c:pt>
              <c:pt idx="54">
                <c:v>19.649127471228862</c:v>
              </c:pt>
              <c:pt idx="55">
                <c:v>19.649127471228862</c:v>
              </c:pt>
              <c:pt idx="56">
                <c:v>19.649127471228862</c:v>
              </c:pt>
              <c:pt idx="57">
                <c:v>19.649127471228862</c:v>
              </c:pt>
              <c:pt idx="58">
                <c:v>19.649127471228862</c:v>
              </c:pt>
              <c:pt idx="59">
                <c:v>19.649127471228862</c:v>
              </c:pt>
              <c:pt idx="60">
                <c:v>19.649127471228862</c:v>
              </c:pt>
              <c:pt idx="61">
                <c:v>19.649127471228862</c:v>
              </c:pt>
              <c:pt idx="62">
                <c:v>19.649127471228862</c:v>
              </c:pt>
              <c:pt idx="63">
                <c:v>19.649127471228862</c:v>
              </c:pt>
              <c:pt idx="64">
                <c:v>19.649127471228862</c:v>
              </c:pt>
              <c:pt idx="65">
                <c:v>19.649127471228862</c:v>
              </c:pt>
              <c:pt idx="66">
                <c:v>19.649127471228862</c:v>
              </c:pt>
              <c:pt idx="67">
                <c:v>19.649127471228862</c:v>
              </c:pt>
              <c:pt idx="68">
                <c:v>19.649127471228862</c:v>
              </c:pt>
              <c:pt idx="69">
                <c:v>19.649127471228862</c:v>
              </c:pt>
              <c:pt idx="70">
                <c:v>19.649127471228862</c:v>
              </c:pt>
              <c:pt idx="71">
                <c:v>19.649127471228862</c:v>
              </c:pt>
              <c:pt idx="72">
                <c:v>19.649127471228862</c:v>
              </c:pt>
              <c:pt idx="73">
                <c:v>19.649127471228862</c:v>
              </c:pt>
              <c:pt idx="74">
                <c:v>19.649127471228862</c:v>
              </c:pt>
              <c:pt idx="75">
                <c:v>19.649127471228862</c:v>
              </c:pt>
              <c:pt idx="76">
                <c:v>19.649127471228862</c:v>
              </c:pt>
              <c:pt idx="77">
                <c:v>19.649127471228862</c:v>
              </c:pt>
              <c:pt idx="78">
                <c:v>19.649127471228862</c:v>
              </c:pt>
              <c:pt idx="79">
                <c:v>19.649127471228862</c:v>
              </c:pt>
              <c:pt idx="80">
                <c:v>19.649127471228862</c:v>
              </c:pt>
              <c:pt idx="81">
                <c:v>19.649127471228862</c:v>
              </c:pt>
              <c:pt idx="82">
                <c:v>19.649127471228862</c:v>
              </c:pt>
              <c:pt idx="83">
                <c:v>19.649127471228862</c:v>
              </c:pt>
              <c:pt idx="84">
                <c:v>19.649127471228862</c:v>
              </c:pt>
              <c:pt idx="85">
                <c:v>19.649127471228862</c:v>
              </c:pt>
              <c:pt idx="86">
                <c:v>19.649127471228862</c:v>
              </c:pt>
              <c:pt idx="87">
                <c:v>19.649127471228862</c:v>
              </c:pt>
              <c:pt idx="88">
                <c:v>19.649127471228862</c:v>
              </c:pt>
              <c:pt idx="89">
                <c:v>19.649127471228862</c:v>
              </c:pt>
              <c:pt idx="90">
                <c:v>19.649127471228862</c:v>
              </c:pt>
              <c:pt idx="91">
                <c:v>19.649127471228862</c:v>
              </c:pt>
              <c:pt idx="92">
                <c:v>19.649127471228862</c:v>
              </c:pt>
              <c:pt idx="93">
                <c:v>19.649127471228862</c:v>
              </c:pt>
              <c:pt idx="94">
                <c:v>19.649127471228862</c:v>
              </c:pt>
              <c:pt idx="95">
                <c:v>19.649127471228862</c:v>
              </c:pt>
              <c:pt idx="96">
                <c:v>19.649127471228862</c:v>
              </c:pt>
              <c:pt idx="97">
                <c:v>19.649127471228862</c:v>
              </c:pt>
              <c:pt idx="98">
                <c:v>19.649127471228862</c:v>
              </c:pt>
              <c:pt idx="99">
                <c:v>19.649127471228862</c:v>
              </c:pt>
              <c:pt idx="100">
                <c:v>19.649127471228862</c:v>
              </c:pt>
              <c:pt idx="101">
                <c:v>19.649127471228862</c:v>
              </c:pt>
              <c:pt idx="102">
                <c:v>19.649127471228862</c:v>
              </c:pt>
              <c:pt idx="103">
                <c:v>19.649127471228862</c:v>
              </c:pt>
              <c:pt idx="104">
                <c:v>19.649127471228862</c:v>
              </c:pt>
              <c:pt idx="105">
                <c:v>19.649127471228862</c:v>
              </c:pt>
              <c:pt idx="106">
                <c:v>19.649127471228862</c:v>
              </c:pt>
              <c:pt idx="107">
                <c:v>19.649127471228862</c:v>
              </c:pt>
              <c:pt idx="108">
                <c:v>19.649127471228862</c:v>
              </c:pt>
              <c:pt idx="109">
                <c:v>19.649127471228862</c:v>
              </c:pt>
              <c:pt idx="110">
                <c:v>19.649127471228862</c:v>
              </c:pt>
              <c:pt idx="111">
                <c:v>19.649127471228862</c:v>
              </c:pt>
              <c:pt idx="112">
                <c:v>19.649127471228862</c:v>
              </c:pt>
              <c:pt idx="113">
                <c:v>19.649127471228862</c:v>
              </c:pt>
              <c:pt idx="114">
                <c:v>19.649127471228862</c:v>
              </c:pt>
              <c:pt idx="115">
                <c:v>19.649127471228862</c:v>
              </c:pt>
              <c:pt idx="116">
                <c:v>19.649127471228862</c:v>
              </c:pt>
              <c:pt idx="117">
                <c:v>19.649127471228862</c:v>
              </c:pt>
              <c:pt idx="118">
                <c:v>19.649127471228862</c:v>
              </c:pt>
              <c:pt idx="119">
                <c:v>19.649127471228862</c:v>
              </c:pt>
              <c:pt idx="120">
                <c:v>19.649127471228862</c:v>
              </c:pt>
              <c:pt idx="121">
                <c:v>19.649127471228862</c:v>
              </c:pt>
              <c:pt idx="122">
                <c:v>19.649127471228862</c:v>
              </c:pt>
              <c:pt idx="123">
                <c:v>19.649127471228862</c:v>
              </c:pt>
              <c:pt idx="124">
                <c:v>19.649127471228862</c:v>
              </c:pt>
              <c:pt idx="125">
                <c:v>19.649127471228862</c:v>
              </c:pt>
              <c:pt idx="126">
                <c:v>19.649127471228862</c:v>
              </c:pt>
              <c:pt idx="127">
                <c:v>19.649127471228862</c:v>
              </c:pt>
              <c:pt idx="128">
                <c:v>19.649127471228862</c:v>
              </c:pt>
              <c:pt idx="129">
                <c:v>19.649127471228862</c:v>
              </c:pt>
              <c:pt idx="130">
                <c:v>19.649127471228862</c:v>
              </c:pt>
              <c:pt idx="131">
                <c:v>19.649127471228862</c:v>
              </c:pt>
              <c:pt idx="132">
                <c:v>19.649127471228862</c:v>
              </c:pt>
              <c:pt idx="133">
                <c:v>19.649127471228862</c:v>
              </c:pt>
              <c:pt idx="134">
                <c:v>19.649127471228862</c:v>
              </c:pt>
              <c:pt idx="135">
                <c:v>19.649127471228862</c:v>
              </c:pt>
              <c:pt idx="136">
                <c:v>19.649127471228862</c:v>
              </c:pt>
              <c:pt idx="137">
                <c:v>19.649127471228862</c:v>
              </c:pt>
              <c:pt idx="138">
                <c:v>19.649127471228862</c:v>
              </c:pt>
              <c:pt idx="139">
                <c:v>19.649127471228862</c:v>
              </c:pt>
              <c:pt idx="140">
                <c:v>19.649127471228862</c:v>
              </c:pt>
              <c:pt idx="141">
                <c:v>19.649127471228862</c:v>
              </c:pt>
              <c:pt idx="142">
                <c:v>19.649127471228862</c:v>
              </c:pt>
              <c:pt idx="143">
                <c:v>19.649127471228862</c:v>
              </c:pt>
              <c:pt idx="144">
                <c:v>19.649127471228862</c:v>
              </c:pt>
              <c:pt idx="145">
                <c:v>19.649127471228862</c:v>
              </c:pt>
              <c:pt idx="146">
                <c:v>19.649127471228862</c:v>
              </c:pt>
              <c:pt idx="147">
                <c:v>19.649127471228862</c:v>
              </c:pt>
              <c:pt idx="148">
                <c:v>19.649127471228862</c:v>
              </c:pt>
              <c:pt idx="149">
                <c:v>19.649127471228862</c:v>
              </c:pt>
              <c:pt idx="150">
                <c:v>19.649127471228862</c:v>
              </c:pt>
              <c:pt idx="151">
                <c:v>19.649127471228862</c:v>
              </c:pt>
              <c:pt idx="152">
                <c:v>19.649127471228862</c:v>
              </c:pt>
              <c:pt idx="153">
                <c:v>19.649127471228862</c:v>
              </c:pt>
              <c:pt idx="154">
                <c:v>19.649127471228862</c:v>
              </c:pt>
              <c:pt idx="155">
                <c:v>19.649127471228862</c:v>
              </c:pt>
              <c:pt idx="156">
                <c:v>19.649127471228862</c:v>
              </c:pt>
              <c:pt idx="157">
                <c:v>19.649127471228862</c:v>
              </c:pt>
              <c:pt idx="158">
                <c:v>19.649127471228862</c:v>
              </c:pt>
              <c:pt idx="159">
                <c:v>19.649127471228862</c:v>
              </c:pt>
              <c:pt idx="160">
                <c:v>19.649127471228862</c:v>
              </c:pt>
              <c:pt idx="161">
                <c:v>19.649127471228862</c:v>
              </c:pt>
              <c:pt idx="162">
                <c:v>19.649127471228862</c:v>
              </c:pt>
              <c:pt idx="163">
                <c:v>19.649127471228862</c:v>
              </c:pt>
              <c:pt idx="164">
                <c:v>19.649127471228862</c:v>
              </c:pt>
              <c:pt idx="165">
                <c:v>19.649127471228862</c:v>
              </c:pt>
              <c:pt idx="166">
                <c:v>19.649127471228862</c:v>
              </c:pt>
              <c:pt idx="167">
                <c:v>19.649127471228862</c:v>
              </c:pt>
              <c:pt idx="168">
                <c:v>19.649127471228862</c:v>
              </c:pt>
              <c:pt idx="169">
                <c:v>19.649127471228862</c:v>
              </c:pt>
              <c:pt idx="170">
                <c:v>19.649127471228862</c:v>
              </c:pt>
              <c:pt idx="171">
                <c:v>19.649127471228862</c:v>
              </c:pt>
              <c:pt idx="172">
                <c:v>19.649127471228862</c:v>
              </c:pt>
              <c:pt idx="173">
                <c:v>19.649127471228862</c:v>
              </c:pt>
              <c:pt idx="174">
                <c:v>19.649127471228862</c:v>
              </c:pt>
              <c:pt idx="175">
                <c:v>19.649127471228862</c:v>
              </c:pt>
              <c:pt idx="176">
                <c:v>19.649127471228862</c:v>
              </c:pt>
              <c:pt idx="177">
                <c:v>19.649127471228862</c:v>
              </c:pt>
              <c:pt idx="178">
                <c:v>19.649127471228862</c:v>
              </c:pt>
              <c:pt idx="179">
                <c:v>19.649127471228862</c:v>
              </c:pt>
              <c:pt idx="180">
                <c:v>19.649127471228862</c:v>
              </c:pt>
              <c:pt idx="181">
                <c:v>19.649127471228862</c:v>
              </c:pt>
              <c:pt idx="182">
                <c:v>19.649127471228862</c:v>
              </c:pt>
              <c:pt idx="183">
                <c:v>19.649127471228862</c:v>
              </c:pt>
              <c:pt idx="184">
                <c:v>19.649127471228862</c:v>
              </c:pt>
              <c:pt idx="185">
                <c:v>19.649127471228862</c:v>
              </c:pt>
              <c:pt idx="186">
                <c:v>19.649127471228862</c:v>
              </c:pt>
              <c:pt idx="187">
                <c:v>19.649127471228862</c:v>
              </c:pt>
              <c:pt idx="188">
                <c:v>19.649127471228862</c:v>
              </c:pt>
              <c:pt idx="189">
                <c:v>19.649127471228862</c:v>
              </c:pt>
              <c:pt idx="190">
                <c:v>19.649127471228862</c:v>
              </c:pt>
              <c:pt idx="191">
                <c:v>19.649127471228862</c:v>
              </c:pt>
              <c:pt idx="192">
                <c:v>19.649127471228862</c:v>
              </c:pt>
              <c:pt idx="193">
                <c:v>19.649127471228862</c:v>
              </c:pt>
              <c:pt idx="194">
                <c:v>19.649127471228862</c:v>
              </c:pt>
              <c:pt idx="195">
                <c:v>19.649127471228862</c:v>
              </c:pt>
              <c:pt idx="196">
                <c:v>19.649127471228862</c:v>
              </c:pt>
              <c:pt idx="197">
                <c:v>19.649127471228862</c:v>
              </c:pt>
              <c:pt idx="198">
                <c:v>19.649127471228862</c:v>
              </c:pt>
              <c:pt idx="199">
                <c:v>19.649127471228862</c:v>
              </c:pt>
              <c:pt idx="200">
                <c:v>19.649127471228862</c:v>
              </c:pt>
              <c:pt idx="201">
                <c:v>19.649127471228862</c:v>
              </c:pt>
              <c:pt idx="202">
                <c:v>19.649127471228862</c:v>
              </c:pt>
              <c:pt idx="203">
                <c:v>19.649127471228862</c:v>
              </c:pt>
              <c:pt idx="204">
                <c:v>19.649127471228862</c:v>
              </c:pt>
              <c:pt idx="205">
                <c:v>19.649127471228862</c:v>
              </c:pt>
              <c:pt idx="206">
                <c:v>19.649127471228862</c:v>
              </c:pt>
              <c:pt idx="207">
                <c:v>19.649127471228862</c:v>
              </c:pt>
              <c:pt idx="208">
                <c:v>19.649127471228862</c:v>
              </c:pt>
              <c:pt idx="209">
                <c:v>19.649127471228862</c:v>
              </c:pt>
              <c:pt idx="210">
                <c:v>19.649127471228862</c:v>
              </c:pt>
              <c:pt idx="211">
                <c:v>19.649127471228862</c:v>
              </c:pt>
              <c:pt idx="212">
                <c:v>19.649127471228862</c:v>
              </c:pt>
              <c:pt idx="213">
                <c:v>19.649127471228862</c:v>
              </c:pt>
              <c:pt idx="214">
                <c:v>19.649127471228862</c:v>
              </c:pt>
              <c:pt idx="215">
                <c:v>19.649127471228862</c:v>
              </c:pt>
              <c:pt idx="216">
                <c:v>19.649127471228862</c:v>
              </c:pt>
              <c:pt idx="217">
                <c:v>19.649127471228862</c:v>
              </c:pt>
              <c:pt idx="218">
                <c:v>19.649127471228862</c:v>
              </c:pt>
              <c:pt idx="219">
                <c:v>19.649127471228862</c:v>
              </c:pt>
              <c:pt idx="220">
                <c:v>19.649127471228862</c:v>
              </c:pt>
              <c:pt idx="221">
                <c:v>19.649127471228862</c:v>
              </c:pt>
              <c:pt idx="222">
                <c:v>19.649127471228862</c:v>
              </c:pt>
              <c:pt idx="223">
                <c:v>19.649127471228862</c:v>
              </c:pt>
              <c:pt idx="224">
                <c:v>19.649127471228862</c:v>
              </c:pt>
              <c:pt idx="225">
                <c:v>19.649127471228862</c:v>
              </c:pt>
              <c:pt idx="226">
                <c:v>19.649127471228862</c:v>
              </c:pt>
              <c:pt idx="227">
                <c:v>19.649127471228862</c:v>
              </c:pt>
              <c:pt idx="228">
                <c:v>19.649127471228862</c:v>
              </c:pt>
              <c:pt idx="229">
                <c:v>19.649127471228862</c:v>
              </c:pt>
              <c:pt idx="230">
                <c:v>19.649127471228862</c:v>
              </c:pt>
              <c:pt idx="231">
                <c:v>19.649127471228862</c:v>
              </c:pt>
              <c:pt idx="232">
                <c:v>19.649127471228862</c:v>
              </c:pt>
              <c:pt idx="233">
                <c:v>19.649127471228862</c:v>
              </c:pt>
              <c:pt idx="234">
                <c:v>19.649127471228862</c:v>
              </c:pt>
              <c:pt idx="235">
                <c:v>19.649127471228862</c:v>
              </c:pt>
              <c:pt idx="236">
                <c:v>19.649127471228862</c:v>
              </c:pt>
              <c:pt idx="237">
                <c:v>19.649127471228862</c:v>
              </c:pt>
              <c:pt idx="238">
                <c:v>19.649127471228862</c:v>
              </c:pt>
              <c:pt idx="239">
                <c:v>19.649127471228862</c:v>
              </c:pt>
              <c:pt idx="240">
                <c:v>19.649127471228862</c:v>
              </c:pt>
              <c:pt idx="241">
                <c:v>19.649127471228862</c:v>
              </c:pt>
              <c:pt idx="242">
                <c:v>19.649127471228862</c:v>
              </c:pt>
              <c:pt idx="243">
                <c:v>19.649127471228862</c:v>
              </c:pt>
              <c:pt idx="244">
                <c:v>19.649127471228862</c:v>
              </c:pt>
              <c:pt idx="245">
                <c:v>19.649127471228862</c:v>
              </c:pt>
              <c:pt idx="246">
                <c:v>19.649127471228862</c:v>
              </c:pt>
              <c:pt idx="247">
                <c:v>19.649127471228862</c:v>
              </c:pt>
              <c:pt idx="248">
                <c:v>19.649127471228862</c:v>
              </c:pt>
              <c:pt idx="249">
                <c:v>19.649127471228862</c:v>
              </c:pt>
              <c:pt idx="250">
                <c:v>19.649127471228862</c:v>
              </c:pt>
              <c:pt idx="251">
                <c:v>19.649127471228862</c:v>
              </c:pt>
              <c:pt idx="252">
                <c:v>19.649127471228862</c:v>
              </c:pt>
              <c:pt idx="253">
                <c:v>19.649127471228862</c:v>
              </c:pt>
              <c:pt idx="254">
                <c:v>19.649127471228862</c:v>
              </c:pt>
              <c:pt idx="255">
                <c:v>19.649127471228862</c:v>
              </c:pt>
              <c:pt idx="256">
                <c:v>19.649127471228862</c:v>
              </c:pt>
              <c:pt idx="257">
                <c:v>19.649127471228862</c:v>
              </c:pt>
              <c:pt idx="258">
                <c:v>19.649127471228862</c:v>
              </c:pt>
              <c:pt idx="259">
                <c:v>19.649127471228862</c:v>
              </c:pt>
              <c:pt idx="260">
                <c:v>19.649127471228862</c:v>
              </c:pt>
              <c:pt idx="261">
                <c:v>19.649127471228862</c:v>
              </c:pt>
              <c:pt idx="262">
                <c:v>19.649127471228862</c:v>
              </c:pt>
              <c:pt idx="263">
                <c:v>19.649127471228862</c:v>
              </c:pt>
              <c:pt idx="264">
                <c:v>19.649127471228862</c:v>
              </c:pt>
              <c:pt idx="265">
                <c:v>19.649127471228862</c:v>
              </c:pt>
              <c:pt idx="266">
                <c:v>19.649127471228862</c:v>
              </c:pt>
              <c:pt idx="267">
                <c:v>19.649127471228862</c:v>
              </c:pt>
              <c:pt idx="268">
                <c:v>19.649127471228862</c:v>
              </c:pt>
              <c:pt idx="269">
                <c:v>19.649127471228862</c:v>
              </c:pt>
              <c:pt idx="270">
                <c:v>19.649127471228862</c:v>
              </c:pt>
              <c:pt idx="271">
                <c:v>19.649127471228862</c:v>
              </c:pt>
              <c:pt idx="272">
                <c:v>19.649127471228862</c:v>
              </c:pt>
              <c:pt idx="273">
                <c:v>19.649127471228862</c:v>
              </c:pt>
              <c:pt idx="274">
                <c:v>19.649127471228862</c:v>
              </c:pt>
              <c:pt idx="275">
                <c:v>19.649127471228862</c:v>
              </c:pt>
              <c:pt idx="276">
                <c:v>19.649127471228862</c:v>
              </c:pt>
              <c:pt idx="277">
                <c:v>19.649127471228862</c:v>
              </c:pt>
              <c:pt idx="278">
                <c:v>19.649127471228862</c:v>
              </c:pt>
              <c:pt idx="279">
                <c:v>19.649127471228862</c:v>
              </c:pt>
              <c:pt idx="280">
                <c:v>19.649127471228862</c:v>
              </c:pt>
              <c:pt idx="281">
                <c:v>19.649127471228862</c:v>
              </c:pt>
              <c:pt idx="282">
                <c:v>19.649127471228862</c:v>
              </c:pt>
              <c:pt idx="283">
                <c:v>19.649127471228862</c:v>
              </c:pt>
              <c:pt idx="284">
                <c:v>19.649127471228862</c:v>
              </c:pt>
              <c:pt idx="285">
                <c:v>19.649127471228862</c:v>
              </c:pt>
              <c:pt idx="286">
                <c:v>19.649127471228862</c:v>
              </c:pt>
              <c:pt idx="287">
                <c:v>19.649127471228862</c:v>
              </c:pt>
              <c:pt idx="288">
                <c:v>19.649127471228862</c:v>
              </c:pt>
              <c:pt idx="289">
                <c:v>19.649127471228862</c:v>
              </c:pt>
              <c:pt idx="290">
                <c:v>19.649127471228862</c:v>
              </c:pt>
              <c:pt idx="291">
                <c:v>19.649127471228862</c:v>
              </c:pt>
              <c:pt idx="292">
                <c:v>19.649127471228862</c:v>
              </c:pt>
              <c:pt idx="293">
                <c:v>19.649127471228862</c:v>
              </c:pt>
              <c:pt idx="294">
                <c:v>19.649127471228862</c:v>
              </c:pt>
              <c:pt idx="295">
                <c:v>19.649127471228862</c:v>
              </c:pt>
              <c:pt idx="296">
                <c:v>19.649127471228862</c:v>
              </c:pt>
              <c:pt idx="297">
                <c:v>19.649127471228862</c:v>
              </c:pt>
              <c:pt idx="298">
                <c:v>19.649127471228862</c:v>
              </c:pt>
              <c:pt idx="299">
                <c:v>19.649127471228862</c:v>
              </c:pt>
              <c:pt idx="300">
                <c:v>19.649127471228862</c:v>
              </c:pt>
              <c:pt idx="301">
                <c:v>19.649127471228862</c:v>
              </c:pt>
              <c:pt idx="302">
                <c:v>19.649127471228862</c:v>
              </c:pt>
              <c:pt idx="303">
                <c:v>19.649127471228862</c:v>
              </c:pt>
              <c:pt idx="304">
                <c:v>19.649127471228862</c:v>
              </c:pt>
              <c:pt idx="305">
                <c:v>19.649127471228862</c:v>
              </c:pt>
              <c:pt idx="306">
                <c:v>19.649127471228862</c:v>
              </c:pt>
              <c:pt idx="307">
                <c:v>19.649127471228862</c:v>
              </c:pt>
              <c:pt idx="308">
                <c:v>19.649127471228862</c:v>
              </c:pt>
              <c:pt idx="309">
                <c:v>19.649127471228862</c:v>
              </c:pt>
              <c:pt idx="310">
                <c:v>19.649127471228862</c:v>
              </c:pt>
              <c:pt idx="311">
                <c:v>19.649127471228862</c:v>
              </c:pt>
              <c:pt idx="312">
                <c:v>19.649127471228862</c:v>
              </c:pt>
              <c:pt idx="313">
                <c:v>19.649127471228862</c:v>
              </c:pt>
              <c:pt idx="314">
                <c:v>19.649127471228862</c:v>
              </c:pt>
              <c:pt idx="315">
                <c:v>19.649127471228862</c:v>
              </c:pt>
              <c:pt idx="316">
                <c:v>19.649127471228862</c:v>
              </c:pt>
              <c:pt idx="317">
                <c:v>19.649127471228862</c:v>
              </c:pt>
              <c:pt idx="318">
                <c:v>19.649127471228862</c:v>
              </c:pt>
              <c:pt idx="319">
                <c:v>19.649127471228862</c:v>
              </c:pt>
              <c:pt idx="320">
                <c:v>19.649127471228862</c:v>
              </c:pt>
              <c:pt idx="321">
                <c:v>19.649127471228862</c:v>
              </c:pt>
              <c:pt idx="322">
                <c:v>19.649127471228862</c:v>
              </c:pt>
              <c:pt idx="323">
                <c:v>19.649127471228862</c:v>
              </c:pt>
              <c:pt idx="324">
                <c:v>19.649127471228862</c:v>
              </c:pt>
              <c:pt idx="325">
                <c:v>19.649127471228862</c:v>
              </c:pt>
              <c:pt idx="326">
                <c:v>19.649127471228862</c:v>
              </c:pt>
              <c:pt idx="327">
                <c:v>19.649127471228862</c:v>
              </c:pt>
              <c:pt idx="328">
                <c:v>19.649127471228862</c:v>
              </c:pt>
              <c:pt idx="329">
                <c:v>19.649127471228862</c:v>
              </c:pt>
              <c:pt idx="330">
                <c:v>19.649127471228862</c:v>
              </c:pt>
              <c:pt idx="331">
                <c:v>19.649127471228862</c:v>
              </c:pt>
              <c:pt idx="332">
                <c:v>19.649127471228862</c:v>
              </c:pt>
              <c:pt idx="333">
                <c:v>19.649127471228862</c:v>
              </c:pt>
              <c:pt idx="334">
                <c:v>19.649127471228862</c:v>
              </c:pt>
              <c:pt idx="335">
                <c:v>19.649127471228862</c:v>
              </c:pt>
              <c:pt idx="336">
                <c:v>19.649127471228862</c:v>
              </c:pt>
              <c:pt idx="337">
                <c:v>19.649127471228862</c:v>
              </c:pt>
              <c:pt idx="338">
                <c:v>19.649127471228862</c:v>
              </c:pt>
              <c:pt idx="339">
                <c:v>19.649127471228862</c:v>
              </c:pt>
              <c:pt idx="340">
                <c:v>19.649127471228862</c:v>
              </c:pt>
              <c:pt idx="341">
                <c:v>19.649127471228862</c:v>
              </c:pt>
              <c:pt idx="342">
                <c:v>19.649127471228862</c:v>
              </c:pt>
              <c:pt idx="343">
                <c:v>19.649127471228862</c:v>
              </c:pt>
              <c:pt idx="344">
                <c:v>19.649127471228862</c:v>
              </c:pt>
              <c:pt idx="345">
                <c:v>19.649127471228862</c:v>
              </c:pt>
              <c:pt idx="346">
                <c:v>19.649127471228862</c:v>
              </c:pt>
              <c:pt idx="347">
                <c:v>19.649127471228862</c:v>
              </c:pt>
              <c:pt idx="348">
                <c:v>19.649127471228862</c:v>
              </c:pt>
              <c:pt idx="349">
                <c:v>19.649127471228862</c:v>
              </c:pt>
              <c:pt idx="350">
                <c:v>19.649127471228862</c:v>
              </c:pt>
              <c:pt idx="351">
                <c:v>19.649127471228862</c:v>
              </c:pt>
              <c:pt idx="352">
                <c:v>19.649127471228862</c:v>
              </c:pt>
              <c:pt idx="353">
                <c:v>19.649127471228862</c:v>
              </c:pt>
              <c:pt idx="354">
                <c:v>19.649127471228862</c:v>
              </c:pt>
              <c:pt idx="355">
                <c:v>19.649127471228862</c:v>
              </c:pt>
              <c:pt idx="356">
                <c:v>19.649127471228862</c:v>
              </c:pt>
              <c:pt idx="357">
                <c:v>19.649127471228862</c:v>
              </c:pt>
              <c:pt idx="358">
                <c:v>19.649127471228862</c:v>
              </c:pt>
              <c:pt idx="359">
                <c:v>19.649127471228862</c:v>
              </c:pt>
              <c:pt idx="360">
                <c:v>19.649127471228862</c:v>
              </c:pt>
              <c:pt idx="361">
                <c:v>19.649127471228862</c:v>
              </c:pt>
              <c:pt idx="362">
                <c:v>19.649127471228862</c:v>
              </c:pt>
              <c:pt idx="363">
                <c:v>19.649127471228862</c:v>
              </c:pt>
              <c:pt idx="364">
                <c:v>19.649127471228862</c:v>
              </c:pt>
              <c:pt idx="365">
                <c:v>19.649127471228862</c:v>
              </c:pt>
              <c:pt idx="366">
                <c:v>19.649127471228862</c:v>
              </c:pt>
              <c:pt idx="367">
                <c:v>19.649127471228862</c:v>
              </c:pt>
              <c:pt idx="368">
                <c:v>19.649127471228862</c:v>
              </c:pt>
              <c:pt idx="369">
                <c:v>19.649127471228862</c:v>
              </c:pt>
              <c:pt idx="370">
                <c:v>19.649127471228862</c:v>
              </c:pt>
              <c:pt idx="371">
                <c:v>19.649127471228862</c:v>
              </c:pt>
              <c:pt idx="372">
                <c:v>19.649127471228862</c:v>
              </c:pt>
              <c:pt idx="373">
                <c:v>19.649127471228862</c:v>
              </c:pt>
              <c:pt idx="374">
                <c:v>19.649127471228862</c:v>
              </c:pt>
              <c:pt idx="375">
                <c:v>19.649127471228862</c:v>
              </c:pt>
              <c:pt idx="376">
                <c:v>19.649127471228862</c:v>
              </c:pt>
              <c:pt idx="377">
                <c:v>19.649127471228862</c:v>
              </c:pt>
              <c:pt idx="378">
                <c:v>19.649127471228862</c:v>
              </c:pt>
              <c:pt idx="379">
                <c:v>19.649127471228862</c:v>
              </c:pt>
              <c:pt idx="380">
                <c:v>19.649127471228862</c:v>
              </c:pt>
              <c:pt idx="381">
                <c:v>19.649127471228862</c:v>
              </c:pt>
              <c:pt idx="382">
                <c:v>19.649127471228862</c:v>
              </c:pt>
              <c:pt idx="383">
                <c:v>19.649127471228862</c:v>
              </c:pt>
              <c:pt idx="384">
                <c:v>19.649127471228862</c:v>
              </c:pt>
              <c:pt idx="385">
                <c:v>19.649127471228862</c:v>
              </c:pt>
              <c:pt idx="386">
                <c:v>19.649127471228862</c:v>
              </c:pt>
              <c:pt idx="387">
                <c:v>19.649127471228862</c:v>
              </c:pt>
              <c:pt idx="388">
                <c:v>19.649127471228862</c:v>
              </c:pt>
              <c:pt idx="389">
                <c:v>19.649127471228862</c:v>
              </c:pt>
              <c:pt idx="390">
                <c:v>19.649127471228862</c:v>
              </c:pt>
              <c:pt idx="391">
                <c:v>19.649127471228862</c:v>
              </c:pt>
              <c:pt idx="392">
                <c:v>19.649127471228862</c:v>
              </c:pt>
              <c:pt idx="393">
                <c:v>19.649127471228862</c:v>
              </c:pt>
              <c:pt idx="394">
                <c:v>19.649127471228862</c:v>
              </c:pt>
              <c:pt idx="395">
                <c:v>19.649127471228862</c:v>
              </c:pt>
              <c:pt idx="396">
                <c:v>19.649127471228862</c:v>
              </c:pt>
              <c:pt idx="397">
                <c:v>19.649127471228862</c:v>
              </c:pt>
              <c:pt idx="398">
                <c:v>19.649127471228862</c:v>
              </c:pt>
              <c:pt idx="399">
                <c:v>19.649127471228862</c:v>
              </c:pt>
              <c:pt idx="400">
                <c:v>19.649127471228862</c:v>
              </c:pt>
              <c:pt idx="401">
                <c:v>19.649127471228862</c:v>
              </c:pt>
              <c:pt idx="402">
                <c:v>19.649127471228862</c:v>
              </c:pt>
              <c:pt idx="403">
                <c:v>19.649127471228862</c:v>
              </c:pt>
              <c:pt idx="404">
                <c:v>19.649127471228862</c:v>
              </c:pt>
              <c:pt idx="405">
                <c:v>19.649127471228862</c:v>
              </c:pt>
              <c:pt idx="406">
                <c:v>19.649127471228862</c:v>
              </c:pt>
              <c:pt idx="407">
                <c:v>19.649127471228862</c:v>
              </c:pt>
              <c:pt idx="408">
                <c:v>19.649127471228862</c:v>
              </c:pt>
              <c:pt idx="409">
                <c:v>19.649127471228862</c:v>
              </c:pt>
              <c:pt idx="410">
                <c:v>19.649127471228862</c:v>
              </c:pt>
              <c:pt idx="411">
                <c:v>19.649127471228862</c:v>
              </c:pt>
              <c:pt idx="412">
                <c:v>19.649127471228862</c:v>
              </c:pt>
              <c:pt idx="413">
                <c:v>19.649127471228862</c:v>
              </c:pt>
              <c:pt idx="414">
                <c:v>19.649127471228862</c:v>
              </c:pt>
              <c:pt idx="415">
                <c:v>19.649127471228862</c:v>
              </c:pt>
              <c:pt idx="416">
                <c:v>19.649127471228862</c:v>
              </c:pt>
              <c:pt idx="417">
                <c:v>19.649127471228862</c:v>
              </c:pt>
              <c:pt idx="418">
                <c:v>19.649127471228862</c:v>
              </c:pt>
              <c:pt idx="419">
                <c:v>19.649127471228862</c:v>
              </c:pt>
              <c:pt idx="420">
                <c:v>19.649127471228862</c:v>
              </c:pt>
              <c:pt idx="421">
                <c:v>19.649127471228862</c:v>
              </c:pt>
              <c:pt idx="422">
                <c:v>19.649127471228862</c:v>
              </c:pt>
              <c:pt idx="423">
                <c:v>19.649127471228862</c:v>
              </c:pt>
              <c:pt idx="424">
                <c:v>19.649127471228862</c:v>
              </c:pt>
              <c:pt idx="425">
                <c:v>19.649127471228862</c:v>
              </c:pt>
              <c:pt idx="426">
                <c:v>19.649127471228862</c:v>
              </c:pt>
              <c:pt idx="427">
                <c:v>19.649127471228862</c:v>
              </c:pt>
              <c:pt idx="428">
                <c:v>19.649127471228862</c:v>
              </c:pt>
              <c:pt idx="429">
                <c:v>19.649127471228862</c:v>
              </c:pt>
              <c:pt idx="430">
                <c:v>19.649127471228862</c:v>
              </c:pt>
              <c:pt idx="431">
                <c:v>19.649127471228862</c:v>
              </c:pt>
              <c:pt idx="432">
                <c:v>19.649127471228862</c:v>
              </c:pt>
              <c:pt idx="433">
                <c:v>19.649127471228862</c:v>
              </c:pt>
              <c:pt idx="434">
                <c:v>19.649127471228862</c:v>
              </c:pt>
              <c:pt idx="435">
                <c:v>19.649127471228862</c:v>
              </c:pt>
              <c:pt idx="436">
                <c:v>19.649127471228862</c:v>
              </c:pt>
              <c:pt idx="437">
                <c:v>19.649127471228862</c:v>
              </c:pt>
              <c:pt idx="438">
                <c:v>19.649127471228862</c:v>
              </c:pt>
              <c:pt idx="439">
                <c:v>19.649127471228862</c:v>
              </c:pt>
              <c:pt idx="440">
                <c:v>19.649127471228862</c:v>
              </c:pt>
              <c:pt idx="441">
                <c:v>19.649127471228862</c:v>
              </c:pt>
              <c:pt idx="442">
                <c:v>19.649127471228862</c:v>
              </c:pt>
              <c:pt idx="443">
                <c:v>19.649127471228862</c:v>
              </c:pt>
              <c:pt idx="444">
                <c:v>19.649127471228862</c:v>
              </c:pt>
              <c:pt idx="445">
                <c:v>19.649127471228862</c:v>
              </c:pt>
              <c:pt idx="446">
                <c:v>19.649127471228862</c:v>
              </c:pt>
              <c:pt idx="447">
                <c:v>19.649127471228862</c:v>
              </c:pt>
            </c:numLit>
          </c:xVal>
          <c:yVal>
            <c:numLit>
              <c:formatCode>0.0</c:formatCode>
              <c:ptCount val="448"/>
              <c:pt idx="0">
                <c:v>0.4463912493185715</c:v>
              </c:pt>
              <c:pt idx="1">
                <c:v>0.4463912493185715</c:v>
              </c:pt>
              <c:pt idx="2">
                <c:v>0.4463912493185715</c:v>
              </c:pt>
              <c:pt idx="3">
                <c:v>0.4463912493185715</c:v>
              </c:pt>
              <c:pt idx="4">
                <c:v>0.4463912493185715</c:v>
              </c:pt>
              <c:pt idx="5">
                <c:v>0.4463912493185715</c:v>
              </c:pt>
              <c:pt idx="6">
                <c:v>0.4463912493185715</c:v>
              </c:pt>
              <c:pt idx="7">
                <c:v>0.4463912493185715</c:v>
              </c:pt>
              <c:pt idx="8">
                <c:v>0.4463912493185715</c:v>
              </c:pt>
              <c:pt idx="9">
                <c:v>0.4463912493185715</c:v>
              </c:pt>
              <c:pt idx="10">
                <c:v>0.4463912493185715</c:v>
              </c:pt>
              <c:pt idx="11">
                <c:v>0.4463912493185715</c:v>
              </c:pt>
              <c:pt idx="12">
                <c:v>0.4463912493185715</c:v>
              </c:pt>
              <c:pt idx="13">
                <c:v>0.4463912493185715</c:v>
              </c:pt>
              <c:pt idx="14">
                <c:v>0.4463912493185715</c:v>
              </c:pt>
              <c:pt idx="15">
                <c:v>0.4463912493185715</c:v>
              </c:pt>
              <c:pt idx="16">
                <c:v>0.4463912493185715</c:v>
              </c:pt>
              <c:pt idx="17">
                <c:v>0.4463912493185715</c:v>
              </c:pt>
              <c:pt idx="18">
                <c:v>0.4463912493185715</c:v>
              </c:pt>
              <c:pt idx="19">
                <c:v>0.4463912493185715</c:v>
              </c:pt>
              <c:pt idx="20">
                <c:v>0.4463912493185715</c:v>
              </c:pt>
              <c:pt idx="21">
                <c:v>0.4463912493185715</c:v>
              </c:pt>
              <c:pt idx="22">
                <c:v>0.4463912493185715</c:v>
              </c:pt>
              <c:pt idx="23">
                <c:v>0.4463912493185715</c:v>
              </c:pt>
              <c:pt idx="24">
                <c:v>0.4463912493185715</c:v>
              </c:pt>
              <c:pt idx="25">
                <c:v>0.4463912493185715</c:v>
              </c:pt>
              <c:pt idx="26">
                <c:v>0.4463912493185715</c:v>
              </c:pt>
              <c:pt idx="27">
                <c:v>0.4463912493185715</c:v>
              </c:pt>
              <c:pt idx="28">
                <c:v>0.4463912493185715</c:v>
              </c:pt>
              <c:pt idx="29">
                <c:v>0.4463912493185715</c:v>
              </c:pt>
              <c:pt idx="30">
                <c:v>0.4463912493185715</c:v>
              </c:pt>
              <c:pt idx="31">
                <c:v>0.4463912493185715</c:v>
              </c:pt>
              <c:pt idx="32">
                <c:v>0.4463912493185715</c:v>
              </c:pt>
              <c:pt idx="33">
                <c:v>0.4463912493185715</c:v>
              </c:pt>
              <c:pt idx="34">
                <c:v>0.4463912493185715</c:v>
              </c:pt>
              <c:pt idx="35">
                <c:v>0.4463912493185715</c:v>
              </c:pt>
              <c:pt idx="36">
                <c:v>0.4463912493185715</c:v>
              </c:pt>
              <c:pt idx="37">
                <c:v>0.4463912493185715</c:v>
              </c:pt>
              <c:pt idx="38">
                <c:v>0.4463912493185715</c:v>
              </c:pt>
              <c:pt idx="39">
                <c:v>0.4463912493185715</c:v>
              </c:pt>
              <c:pt idx="40">
                <c:v>0.4463912493185715</c:v>
              </c:pt>
              <c:pt idx="41">
                <c:v>0.4463912493185715</c:v>
              </c:pt>
              <c:pt idx="42">
                <c:v>0.4463912493185715</c:v>
              </c:pt>
              <c:pt idx="43">
                <c:v>0.4463912493185715</c:v>
              </c:pt>
              <c:pt idx="44">
                <c:v>0.4463912493185715</c:v>
              </c:pt>
              <c:pt idx="45">
                <c:v>0.4463912493185715</c:v>
              </c:pt>
              <c:pt idx="46">
                <c:v>0.4463912493185715</c:v>
              </c:pt>
              <c:pt idx="47">
                <c:v>0.4463912493185715</c:v>
              </c:pt>
              <c:pt idx="48">
                <c:v>0.4463912493185715</c:v>
              </c:pt>
              <c:pt idx="49">
                <c:v>0.4463912493185715</c:v>
              </c:pt>
              <c:pt idx="50">
                <c:v>0.4463912493185715</c:v>
              </c:pt>
              <c:pt idx="51">
                <c:v>0.4463912493185715</c:v>
              </c:pt>
              <c:pt idx="52">
                <c:v>0.4463912493185715</c:v>
              </c:pt>
              <c:pt idx="53">
                <c:v>0.4463912493185715</c:v>
              </c:pt>
              <c:pt idx="54">
                <c:v>0.4463912493185715</c:v>
              </c:pt>
              <c:pt idx="55">
                <c:v>0.4463912493185715</c:v>
              </c:pt>
              <c:pt idx="56">
                <c:v>0.4463912493185715</c:v>
              </c:pt>
              <c:pt idx="57">
                <c:v>0.4463912493185715</c:v>
              </c:pt>
              <c:pt idx="58">
                <c:v>0.4463912493185715</c:v>
              </c:pt>
              <c:pt idx="59">
                <c:v>0.4463912493185715</c:v>
              </c:pt>
              <c:pt idx="60">
                <c:v>0.4463912493185715</c:v>
              </c:pt>
              <c:pt idx="61">
                <c:v>0.4463912493185715</c:v>
              </c:pt>
              <c:pt idx="62">
                <c:v>0.4463912493185715</c:v>
              </c:pt>
              <c:pt idx="63">
                <c:v>0.4463912493185715</c:v>
              </c:pt>
              <c:pt idx="64">
                <c:v>0.4463912493185715</c:v>
              </c:pt>
              <c:pt idx="65">
                <c:v>0.4463912493185715</c:v>
              </c:pt>
              <c:pt idx="66">
                <c:v>0.4463912493185715</c:v>
              </c:pt>
              <c:pt idx="67">
                <c:v>0.4463912493185715</c:v>
              </c:pt>
              <c:pt idx="68">
                <c:v>0.4463912493185715</c:v>
              </c:pt>
              <c:pt idx="69">
                <c:v>0.4463912493185715</c:v>
              </c:pt>
              <c:pt idx="70">
                <c:v>0.4463912493185715</c:v>
              </c:pt>
              <c:pt idx="71">
                <c:v>0.4463912493185715</c:v>
              </c:pt>
              <c:pt idx="72">
                <c:v>0.4463912493185715</c:v>
              </c:pt>
              <c:pt idx="73">
                <c:v>0.4463912493185715</c:v>
              </c:pt>
              <c:pt idx="74">
                <c:v>0.4463912493185715</c:v>
              </c:pt>
              <c:pt idx="75">
                <c:v>0.4463912493185715</c:v>
              </c:pt>
              <c:pt idx="76">
                <c:v>0.4463912493185715</c:v>
              </c:pt>
              <c:pt idx="77">
                <c:v>0.4463912493185715</c:v>
              </c:pt>
              <c:pt idx="78">
                <c:v>0.4463912493185715</c:v>
              </c:pt>
              <c:pt idx="79">
                <c:v>0.4463912493185715</c:v>
              </c:pt>
              <c:pt idx="80">
                <c:v>0.4463912493185715</c:v>
              </c:pt>
              <c:pt idx="81">
                <c:v>0.4463912493185715</c:v>
              </c:pt>
              <c:pt idx="82">
                <c:v>0.4463912493185715</c:v>
              </c:pt>
              <c:pt idx="83">
                <c:v>0.4463912493185715</c:v>
              </c:pt>
              <c:pt idx="84">
                <c:v>0.4463912493185715</c:v>
              </c:pt>
              <c:pt idx="85">
                <c:v>0.4463912493185715</c:v>
              </c:pt>
              <c:pt idx="86">
                <c:v>0.4463912493185715</c:v>
              </c:pt>
              <c:pt idx="87">
                <c:v>0.4463912493185715</c:v>
              </c:pt>
              <c:pt idx="88">
                <c:v>0.4463912493185715</c:v>
              </c:pt>
              <c:pt idx="89">
                <c:v>0.4463912493185715</c:v>
              </c:pt>
              <c:pt idx="90">
                <c:v>0.4463912493185715</c:v>
              </c:pt>
              <c:pt idx="91">
                <c:v>0.4463912493185715</c:v>
              </c:pt>
              <c:pt idx="92">
                <c:v>0.4463912493185715</c:v>
              </c:pt>
              <c:pt idx="93">
                <c:v>0.4463912493185715</c:v>
              </c:pt>
              <c:pt idx="94">
                <c:v>0.4463912493185715</c:v>
              </c:pt>
              <c:pt idx="95">
                <c:v>0.4463912493185715</c:v>
              </c:pt>
              <c:pt idx="96">
                <c:v>0.4463912493185715</c:v>
              </c:pt>
              <c:pt idx="97">
                <c:v>0.4463912493185715</c:v>
              </c:pt>
              <c:pt idx="98">
                <c:v>0.4463912493185715</c:v>
              </c:pt>
              <c:pt idx="99">
                <c:v>0.4463912493185715</c:v>
              </c:pt>
              <c:pt idx="100">
                <c:v>0.4463912493185715</c:v>
              </c:pt>
              <c:pt idx="101">
                <c:v>0.4463912493185715</c:v>
              </c:pt>
              <c:pt idx="102">
                <c:v>0.4463912493185715</c:v>
              </c:pt>
              <c:pt idx="103">
                <c:v>0.4463912493185715</c:v>
              </c:pt>
              <c:pt idx="104">
                <c:v>0.4463912493185715</c:v>
              </c:pt>
              <c:pt idx="105">
                <c:v>0.4463912493185715</c:v>
              </c:pt>
              <c:pt idx="106">
                <c:v>0.4463912493185715</c:v>
              </c:pt>
              <c:pt idx="107">
                <c:v>0.4463912493185715</c:v>
              </c:pt>
              <c:pt idx="108">
                <c:v>0.4463912493185715</c:v>
              </c:pt>
              <c:pt idx="109">
                <c:v>0.4463912493185715</c:v>
              </c:pt>
              <c:pt idx="110">
                <c:v>0.4463912493185715</c:v>
              </c:pt>
              <c:pt idx="111">
                <c:v>0.4463912493185715</c:v>
              </c:pt>
              <c:pt idx="112">
                <c:v>0.4463912493185715</c:v>
              </c:pt>
              <c:pt idx="113">
                <c:v>0.4463912493185715</c:v>
              </c:pt>
              <c:pt idx="114">
                <c:v>0.4463912493185715</c:v>
              </c:pt>
              <c:pt idx="115">
                <c:v>0.4463912493185715</c:v>
              </c:pt>
              <c:pt idx="116">
                <c:v>0.4463912493185715</c:v>
              </c:pt>
              <c:pt idx="117">
                <c:v>0.4463912493185715</c:v>
              </c:pt>
              <c:pt idx="118">
                <c:v>0.4463912493185715</c:v>
              </c:pt>
              <c:pt idx="119">
                <c:v>0.4463912493185715</c:v>
              </c:pt>
              <c:pt idx="120">
                <c:v>0.4463912493185715</c:v>
              </c:pt>
              <c:pt idx="121">
                <c:v>0.4463912493185715</c:v>
              </c:pt>
              <c:pt idx="122">
                <c:v>0.4463912493185715</c:v>
              </c:pt>
              <c:pt idx="123">
                <c:v>0.4463912493185715</c:v>
              </c:pt>
              <c:pt idx="124">
                <c:v>0.4463912493185715</c:v>
              </c:pt>
              <c:pt idx="125">
                <c:v>0.4463912493185715</c:v>
              </c:pt>
              <c:pt idx="126">
                <c:v>0.4463912493185715</c:v>
              </c:pt>
              <c:pt idx="127">
                <c:v>0.4463912493185715</c:v>
              </c:pt>
              <c:pt idx="128">
                <c:v>0.4463912493185715</c:v>
              </c:pt>
              <c:pt idx="129">
                <c:v>0.4463912493185715</c:v>
              </c:pt>
              <c:pt idx="130">
                <c:v>0.4463912493185715</c:v>
              </c:pt>
              <c:pt idx="131">
                <c:v>0.4463912493185715</c:v>
              </c:pt>
              <c:pt idx="132">
                <c:v>0.4463912493185715</c:v>
              </c:pt>
              <c:pt idx="133">
                <c:v>0.4463912493185715</c:v>
              </c:pt>
              <c:pt idx="134">
                <c:v>0.4463912493185715</c:v>
              </c:pt>
              <c:pt idx="135">
                <c:v>0.4463912493185715</c:v>
              </c:pt>
              <c:pt idx="136">
                <c:v>0.4463912493185715</c:v>
              </c:pt>
              <c:pt idx="137">
                <c:v>0.4463912493185715</c:v>
              </c:pt>
              <c:pt idx="138">
                <c:v>0.4463912493185715</c:v>
              </c:pt>
              <c:pt idx="139">
                <c:v>0.4463912493185715</c:v>
              </c:pt>
              <c:pt idx="140">
                <c:v>0.4463912493185715</c:v>
              </c:pt>
              <c:pt idx="141">
                <c:v>0.4463912493185715</c:v>
              </c:pt>
              <c:pt idx="142">
                <c:v>0.4463912493185715</c:v>
              </c:pt>
              <c:pt idx="143">
                <c:v>0.4463912493185715</c:v>
              </c:pt>
              <c:pt idx="144">
                <c:v>0.4463912493185715</c:v>
              </c:pt>
              <c:pt idx="145">
                <c:v>0.4463912493185715</c:v>
              </c:pt>
              <c:pt idx="146">
                <c:v>0.4463912493185715</c:v>
              </c:pt>
              <c:pt idx="147">
                <c:v>0.4463912493185715</c:v>
              </c:pt>
              <c:pt idx="148">
                <c:v>0.4463912493185715</c:v>
              </c:pt>
              <c:pt idx="149">
                <c:v>0.4463912493185715</c:v>
              </c:pt>
              <c:pt idx="150">
                <c:v>0.4463912493185715</c:v>
              </c:pt>
              <c:pt idx="151">
                <c:v>0.4463912493185715</c:v>
              </c:pt>
              <c:pt idx="152">
                <c:v>0.4463912493185715</c:v>
              </c:pt>
              <c:pt idx="153">
                <c:v>0.4463912493185715</c:v>
              </c:pt>
              <c:pt idx="154">
                <c:v>0.4463912493185715</c:v>
              </c:pt>
              <c:pt idx="155">
                <c:v>0.4463912493185715</c:v>
              </c:pt>
              <c:pt idx="156">
                <c:v>0.4463912493185715</c:v>
              </c:pt>
              <c:pt idx="157">
                <c:v>0.4463912493185715</c:v>
              </c:pt>
              <c:pt idx="158">
                <c:v>0.4463912493185715</c:v>
              </c:pt>
              <c:pt idx="159">
                <c:v>0.4463912493185715</c:v>
              </c:pt>
              <c:pt idx="160">
                <c:v>0.4463912493185715</c:v>
              </c:pt>
              <c:pt idx="161">
                <c:v>0.4463912493185715</c:v>
              </c:pt>
              <c:pt idx="162">
                <c:v>0.4463912493185715</c:v>
              </c:pt>
              <c:pt idx="163">
                <c:v>0.4463912493185715</c:v>
              </c:pt>
              <c:pt idx="164">
                <c:v>0.4463912493185715</c:v>
              </c:pt>
              <c:pt idx="165">
                <c:v>0.4463912493185715</c:v>
              </c:pt>
              <c:pt idx="166">
                <c:v>0.4463912493185715</c:v>
              </c:pt>
              <c:pt idx="167">
                <c:v>0.4463912493185715</c:v>
              </c:pt>
              <c:pt idx="168">
                <c:v>0.4463912493185715</c:v>
              </c:pt>
              <c:pt idx="169">
                <c:v>0.4463912493185715</c:v>
              </c:pt>
              <c:pt idx="170">
                <c:v>0.4463912493185715</c:v>
              </c:pt>
              <c:pt idx="171">
                <c:v>0.4463912493185715</c:v>
              </c:pt>
              <c:pt idx="172">
                <c:v>0.4463912493185715</c:v>
              </c:pt>
              <c:pt idx="173">
                <c:v>0.4463912493185715</c:v>
              </c:pt>
              <c:pt idx="174">
                <c:v>0.4463912493185715</c:v>
              </c:pt>
              <c:pt idx="175">
                <c:v>0.4463912493185715</c:v>
              </c:pt>
              <c:pt idx="176">
                <c:v>0.4463912493185715</c:v>
              </c:pt>
              <c:pt idx="177">
                <c:v>0.4463912493185715</c:v>
              </c:pt>
              <c:pt idx="178">
                <c:v>0.4463912493185715</c:v>
              </c:pt>
              <c:pt idx="179">
                <c:v>0.4463912493185715</c:v>
              </c:pt>
              <c:pt idx="180">
                <c:v>0.4463912493185715</c:v>
              </c:pt>
              <c:pt idx="181">
                <c:v>0.4463912493185715</c:v>
              </c:pt>
              <c:pt idx="182">
                <c:v>0.4463912493185715</c:v>
              </c:pt>
              <c:pt idx="183">
                <c:v>0.4463912493185715</c:v>
              </c:pt>
              <c:pt idx="184">
                <c:v>0.4463912493185715</c:v>
              </c:pt>
              <c:pt idx="185">
                <c:v>0.4463912493185715</c:v>
              </c:pt>
              <c:pt idx="186">
                <c:v>0.4463912493185715</c:v>
              </c:pt>
              <c:pt idx="187">
                <c:v>0.4463912493185715</c:v>
              </c:pt>
              <c:pt idx="188">
                <c:v>0.4463912493185715</c:v>
              </c:pt>
              <c:pt idx="189">
                <c:v>0.4463912493185715</c:v>
              </c:pt>
              <c:pt idx="190">
                <c:v>0.4463912493185715</c:v>
              </c:pt>
              <c:pt idx="191">
                <c:v>0.4463912493185715</c:v>
              </c:pt>
              <c:pt idx="192">
                <c:v>0.4463912493185715</c:v>
              </c:pt>
              <c:pt idx="193">
                <c:v>0.4463912493185715</c:v>
              </c:pt>
              <c:pt idx="194">
                <c:v>0.4463912493185715</c:v>
              </c:pt>
              <c:pt idx="195">
                <c:v>0.4463912493185715</c:v>
              </c:pt>
              <c:pt idx="196">
                <c:v>0.4463912493185715</c:v>
              </c:pt>
              <c:pt idx="197">
                <c:v>0.4463912493185715</c:v>
              </c:pt>
              <c:pt idx="198">
                <c:v>0.4463912493185715</c:v>
              </c:pt>
              <c:pt idx="199">
                <c:v>0.4463912493185715</c:v>
              </c:pt>
              <c:pt idx="200">
                <c:v>0.4463912493185715</c:v>
              </c:pt>
              <c:pt idx="201">
                <c:v>0.4463912493185715</c:v>
              </c:pt>
              <c:pt idx="202">
                <c:v>0.4463912493185715</c:v>
              </c:pt>
              <c:pt idx="203">
                <c:v>0.4463912493185715</c:v>
              </c:pt>
              <c:pt idx="204">
                <c:v>0.4463912493185715</c:v>
              </c:pt>
              <c:pt idx="205">
                <c:v>0.4463912493185715</c:v>
              </c:pt>
              <c:pt idx="206">
                <c:v>0.4463912493185715</c:v>
              </c:pt>
              <c:pt idx="207">
                <c:v>0.4463912493185715</c:v>
              </c:pt>
              <c:pt idx="208">
                <c:v>0.4463912493185715</c:v>
              </c:pt>
              <c:pt idx="209">
                <c:v>0.4463912493185715</c:v>
              </c:pt>
              <c:pt idx="210">
                <c:v>0.4463912493185715</c:v>
              </c:pt>
              <c:pt idx="211">
                <c:v>0.4463912493185715</c:v>
              </c:pt>
              <c:pt idx="212">
                <c:v>0.4463912493185715</c:v>
              </c:pt>
              <c:pt idx="213">
                <c:v>0.4463912493185715</c:v>
              </c:pt>
              <c:pt idx="214">
                <c:v>0.4463912493185715</c:v>
              </c:pt>
              <c:pt idx="215">
                <c:v>0.4463912493185715</c:v>
              </c:pt>
              <c:pt idx="216">
                <c:v>0.4463912493185715</c:v>
              </c:pt>
              <c:pt idx="217">
                <c:v>0.4463912493185715</c:v>
              </c:pt>
              <c:pt idx="218">
                <c:v>0.4463912493185715</c:v>
              </c:pt>
              <c:pt idx="219">
                <c:v>0.4463912493185715</c:v>
              </c:pt>
              <c:pt idx="220">
                <c:v>0.4463912493185715</c:v>
              </c:pt>
              <c:pt idx="221">
                <c:v>0.4463912493185715</c:v>
              </c:pt>
              <c:pt idx="222">
                <c:v>0.4463912493185715</c:v>
              </c:pt>
              <c:pt idx="223">
                <c:v>0.4463912493185715</c:v>
              </c:pt>
              <c:pt idx="224">
                <c:v>0.4463912493185715</c:v>
              </c:pt>
              <c:pt idx="225">
                <c:v>0.4463912493185715</c:v>
              </c:pt>
              <c:pt idx="226">
                <c:v>0.4463912493185715</c:v>
              </c:pt>
              <c:pt idx="227">
                <c:v>0.4463912493185715</c:v>
              </c:pt>
              <c:pt idx="228">
                <c:v>0.4463912493185715</c:v>
              </c:pt>
              <c:pt idx="229">
                <c:v>0.4463912493185715</c:v>
              </c:pt>
              <c:pt idx="230">
                <c:v>0.4463912493185715</c:v>
              </c:pt>
              <c:pt idx="231">
                <c:v>0.4463912493185715</c:v>
              </c:pt>
              <c:pt idx="232">
                <c:v>0.4463912493185715</c:v>
              </c:pt>
              <c:pt idx="233">
                <c:v>0.4463912493185715</c:v>
              </c:pt>
              <c:pt idx="234">
                <c:v>0.4463912493185715</c:v>
              </c:pt>
              <c:pt idx="235">
                <c:v>0.4463912493185715</c:v>
              </c:pt>
              <c:pt idx="236">
                <c:v>0.4463912493185715</c:v>
              </c:pt>
              <c:pt idx="237">
                <c:v>0.4463912493185715</c:v>
              </c:pt>
              <c:pt idx="238">
                <c:v>0.4463912493185715</c:v>
              </c:pt>
              <c:pt idx="239">
                <c:v>0.4463912493185715</c:v>
              </c:pt>
              <c:pt idx="240">
                <c:v>0.4463912493185715</c:v>
              </c:pt>
              <c:pt idx="241">
                <c:v>0.4463912493185715</c:v>
              </c:pt>
              <c:pt idx="242">
                <c:v>0.4463912493185715</c:v>
              </c:pt>
              <c:pt idx="243">
                <c:v>0.4463912493185715</c:v>
              </c:pt>
              <c:pt idx="244">
                <c:v>0.4463912493185715</c:v>
              </c:pt>
              <c:pt idx="245">
                <c:v>0.4463912493185715</c:v>
              </c:pt>
              <c:pt idx="246">
                <c:v>0.4463912493185715</c:v>
              </c:pt>
              <c:pt idx="247">
                <c:v>0.4463912493185715</c:v>
              </c:pt>
              <c:pt idx="248">
                <c:v>0.4463912493185715</c:v>
              </c:pt>
              <c:pt idx="249">
                <c:v>0.4463912493185715</c:v>
              </c:pt>
              <c:pt idx="250">
                <c:v>0.4463912493185715</c:v>
              </c:pt>
              <c:pt idx="251">
                <c:v>0.4463912493185715</c:v>
              </c:pt>
              <c:pt idx="252">
                <c:v>0.4463912493185715</c:v>
              </c:pt>
              <c:pt idx="253">
                <c:v>0.4463912493185715</c:v>
              </c:pt>
              <c:pt idx="254">
                <c:v>0.4463912493185715</c:v>
              </c:pt>
              <c:pt idx="255">
                <c:v>0.4463912493185715</c:v>
              </c:pt>
              <c:pt idx="256">
                <c:v>0.4463912493185715</c:v>
              </c:pt>
              <c:pt idx="257">
                <c:v>0.4463912493185715</c:v>
              </c:pt>
              <c:pt idx="258">
                <c:v>0.4463912493185715</c:v>
              </c:pt>
              <c:pt idx="259">
                <c:v>0.4463912493185715</c:v>
              </c:pt>
              <c:pt idx="260">
                <c:v>0.4463912493185715</c:v>
              </c:pt>
              <c:pt idx="261">
                <c:v>0.4463912493185715</c:v>
              </c:pt>
              <c:pt idx="262">
                <c:v>0.4463912493185715</c:v>
              </c:pt>
              <c:pt idx="263">
                <c:v>0.4463912493185715</c:v>
              </c:pt>
              <c:pt idx="264">
                <c:v>0.4463912493185715</c:v>
              </c:pt>
              <c:pt idx="265">
                <c:v>0.4463912493185715</c:v>
              </c:pt>
              <c:pt idx="266">
                <c:v>0.4463912493185715</c:v>
              </c:pt>
              <c:pt idx="267">
                <c:v>0.4463912493185715</c:v>
              </c:pt>
              <c:pt idx="268">
                <c:v>0.4463912493185715</c:v>
              </c:pt>
              <c:pt idx="269">
                <c:v>0.4463912493185715</c:v>
              </c:pt>
              <c:pt idx="270">
                <c:v>0.4463912493185715</c:v>
              </c:pt>
              <c:pt idx="271">
                <c:v>0.4463912493185715</c:v>
              </c:pt>
              <c:pt idx="272">
                <c:v>0.4463912493185715</c:v>
              </c:pt>
              <c:pt idx="273">
                <c:v>0.4463912493185715</c:v>
              </c:pt>
              <c:pt idx="274">
                <c:v>0.4463912493185715</c:v>
              </c:pt>
              <c:pt idx="275">
                <c:v>0.4463912493185715</c:v>
              </c:pt>
              <c:pt idx="276">
                <c:v>0.4463912493185715</c:v>
              </c:pt>
              <c:pt idx="277">
                <c:v>0.4463912493185715</c:v>
              </c:pt>
              <c:pt idx="278">
                <c:v>0.4463912493185715</c:v>
              </c:pt>
              <c:pt idx="279">
                <c:v>0.4463912493185715</c:v>
              </c:pt>
              <c:pt idx="280">
                <c:v>0.4463912493185715</c:v>
              </c:pt>
              <c:pt idx="281">
                <c:v>0.4463912493185715</c:v>
              </c:pt>
              <c:pt idx="282">
                <c:v>0.4463912493185715</c:v>
              </c:pt>
              <c:pt idx="283">
                <c:v>0.4463912493185715</c:v>
              </c:pt>
              <c:pt idx="284">
                <c:v>0.4463912493185715</c:v>
              </c:pt>
              <c:pt idx="285">
                <c:v>0.4463912493185715</c:v>
              </c:pt>
              <c:pt idx="286">
                <c:v>0.4463912493185715</c:v>
              </c:pt>
              <c:pt idx="287">
                <c:v>0.4463912493185715</c:v>
              </c:pt>
              <c:pt idx="288">
                <c:v>0.4463912493185715</c:v>
              </c:pt>
              <c:pt idx="289">
                <c:v>0.4463912493185715</c:v>
              </c:pt>
              <c:pt idx="290">
                <c:v>0.4463912493185715</c:v>
              </c:pt>
              <c:pt idx="291">
                <c:v>0.4463912493185715</c:v>
              </c:pt>
              <c:pt idx="292">
                <c:v>0.4463912493185715</c:v>
              </c:pt>
              <c:pt idx="293">
                <c:v>0.4463912493185715</c:v>
              </c:pt>
              <c:pt idx="294">
                <c:v>0.4463912493185715</c:v>
              </c:pt>
              <c:pt idx="295">
                <c:v>0.4463912493185715</c:v>
              </c:pt>
              <c:pt idx="296">
                <c:v>0.4463912493185715</c:v>
              </c:pt>
              <c:pt idx="297">
                <c:v>0.4463912493185715</c:v>
              </c:pt>
              <c:pt idx="298">
                <c:v>0.4463912493185715</c:v>
              </c:pt>
              <c:pt idx="299">
                <c:v>0.4463912493185715</c:v>
              </c:pt>
              <c:pt idx="300">
                <c:v>0.4463912493185715</c:v>
              </c:pt>
              <c:pt idx="301">
                <c:v>0.4463912493185715</c:v>
              </c:pt>
              <c:pt idx="302">
                <c:v>0.4463912493185715</c:v>
              </c:pt>
              <c:pt idx="303">
                <c:v>0.4463912493185715</c:v>
              </c:pt>
              <c:pt idx="304">
                <c:v>0.4463912493185715</c:v>
              </c:pt>
              <c:pt idx="305">
                <c:v>0.4463912493185715</c:v>
              </c:pt>
              <c:pt idx="306">
                <c:v>0.4463912493185715</c:v>
              </c:pt>
              <c:pt idx="307">
                <c:v>0.4463912493185715</c:v>
              </c:pt>
              <c:pt idx="308">
                <c:v>0.4463912493185715</c:v>
              </c:pt>
              <c:pt idx="309">
                <c:v>0.4463912493185715</c:v>
              </c:pt>
              <c:pt idx="310">
                <c:v>0.4463912493185715</c:v>
              </c:pt>
              <c:pt idx="311">
                <c:v>0.4463912493185715</c:v>
              </c:pt>
              <c:pt idx="312">
                <c:v>0.4463912493185715</c:v>
              </c:pt>
              <c:pt idx="313">
                <c:v>0.4463912493185715</c:v>
              </c:pt>
              <c:pt idx="314">
                <c:v>0.4463912493185715</c:v>
              </c:pt>
              <c:pt idx="315">
                <c:v>0.4463912493185715</c:v>
              </c:pt>
              <c:pt idx="316">
                <c:v>0.4463912493185715</c:v>
              </c:pt>
              <c:pt idx="317">
                <c:v>0.4463912493185715</c:v>
              </c:pt>
              <c:pt idx="318">
                <c:v>0.4463912493185715</c:v>
              </c:pt>
              <c:pt idx="319">
                <c:v>0.4463912493185715</c:v>
              </c:pt>
              <c:pt idx="320">
                <c:v>0.4463912493185715</c:v>
              </c:pt>
              <c:pt idx="321">
                <c:v>0.4463912493185715</c:v>
              </c:pt>
              <c:pt idx="322">
                <c:v>0.4463912493185715</c:v>
              </c:pt>
              <c:pt idx="323">
                <c:v>0.4463912493185715</c:v>
              </c:pt>
              <c:pt idx="324">
                <c:v>0.4463912493185715</c:v>
              </c:pt>
              <c:pt idx="325">
                <c:v>0.4463912493185715</c:v>
              </c:pt>
              <c:pt idx="326">
                <c:v>0.4463912493185715</c:v>
              </c:pt>
              <c:pt idx="327">
                <c:v>0.4463912493185715</c:v>
              </c:pt>
              <c:pt idx="328">
                <c:v>0.4463912493185715</c:v>
              </c:pt>
              <c:pt idx="329">
                <c:v>0.4463912493185715</c:v>
              </c:pt>
              <c:pt idx="330">
                <c:v>0.4463912493185715</c:v>
              </c:pt>
              <c:pt idx="331">
                <c:v>0.4463912493185715</c:v>
              </c:pt>
              <c:pt idx="332">
                <c:v>0.4463912493185715</c:v>
              </c:pt>
              <c:pt idx="333">
                <c:v>0.4463912493185715</c:v>
              </c:pt>
              <c:pt idx="334">
                <c:v>0.4463912493185715</c:v>
              </c:pt>
              <c:pt idx="335">
                <c:v>0.4463912493185715</c:v>
              </c:pt>
              <c:pt idx="336">
                <c:v>0.4463912493185715</c:v>
              </c:pt>
              <c:pt idx="337">
                <c:v>0.4463912493185715</c:v>
              </c:pt>
              <c:pt idx="338">
                <c:v>0.4463912493185715</c:v>
              </c:pt>
              <c:pt idx="339">
                <c:v>0.4463912493185715</c:v>
              </c:pt>
              <c:pt idx="340">
                <c:v>0.4463912493185715</c:v>
              </c:pt>
              <c:pt idx="341">
                <c:v>0.4463912493185715</c:v>
              </c:pt>
              <c:pt idx="342">
                <c:v>0.4463912493185715</c:v>
              </c:pt>
              <c:pt idx="343">
                <c:v>0.4463912493185715</c:v>
              </c:pt>
              <c:pt idx="344">
                <c:v>0.4463912493185715</c:v>
              </c:pt>
              <c:pt idx="345">
                <c:v>0.4463912493185715</c:v>
              </c:pt>
              <c:pt idx="346">
                <c:v>0.4463912493185715</c:v>
              </c:pt>
              <c:pt idx="347">
                <c:v>0.4463912493185715</c:v>
              </c:pt>
              <c:pt idx="348">
                <c:v>0.4463912493185715</c:v>
              </c:pt>
              <c:pt idx="349">
                <c:v>0.4463912493185715</c:v>
              </c:pt>
              <c:pt idx="350">
                <c:v>0.4463912493185715</c:v>
              </c:pt>
              <c:pt idx="351">
                <c:v>0.4463912493185715</c:v>
              </c:pt>
              <c:pt idx="352">
                <c:v>0.4463912493185715</c:v>
              </c:pt>
              <c:pt idx="353">
                <c:v>0.4463912493185715</c:v>
              </c:pt>
              <c:pt idx="354">
                <c:v>0.4463912493185715</c:v>
              </c:pt>
              <c:pt idx="355">
                <c:v>0.4463912493185715</c:v>
              </c:pt>
              <c:pt idx="356">
                <c:v>0.4463912493185715</c:v>
              </c:pt>
              <c:pt idx="357">
                <c:v>0.4463912493185715</c:v>
              </c:pt>
              <c:pt idx="358">
                <c:v>0.4463912493185715</c:v>
              </c:pt>
              <c:pt idx="359">
                <c:v>0.4463912493185715</c:v>
              </c:pt>
              <c:pt idx="360">
                <c:v>0.4463912493185715</c:v>
              </c:pt>
              <c:pt idx="361">
                <c:v>0.4463912493185715</c:v>
              </c:pt>
              <c:pt idx="362">
                <c:v>0.4463912493185715</c:v>
              </c:pt>
              <c:pt idx="363">
                <c:v>0.4463912493185715</c:v>
              </c:pt>
              <c:pt idx="364">
                <c:v>0.4463912493185715</c:v>
              </c:pt>
              <c:pt idx="365">
                <c:v>0.4463912493185715</c:v>
              </c:pt>
              <c:pt idx="366">
                <c:v>0.4463912493185715</c:v>
              </c:pt>
              <c:pt idx="367">
                <c:v>0.4463912493185715</c:v>
              </c:pt>
              <c:pt idx="368">
                <c:v>0.4463912493185715</c:v>
              </c:pt>
              <c:pt idx="369">
                <c:v>0.4463912493185715</c:v>
              </c:pt>
              <c:pt idx="370">
                <c:v>0.4463912493185715</c:v>
              </c:pt>
              <c:pt idx="371">
                <c:v>0.4463912493185715</c:v>
              </c:pt>
              <c:pt idx="372">
                <c:v>0.4463912493185715</c:v>
              </c:pt>
              <c:pt idx="373">
                <c:v>0.4463912493185715</c:v>
              </c:pt>
              <c:pt idx="374">
                <c:v>0.4463912493185715</c:v>
              </c:pt>
              <c:pt idx="375">
                <c:v>0.4463912493185715</c:v>
              </c:pt>
              <c:pt idx="376">
                <c:v>0.4463912493185715</c:v>
              </c:pt>
              <c:pt idx="377">
                <c:v>0.4463912493185715</c:v>
              </c:pt>
              <c:pt idx="378">
                <c:v>0.4463912493185715</c:v>
              </c:pt>
              <c:pt idx="379">
                <c:v>0.4463912493185715</c:v>
              </c:pt>
              <c:pt idx="380">
                <c:v>0.4463912493185715</c:v>
              </c:pt>
              <c:pt idx="381">
                <c:v>0.4463912493185715</c:v>
              </c:pt>
              <c:pt idx="382">
                <c:v>0.4463912493185715</c:v>
              </c:pt>
              <c:pt idx="383">
                <c:v>0.4463912493185715</c:v>
              </c:pt>
              <c:pt idx="384">
                <c:v>0.4463912493185715</c:v>
              </c:pt>
              <c:pt idx="385">
                <c:v>0.4463912493185715</c:v>
              </c:pt>
              <c:pt idx="386">
                <c:v>0.4463912493185715</c:v>
              </c:pt>
              <c:pt idx="387">
                <c:v>0.4463912493185715</c:v>
              </c:pt>
              <c:pt idx="388">
                <c:v>0.4463912493185715</c:v>
              </c:pt>
              <c:pt idx="389">
                <c:v>0.4463912493185715</c:v>
              </c:pt>
              <c:pt idx="390">
                <c:v>0.4463912493185715</c:v>
              </c:pt>
              <c:pt idx="391">
                <c:v>0.4463912493185715</c:v>
              </c:pt>
              <c:pt idx="392">
                <c:v>0.4463912493185715</c:v>
              </c:pt>
              <c:pt idx="393">
                <c:v>0.4463912493185715</c:v>
              </c:pt>
              <c:pt idx="394">
                <c:v>0.4463912493185715</c:v>
              </c:pt>
              <c:pt idx="395">
                <c:v>0.4463912493185715</c:v>
              </c:pt>
              <c:pt idx="396">
                <c:v>0.4463912493185715</c:v>
              </c:pt>
              <c:pt idx="397">
                <c:v>0.4463912493185715</c:v>
              </c:pt>
              <c:pt idx="398">
                <c:v>0.4463912493185715</c:v>
              </c:pt>
              <c:pt idx="399">
                <c:v>0.4463912493185715</c:v>
              </c:pt>
              <c:pt idx="400">
                <c:v>0.4463912493185715</c:v>
              </c:pt>
              <c:pt idx="401">
                <c:v>0.4463912493185715</c:v>
              </c:pt>
              <c:pt idx="402">
                <c:v>0.4463912493185715</c:v>
              </c:pt>
              <c:pt idx="403">
                <c:v>0.4463912493185715</c:v>
              </c:pt>
              <c:pt idx="404">
                <c:v>0.4463912493185715</c:v>
              </c:pt>
              <c:pt idx="405">
                <c:v>0.4463912493185715</c:v>
              </c:pt>
              <c:pt idx="406">
                <c:v>0.4463912493185715</c:v>
              </c:pt>
              <c:pt idx="407">
                <c:v>0.4463912493185715</c:v>
              </c:pt>
              <c:pt idx="408">
                <c:v>0.4463912493185715</c:v>
              </c:pt>
              <c:pt idx="409">
                <c:v>0.4463912493185715</c:v>
              </c:pt>
              <c:pt idx="410">
                <c:v>0.4463912493185715</c:v>
              </c:pt>
              <c:pt idx="411">
                <c:v>0.4463912493185715</c:v>
              </c:pt>
              <c:pt idx="412">
                <c:v>0.4463912493185715</c:v>
              </c:pt>
              <c:pt idx="413">
                <c:v>0.4463912493185715</c:v>
              </c:pt>
              <c:pt idx="414">
                <c:v>0.4463912493185715</c:v>
              </c:pt>
              <c:pt idx="415">
                <c:v>0.4463912493185715</c:v>
              </c:pt>
              <c:pt idx="416">
                <c:v>0.4463912493185715</c:v>
              </c:pt>
              <c:pt idx="417">
                <c:v>0.4463912493185715</c:v>
              </c:pt>
              <c:pt idx="418">
                <c:v>0.4463912493185715</c:v>
              </c:pt>
              <c:pt idx="419">
                <c:v>0.4463912493185715</c:v>
              </c:pt>
              <c:pt idx="420">
                <c:v>0.4463912493185715</c:v>
              </c:pt>
              <c:pt idx="421">
                <c:v>0.4463912493185715</c:v>
              </c:pt>
              <c:pt idx="422">
                <c:v>0.4463912493185715</c:v>
              </c:pt>
              <c:pt idx="423">
                <c:v>0.4463912493185715</c:v>
              </c:pt>
              <c:pt idx="424">
                <c:v>0.4463912493185715</c:v>
              </c:pt>
              <c:pt idx="425">
                <c:v>0.4463912493185715</c:v>
              </c:pt>
              <c:pt idx="426">
                <c:v>0.4463912493185715</c:v>
              </c:pt>
              <c:pt idx="427">
                <c:v>0.4463912493185715</c:v>
              </c:pt>
              <c:pt idx="428">
                <c:v>0.4463912493185715</c:v>
              </c:pt>
              <c:pt idx="429">
                <c:v>0.4463912493185715</c:v>
              </c:pt>
              <c:pt idx="430">
                <c:v>0.4463912493185715</c:v>
              </c:pt>
              <c:pt idx="431">
                <c:v>0.4463912493185715</c:v>
              </c:pt>
              <c:pt idx="432">
                <c:v>0.4463912493185715</c:v>
              </c:pt>
              <c:pt idx="433">
                <c:v>0.4463912493185715</c:v>
              </c:pt>
              <c:pt idx="434">
                <c:v>0.4463912493185715</c:v>
              </c:pt>
              <c:pt idx="435">
                <c:v>0.4463912493185715</c:v>
              </c:pt>
              <c:pt idx="436">
                <c:v>0.4463912493185715</c:v>
              </c:pt>
              <c:pt idx="437">
                <c:v>0.4463912493185715</c:v>
              </c:pt>
              <c:pt idx="438">
                <c:v>0.4463912493185715</c:v>
              </c:pt>
              <c:pt idx="439">
                <c:v>0.4463912493185715</c:v>
              </c:pt>
              <c:pt idx="440">
                <c:v>0.4463912493185715</c:v>
              </c:pt>
              <c:pt idx="441">
                <c:v>0.4463912493185715</c:v>
              </c:pt>
              <c:pt idx="442">
                <c:v>0.4463912493185715</c:v>
              </c:pt>
              <c:pt idx="443">
                <c:v>0.4463912493185715</c:v>
              </c:pt>
              <c:pt idx="444">
                <c:v>0.4463912493185715</c:v>
              </c:pt>
              <c:pt idx="445">
                <c:v>0.4463912493185715</c:v>
              </c:pt>
              <c:pt idx="446">
                <c:v>0.4463912493185715</c:v>
              </c:pt>
              <c:pt idx="447">
                <c:v>0.4463912493185715</c:v>
              </c:pt>
            </c:numLit>
          </c:yVal>
          <c:smooth val="0"/>
        </c:ser>
        <c:ser>
          <c:idx val="5"/>
          <c:order val="5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52.584009839800494</c:v>
              </c:pt>
              <c:pt idx="1">
                <c:v>52.915805318924114</c:v>
              </c:pt>
              <c:pt idx="2">
                <c:v>52.915805318924114</c:v>
              </c:pt>
              <c:pt idx="3">
                <c:v>52.915805318924114</c:v>
              </c:pt>
              <c:pt idx="4">
                <c:v>52.915805318924114</c:v>
              </c:pt>
              <c:pt idx="5">
                <c:v>52.915805318924114</c:v>
              </c:pt>
              <c:pt idx="6">
                <c:v>52.915805318924114</c:v>
              </c:pt>
              <c:pt idx="7">
                <c:v>52.915805318924114</c:v>
              </c:pt>
              <c:pt idx="8">
                <c:v>52.915805318924114</c:v>
              </c:pt>
              <c:pt idx="9">
                <c:v>52.915805318924114</c:v>
              </c:pt>
              <c:pt idx="10">
                <c:v>52.915805318924114</c:v>
              </c:pt>
              <c:pt idx="11">
                <c:v>52.915805318924114</c:v>
              </c:pt>
              <c:pt idx="12">
                <c:v>52.915805318924114</c:v>
              </c:pt>
              <c:pt idx="13">
                <c:v>52.915805318924114</c:v>
              </c:pt>
              <c:pt idx="14">
                <c:v>52.915805318924114</c:v>
              </c:pt>
              <c:pt idx="15">
                <c:v>52.915805318924114</c:v>
              </c:pt>
              <c:pt idx="16">
                <c:v>52.915805318924114</c:v>
              </c:pt>
              <c:pt idx="17">
                <c:v>52.915805318924114</c:v>
              </c:pt>
              <c:pt idx="18">
                <c:v>52.915805318924114</c:v>
              </c:pt>
              <c:pt idx="19">
                <c:v>52.915805318924114</c:v>
              </c:pt>
              <c:pt idx="20">
                <c:v>52.915805318924114</c:v>
              </c:pt>
              <c:pt idx="21">
                <c:v>52.915805318924114</c:v>
              </c:pt>
              <c:pt idx="22">
                <c:v>52.915805318924114</c:v>
              </c:pt>
              <c:pt idx="23">
                <c:v>52.915805318924114</c:v>
              </c:pt>
              <c:pt idx="24">
                <c:v>52.915805318924114</c:v>
              </c:pt>
              <c:pt idx="25">
                <c:v>52.915805318924114</c:v>
              </c:pt>
              <c:pt idx="26">
                <c:v>52.915805318924114</c:v>
              </c:pt>
              <c:pt idx="27">
                <c:v>52.915805318924114</c:v>
              </c:pt>
              <c:pt idx="28">
                <c:v>52.915805318924114</c:v>
              </c:pt>
              <c:pt idx="29">
                <c:v>52.915805318924114</c:v>
              </c:pt>
              <c:pt idx="30">
                <c:v>52.915805318924114</c:v>
              </c:pt>
              <c:pt idx="31">
                <c:v>52.915805318924114</c:v>
              </c:pt>
              <c:pt idx="32">
                <c:v>52.915805318924114</c:v>
              </c:pt>
              <c:pt idx="33">
                <c:v>52.915805318924114</c:v>
              </c:pt>
              <c:pt idx="34">
                <c:v>52.915805318924114</c:v>
              </c:pt>
              <c:pt idx="35">
                <c:v>52.915805318924114</c:v>
              </c:pt>
              <c:pt idx="36">
                <c:v>52.915805318924114</c:v>
              </c:pt>
              <c:pt idx="37">
                <c:v>52.915805318924114</c:v>
              </c:pt>
              <c:pt idx="38">
                <c:v>52.915805318924114</c:v>
              </c:pt>
              <c:pt idx="39">
                <c:v>52.915805318924114</c:v>
              </c:pt>
              <c:pt idx="40">
                <c:v>52.915805318924114</c:v>
              </c:pt>
              <c:pt idx="41">
                <c:v>52.915805318924114</c:v>
              </c:pt>
              <c:pt idx="42">
                <c:v>52.915805318924114</c:v>
              </c:pt>
              <c:pt idx="43">
                <c:v>52.915805318924114</c:v>
              </c:pt>
              <c:pt idx="44">
                <c:v>52.915805318924114</c:v>
              </c:pt>
              <c:pt idx="45">
                <c:v>52.915805318924114</c:v>
              </c:pt>
              <c:pt idx="46">
                <c:v>52.915805318924114</c:v>
              </c:pt>
              <c:pt idx="47">
                <c:v>52.915805318924114</c:v>
              </c:pt>
              <c:pt idx="48">
                <c:v>52.915805318924114</c:v>
              </c:pt>
              <c:pt idx="49">
                <c:v>52.915805318924114</c:v>
              </c:pt>
              <c:pt idx="50">
                <c:v>52.915805318924114</c:v>
              </c:pt>
              <c:pt idx="51">
                <c:v>52.915805318924114</c:v>
              </c:pt>
              <c:pt idx="52">
                <c:v>52.915805318924114</c:v>
              </c:pt>
              <c:pt idx="53">
                <c:v>52.915805318924114</c:v>
              </c:pt>
              <c:pt idx="54">
                <c:v>52.915805318924114</c:v>
              </c:pt>
              <c:pt idx="55">
                <c:v>52.915805318924114</c:v>
              </c:pt>
              <c:pt idx="56">
                <c:v>52.915805318924114</c:v>
              </c:pt>
              <c:pt idx="57">
                <c:v>52.915805318924114</c:v>
              </c:pt>
              <c:pt idx="58">
                <c:v>52.915805318924114</c:v>
              </c:pt>
              <c:pt idx="59">
                <c:v>52.915805318924114</c:v>
              </c:pt>
              <c:pt idx="60">
                <c:v>52.915805318924114</c:v>
              </c:pt>
              <c:pt idx="61">
                <c:v>52.915805318924114</c:v>
              </c:pt>
              <c:pt idx="62">
                <c:v>52.915805318924114</c:v>
              </c:pt>
              <c:pt idx="63">
                <c:v>52.915805318924114</c:v>
              </c:pt>
              <c:pt idx="64">
                <c:v>52.915805318924114</c:v>
              </c:pt>
              <c:pt idx="65">
                <c:v>52.915805318924114</c:v>
              </c:pt>
              <c:pt idx="66">
                <c:v>52.915805318924114</c:v>
              </c:pt>
              <c:pt idx="67">
                <c:v>52.915805318924114</c:v>
              </c:pt>
              <c:pt idx="68">
                <c:v>52.915805318924114</c:v>
              </c:pt>
              <c:pt idx="69">
                <c:v>52.915805318924114</c:v>
              </c:pt>
              <c:pt idx="70">
                <c:v>52.915805318924114</c:v>
              </c:pt>
              <c:pt idx="71">
                <c:v>52.915805318924114</c:v>
              </c:pt>
              <c:pt idx="72">
                <c:v>52.915805318924114</c:v>
              </c:pt>
              <c:pt idx="73">
                <c:v>52.915805318924114</c:v>
              </c:pt>
              <c:pt idx="74">
                <c:v>52.915805318924114</c:v>
              </c:pt>
              <c:pt idx="75">
                <c:v>52.915805318924114</c:v>
              </c:pt>
              <c:pt idx="76">
                <c:v>52.915805318924114</c:v>
              </c:pt>
              <c:pt idx="77">
                <c:v>52.915805318924114</c:v>
              </c:pt>
              <c:pt idx="78">
                <c:v>52.915805318924114</c:v>
              </c:pt>
              <c:pt idx="79">
                <c:v>52.915805318924114</c:v>
              </c:pt>
              <c:pt idx="80">
                <c:v>52.915805318924114</c:v>
              </c:pt>
              <c:pt idx="81">
                <c:v>52.915805318924114</c:v>
              </c:pt>
              <c:pt idx="82">
                <c:v>52.915805318924114</c:v>
              </c:pt>
              <c:pt idx="83">
                <c:v>52.915805318924114</c:v>
              </c:pt>
              <c:pt idx="84">
                <c:v>52.915805318924114</c:v>
              </c:pt>
              <c:pt idx="85">
                <c:v>52.915805318924114</c:v>
              </c:pt>
              <c:pt idx="86">
                <c:v>52.915805318924114</c:v>
              </c:pt>
              <c:pt idx="87">
                <c:v>52.915805318924114</c:v>
              </c:pt>
              <c:pt idx="88">
                <c:v>52.915805318924114</c:v>
              </c:pt>
              <c:pt idx="89">
                <c:v>52.915805318924114</c:v>
              </c:pt>
              <c:pt idx="90">
                <c:v>52.915805318924114</c:v>
              </c:pt>
              <c:pt idx="91">
                <c:v>52.915805318924114</c:v>
              </c:pt>
              <c:pt idx="92">
                <c:v>52.915805318924114</c:v>
              </c:pt>
              <c:pt idx="93">
                <c:v>52.915805318924114</c:v>
              </c:pt>
              <c:pt idx="94">
                <c:v>52.915805318924114</c:v>
              </c:pt>
              <c:pt idx="95">
                <c:v>52.915805318924114</c:v>
              </c:pt>
              <c:pt idx="96">
                <c:v>52.915805318924114</c:v>
              </c:pt>
              <c:pt idx="97">
                <c:v>52.915805318924114</c:v>
              </c:pt>
              <c:pt idx="98">
                <c:v>52.915805318924114</c:v>
              </c:pt>
              <c:pt idx="99">
                <c:v>52.915805318924114</c:v>
              </c:pt>
              <c:pt idx="100">
                <c:v>52.915805318924114</c:v>
              </c:pt>
              <c:pt idx="101">
                <c:v>52.915805318924114</c:v>
              </c:pt>
              <c:pt idx="102">
                <c:v>52.915805318924114</c:v>
              </c:pt>
              <c:pt idx="103">
                <c:v>52.915805318924114</c:v>
              </c:pt>
              <c:pt idx="104">
                <c:v>52.915805318924114</c:v>
              </c:pt>
              <c:pt idx="105">
                <c:v>52.915805318924114</c:v>
              </c:pt>
              <c:pt idx="106">
                <c:v>52.915805318924114</c:v>
              </c:pt>
              <c:pt idx="107">
                <c:v>52.915805318924114</c:v>
              </c:pt>
              <c:pt idx="108">
                <c:v>52.915805318924114</c:v>
              </c:pt>
              <c:pt idx="109">
                <c:v>52.915805318924114</c:v>
              </c:pt>
              <c:pt idx="110">
                <c:v>52.915805318924114</c:v>
              </c:pt>
              <c:pt idx="111">
                <c:v>52.915805318924114</c:v>
              </c:pt>
              <c:pt idx="112">
                <c:v>52.915805318924114</c:v>
              </c:pt>
              <c:pt idx="113">
                <c:v>52.915805318924114</c:v>
              </c:pt>
              <c:pt idx="114">
                <c:v>52.915805318924114</c:v>
              </c:pt>
              <c:pt idx="115">
                <c:v>52.915805318924114</c:v>
              </c:pt>
              <c:pt idx="116">
                <c:v>52.915805318924114</c:v>
              </c:pt>
              <c:pt idx="117">
                <c:v>52.915805318924114</c:v>
              </c:pt>
              <c:pt idx="118">
                <c:v>52.915805318924114</c:v>
              </c:pt>
              <c:pt idx="119">
                <c:v>52.915805318924114</c:v>
              </c:pt>
              <c:pt idx="120">
                <c:v>52.915805318924114</c:v>
              </c:pt>
              <c:pt idx="121">
                <c:v>52.915805318924114</c:v>
              </c:pt>
              <c:pt idx="122">
                <c:v>52.915805318924114</c:v>
              </c:pt>
              <c:pt idx="123">
                <c:v>52.915805318924114</c:v>
              </c:pt>
              <c:pt idx="124">
                <c:v>52.915805318924114</c:v>
              </c:pt>
              <c:pt idx="125">
                <c:v>52.915805318924114</c:v>
              </c:pt>
              <c:pt idx="126">
                <c:v>52.915805318924114</c:v>
              </c:pt>
              <c:pt idx="127">
                <c:v>52.915805318924114</c:v>
              </c:pt>
              <c:pt idx="128">
                <c:v>52.915805318924114</c:v>
              </c:pt>
              <c:pt idx="129">
                <c:v>52.915805318924114</c:v>
              </c:pt>
              <c:pt idx="130">
                <c:v>52.915805318924114</c:v>
              </c:pt>
              <c:pt idx="131">
                <c:v>52.915805318924114</c:v>
              </c:pt>
              <c:pt idx="132">
                <c:v>52.915805318924114</c:v>
              </c:pt>
              <c:pt idx="133">
                <c:v>52.915805318924114</c:v>
              </c:pt>
              <c:pt idx="134">
                <c:v>52.915805318924114</c:v>
              </c:pt>
              <c:pt idx="135">
                <c:v>52.915805318924114</c:v>
              </c:pt>
              <c:pt idx="136">
                <c:v>52.915805318924114</c:v>
              </c:pt>
              <c:pt idx="137">
                <c:v>52.915805318924114</c:v>
              </c:pt>
              <c:pt idx="138">
                <c:v>52.915805318924114</c:v>
              </c:pt>
              <c:pt idx="139">
                <c:v>52.915805318924114</c:v>
              </c:pt>
              <c:pt idx="140">
                <c:v>52.915805318924114</c:v>
              </c:pt>
              <c:pt idx="141">
                <c:v>52.915805318924114</c:v>
              </c:pt>
              <c:pt idx="142">
                <c:v>52.915805318924114</c:v>
              </c:pt>
              <c:pt idx="143">
                <c:v>52.915805318924114</c:v>
              </c:pt>
              <c:pt idx="144">
                <c:v>52.915805318924114</c:v>
              </c:pt>
              <c:pt idx="145">
                <c:v>52.915805318924114</c:v>
              </c:pt>
              <c:pt idx="146">
                <c:v>52.915805318924114</c:v>
              </c:pt>
              <c:pt idx="147">
                <c:v>52.915805318924114</c:v>
              </c:pt>
              <c:pt idx="148">
                <c:v>52.915805318924114</c:v>
              </c:pt>
              <c:pt idx="149">
                <c:v>52.915805318924114</c:v>
              </c:pt>
              <c:pt idx="150">
                <c:v>52.915805318924114</c:v>
              </c:pt>
              <c:pt idx="151">
                <c:v>52.915805318924114</c:v>
              </c:pt>
              <c:pt idx="152">
                <c:v>52.915805318924114</c:v>
              </c:pt>
              <c:pt idx="153">
                <c:v>52.915805318924114</c:v>
              </c:pt>
              <c:pt idx="154">
                <c:v>52.915805318924114</c:v>
              </c:pt>
              <c:pt idx="155">
                <c:v>52.915805318924114</c:v>
              </c:pt>
              <c:pt idx="156">
                <c:v>52.915805318924114</c:v>
              </c:pt>
              <c:pt idx="157">
                <c:v>52.915805318924114</c:v>
              </c:pt>
              <c:pt idx="158">
                <c:v>52.915805318924114</c:v>
              </c:pt>
              <c:pt idx="159">
                <c:v>52.915805318924114</c:v>
              </c:pt>
              <c:pt idx="160">
                <c:v>52.915805318924114</c:v>
              </c:pt>
              <c:pt idx="161">
                <c:v>52.915805318924114</c:v>
              </c:pt>
              <c:pt idx="162">
                <c:v>52.915805318924114</c:v>
              </c:pt>
              <c:pt idx="163">
                <c:v>52.915805318924114</c:v>
              </c:pt>
              <c:pt idx="164">
                <c:v>52.915805318924114</c:v>
              </c:pt>
              <c:pt idx="165">
                <c:v>52.915805318924114</c:v>
              </c:pt>
              <c:pt idx="166">
                <c:v>52.915805318924114</c:v>
              </c:pt>
              <c:pt idx="167">
                <c:v>52.915805318924114</c:v>
              </c:pt>
              <c:pt idx="168">
                <c:v>52.915805318924114</c:v>
              </c:pt>
              <c:pt idx="169">
                <c:v>52.915805318924114</c:v>
              </c:pt>
              <c:pt idx="170">
                <c:v>52.915805318924114</c:v>
              </c:pt>
              <c:pt idx="171">
                <c:v>52.915805318924114</c:v>
              </c:pt>
              <c:pt idx="172">
                <c:v>52.915805318924114</c:v>
              </c:pt>
              <c:pt idx="173">
                <c:v>52.915805318924114</c:v>
              </c:pt>
              <c:pt idx="174">
                <c:v>52.915805318924114</c:v>
              </c:pt>
              <c:pt idx="175">
                <c:v>52.915805318924114</c:v>
              </c:pt>
              <c:pt idx="176">
                <c:v>52.915805318924114</c:v>
              </c:pt>
              <c:pt idx="177">
                <c:v>52.915805318924114</c:v>
              </c:pt>
              <c:pt idx="178">
                <c:v>52.915805318924114</c:v>
              </c:pt>
              <c:pt idx="179">
                <c:v>52.915805318924114</c:v>
              </c:pt>
              <c:pt idx="180">
                <c:v>52.915805318924114</c:v>
              </c:pt>
              <c:pt idx="181">
                <c:v>52.915805318924114</c:v>
              </c:pt>
              <c:pt idx="182">
                <c:v>52.915805318924114</c:v>
              </c:pt>
              <c:pt idx="183">
                <c:v>52.915805318924114</c:v>
              </c:pt>
              <c:pt idx="184">
                <c:v>52.915805318924114</c:v>
              </c:pt>
              <c:pt idx="185">
                <c:v>52.915805318924114</c:v>
              </c:pt>
              <c:pt idx="186">
                <c:v>52.915805318924114</c:v>
              </c:pt>
              <c:pt idx="187">
                <c:v>52.915805318924114</c:v>
              </c:pt>
              <c:pt idx="188">
                <c:v>52.915805318924114</c:v>
              </c:pt>
              <c:pt idx="189">
                <c:v>52.915805318924114</c:v>
              </c:pt>
              <c:pt idx="190">
                <c:v>52.915805318924114</c:v>
              </c:pt>
              <c:pt idx="191">
                <c:v>52.915805318924114</c:v>
              </c:pt>
              <c:pt idx="192">
                <c:v>52.915805318924114</c:v>
              </c:pt>
              <c:pt idx="193">
                <c:v>52.915805318924114</c:v>
              </c:pt>
              <c:pt idx="194">
                <c:v>52.915805318924114</c:v>
              </c:pt>
              <c:pt idx="195">
                <c:v>52.915805318924114</c:v>
              </c:pt>
              <c:pt idx="196">
                <c:v>52.915805318924114</c:v>
              </c:pt>
              <c:pt idx="197">
                <c:v>52.915805318924114</c:v>
              </c:pt>
              <c:pt idx="198">
                <c:v>52.915805318924114</c:v>
              </c:pt>
              <c:pt idx="199">
                <c:v>52.915805318924114</c:v>
              </c:pt>
              <c:pt idx="200">
                <c:v>52.915805318924114</c:v>
              </c:pt>
              <c:pt idx="201">
                <c:v>52.915805318924114</c:v>
              </c:pt>
              <c:pt idx="202">
                <c:v>52.915805318924114</c:v>
              </c:pt>
              <c:pt idx="203">
                <c:v>52.915805318924114</c:v>
              </c:pt>
              <c:pt idx="204">
                <c:v>52.915805318924114</c:v>
              </c:pt>
              <c:pt idx="205">
                <c:v>52.915805318924114</c:v>
              </c:pt>
              <c:pt idx="206">
                <c:v>52.915805318924114</c:v>
              </c:pt>
              <c:pt idx="207">
                <c:v>52.915805318924114</c:v>
              </c:pt>
              <c:pt idx="208">
                <c:v>52.915805318924114</c:v>
              </c:pt>
              <c:pt idx="209">
                <c:v>52.915805318924114</c:v>
              </c:pt>
              <c:pt idx="210">
                <c:v>52.915805318924114</c:v>
              </c:pt>
              <c:pt idx="211">
                <c:v>52.915805318924114</c:v>
              </c:pt>
              <c:pt idx="212">
                <c:v>52.915805318924114</c:v>
              </c:pt>
              <c:pt idx="213">
                <c:v>52.915805318924114</c:v>
              </c:pt>
              <c:pt idx="214">
                <c:v>52.915805318924114</c:v>
              </c:pt>
              <c:pt idx="215">
                <c:v>52.915805318924114</c:v>
              </c:pt>
              <c:pt idx="216">
                <c:v>52.915805318924114</c:v>
              </c:pt>
              <c:pt idx="217">
                <c:v>52.915805318924114</c:v>
              </c:pt>
              <c:pt idx="218">
                <c:v>52.915805318924114</c:v>
              </c:pt>
              <c:pt idx="219">
                <c:v>52.915805318924114</c:v>
              </c:pt>
              <c:pt idx="220">
                <c:v>52.915805318924114</c:v>
              </c:pt>
              <c:pt idx="221">
                <c:v>52.915805318924114</c:v>
              </c:pt>
              <c:pt idx="222">
                <c:v>52.915805318924114</c:v>
              </c:pt>
              <c:pt idx="223">
                <c:v>52.915805318924114</c:v>
              </c:pt>
              <c:pt idx="224">
                <c:v>52.915805318924114</c:v>
              </c:pt>
              <c:pt idx="225">
                <c:v>52.915805318924114</c:v>
              </c:pt>
              <c:pt idx="226">
                <c:v>52.915805318924114</c:v>
              </c:pt>
              <c:pt idx="227">
                <c:v>52.915805318924114</c:v>
              </c:pt>
              <c:pt idx="228">
                <c:v>52.915805318924114</c:v>
              </c:pt>
              <c:pt idx="229">
                <c:v>52.915805318924114</c:v>
              </c:pt>
              <c:pt idx="230">
                <c:v>52.915805318924114</c:v>
              </c:pt>
              <c:pt idx="231">
                <c:v>52.915805318924114</c:v>
              </c:pt>
              <c:pt idx="232">
                <c:v>52.915805318924114</c:v>
              </c:pt>
              <c:pt idx="233">
                <c:v>52.915805318924114</c:v>
              </c:pt>
              <c:pt idx="234">
                <c:v>52.915805318924114</c:v>
              </c:pt>
              <c:pt idx="235">
                <c:v>52.915805318924114</c:v>
              </c:pt>
              <c:pt idx="236">
                <c:v>52.915805318924114</c:v>
              </c:pt>
              <c:pt idx="237">
                <c:v>52.915805318924114</c:v>
              </c:pt>
              <c:pt idx="238">
                <c:v>52.915805318924114</c:v>
              </c:pt>
              <c:pt idx="239">
                <c:v>52.915805318924114</c:v>
              </c:pt>
              <c:pt idx="240">
                <c:v>52.915805318924114</c:v>
              </c:pt>
              <c:pt idx="241">
                <c:v>52.915805318924114</c:v>
              </c:pt>
              <c:pt idx="242">
                <c:v>52.915805318924114</c:v>
              </c:pt>
              <c:pt idx="243">
                <c:v>52.915805318924114</c:v>
              </c:pt>
              <c:pt idx="244">
                <c:v>52.915805318924114</c:v>
              </c:pt>
              <c:pt idx="245">
                <c:v>52.915805318924114</c:v>
              </c:pt>
              <c:pt idx="246">
                <c:v>52.915805318924114</c:v>
              </c:pt>
              <c:pt idx="247">
                <c:v>52.915805318924114</c:v>
              </c:pt>
              <c:pt idx="248">
                <c:v>52.915805318924114</c:v>
              </c:pt>
              <c:pt idx="249">
                <c:v>52.915805318924114</c:v>
              </c:pt>
              <c:pt idx="250">
                <c:v>52.915805318924114</c:v>
              </c:pt>
              <c:pt idx="251">
                <c:v>52.915805318924114</c:v>
              </c:pt>
              <c:pt idx="252">
                <c:v>52.915805318924114</c:v>
              </c:pt>
              <c:pt idx="253">
                <c:v>52.915805318924114</c:v>
              </c:pt>
              <c:pt idx="254">
                <c:v>52.915805318924114</c:v>
              </c:pt>
              <c:pt idx="255">
                <c:v>52.915805318924114</c:v>
              </c:pt>
              <c:pt idx="256">
                <c:v>52.915805318924114</c:v>
              </c:pt>
              <c:pt idx="257">
                <c:v>52.915805318924114</c:v>
              </c:pt>
              <c:pt idx="258">
                <c:v>52.915805318924114</c:v>
              </c:pt>
              <c:pt idx="259">
                <c:v>52.915805318924114</c:v>
              </c:pt>
              <c:pt idx="260">
                <c:v>52.915805318924114</c:v>
              </c:pt>
              <c:pt idx="261">
                <c:v>52.915805318924114</c:v>
              </c:pt>
              <c:pt idx="262">
                <c:v>52.915805318924114</c:v>
              </c:pt>
              <c:pt idx="263">
                <c:v>52.915805318924114</c:v>
              </c:pt>
              <c:pt idx="264">
                <c:v>52.915805318924114</c:v>
              </c:pt>
              <c:pt idx="265">
                <c:v>52.915805318924114</c:v>
              </c:pt>
              <c:pt idx="266">
                <c:v>52.915805318924114</c:v>
              </c:pt>
              <c:pt idx="267">
                <c:v>52.915805318924114</c:v>
              </c:pt>
              <c:pt idx="268">
                <c:v>52.915805318924114</c:v>
              </c:pt>
              <c:pt idx="269">
                <c:v>52.915805318924114</c:v>
              </c:pt>
              <c:pt idx="270">
                <c:v>52.915805318924114</c:v>
              </c:pt>
              <c:pt idx="271">
                <c:v>52.915805318924114</c:v>
              </c:pt>
              <c:pt idx="272">
                <c:v>52.915805318924114</c:v>
              </c:pt>
              <c:pt idx="273">
                <c:v>52.915805318924114</c:v>
              </c:pt>
              <c:pt idx="274">
                <c:v>52.915805318924114</c:v>
              </c:pt>
              <c:pt idx="275">
                <c:v>52.915805318924114</c:v>
              </c:pt>
              <c:pt idx="276">
                <c:v>52.915805318924114</c:v>
              </c:pt>
              <c:pt idx="277">
                <c:v>52.915805318924114</c:v>
              </c:pt>
              <c:pt idx="278">
                <c:v>52.915805318924114</c:v>
              </c:pt>
              <c:pt idx="279">
                <c:v>52.915805318924114</c:v>
              </c:pt>
              <c:pt idx="280">
                <c:v>52.915805318924114</c:v>
              </c:pt>
              <c:pt idx="281">
                <c:v>52.915805318924114</c:v>
              </c:pt>
              <c:pt idx="282">
                <c:v>52.915805318924114</c:v>
              </c:pt>
              <c:pt idx="283">
                <c:v>52.915805318924114</c:v>
              </c:pt>
              <c:pt idx="284">
                <c:v>52.915805318924114</c:v>
              </c:pt>
              <c:pt idx="285">
                <c:v>52.915805318924114</c:v>
              </c:pt>
              <c:pt idx="286">
                <c:v>52.915805318924114</c:v>
              </c:pt>
              <c:pt idx="287">
                <c:v>52.915805318924114</c:v>
              </c:pt>
              <c:pt idx="288">
                <c:v>52.915805318924114</c:v>
              </c:pt>
              <c:pt idx="289">
                <c:v>52.915805318924114</c:v>
              </c:pt>
              <c:pt idx="290">
                <c:v>52.915805318924114</c:v>
              </c:pt>
              <c:pt idx="291">
                <c:v>52.915805318924114</c:v>
              </c:pt>
              <c:pt idx="292">
                <c:v>52.915805318924114</c:v>
              </c:pt>
              <c:pt idx="293">
                <c:v>52.915805318924114</c:v>
              </c:pt>
              <c:pt idx="294">
                <c:v>52.915805318924114</c:v>
              </c:pt>
              <c:pt idx="295">
                <c:v>52.915805318924114</c:v>
              </c:pt>
              <c:pt idx="296">
                <c:v>52.915805318924114</c:v>
              </c:pt>
              <c:pt idx="297">
                <c:v>52.915805318924114</c:v>
              </c:pt>
              <c:pt idx="298">
                <c:v>52.915805318924114</c:v>
              </c:pt>
              <c:pt idx="299">
                <c:v>52.915805318924114</c:v>
              </c:pt>
              <c:pt idx="300">
                <c:v>52.915805318924114</c:v>
              </c:pt>
              <c:pt idx="301">
                <c:v>52.915805318924114</c:v>
              </c:pt>
              <c:pt idx="302">
                <c:v>52.915805318924114</c:v>
              </c:pt>
              <c:pt idx="303">
                <c:v>52.915805318924114</c:v>
              </c:pt>
              <c:pt idx="304">
                <c:v>52.915805318924114</c:v>
              </c:pt>
              <c:pt idx="305">
                <c:v>52.915805318924114</c:v>
              </c:pt>
              <c:pt idx="306">
                <c:v>52.915805318924114</c:v>
              </c:pt>
              <c:pt idx="307">
                <c:v>52.915805318924114</c:v>
              </c:pt>
              <c:pt idx="308">
                <c:v>52.915805318924114</c:v>
              </c:pt>
              <c:pt idx="309">
                <c:v>52.915805318924114</c:v>
              </c:pt>
              <c:pt idx="310">
                <c:v>52.915805318924114</c:v>
              </c:pt>
              <c:pt idx="311">
                <c:v>52.915805318924114</c:v>
              </c:pt>
              <c:pt idx="312">
                <c:v>52.915805318924114</c:v>
              </c:pt>
              <c:pt idx="313">
                <c:v>52.915805318924114</c:v>
              </c:pt>
              <c:pt idx="314">
                <c:v>52.915805318924114</c:v>
              </c:pt>
              <c:pt idx="315">
                <c:v>52.915805318924114</c:v>
              </c:pt>
              <c:pt idx="316">
                <c:v>52.915805318924114</c:v>
              </c:pt>
              <c:pt idx="317">
                <c:v>52.915805318924114</c:v>
              </c:pt>
              <c:pt idx="318">
                <c:v>52.915805318924114</c:v>
              </c:pt>
              <c:pt idx="319">
                <c:v>52.915805318924114</c:v>
              </c:pt>
              <c:pt idx="320">
                <c:v>52.915805318924114</c:v>
              </c:pt>
              <c:pt idx="321">
                <c:v>52.915805318924114</c:v>
              </c:pt>
              <c:pt idx="322">
                <c:v>52.915805318924114</c:v>
              </c:pt>
              <c:pt idx="323">
                <c:v>52.915805318924114</c:v>
              </c:pt>
              <c:pt idx="324">
                <c:v>52.915805318924114</c:v>
              </c:pt>
              <c:pt idx="325">
                <c:v>52.915805318924114</c:v>
              </c:pt>
              <c:pt idx="326">
                <c:v>52.915805318924114</c:v>
              </c:pt>
              <c:pt idx="327">
                <c:v>52.915805318924114</c:v>
              </c:pt>
              <c:pt idx="328">
                <c:v>52.915805318924114</c:v>
              </c:pt>
              <c:pt idx="329">
                <c:v>52.915805318924114</c:v>
              </c:pt>
              <c:pt idx="330">
                <c:v>52.915805318924114</c:v>
              </c:pt>
              <c:pt idx="331">
                <c:v>52.915805318924114</c:v>
              </c:pt>
              <c:pt idx="332">
                <c:v>52.915805318924114</c:v>
              </c:pt>
              <c:pt idx="333">
                <c:v>52.915805318924114</c:v>
              </c:pt>
              <c:pt idx="334">
                <c:v>52.915805318924114</c:v>
              </c:pt>
              <c:pt idx="335">
                <c:v>52.915805318924114</c:v>
              </c:pt>
              <c:pt idx="336">
                <c:v>52.915805318924114</c:v>
              </c:pt>
              <c:pt idx="337">
                <c:v>52.915805318924114</c:v>
              </c:pt>
              <c:pt idx="338">
                <c:v>52.915805318924114</c:v>
              </c:pt>
              <c:pt idx="339">
                <c:v>52.915805318924114</c:v>
              </c:pt>
              <c:pt idx="340">
                <c:v>52.915805318924114</c:v>
              </c:pt>
              <c:pt idx="341">
                <c:v>52.915805318924114</c:v>
              </c:pt>
              <c:pt idx="342">
                <c:v>52.915805318924114</c:v>
              </c:pt>
              <c:pt idx="343">
                <c:v>52.915805318924114</c:v>
              </c:pt>
              <c:pt idx="344">
                <c:v>52.915805318924114</c:v>
              </c:pt>
              <c:pt idx="345">
                <c:v>52.915805318924114</c:v>
              </c:pt>
              <c:pt idx="346">
                <c:v>52.915805318924114</c:v>
              </c:pt>
              <c:pt idx="347">
                <c:v>52.915805318924114</c:v>
              </c:pt>
              <c:pt idx="348">
                <c:v>52.915805318924114</c:v>
              </c:pt>
              <c:pt idx="349">
                <c:v>52.915805318924114</c:v>
              </c:pt>
              <c:pt idx="350">
                <c:v>52.915805318924114</c:v>
              </c:pt>
              <c:pt idx="351">
                <c:v>52.915805318924114</c:v>
              </c:pt>
              <c:pt idx="352">
                <c:v>52.915805318924114</c:v>
              </c:pt>
              <c:pt idx="353">
                <c:v>52.915805318924114</c:v>
              </c:pt>
              <c:pt idx="354">
                <c:v>52.915805318924114</c:v>
              </c:pt>
              <c:pt idx="355">
                <c:v>52.915805318924114</c:v>
              </c:pt>
              <c:pt idx="356">
                <c:v>52.915805318924114</c:v>
              </c:pt>
              <c:pt idx="357">
                <c:v>52.915805318924114</c:v>
              </c:pt>
              <c:pt idx="358">
                <c:v>52.915805318924114</c:v>
              </c:pt>
              <c:pt idx="359">
                <c:v>52.915805318924114</c:v>
              </c:pt>
              <c:pt idx="360">
                <c:v>52.915805318924114</c:v>
              </c:pt>
              <c:pt idx="361">
                <c:v>52.915805318924114</c:v>
              </c:pt>
              <c:pt idx="362">
                <c:v>52.915805318924114</c:v>
              </c:pt>
              <c:pt idx="363">
                <c:v>52.915805318924114</c:v>
              </c:pt>
              <c:pt idx="364">
                <c:v>52.915805318924114</c:v>
              </c:pt>
              <c:pt idx="365">
                <c:v>52.915805318924114</c:v>
              </c:pt>
              <c:pt idx="366">
                <c:v>52.915805318924114</c:v>
              </c:pt>
              <c:pt idx="367">
                <c:v>52.915805318924114</c:v>
              </c:pt>
              <c:pt idx="368">
                <c:v>52.915805318924114</c:v>
              </c:pt>
              <c:pt idx="369">
                <c:v>52.915805318924114</c:v>
              </c:pt>
              <c:pt idx="370">
                <c:v>52.915805318924114</c:v>
              </c:pt>
              <c:pt idx="371">
                <c:v>52.915805318924114</c:v>
              </c:pt>
              <c:pt idx="372">
                <c:v>52.915805318924114</c:v>
              </c:pt>
              <c:pt idx="373">
                <c:v>52.915805318924114</c:v>
              </c:pt>
              <c:pt idx="374">
                <c:v>52.915805318924114</c:v>
              </c:pt>
              <c:pt idx="375">
                <c:v>52.915805318924114</c:v>
              </c:pt>
              <c:pt idx="376">
                <c:v>52.915805318924114</c:v>
              </c:pt>
              <c:pt idx="377">
                <c:v>52.915805318924114</c:v>
              </c:pt>
              <c:pt idx="378">
                <c:v>52.915805318924114</c:v>
              </c:pt>
              <c:pt idx="379">
                <c:v>52.915805318924114</c:v>
              </c:pt>
              <c:pt idx="380">
                <c:v>52.915805318924114</c:v>
              </c:pt>
              <c:pt idx="381">
                <c:v>52.915805318924114</c:v>
              </c:pt>
              <c:pt idx="382">
                <c:v>52.915805318924114</c:v>
              </c:pt>
              <c:pt idx="383">
                <c:v>52.915805318924114</c:v>
              </c:pt>
              <c:pt idx="384">
                <c:v>52.915805318924114</c:v>
              </c:pt>
              <c:pt idx="385">
                <c:v>52.915805318924114</c:v>
              </c:pt>
              <c:pt idx="386">
                <c:v>52.915805318924114</c:v>
              </c:pt>
              <c:pt idx="387">
                <c:v>52.915805318924114</c:v>
              </c:pt>
              <c:pt idx="388">
                <c:v>52.915805318924114</c:v>
              </c:pt>
              <c:pt idx="389">
                <c:v>52.915805318924114</c:v>
              </c:pt>
              <c:pt idx="390">
                <c:v>52.915805318924114</c:v>
              </c:pt>
              <c:pt idx="391">
                <c:v>52.915805318924114</c:v>
              </c:pt>
              <c:pt idx="392">
                <c:v>52.915805318924114</c:v>
              </c:pt>
              <c:pt idx="393">
                <c:v>52.915805318924114</c:v>
              </c:pt>
              <c:pt idx="394">
                <c:v>52.915805318924114</c:v>
              </c:pt>
              <c:pt idx="395">
                <c:v>52.915805318924114</c:v>
              </c:pt>
              <c:pt idx="396">
                <c:v>52.915805318924114</c:v>
              </c:pt>
              <c:pt idx="397">
                <c:v>52.915805318924114</c:v>
              </c:pt>
              <c:pt idx="398">
                <c:v>52.915805318924114</c:v>
              </c:pt>
              <c:pt idx="399">
                <c:v>52.915805318924114</c:v>
              </c:pt>
              <c:pt idx="400">
                <c:v>52.915805318924114</c:v>
              </c:pt>
              <c:pt idx="401">
                <c:v>52.915805318924114</c:v>
              </c:pt>
              <c:pt idx="402">
                <c:v>52.915805318924114</c:v>
              </c:pt>
              <c:pt idx="403">
                <c:v>52.915805318924114</c:v>
              </c:pt>
              <c:pt idx="404">
                <c:v>52.915805318924114</c:v>
              </c:pt>
              <c:pt idx="405">
                <c:v>52.915805318924114</c:v>
              </c:pt>
              <c:pt idx="406">
                <c:v>52.915805318924114</c:v>
              </c:pt>
              <c:pt idx="407">
                <c:v>52.915805318924114</c:v>
              </c:pt>
              <c:pt idx="408">
                <c:v>52.915805318924114</c:v>
              </c:pt>
              <c:pt idx="409">
                <c:v>52.915805318924114</c:v>
              </c:pt>
              <c:pt idx="410">
                <c:v>52.915805318924114</c:v>
              </c:pt>
              <c:pt idx="411">
                <c:v>52.915805318924114</c:v>
              </c:pt>
              <c:pt idx="412">
                <c:v>52.915805318924114</c:v>
              </c:pt>
              <c:pt idx="413">
                <c:v>52.915805318924114</c:v>
              </c:pt>
              <c:pt idx="414">
                <c:v>52.915805318924114</c:v>
              </c:pt>
              <c:pt idx="415">
                <c:v>52.915805318924114</c:v>
              </c:pt>
              <c:pt idx="416">
                <c:v>52.915805318924114</c:v>
              </c:pt>
              <c:pt idx="417">
                <c:v>52.915805318924114</c:v>
              </c:pt>
              <c:pt idx="418">
                <c:v>52.915805318924114</c:v>
              </c:pt>
              <c:pt idx="419">
                <c:v>52.915805318924114</c:v>
              </c:pt>
              <c:pt idx="420">
                <c:v>52.915805318924114</c:v>
              </c:pt>
              <c:pt idx="421">
                <c:v>52.915805318924114</c:v>
              </c:pt>
              <c:pt idx="422">
                <c:v>52.915805318924114</c:v>
              </c:pt>
              <c:pt idx="423">
                <c:v>52.915805318924114</c:v>
              </c:pt>
              <c:pt idx="424">
                <c:v>52.915805318924114</c:v>
              </c:pt>
              <c:pt idx="425">
                <c:v>52.915805318924114</c:v>
              </c:pt>
              <c:pt idx="426">
                <c:v>52.915805318924114</c:v>
              </c:pt>
              <c:pt idx="427">
                <c:v>52.915805318924114</c:v>
              </c:pt>
              <c:pt idx="428">
                <c:v>52.915805318924114</c:v>
              </c:pt>
              <c:pt idx="429">
                <c:v>52.915805318924114</c:v>
              </c:pt>
              <c:pt idx="430">
                <c:v>52.915805318924114</c:v>
              </c:pt>
              <c:pt idx="431">
                <c:v>52.915805318924114</c:v>
              </c:pt>
              <c:pt idx="432">
                <c:v>52.915805318924114</c:v>
              </c:pt>
              <c:pt idx="433">
                <c:v>52.915805318924114</c:v>
              </c:pt>
              <c:pt idx="434">
                <c:v>52.915805318924114</c:v>
              </c:pt>
              <c:pt idx="435">
                <c:v>52.915805318924114</c:v>
              </c:pt>
              <c:pt idx="436">
                <c:v>52.915805318924114</c:v>
              </c:pt>
              <c:pt idx="437">
                <c:v>52.915805318924114</c:v>
              </c:pt>
              <c:pt idx="438">
                <c:v>52.915805318924114</c:v>
              </c:pt>
              <c:pt idx="439">
                <c:v>52.915805318924114</c:v>
              </c:pt>
              <c:pt idx="440">
                <c:v>52.915805318924114</c:v>
              </c:pt>
              <c:pt idx="441">
                <c:v>52.915805318924114</c:v>
              </c:pt>
              <c:pt idx="442">
                <c:v>52.915805318924114</c:v>
              </c:pt>
              <c:pt idx="443">
                <c:v>52.915805318924114</c:v>
              </c:pt>
              <c:pt idx="444">
                <c:v>52.915805318924114</c:v>
              </c:pt>
              <c:pt idx="445">
                <c:v>52.915805318924114</c:v>
              </c:pt>
              <c:pt idx="446">
                <c:v>52.915805318924114</c:v>
              </c:pt>
              <c:pt idx="447">
                <c:v>52.915805318924114</c:v>
              </c:pt>
            </c:numLit>
          </c:xVal>
          <c:yVal>
            <c:numLit>
              <c:formatCode>0.0</c:formatCode>
              <c:ptCount val="448"/>
              <c:pt idx="0">
                <c:v>0.15895558424853612</c:v>
              </c:pt>
              <c:pt idx="1">
                <c:v>0.15895558424853612</c:v>
              </c:pt>
              <c:pt idx="2">
                <c:v>0.15895558424853612</c:v>
              </c:pt>
              <c:pt idx="3">
                <c:v>0.15895558424853612</c:v>
              </c:pt>
              <c:pt idx="4">
                <c:v>0.15895558424853612</c:v>
              </c:pt>
              <c:pt idx="5">
                <c:v>0.15895558424853612</c:v>
              </c:pt>
              <c:pt idx="6">
                <c:v>0.15895558424853612</c:v>
              </c:pt>
              <c:pt idx="7">
                <c:v>0.15895558424853612</c:v>
              </c:pt>
              <c:pt idx="8">
                <c:v>0.15895558424853612</c:v>
              </c:pt>
              <c:pt idx="9">
                <c:v>0.15895558424853612</c:v>
              </c:pt>
              <c:pt idx="10">
                <c:v>0.15895558424853612</c:v>
              </c:pt>
              <c:pt idx="11">
                <c:v>0.15895558424853612</c:v>
              </c:pt>
              <c:pt idx="12">
                <c:v>0.15895558424853612</c:v>
              </c:pt>
              <c:pt idx="13">
                <c:v>0.15895558424853612</c:v>
              </c:pt>
              <c:pt idx="14">
                <c:v>0.15895558424853612</c:v>
              </c:pt>
              <c:pt idx="15">
                <c:v>0.15895558424853612</c:v>
              </c:pt>
              <c:pt idx="16">
                <c:v>0.15895558424853612</c:v>
              </c:pt>
              <c:pt idx="17">
                <c:v>0.15895558424853612</c:v>
              </c:pt>
              <c:pt idx="18">
                <c:v>0.15895558424853612</c:v>
              </c:pt>
              <c:pt idx="19">
                <c:v>0.15895558424853612</c:v>
              </c:pt>
              <c:pt idx="20">
                <c:v>0.15895558424853612</c:v>
              </c:pt>
              <c:pt idx="21">
                <c:v>0.15895558424853612</c:v>
              </c:pt>
              <c:pt idx="22">
                <c:v>0.15895558424853612</c:v>
              </c:pt>
              <c:pt idx="23">
                <c:v>0.15895558424853612</c:v>
              </c:pt>
              <c:pt idx="24">
                <c:v>0.15895558424853612</c:v>
              </c:pt>
              <c:pt idx="25">
                <c:v>0.15895558424853612</c:v>
              </c:pt>
              <c:pt idx="26">
                <c:v>0.15895558424853612</c:v>
              </c:pt>
              <c:pt idx="27">
                <c:v>0.15895558424853612</c:v>
              </c:pt>
              <c:pt idx="28">
                <c:v>0.15895558424853612</c:v>
              </c:pt>
              <c:pt idx="29">
                <c:v>0.15895558424853612</c:v>
              </c:pt>
              <c:pt idx="30">
                <c:v>0.15895558424853612</c:v>
              </c:pt>
              <c:pt idx="31">
                <c:v>0.15895558424853612</c:v>
              </c:pt>
              <c:pt idx="32">
                <c:v>0.15895558424853612</c:v>
              </c:pt>
              <c:pt idx="33">
                <c:v>0.15895558424853612</c:v>
              </c:pt>
              <c:pt idx="34">
                <c:v>0.15895558424853612</c:v>
              </c:pt>
              <c:pt idx="35">
                <c:v>0.15895558424853612</c:v>
              </c:pt>
              <c:pt idx="36">
                <c:v>0.15895558424853612</c:v>
              </c:pt>
              <c:pt idx="37">
                <c:v>0.15895558424853612</c:v>
              </c:pt>
              <c:pt idx="38">
                <c:v>0.15895558424853612</c:v>
              </c:pt>
              <c:pt idx="39">
                <c:v>0.15895558424853612</c:v>
              </c:pt>
              <c:pt idx="40">
                <c:v>0.15895558424853612</c:v>
              </c:pt>
              <c:pt idx="41">
                <c:v>0.15895558424853612</c:v>
              </c:pt>
              <c:pt idx="42">
                <c:v>0.15895558424853612</c:v>
              </c:pt>
              <c:pt idx="43">
                <c:v>0.15895558424853612</c:v>
              </c:pt>
              <c:pt idx="44">
                <c:v>0.15895558424853612</c:v>
              </c:pt>
              <c:pt idx="45">
                <c:v>0.15895558424853612</c:v>
              </c:pt>
              <c:pt idx="46">
                <c:v>0.15895558424853612</c:v>
              </c:pt>
              <c:pt idx="47">
                <c:v>0.15895558424853612</c:v>
              </c:pt>
              <c:pt idx="48">
                <c:v>0.15895558424853612</c:v>
              </c:pt>
              <c:pt idx="49">
                <c:v>0.15895558424853612</c:v>
              </c:pt>
              <c:pt idx="50">
                <c:v>0.15895558424853612</c:v>
              </c:pt>
              <c:pt idx="51">
                <c:v>0.15895558424853612</c:v>
              </c:pt>
              <c:pt idx="52">
                <c:v>0.15895558424853612</c:v>
              </c:pt>
              <c:pt idx="53">
                <c:v>0.15895558424853612</c:v>
              </c:pt>
              <c:pt idx="54">
                <c:v>0.15895558424853612</c:v>
              </c:pt>
              <c:pt idx="55">
                <c:v>0.15895558424853612</c:v>
              </c:pt>
              <c:pt idx="56">
                <c:v>0.15895558424853612</c:v>
              </c:pt>
              <c:pt idx="57">
                <c:v>0.15895558424853612</c:v>
              </c:pt>
              <c:pt idx="58">
                <c:v>0.15895558424853612</c:v>
              </c:pt>
              <c:pt idx="59">
                <c:v>0.15895558424853612</c:v>
              </c:pt>
              <c:pt idx="60">
                <c:v>0.15895558424853612</c:v>
              </c:pt>
              <c:pt idx="61">
                <c:v>0.15895558424853612</c:v>
              </c:pt>
              <c:pt idx="62">
                <c:v>0.15895558424853612</c:v>
              </c:pt>
              <c:pt idx="63">
                <c:v>0.15895558424853612</c:v>
              </c:pt>
              <c:pt idx="64">
                <c:v>0.15895558424853612</c:v>
              </c:pt>
              <c:pt idx="65">
                <c:v>0.15895558424853612</c:v>
              </c:pt>
              <c:pt idx="66">
                <c:v>0.15895558424853612</c:v>
              </c:pt>
              <c:pt idx="67">
                <c:v>0.15895558424853612</c:v>
              </c:pt>
              <c:pt idx="68">
                <c:v>0.15895558424853612</c:v>
              </c:pt>
              <c:pt idx="69">
                <c:v>0.15895558424853612</c:v>
              </c:pt>
              <c:pt idx="70">
                <c:v>0.15895558424853612</c:v>
              </c:pt>
              <c:pt idx="71">
                <c:v>0.15895558424853612</c:v>
              </c:pt>
              <c:pt idx="72">
                <c:v>0.15895558424853612</c:v>
              </c:pt>
              <c:pt idx="73">
                <c:v>0.15895558424853612</c:v>
              </c:pt>
              <c:pt idx="74">
                <c:v>0.15895558424853612</c:v>
              </c:pt>
              <c:pt idx="75">
                <c:v>0.15895558424853612</c:v>
              </c:pt>
              <c:pt idx="76">
                <c:v>0.15895558424853612</c:v>
              </c:pt>
              <c:pt idx="77">
                <c:v>0.15895558424853612</c:v>
              </c:pt>
              <c:pt idx="78">
                <c:v>0.15895558424853612</c:v>
              </c:pt>
              <c:pt idx="79">
                <c:v>0.15895558424853612</c:v>
              </c:pt>
              <c:pt idx="80">
                <c:v>0.15895558424853612</c:v>
              </c:pt>
              <c:pt idx="81">
                <c:v>0.15895558424853612</c:v>
              </c:pt>
              <c:pt idx="82">
                <c:v>0.15895558424853612</c:v>
              </c:pt>
              <c:pt idx="83">
                <c:v>0.15895558424853612</c:v>
              </c:pt>
              <c:pt idx="84">
                <c:v>0.15895558424853612</c:v>
              </c:pt>
              <c:pt idx="85">
                <c:v>0.15895558424853612</c:v>
              </c:pt>
              <c:pt idx="86">
                <c:v>0.15895558424853612</c:v>
              </c:pt>
              <c:pt idx="87">
                <c:v>0.15895558424853612</c:v>
              </c:pt>
              <c:pt idx="88">
                <c:v>0.15895558424853612</c:v>
              </c:pt>
              <c:pt idx="89">
                <c:v>0.15895558424853612</c:v>
              </c:pt>
              <c:pt idx="90">
                <c:v>0.15895558424853612</c:v>
              </c:pt>
              <c:pt idx="91">
                <c:v>0.15895558424853612</c:v>
              </c:pt>
              <c:pt idx="92">
                <c:v>0.15895558424853612</c:v>
              </c:pt>
              <c:pt idx="93">
                <c:v>0.15895558424853612</c:v>
              </c:pt>
              <c:pt idx="94">
                <c:v>0.15895558424853612</c:v>
              </c:pt>
              <c:pt idx="95">
                <c:v>0.15895558424853612</c:v>
              </c:pt>
              <c:pt idx="96">
                <c:v>0.15895558424853612</c:v>
              </c:pt>
              <c:pt idx="97">
                <c:v>0.15895558424853612</c:v>
              </c:pt>
              <c:pt idx="98">
                <c:v>0.15895558424853612</c:v>
              </c:pt>
              <c:pt idx="99">
                <c:v>0.15895558424853612</c:v>
              </c:pt>
              <c:pt idx="100">
                <c:v>0.15895558424853612</c:v>
              </c:pt>
              <c:pt idx="101">
                <c:v>0.15895558424853612</c:v>
              </c:pt>
              <c:pt idx="102">
                <c:v>0.15895558424853612</c:v>
              </c:pt>
              <c:pt idx="103">
                <c:v>0.15895558424853612</c:v>
              </c:pt>
              <c:pt idx="104">
                <c:v>0.15895558424853612</c:v>
              </c:pt>
              <c:pt idx="105">
                <c:v>0.15895558424853612</c:v>
              </c:pt>
              <c:pt idx="106">
                <c:v>0.15895558424853612</c:v>
              </c:pt>
              <c:pt idx="107">
                <c:v>0.15895558424853612</c:v>
              </c:pt>
              <c:pt idx="108">
                <c:v>0.15895558424853612</c:v>
              </c:pt>
              <c:pt idx="109">
                <c:v>0.15895558424853612</c:v>
              </c:pt>
              <c:pt idx="110">
                <c:v>0.15895558424853612</c:v>
              </c:pt>
              <c:pt idx="111">
                <c:v>0.15895558424853612</c:v>
              </c:pt>
              <c:pt idx="112">
                <c:v>0.15895558424853612</c:v>
              </c:pt>
              <c:pt idx="113">
                <c:v>0.15895558424853612</c:v>
              </c:pt>
              <c:pt idx="114">
                <c:v>0.15895558424853612</c:v>
              </c:pt>
              <c:pt idx="115">
                <c:v>0.15895558424853612</c:v>
              </c:pt>
              <c:pt idx="116">
                <c:v>0.15895558424853612</c:v>
              </c:pt>
              <c:pt idx="117">
                <c:v>0.15895558424853612</c:v>
              </c:pt>
              <c:pt idx="118">
                <c:v>0.15895558424853612</c:v>
              </c:pt>
              <c:pt idx="119">
                <c:v>0.15895558424853612</c:v>
              </c:pt>
              <c:pt idx="120">
                <c:v>0.15895558424853612</c:v>
              </c:pt>
              <c:pt idx="121">
                <c:v>0.15895558424853612</c:v>
              </c:pt>
              <c:pt idx="122">
                <c:v>0.15895558424853612</c:v>
              </c:pt>
              <c:pt idx="123">
                <c:v>0.15895558424853612</c:v>
              </c:pt>
              <c:pt idx="124">
                <c:v>0.15895558424853612</c:v>
              </c:pt>
              <c:pt idx="125">
                <c:v>0.15895558424853612</c:v>
              </c:pt>
              <c:pt idx="126">
                <c:v>0.15895558424853612</c:v>
              </c:pt>
              <c:pt idx="127">
                <c:v>0.15895558424853612</c:v>
              </c:pt>
              <c:pt idx="128">
                <c:v>0.15895558424853612</c:v>
              </c:pt>
              <c:pt idx="129">
                <c:v>0.15895558424853612</c:v>
              </c:pt>
              <c:pt idx="130">
                <c:v>0.15895558424853612</c:v>
              </c:pt>
              <c:pt idx="131">
                <c:v>0.15895558424853612</c:v>
              </c:pt>
              <c:pt idx="132">
                <c:v>0.15895558424853612</c:v>
              </c:pt>
              <c:pt idx="133">
                <c:v>0.15895558424853612</c:v>
              </c:pt>
              <c:pt idx="134">
                <c:v>0.15895558424853612</c:v>
              </c:pt>
              <c:pt idx="135">
                <c:v>0.15895558424853612</c:v>
              </c:pt>
              <c:pt idx="136">
                <c:v>0.15895558424853612</c:v>
              </c:pt>
              <c:pt idx="137">
                <c:v>0.15895558424853612</c:v>
              </c:pt>
              <c:pt idx="138">
                <c:v>0.15895558424853612</c:v>
              </c:pt>
              <c:pt idx="139">
                <c:v>0.15895558424853612</c:v>
              </c:pt>
              <c:pt idx="140">
                <c:v>0.15895558424853612</c:v>
              </c:pt>
              <c:pt idx="141">
                <c:v>0.15895558424853612</c:v>
              </c:pt>
              <c:pt idx="142">
                <c:v>0.15895558424853612</c:v>
              </c:pt>
              <c:pt idx="143">
                <c:v>0.15895558424853612</c:v>
              </c:pt>
              <c:pt idx="144">
                <c:v>0.15895558424853612</c:v>
              </c:pt>
              <c:pt idx="145">
                <c:v>0.15895558424853612</c:v>
              </c:pt>
              <c:pt idx="146">
                <c:v>0.15895558424853612</c:v>
              </c:pt>
              <c:pt idx="147">
                <c:v>0.15895558424853612</c:v>
              </c:pt>
              <c:pt idx="148">
                <c:v>0.15895558424853612</c:v>
              </c:pt>
              <c:pt idx="149">
                <c:v>0.15895558424853612</c:v>
              </c:pt>
              <c:pt idx="150">
                <c:v>0.15895558424853612</c:v>
              </c:pt>
              <c:pt idx="151">
                <c:v>0.15895558424853612</c:v>
              </c:pt>
              <c:pt idx="152">
                <c:v>0.15895558424853612</c:v>
              </c:pt>
              <c:pt idx="153">
                <c:v>0.15895558424853612</c:v>
              </c:pt>
              <c:pt idx="154">
                <c:v>0.15895558424853612</c:v>
              </c:pt>
              <c:pt idx="155">
                <c:v>0.15895558424853612</c:v>
              </c:pt>
              <c:pt idx="156">
                <c:v>0.15895558424853612</c:v>
              </c:pt>
              <c:pt idx="157">
                <c:v>0.15895558424853612</c:v>
              </c:pt>
              <c:pt idx="158">
                <c:v>0.15895558424853612</c:v>
              </c:pt>
              <c:pt idx="159">
                <c:v>0.15895558424853612</c:v>
              </c:pt>
              <c:pt idx="160">
                <c:v>0.15895558424853612</c:v>
              </c:pt>
              <c:pt idx="161">
                <c:v>0.15895558424853612</c:v>
              </c:pt>
              <c:pt idx="162">
                <c:v>0.15895558424853612</c:v>
              </c:pt>
              <c:pt idx="163">
                <c:v>0.15895558424853612</c:v>
              </c:pt>
              <c:pt idx="164">
                <c:v>0.15895558424853612</c:v>
              </c:pt>
              <c:pt idx="165">
                <c:v>0.15895558424853612</c:v>
              </c:pt>
              <c:pt idx="166">
                <c:v>0.15895558424853612</c:v>
              </c:pt>
              <c:pt idx="167">
                <c:v>0.15895558424853612</c:v>
              </c:pt>
              <c:pt idx="168">
                <c:v>0.15895558424853612</c:v>
              </c:pt>
              <c:pt idx="169">
                <c:v>0.15895558424853612</c:v>
              </c:pt>
              <c:pt idx="170">
                <c:v>0.15895558424853612</c:v>
              </c:pt>
              <c:pt idx="171">
                <c:v>0.15895558424853612</c:v>
              </c:pt>
              <c:pt idx="172">
                <c:v>0.15895558424853612</c:v>
              </c:pt>
              <c:pt idx="173">
                <c:v>0.15895558424853612</c:v>
              </c:pt>
              <c:pt idx="174">
                <c:v>0.15895558424853612</c:v>
              </c:pt>
              <c:pt idx="175">
                <c:v>0.15895558424853612</c:v>
              </c:pt>
              <c:pt idx="176">
                <c:v>0.15895558424853612</c:v>
              </c:pt>
              <c:pt idx="177">
                <c:v>0.15895558424853612</c:v>
              </c:pt>
              <c:pt idx="178">
                <c:v>0.15895558424853612</c:v>
              </c:pt>
              <c:pt idx="179">
                <c:v>0.15895558424853612</c:v>
              </c:pt>
              <c:pt idx="180">
                <c:v>0.15895558424853612</c:v>
              </c:pt>
              <c:pt idx="181">
                <c:v>0.15895558424853612</c:v>
              </c:pt>
              <c:pt idx="182">
                <c:v>0.15895558424853612</c:v>
              </c:pt>
              <c:pt idx="183">
                <c:v>0.15895558424853612</c:v>
              </c:pt>
              <c:pt idx="184">
                <c:v>0.15895558424853612</c:v>
              </c:pt>
              <c:pt idx="185">
                <c:v>0.15895558424853612</c:v>
              </c:pt>
              <c:pt idx="186">
                <c:v>0.15895558424853612</c:v>
              </c:pt>
              <c:pt idx="187">
                <c:v>0.15895558424853612</c:v>
              </c:pt>
              <c:pt idx="188">
                <c:v>0.15895558424853612</c:v>
              </c:pt>
              <c:pt idx="189">
                <c:v>0.15895558424853612</c:v>
              </c:pt>
              <c:pt idx="190">
                <c:v>0.15895558424853612</c:v>
              </c:pt>
              <c:pt idx="191">
                <c:v>0.15895558424853612</c:v>
              </c:pt>
              <c:pt idx="192">
                <c:v>0.15895558424853612</c:v>
              </c:pt>
              <c:pt idx="193">
                <c:v>0.15895558424853612</c:v>
              </c:pt>
              <c:pt idx="194">
                <c:v>0.15895558424853612</c:v>
              </c:pt>
              <c:pt idx="195">
                <c:v>0.15895558424853612</c:v>
              </c:pt>
              <c:pt idx="196">
                <c:v>0.15895558424853612</c:v>
              </c:pt>
              <c:pt idx="197">
                <c:v>0.15895558424853612</c:v>
              </c:pt>
              <c:pt idx="198">
                <c:v>0.15895558424853612</c:v>
              </c:pt>
              <c:pt idx="199">
                <c:v>0.15895558424853612</c:v>
              </c:pt>
              <c:pt idx="200">
                <c:v>0.15895558424853612</c:v>
              </c:pt>
              <c:pt idx="201">
                <c:v>0.15895558424853612</c:v>
              </c:pt>
              <c:pt idx="202">
                <c:v>0.15895558424853612</c:v>
              </c:pt>
              <c:pt idx="203">
                <c:v>0.15895558424853612</c:v>
              </c:pt>
              <c:pt idx="204">
                <c:v>0.15895558424853612</c:v>
              </c:pt>
              <c:pt idx="205">
                <c:v>0.15895558424853612</c:v>
              </c:pt>
              <c:pt idx="206">
                <c:v>0.15895558424853612</c:v>
              </c:pt>
              <c:pt idx="207">
                <c:v>0.15895558424853612</c:v>
              </c:pt>
              <c:pt idx="208">
                <c:v>0.15895558424853612</c:v>
              </c:pt>
              <c:pt idx="209">
                <c:v>0.15895558424853612</c:v>
              </c:pt>
              <c:pt idx="210">
                <c:v>0.15895558424853612</c:v>
              </c:pt>
              <c:pt idx="211">
                <c:v>0.15895558424853612</c:v>
              </c:pt>
              <c:pt idx="212">
                <c:v>0.15895558424853612</c:v>
              </c:pt>
              <c:pt idx="213">
                <c:v>0.15895558424853612</c:v>
              </c:pt>
              <c:pt idx="214">
                <c:v>0.15895558424853612</c:v>
              </c:pt>
              <c:pt idx="215">
                <c:v>0.15895558424853612</c:v>
              </c:pt>
              <c:pt idx="216">
                <c:v>0.15895558424853612</c:v>
              </c:pt>
              <c:pt idx="217">
                <c:v>0.15895558424853612</c:v>
              </c:pt>
              <c:pt idx="218">
                <c:v>0.15895558424853612</c:v>
              </c:pt>
              <c:pt idx="219">
                <c:v>0.15895558424853612</c:v>
              </c:pt>
              <c:pt idx="220">
                <c:v>0.15895558424853612</c:v>
              </c:pt>
              <c:pt idx="221">
                <c:v>0.15895558424853612</c:v>
              </c:pt>
              <c:pt idx="222">
                <c:v>0.15895558424853612</c:v>
              </c:pt>
              <c:pt idx="223">
                <c:v>0.15895558424853612</c:v>
              </c:pt>
              <c:pt idx="224">
                <c:v>0.15895558424853612</c:v>
              </c:pt>
              <c:pt idx="225">
                <c:v>0.15895558424853612</c:v>
              </c:pt>
              <c:pt idx="226">
                <c:v>0.15895558424853612</c:v>
              </c:pt>
              <c:pt idx="227">
                <c:v>0.15895558424853612</c:v>
              </c:pt>
              <c:pt idx="228">
                <c:v>0.15895558424853612</c:v>
              </c:pt>
              <c:pt idx="229">
                <c:v>0.15895558424853612</c:v>
              </c:pt>
              <c:pt idx="230">
                <c:v>0.15895558424853612</c:v>
              </c:pt>
              <c:pt idx="231">
                <c:v>0.15895558424853612</c:v>
              </c:pt>
              <c:pt idx="232">
                <c:v>0.15895558424853612</c:v>
              </c:pt>
              <c:pt idx="233">
                <c:v>0.15895558424853612</c:v>
              </c:pt>
              <c:pt idx="234">
                <c:v>0.15895558424853612</c:v>
              </c:pt>
              <c:pt idx="235">
                <c:v>0.15895558424853612</c:v>
              </c:pt>
              <c:pt idx="236">
                <c:v>0.15895558424853612</c:v>
              </c:pt>
              <c:pt idx="237">
                <c:v>0.15895558424853612</c:v>
              </c:pt>
              <c:pt idx="238">
                <c:v>0.15895558424853612</c:v>
              </c:pt>
              <c:pt idx="239">
                <c:v>0.15895558424853612</c:v>
              </c:pt>
              <c:pt idx="240">
                <c:v>0.15895558424853612</c:v>
              </c:pt>
              <c:pt idx="241">
                <c:v>0.15895558424853612</c:v>
              </c:pt>
              <c:pt idx="242">
                <c:v>0.15895558424853612</c:v>
              </c:pt>
              <c:pt idx="243">
                <c:v>0.15895558424853612</c:v>
              </c:pt>
              <c:pt idx="244">
                <c:v>0.15895558424853612</c:v>
              </c:pt>
              <c:pt idx="245">
                <c:v>0.15895558424853612</c:v>
              </c:pt>
              <c:pt idx="246">
                <c:v>0.15895558424853612</c:v>
              </c:pt>
              <c:pt idx="247">
                <c:v>0.15895558424853612</c:v>
              </c:pt>
              <c:pt idx="248">
                <c:v>0.15895558424853612</c:v>
              </c:pt>
              <c:pt idx="249">
                <c:v>0.15895558424853612</c:v>
              </c:pt>
              <c:pt idx="250">
                <c:v>0.15895558424853612</c:v>
              </c:pt>
              <c:pt idx="251">
                <c:v>0.15895558424853612</c:v>
              </c:pt>
              <c:pt idx="252">
                <c:v>0.15895558424853612</c:v>
              </c:pt>
              <c:pt idx="253">
                <c:v>0.15895558424853612</c:v>
              </c:pt>
              <c:pt idx="254">
                <c:v>0.15895558424853612</c:v>
              </c:pt>
              <c:pt idx="255">
                <c:v>0.15895558424853612</c:v>
              </c:pt>
              <c:pt idx="256">
                <c:v>0.15895558424853612</c:v>
              </c:pt>
              <c:pt idx="257">
                <c:v>0.15895558424853612</c:v>
              </c:pt>
              <c:pt idx="258">
                <c:v>0.15895558424853612</c:v>
              </c:pt>
              <c:pt idx="259">
                <c:v>0.15895558424853612</c:v>
              </c:pt>
              <c:pt idx="260">
                <c:v>0.15895558424853612</c:v>
              </c:pt>
              <c:pt idx="261">
                <c:v>0.15895558424853612</c:v>
              </c:pt>
              <c:pt idx="262">
                <c:v>0.15895558424853612</c:v>
              </c:pt>
              <c:pt idx="263">
                <c:v>0.15895558424853612</c:v>
              </c:pt>
              <c:pt idx="264">
                <c:v>0.15895558424853612</c:v>
              </c:pt>
              <c:pt idx="265">
                <c:v>0.15895558424853612</c:v>
              </c:pt>
              <c:pt idx="266">
                <c:v>0.15895558424853612</c:v>
              </c:pt>
              <c:pt idx="267">
                <c:v>0.15895558424853612</c:v>
              </c:pt>
              <c:pt idx="268">
                <c:v>0.15895558424853612</c:v>
              </c:pt>
              <c:pt idx="269">
                <c:v>0.15895558424853612</c:v>
              </c:pt>
              <c:pt idx="270">
                <c:v>0.15895558424853612</c:v>
              </c:pt>
              <c:pt idx="271">
                <c:v>0.15895558424853612</c:v>
              </c:pt>
              <c:pt idx="272">
                <c:v>0.15895558424853612</c:v>
              </c:pt>
              <c:pt idx="273">
                <c:v>0.15895558424853612</c:v>
              </c:pt>
              <c:pt idx="274">
                <c:v>0.15895558424853612</c:v>
              </c:pt>
              <c:pt idx="275">
                <c:v>0.15895558424853612</c:v>
              </c:pt>
              <c:pt idx="276">
                <c:v>0.15895558424853612</c:v>
              </c:pt>
              <c:pt idx="277">
                <c:v>0.15895558424853612</c:v>
              </c:pt>
              <c:pt idx="278">
                <c:v>0.15895558424853612</c:v>
              </c:pt>
              <c:pt idx="279">
                <c:v>0.15895558424853612</c:v>
              </c:pt>
              <c:pt idx="280">
                <c:v>0.15895558424853612</c:v>
              </c:pt>
              <c:pt idx="281">
                <c:v>0.15895558424853612</c:v>
              </c:pt>
              <c:pt idx="282">
                <c:v>0.15895558424853612</c:v>
              </c:pt>
              <c:pt idx="283">
                <c:v>0.15895558424853612</c:v>
              </c:pt>
              <c:pt idx="284">
                <c:v>0.15895558424853612</c:v>
              </c:pt>
              <c:pt idx="285">
                <c:v>0.15895558424853612</c:v>
              </c:pt>
              <c:pt idx="286">
                <c:v>0.15895558424853612</c:v>
              </c:pt>
              <c:pt idx="287">
                <c:v>0.15895558424853612</c:v>
              </c:pt>
              <c:pt idx="288">
                <c:v>0.15895558424853612</c:v>
              </c:pt>
              <c:pt idx="289">
                <c:v>0.15895558424853612</c:v>
              </c:pt>
              <c:pt idx="290">
                <c:v>0.15895558424853612</c:v>
              </c:pt>
              <c:pt idx="291">
                <c:v>0.15895558424853612</c:v>
              </c:pt>
              <c:pt idx="292">
                <c:v>0.15895558424853612</c:v>
              </c:pt>
              <c:pt idx="293">
                <c:v>0.15895558424853612</c:v>
              </c:pt>
              <c:pt idx="294">
                <c:v>0.15895558424853612</c:v>
              </c:pt>
              <c:pt idx="295">
                <c:v>0.15895558424853612</c:v>
              </c:pt>
              <c:pt idx="296">
                <c:v>0.15895558424853612</c:v>
              </c:pt>
              <c:pt idx="297">
                <c:v>0.15895558424853612</c:v>
              </c:pt>
              <c:pt idx="298">
                <c:v>0.15895558424853612</c:v>
              </c:pt>
              <c:pt idx="299">
                <c:v>0.15895558424853612</c:v>
              </c:pt>
              <c:pt idx="300">
                <c:v>0.15895558424853612</c:v>
              </c:pt>
              <c:pt idx="301">
                <c:v>0.15895558424853612</c:v>
              </c:pt>
              <c:pt idx="302">
                <c:v>0.15895558424853612</c:v>
              </c:pt>
              <c:pt idx="303">
                <c:v>0.15895558424853612</c:v>
              </c:pt>
              <c:pt idx="304">
                <c:v>0.15895558424853612</c:v>
              </c:pt>
              <c:pt idx="305">
                <c:v>0.15895558424853612</c:v>
              </c:pt>
              <c:pt idx="306">
                <c:v>0.15895558424853612</c:v>
              </c:pt>
              <c:pt idx="307">
                <c:v>0.15895558424853612</c:v>
              </c:pt>
              <c:pt idx="308">
                <c:v>0.15895558424853612</c:v>
              </c:pt>
              <c:pt idx="309">
                <c:v>0.15895558424853612</c:v>
              </c:pt>
              <c:pt idx="310">
                <c:v>0.15895558424853612</c:v>
              </c:pt>
              <c:pt idx="311">
                <c:v>0.15895558424853612</c:v>
              </c:pt>
              <c:pt idx="312">
                <c:v>0.15895558424853612</c:v>
              </c:pt>
              <c:pt idx="313">
                <c:v>0.15895558424853612</c:v>
              </c:pt>
              <c:pt idx="314">
                <c:v>0.15895558424853612</c:v>
              </c:pt>
              <c:pt idx="315">
                <c:v>0.15895558424853612</c:v>
              </c:pt>
              <c:pt idx="316">
                <c:v>0.15895558424853612</c:v>
              </c:pt>
              <c:pt idx="317">
                <c:v>0.15895558424853612</c:v>
              </c:pt>
              <c:pt idx="318">
                <c:v>0.15895558424853612</c:v>
              </c:pt>
              <c:pt idx="319">
                <c:v>0.15895558424853612</c:v>
              </c:pt>
              <c:pt idx="320">
                <c:v>0.15895558424853612</c:v>
              </c:pt>
              <c:pt idx="321">
                <c:v>0.15895558424853612</c:v>
              </c:pt>
              <c:pt idx="322">
                <c:v>0.15895558424853612</c:v>
              </c:pt>
              <c:pt idx="323">
                <c:v>0.15895558424853612</c:v>
              </c:pt>
              <c:pt idx="324">
                <c:v>0.15895558424853612</c:v>
              </c:pt>
              <c:pt idx="325">
                <c:v>0.15895558424853612</c:v>
              </c:pt>
              <c:pt idx="326">
                <c:v>0.15895558424853612</c:v>
              </c:pt>
              <c:pt idx="327">
                <c:v>0.15895558424853612</c:v>
              </c:pt>
              <c:pt idx="328">
                <c:v>0.15895558424853612</c:v>
              </c:pt>
              <c:pt idx="329">
                <c:v>0.15895558424853612</c:v>
              </c:pt>
              <c:pt idx="330">
                <c:v>0.15895558424853612</c:v>
              </c:pt>
              <c:pt idx="331">
                <c:v>0.15895558424853612</c:v>
              </c:pt>
              <c:pt idx="332">
                <c:v>0.15895558424853612</c:v>
              </c:pt>
              <c:pt idx="333">
                <c:v>0.15895558424853612</c:v>
              </c:pt>
              <c:pt idx="334">
                <c:v>0.15895558424853612</c:v>
              </c:pt>
              <c:pt idx="335">
                <c:v>0.15895558424853612</c:v>
              </c:pt>
              <c:pt idx="336">
                <c:v>0.15895558424853612</c:v>
              </c:pt>
              <c:pt idx="337">
                <c:v>0.15895558424853612</c:v>
              </c:pt>
              <c:pt idx="338">
                <c:v>0.15895558424853612</c:v>
              </c:pt>
              <c:pt idx="339">
                <c:v>0.15895558424853612</c:v>
              </c:pt>
              <c:pt idx="340">
                <c:v>0.15895558424853612</c:v>
              </c:pt>
              <c:pt idx="341">
                <c:v>0.15895558424853612</c:v>
              </c:pt>
              <c:pt idx="342">
                <c:v>0.15895558424853612</c:v>
              </c:pt>
              <c:pt idx="343">
                <c:v>0.15895558424853612</c:v>
              </c:pt>
              <c:pt idx="344">
                <c:v>0.15895558424853612</c:v>
              </c:pt>
              <c:pt idx="345">
                <c:v>0.15895558424853612</c:v>
              </c:pt>
              <c:pt idx="346">
                <c:v>0.15895558424853612</c:v>
              </c:pt>
              <c:pt idx="347">
                <c:v>0.15895558424853612</c:v>
              </c:pt>
              <c:pt idx="348">
                <c:v>0.15895558424853612</c:v>
              </c:pt>
              <c:pt idx="349">
                <c:v>0.15895558424853612</c:v>
              </c:pt>
              <c:pt idx="350">
                <c:v>0.15895558424853612</c:v>
              </c:pt>
              <c:pt idx="351">
                <c:v>0.15895558424853612</c:v>
              </c:pt>
              <c:pt idx="352">
                <c:v>0.15895558424853612</c:v>
              </c:pt>
              <c:pt idx="353">
                <c:v>0.15895558424853612</c:v>
              </c:pt>
              <c:pt idx="354">
                <c:v>0.15895558424853612</c:v>
              </c:pt>
              <c:pt idx="355">
                <c:v>0.15895558424853612</c:v>
              </c:pt>
              <c:pt idx="356">
                <c:v>0.15895558424853612</c:v>
              </c:pt>
              <c:pt idx="357">
                <c:v>0.15895558424853612</c:v>
              </c:pt>
              <c:pt idx="358">
                <c:v>0.15895558424853612</c:v>
              </c:pt>
              <c:pt idx="359">
                <c:v>0.15895558424853612</c:v>
              </c:pt>
              <c:pt idx="360">
                <c:v>0.15895558424853612</c:v>
              </c:pt>
              <c:pt idx="361">
                <c:v>0.15895558424853612</c:v>
              </c:pt>
              <c:pt idx="362">
                <c:v>0.15895558424853612</c:v>
              </c:pt>
              <c:pt idx="363">
                <c:v>0.15895558424853612</c:v>
              </c:pt>
              <c:pt idx="364">
                <c:v>0.15895558424853612</c:v>
              </c:pt>
              <c:pt idx="365">
                <c:v>0.15895558424853612</c:v>
              </c:pt>
              <c:pt idx="366">
                <c:v>0.15895558424853612</c:v>
              </c:pt>
              <c:pt idx="367">
                <c:v>0.15895558424853612</c:v>
              </c:pt>
              <c:pt idx="368">
                <c:v>0.15895558424853612</c:v>
              </c:pt>
              <c:pt idx="369">
                <c:v>0.15895558424853612</c:v>
              </c:pt>
              <c:pt idx="370">
                <c:v>0.15895558424853612</c:v>
              </c:pt>
              <c:pt idx="371">
                <c:v>0.15895558424853612</c:v>
              </c:pt>
              <c:pt idx="372">
                <c:v>0.15895558424853612</c:v>
              </c:pt>
              <c:pt idx="373">
                <c:v>0.15895558424853612</c:v>
              </c:pt>
              <c:pt idx="374">
                <c:v>0.15895558424853612</c:v>
              </c:pt>
              <c:pt idx="375">
                <c:v>0.15895558424853612</c:v>
              </c:pt>
              <c:pt idx="376">
                <c:v>0.15895558424853612</c:v>
              </c:pt>
              <c:pt idx="377">
                <c:v>0.15895558424853612</c:v>
              </c:pt>
              <c:pt idx="378">
                <c:v>0.15895558424853612</c:v>
              </c:pt>
              <c:pt idx="379">
                <c:v>0.15895558424853612</c:v>
              </c:pt>
              <c:pt idx="380">
                <c:v>0.15895558424853612</c:v>
              </c:pt>
              <c:pt idx="381">
                <c:v>0.15895558424853612</c:v>
              </c:pt>
              <c:pt idx="382">
                <c:v>0.15895558424853612</c:v>
              </c:pt>
              <c:pt idx="383">
                <c:v>0.15895558424853612</c:v>
              </c:pt>
              <c:pt idx="384">
                <c:v>0.15895558424853612</c:v>
              </c:pt>
              <c:pt idx="385">
                <c:v>0.15895558424853612</c:v>
              </c:pt>
              <c:pt idx="386">
                <c:v>0.15895558424853612</c:v>
              </c:pt>
              <c:pt idx="387">
                <c:v>0.15895558424853612</c:v>
              </c:pt>
              <c:pt idx="388">
                <c:v>0.15895558424853612</c:v>
              </c:pt>
              <c:pt idx="389">
                <c:v>0.15895558424853612</c:v>
              </c:pt>
              <c:pt idx="390">
                <c:v>0.15895558424853612</c:v>
              </c:pt>
              <c:pt idx="391">
                <c:v>0.15895558424853612</c:v>
              </c:pt>
              <c:pt idx="392">
                <c:v>0.15895558424853612</c:v>
              </c:pt>
              <c:pt idx="393">
                <c:v>0.15895558424853612</c:v>
              </c:pt>
              <c:pt idx="394">
                <c:v>0.15895558424853612</c:v>
              </c:pt>
              <c:pt idx="395">
                <c:v>0.15895558424853612</c:v>
              </c:pt>
              <c:pt idx="396">
                <c:v>0.15895558424853612</c:v>
              </c:pt>
              <c:pt idx="397">
                <c:v>0.15895558424853612</c:v>
              </c:pt>
              <c:pt idx="398">
                <c:v>0.15895558424853612</c:v>
              </c:pt>
              <c:pt idx="399">
                <c:v>0.15895558424853612</c:v>
              </c:pt>
              <c:pt idx="400">
                <c:v>0.15895558424853612</c:v>
              </c:pt>
              <c:pt idx="401">
                <c:v>0.15895558424853612</c:v>
              </c:pt>
              <c:pt idx="402">
                <c:v>0.15895558424853612</c:v>
              </c:pt>
              <c:pt idx="403">
                <c:v>0.15895558424853612</c:v>
              </c:pt>
              <c:pt idx="404">
                <c:v>0.15895558424853612</c:v>
              </c:pt>
              <c:pt idx="405">
                <c:v>0.15895558424853612</c:v>
              </c:pt>
              <c:pt idx="406">
                <c:v>0.15895558424853612</c:v>
              </c:pt>
              <c:pt idx="407">
                <c:v>0.15895558424853612</c:v>
              </c:pt>
              <c:pt idx="408">
                <c:v>0.15895558424853612</c:v>
              </c:pt>
              <c:pt idx="409">
                <c:v>0.15895558424853612</c:v>
              </c:pt>
              <c:pt idx="410">
                <c:v>0.15895558424853612</c:v>
              </c:pt>
              <c:pt idx="411">
                <c:v>0.15895558424853612</c:v>
              </c:pt>
              <c:pt idx="412">
                <c:v>0.15895558424853612</c:v>
              </c:pt>
              <c:pt idx="413">
                <c:v>0.15895558424853612</c:v>
              </c:pt>
              <c:pt idx="414">
                <c:v>0.15895558424853612</c:v>
              </c:pt>
              <c:pt idx="415">
                <c:v>0.15895558424853612</c:v>
              </c:pt>
              <c:pt idx="416">
                <c:v>0.15895558424853612</c:v>
              </c:pt>
              <c:pt idx="417">
                <c:v>0.15895558424853612</c:v>
              </c:pt>
              <c:pt idx="418">
                <c:v>0.15895558424853612</c:v>
              </c:pt>
              <c:pt idx="419">
                <c:v>0.15895558424853612</c:v>
              </c:pt>
              <c:pt idx="420">
                <c:v>0.15895558424853612</c:v>
              </c:pt>
              <c:pt idx="421">
                <c:v>0.15895558424853612</c:v>
              </c:pt>
              <c:pt idx="422">
                <c:v>0.15895558424853612</c:v>
              </c:pt>
              <c:pt idx="423">
                <c:v>0.15895558424853612</c:v>
              </c:pt>
              <c:pt idx="424">
                <c:v>0.15895558424853612</c:v>
              </c:pt>
              <c:pt idx="425">
                <c:v>0.15895558424853612</c:v>
              </c:pt>
              <c:pt idx="426">
                <c:v>0.15895558424853612</c:v>
              </c:pt>
              <c:pt idx="427">
                <c:v>0.15895558424853612</c:v>
              </c:pt>
              <c:pt idx="428">
                <c:v>0.15895558424853612</c:v>
              </c:pt>
              <c:pt idx="429">
                <c:v>0.15895558424853612</c:v>
              </c:pt>
              <c:pt idx="430">
                <c:v>0.15895558424853612</c:v>
              </c:pt>
              <c:pt idx="431">
                <c:v>0.15895558424853612</c:v>
              </c:pt>
              <c:pt idx="432">
                <c:v>0.15895558424853612</c:v>
              </c:pt>
              <c:pt idx="433">
                <c:v>0.15895558424853612</c:v>
              </c:pt>
              <c:pt idx="434">
                <c:v>0.15895558424853612</c:v>
              </c:pt>
              <c:pt idx="435">
                <c:v>0.15895558424853612</c:v>
              </c:pt>
              <c:pt idx="436">
                <c:v>0.15895558424853612</c:v>
              </c:pt>
              <c:pt idx="437">
                <c:v>0.15895558424853612</c:v>
              </c:pt>
              <c:pt idx="438">
                <c:v>0.15895558424853612</c:v>
              </c:pt>
              <c:pt idx="439">
                <c:v>0.15895558424853612</c:v>
              </c:pt>
              <c:pt idx="440">
                <c:v>0.15895558424853612</c:v>
              </c:pt>
              <c:pt idx="441">
                <c:v>0.15895558424853612</c:v>
              </c:pt>
              <c:pt idx="442">
                <c:v>0.15895558424853612</c:v>
              </c:pt>
              <c:pt idx="443">
                <c:v>0.15895558424853612</c:v>
              </c:pt>
              <c:pt idx="444">
                <c:v>0.15895558424853612</c:v>
              </c:pt>
              <c:pt idx="445">
                <c:v>0.15895558424853612</c:v>
              </c:pt>
              <c:pt idx="446">
                <c:v>0.15895558424853612</c:v>
              </c:pt>
              <c:pt idx="447">
                <c:v>0.15895558424853612</c:v>
              </c:pt>
            </c:numLit>
          </c:yVal>
          <c:smooth val="0"/>
        </c:ser>
        <c:ser>
          <c:idx val="6"/>
          <c:order val="6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</c:numLit>
          </c:xVal>
          <c:yVal>
            <c:numLit>
              <c:formatCode>0.0</c:formatCode>
              <c:ptCount val="448"/>
              <c:pt idx="0">
                <c:v>6.202028524893199</c:v>
              </c:pt>
              <c:pt idx="1">
                <c:v>6.202028524893199</c:v>
              </c:pt>
              <c:pt idx="2">
                <c:v>6.202028524893199</c:v>
              </c:pt>
              <c:pt idx="3">
                <c:v>6.202028524893199</c:v>
              </c:pt>
              <c:pt idx="4">
                <c:v>6.202028524893199</c:v>
              </c:pt>
              <c:pt idx="5">
                <c:v>6.202028524893199</c:v>
              </c:pt>
              <c:pt idx="6">
                <c:v>6.202028524893199</c:v>
              </c:pt>
              <c:pt idx="7">
                <c:v>6.202028524893199</c:v>
              </c:pt>
              <c:pt idx="8">
                <c:v>6.202028524893199</c:v>
              </c:pt>
              <c:pt idx="9">
                <c:v>6.202028524893199</c:v>
              </c:pt>
              <c:pt idx="10">
                <c:v>6.202028524893199</c:v>
              </c:pt>
              <c:pt idx="11">
                <c:v>6.202028524893199</c:v>
              </c:pt>
              <c:pt idx="12">
                <c:v>6.202028524893199</c:v>
              </c:pt>
              <c:pt idx="13">
                <c:v>6.202028524893199</c:v>
              </c:pt>
              <c:pt idx="14">
                <c:v>6.202028524893199</c:v>
              </c:pt>
              <c:pt idx="15">
                <c:v>6.202028524893199</c:v>
              </c:pt>
              <c:pt idx="16">
                <c:v>6.202028524893199</c:v>
              </c:pt>
              <c:pt idx="17">
                <c:v>6.202028524893199</c:v>
              </c:pt>
              <c:pt idx="18">
                <c:v>6.202028524893199</c:v>
              </c:pt>
              <c:pt idx="19">
                <c:v>6.202028524893199</c:v>
              </c:pt>
              <c:pt idx="20">
                <c:v>6.202028524893199</c:v>
              </c:pt>
              <c:pt idx="21">
                <c:v>6.202028524893199</c:v>
              </c:pt>
              <c:pt idx="22">
                <c:v>6.202028524893199</c:v>
              </c:pt>
              <c:pt idx="23">
                <c:v>6.202028524893199</c:v>
              </c:pt>
              <c:pt idx="24">
                <c:v>6.202028524893199</c:v>
              </c:pt>
              <c:pt idx="25">
                <c:v>6.202028524893199</c:v>
              </c:pt>
              <c:pt idx="26">
                <c:v>6.202028524893199</c:v>
              </c:pt>
              <c:pt idx="27">
                <c:v>6.202028524893199</c:v>
              </c:pt>
              <c:pt idx="28">
                <c:v>6.202028524893199</c:v>
              </c:pt>
              <c:pt idx="29">
                <c:v>6.202028524893199</c:v>
              </c:pt>
              <c:pt idx="30">
                <c:v>6.202028524893199</c:v>
              </c:pt>
              <c:pt idx="31">
                <c:v>6.202028524893199</c:v>
              </c:pt>
              <c:pt idx="32">
                <c:v>6.202028524893199</c:v>
              </c:pt>
              <c:pt idx="33">
                <c:v>6.202028524893199</c:v>
              </c:pt>
              <c:pt idx="34">
                <c:v>6.202028524893199</c:v>
              </c:pt>
              <c:pt idx="35">
                <c:v>6.202028524893199</c:v>
              </c:pt>
              <c:pt idx="36">
                <c:v>6.202028524893199</c:v>
              </c:pt>
              <c:pt idx="37">
                <c:v>6.202028524893199</c:v>
              </c:pt>
              <c:pt idx="38">
                <c:v>6.202028524893199</c:v>
              </c:pt>
              <c:pt idx="39">
                <c:v>6.202028524893199</c:v>
              </c:pt>
              <c:pt idx="40">
                <c:v>6.202028524893199</c:v>
              </c:pt>
              <c:pt idx="41">
                <c:v>6.202028524893199</c:v>
              </c:pt>
              <c:pt idx="42">
                <c:v>6.202028524893199</c:v>
              </c:pt>
              <c:pt idx="43">
                <c:v>6.202028524893199</c:v>
              </c:pt>
              <c:pt idx="44">
                <c:v>6.202028524893199</c:v>
              </c:pt>
              <c:pt idx="45">
                <c:v>6.202028524893199</c:v>
              </c:pt>
              <c:pt idx="46">
                <c:v>6.202028524893199</c:v>
              </c:pt>
              <c:pt idx="47">
                <c:v>6.202028524893199</c:v>
              </c:pt>
              <c:pt idx="48">
                <c:v>6.202028524893199</c:v>
              </c:pt>
              <c:pt idx="49">
                <c:v>6.202028524893199</c:v>
              </c:pt>
              <c:pt idx="50">
                <c:v>6.202028524893199</c:v>
              </c:pt>
              <c:pt idx="51">
                <c:v>6.202028524893199</c:v>
              </c:pt>
              <c:pt idx="52">
                <c:v>6.202028524893199</c:v>
              </c:pt>
              <c:pt idx="53">
                <c:v>6.202028524893199</c:v>
              </c:pt>
              <c:pt idx="54">
                <c:v>6.202028524893199</c:v>
              </c:pt>
              <c:pt idx="55">
                <c:v>6.202028524893199</c:v>
              </c:pt>
              <c:pt idx="56">
                <c:v>6.202028524893199</c:v>
              </c:pt>
              <c:pt idx="57">
                <c:v>6.202028524893199</c:v>
              </c:pt>
              <c:pt idx="58">
                <c:v>6.202028524893199</c:v>
              </c:pt>
              <c:pt idx="59">
                <c:v>6.202028524893199</c:v>
              </c:pt>
              <c:pt idx="60">
                <c:v>6.202028524893199</c:v>
              </c:pt>
              <c:pt idx="61">
                <c:v>6.202028524893199</c:v>
              </c:pt>
              <c:pt idx="62">
                <c:v>6.202028524893199</c:v>
              </c:pt>
              <c:pt idx="63">
                <c:v>6.202028524893199</c:v>
              </c:pt>
              <c:pt idx="64">
                <c:v>6.202028524893199</c:v>
              </c:pt>
              <c:pt idx="65">
                <c:v>6.202028524893199</c:v>
              </c:pt>
              <c:pt idx="66">
                <c:v>6.202028524893199</c:v>
              </c:pt>
              <c:pt idx="67">
                <c:v>6.202028524893199</c:v>
              </c:pt>
              <c:pt idx="68">
                <c:v>6.202028524893199</c:v>
              </c:pt>
              <c:pt idx="69">
                <c:v>6.202028524893199</c:v>
              </c:pt>
              <c:pt idx="70">
                <c:v>6.202028524893199</c:v>
              </c:pt>
              <c:pt idx="71">
                <c:v>6.202028524893199</c:v>
              </c:pt>
              <c:pt idx="72">
                <c:v>6.202028524893199</c:v>
              </c:pt>
              <c:pt idx="73">
                <c:v>6.202028524893199</c:v>
              </c:pt>
              <c:pt idx="74">
                <c:v>6.202028524893199</c:v>
              </c:pt>
              <c:pt idx="75">
                <c:v>6.202028524893199</c:v>
              </c:pt>
              <c:pt idx="76">
                <c:v>6.202028524893199</c:v>
              </c:pt>
              <c:pt idx="77">
                <c:v>6.202028524893199</c:v>
              </c:pt>
              <c:pt idx="78">
                <c:v>6.202028524893199</c:v>
              </c:pt>
              <c:pt idx="79">
                <c:v>6.202028524893199</c:v>
              </c:pt>
              <c:pt idx="80">
                <c:v>6.202028524893199</c:v>
              </c:pt>
              <c:pt idx="81">
                <c:v>6.202028524893199</c:v>
              </c:pt>
              <c:pt idx="82">
                <c:v>6.202028524893199</c:v>
              </c:pt>
              <c:pt idx="83">
                <c:v>6.202028524893199</c:v>
              </c:pt>
              <c:pt idx="84">
                <c:v>6.202028524893199</c:v>
              </c:pt>
              <c:pt idx="85">
                <c:v>6.202028524893199</c:v>
              </c:pt>
              <c:pt idx="86">
                <c:v>6.202028524893199</c:v>
              </c:pt>
              <c:pt idx="87">
                <c:v>6.202028524893199</c:v>
              </c:pt>
              <c:pt idx="88">
                <c:v>6.202028524893199</c:v>
              </c:pt>
              <c:pt idx="89">
                <c:v>6.202028524893199</c:v>
              </c:pt>
              <c:pt idx="90">
                <c:v>6.202028524893199</c:v>
              </c:pt>
              <c:pt idx="91">
                <c:v>6.202028524893199</c:v>
              </c:pt>
              <c:pt idx="92">
                <c:v>6.202028524893199</c:v>
              </c:pt>
              <c:pt idx="93">
                <c:v>6.202028524893199</c:v>
              </c:pt>
              <c:pt idx="94">
                <c:v>6.202028524893199</c:v>
              </c:pt>
              <c:pt idx="95">
                <c:v>6.202028524893199</c:v>
              </c:pt>
              <c:pt idx="96">
                <c:v>6.202028524893199</c:v>
              </c:pt>
              <c:pt idx="97">
                <c:v>6.202028524893199</c:v>
              </c:pt>
              <c:pt idx="98">
                <c:v>6.202028524893199</c:v>
              </c:pt>
              <c:pt idx="99">
                <c:v>6.202028524893199</c:v>
              </c:pt>
              <c:pt idx="100">
                <c:v>6.202028524893199</c:v>
              </c:pt>
              <c:pt idx="101">
                <c:v>6.202028524893199</c:v>
              </c:pt>
              <c:pt idx="102">
                <c:v>6.202028524893199</c:v>
              </c:pt>
              <c:pt idx="103">
                <c:v>6.202028524893199</c:v>
              </c:pt>
              <c:pt idx="104">
                <c:v>6.202028524893199</c:v>
              </c:pt>
              <c:pt idx="105">
                <c:v>6.202028524893199</c:v>
              </c:pt>
              <c:pt idx="106">
                <c:v>6.202028524893199</c:v>
              </c:pt>
              <c:pt idx="107">
                <c:v>6.202028524893199</c:v>
              </c:pt>
              <c:pt idx="108">
                <c:v>6.202028524893199</c:v>
              </c:pt>
              <c:pt idx="109">
                <c:v>6.202028524893199</c:v>
              </c:pt>
              <c:pt idx="110">
                <c:v>6.202028524893199</c:v>
              </c:pt>
              <c:pt idx="111">
                <c:v>6.202028524893199</c:v>
              </c:pt>
              <c:pt idx="112">
                <c:v>6.202028524893199</c:v>
              </c:pt>
              <c:pt idx="113">
                <c:v>6.202028524893199</c:v>
              </c:pt>
              <c:pt idx="114">
                <c:v>6.202028524893199</c:v>
              </c:pt>
              <c:pt idx="115">
                <c:v>6.202028524893199</c:v>
              </c:pt>
              <c:pt idx="116">
                <c:v>6.202028524893199</c:v>
              </c:pt>
              <c:pt idx="117">
                <c:v>6.202028524893199</c:v>
              </c:pt>
              <c:pt idx="118">
                <c:v>6.202028524893199</c:v>
              </c:pt>
              <c:pt idx="119">
                <c:v>6.202028524893199</c:v>
              </c:pt>
              <c:pt idx="120">
                <c:v>6.202028524893199</c:v>
              </c:pt>
              <c:pt idx="121">
                <c:v>6.202028524893199</c:v>
              </c:pt>
              <c:pt idx="122">
                <c:v>6.202028524893199</c:v>
              </c:pt>
              <c:pt idx="123">
                <c:v>6.202028524893199</c:v>
              </c:pt>
              <c:pt idx="124">
                <c:v>6.202028524893199</c:v>
              </c:pt>
              <c:pt idx="125">
                <c:v>6.202028524893199</c:v>
              </c:pt>
              <c:pt idx="126">
                <c:v>6.202028524893199</c:v>
              </c:pt>
              <c:pt idx="127">
                <c:v>6.202028524893199</c:v>
              </c:pt>
              <c:pt idx="128">
                <c:v>6.202028524893199</c:v>
              </c:pt>
              <c:pt idx="129">
                <c:v>6.202028524893199</c:v>
              </c:pt>
              <c:pt idx="130">
                <c:v>6.202028524893199</c:v>
              </c:pt>
              <c:pt idx="131">
                <c:v>6.202028524893199</c:v>
              </c:pt>
              <c:pt idx="132">
                <c:v>6.202028524893199</c:v>
              </c:pt>
              <c:pt idx="133">
                <c:v>6.202028524893199</c:v>
              </c:pt>
              <c:pt idx="134">
                <c:v>6.202028524893199</c:v>
              </c:pt>
              <c:pt idx="135">
                <c:v>6.202028524893199</c:v>
              </c:pt>
              <c:pt idx="136">
                <c:v>6.202028524893199</c:v>
              </c:pt>
              <c:pt idx="137">
                <c:v>6.202028524893199</c:v>
              </c:pt>
              <c:pt idx="138">
                <c:v>6.202028524893199</c:v>
              </c:pt>
              <c:pt idx="139">
                <c:v>6.202028524893199</c:v>
              </c:pt>
              <c:pt idx="140">
                <c:v>6.202028524893199</c:v>
              </c:pt>
              <c:pt idx="141">
                <c:v>6.202028524893199</c:v>
              </c:pt>
              <c:pt idx="142">
                <c:v>6.202028524893199</c:v>
              </c:pt>
              <c:pt idx="143">
                <c:v>6.202028524893199</c:v>
              </c:pt>
              <c:pt idx="144">
                <c:v>6.202028524893199</c:v>
              </c:pt>
              <c:pt idx="145">
                <c:v>6.202028524893199</c:v>
              </c:pt>
              <c:pt idx="146">
                <c:v>6.202028524893199</c:v>
              </c:pt>
              <c:pt idx="147">
                <c:v>6.202028524893199</c:v>
              </c:pt>
              <c:pt idx="148">
                <c:v>6.202028524893199</c:v>
              </c:pt>
              <c:pt idx="149">
                <c:v>6.202028524893199</c:v>
              </c:pt>
              <c:pt idx="150">
                <c:v>6.202028524893199</c:v>
              </c:pt>
              <c:pt idx="151">
                <c:v>6.202028524893199</c:v>
              </c:pt>
              <c:pt idx="152">
                <c:v>6.202028524893199</c:v>
              </c:pt>
              <c:pt idx="153">
                <c:v>6.202028524893199</c:v>
              </c:pt>
              <c:pt idx="154">
                <c:v>6.202028524893199</c:v>
              </c:pt>
              <c:pt idx="155">
                <c:v>6.202028524893199</c:v>
              </c:pt>
              <c:pt idx="156">
                <c:v>6.202028524893199</c:v>
              </c:pt>
              <c:pt idx="157">
                <c:v>6.202028524893199</c:v>
              </c:pt>
              <c:pt idx="158">
                <c:v>6.202028524893199</c:v>
              </c:pt>
              <c:pt idx="159">
                <c:v>6.202028524893199</c:v>
              </c:pt>
              <c:pt idx="160">
                <c:v>6.202028524893199</c:v>
              </c:pt>
              <c:pt idx="161">
                <c:v>6.202028524893199</c:v>
              </c:pt>
              <c:pt idx="162">
                <c:v>6.202028524893199</c:v>
              </c:pt>
              <c:pt idx="163">
                <c:v>6.202028524893199</c:v>
              </c:pt>
              <c:pt idx="164">
                <c:v>6.202028524893199</c:v>
              </c:pt>
              <c:pt idx="165">
                <c:v>6.202028524893199</c:v>
              </c:pt>
              <c:pt idx="166">
                <c:v>6.202028524893199</c:v>
              </c:pt>
              <c:pt idx="167">
                <c:v>6.202028524893199</c:v>
              </c:pt>
              <c:pt idx="168">
                <c:v>6.202028524893199</c:v>
              </c:pt>
              <c:pt idx="169">
                <c:v>6.202028524893199</c:v>
              </c:pt>
              <c:pt idx="170">
                <c:v>6.202028524893199</c:v>
              </c:pt>
              <c:pt idx="171">
                <c:v>6.202028524893199</c:v>
              </c:pt>
              <c:pt idx="172">
                <c:v>6.202028524893199</c:v>
              </c:pt>
              <c:pt idx="173">
                <c:v>6.202028524893199</c:v>
              </c:pt>
              <c:pt idx="174">
                <c:v>6.202028524893199</c:v>
              </c:pt>
              <c:pt idx="175">
                <c:v>6.202028524893199</c:v>
              </c:pt>
              <c:pt idx="176">
                <c:v>6.202028524893199</c:v>
              </c:pt>
              <c:pt idx="177">
                <c:v>6.202028524893199</c:v>
              </c:pt>
              <c:pt idx="178">
                <c:v>6.202028524893199</c:v>
              </c:pt>
              <c:pt idx="179">
                <c:v>6.202028524893199</c:v>
              </c:pt>
              <c:pt idx="180">
                <c:v>6.202028524893199</c:v>
              </c:pt>
              <c:pt idx="181">
                <c:v>6.202028524893199</c:v>
              </c:pt>
              <c:pt idx="182">
                <c:v>6.202028524893199</c:v>
              </c:pt>
              <c:pt idx="183">
                <c:v>6.202028524893199</c:v>
              </c:pt>
              <c:pt idx="184">
                <c:v>6.202028524893199</c:v>
              </c:pt>
              <c:pt idx="185">
                <c:v>6.202028524893199</c:v>
              </c:pt>
              <c:pt idx="186">
                <c:v>6.202028524893199</c:v>
              </c:pt>
              <c:pt idx="187">
                <c:v>6.202028524893199</c:v>
              </c:pt>
              <c:pt idx="188">
                <c:v>6.202028524893199</c:v>
              </c:pt>
              <c:pt idx="189">
                <c:v>6.202028524893199</c:v>
              </c:pt>
              <c:pt idx="190">
                <c:v>6.202028524893199</c:v>
              </c:pt>
              <c:pt idx="191">
                <c:v>6.202028524893199</c:v>
              </c:pt>
              <c:pt idx="192">
                <c:v>6.202028524893199</c:v>
              </c:pt>
              <c:pt idx="193">
                <c:v>6.202028524893199</c:v>
              </c:pt>
              <c:pt idx="194">
                <c:v>6.202028524893199</c:v>
              </c:pt>
              <c:pt idx="195">
                <c:v>6.202028524893199</c:v>
              </c:pt>
              <c:pt idx="196">
                <c:v>6.202028524893199</c:v>
              </c:pt>
              <c:pt idx="197">
                <c:v>6.202028524893199</c:v>
              </c:pt>
              <c:pt idx="198">
                <c:v>6.202028524893199</c:v>
              </c:pt>
              <c:pt idx="199">
                <c:v>6.202028524893199</c:v>
              </c:pt>
              <c:pt idx="200">
                <c:v>6.202028524893199</c:v>
              </c:pt>
              <c:pt idx="201">
                <c:v>6.202028524893199</c:v>
              </c:pt>
              <c:pt idx="202">
                <c:v>6.202028524893199</c:v>
              </c:pt>
              <c:pt idx="203">
                <c:v>6.202028524893199</c:v>
              </c:pt>
              <c:pt idx="204">
                <c:v>6.202028524893199</c:v>
              </c:pt>
              <c:pt idx="205">
                <c:v>6.202028524893199</c:v>
              </c:pt>
              <c:pt idx="206">
                <c:v>6.202028524893199</c:v>
              </c:pt>
              <c:pt idx="207">
                <c:v>6.202028524893199</c:v>
              </c:pt>
              <c:pt idx="208">
                <c:v>6.202028524893199</c:v>
              </c:pt>
              <c:pt idx="209">
                <c:v>6.202028524893199</c:v>
              </c:pt>
              <c:pt idx="210">
                <c:v>6.202028524893199</c:v>
              </c:pt>
              <c:pt idx="211">
                <c:v>6.202028524893199</c:v>
              </c:pt>
              <c:pt idx="212">
                <c:v>6.202028524893199</c:v>
              </c:pt>
              <c:pt idx="213">
                <c:v>6.202028524893199</c:v>
              </c:pt>
              <c:pt idx="214">
                <c:v>6.202028524893199</c:v>
              </c:pt>
              <c:pt idx="215">
                <c:v>6.202028524893199</c:v>
              </c:pt>
              <c:pt idx="216">
                <c:v>6.202028524893199</c:v>
              </c:pt>
              <c:pt idx="217">
                <c:v>6.202028524893199</c:v>
              </c:pt>
              <c:pt idx="218">
                <c:v>6.202028524893199</c:v>
              </c:pt>
              <c:pt idx="219">
                <c:v>6.202028524893199</c:v>
              </c:pt>
              <c:pt idx="220">
                <c:v>6.202028524893199</c:v>
              </c:pt>
              <c:pt idx="221">
                <c:v>6.202028524893199</c:v>
              </c:pt>
              <c:pt idx="222">
                <c:v>6.202028524893199</c:v>
              </c:pt>
              <c:pt idx="223">
                <c:v>6.202028524893199</c:v>
              </c:pt>
              <c:pt idx="224">
                <c:v>6.202028524893199</c:v>
              </c:pt>
              <c:pt idx="225">
                <c:v>6.202028524893199</c:v>
              </c:pt>
              <c:pt idx="226">
                <c:v>6.202028524893199</c:v>
              </c:pt>
              <c:pt idx="227">
                <c:v>6.202028524893199</c:v>
              </c:pt>
              <c:pt idx="228">
                <c:v>6.202028524893199</c:v>
              </c:pt>
              <c:pt idx="229">
                <c:v>6.202028524893199</c:v>
              </c:pt>
              <c:pt idx="230">
                <c:v>6.202028524893199</c:v>
              </c:pt>
              <c:pt idx="231">
                <c:v>6.202028524893199</c:v>
              </c:pt>
              <c:pt idx="232">
                <c:v>6.202028524893199</c:v>
              </c:pt>
              <c:pt idx="233">
                <c:v>6.202028524893199</c:v>
              </c:pt>
              <c:pt idx="234">
                <c:v>6.202028524893199</c:v>
              </c:pt>
              <c:pt idx="235">
                <c:v>6.202028524893199</c:v>
              </c:pt>
              <c:pt idx="236">
                <c:v>6.202028524893199</c:v>
              </c:pt>
              <c:pt idx="237">
                <c:v>6.202028524893199</c:v>
              </c:pt>
              <c:pt idx="238">
                <c:v>6.202028524893199</c:v>
              </c:pt>
              <c:pt idx="239">
                <c:v>6.202028524893199</c:v>
              </c:pt>
              <c:pt idx="240">
                <c:v>6.202028524893199</c:v>
              </c:pt>
              <c:pt idx="241">
                <c:v>6.202028524893199</c:v>
              </c:pt>
              <c:pt idx="242">
                <c:v>6.202028524893199</c:v>
              </c:pt>
              <c:pt idx="243">
                <c:v>6.202028524893199</c:v>
              </c:pt>
              <c:pt idx="244">
                <c:v>6.202028524893199</c:v>
              </c:pt>
              <c:pt idx="245">
                <c:v>6.202028524893199</c:v>
              </c:pt>
              <c:pt idx="246">
                <c:v>6.202028524893199</c:v>
              </c:pt>
              <c:pt idx="247">
                <c:v>6.202028524893199</c:v>
              </c:pt>
              <c:pt idx="248">
                <c:v>6.202028524893199</c:v>
              </c:pt>
              <c:pt idx="249">
                <c:v>6.202028524893199</c:v>
              </c:pt>
              <c:pt idx="250">
                <c:v>6.202028524893199</c:v>
              </c:pt>
              <c:pt idx="251">
                <c:v>6.202028524893199</c:v>
              </c:pt>
              <c:pt idx="252">
                <c:v>6.202028524893199</c:v>
              </c:pt>
              <c:pt idx="253">
                <c:v>6.202028524893199</c:v>
              </c:pt>
              <c:pt idx="254">
                <c:v>6.202028524893199</c:v>
              </c:pt>
              <c:pt idx="255">
                <c:v>6.202028524893199</c:v>
              </c:pt>
              <c:pt idx="256">
                <c:v>6.202028524893199</c:v>
              </c:pt>
              <c:pt idx="257">
                <c:v>6.202028524893199</c:v>
              </c:pt>
              <c:pt idx="258">
                <c:v>6.202028524893199</c:v>
              </c:pt>
              <c:pt idx="259">
                <c:v>6.202028524893199</c:v>
              </c:pt>
              <c:pt idx="260">
                <c:v>6.202028524893199</c:v>
              </c:pt>
              <c:pt idx="261">
                <c:v>6.202028524893199</c:v>
              </c:pt>
              <c:pt idx="262">
                <c:v>6.202028524893199</c:v>
              </c:pt>
              <c:pt idx="263">
                <c:v>6.202028524893199</c:v>
              </c:pt>
              <c:pt idx="264">
                <c:v>6.202028524893199</c:v>
              </c:pt>
              <c:pt idx="265">
                <c:v>6.202028524893199</c:v>
              </c:pt>
              <c:pt idx="266">
                <c:v>6.202028524893199</c:v>
              </c:pt>
              <c:pt idx="267">
                <c:v>6.202028524893199</c:v>
              </c:pt>
              <c:pt idx="268">
                <c:v>6.202028524893199</c:v>
              </c:pt>
              <c:pt idx="269">
                <c:v>6.202028524893199</c:v>
              </c:pt>
              <c:pt idx="270">
                <c:v>6.202028524893199</c:v>
              </c:pt>
              <c:pt idx="271">
                <c:v>6.202028524893199</c:v>
              </c:pt>
              <c:pt idx="272">
                <c:v>6.202028524893199</c:v>
              </c:pt>
              <c:pt idx="273">
                <c:v>6.202028524893199</c:v>
              </c:pt>
              <c:pt idx="274">
                <c:v>6.202028524893199</c:v>
              </c:pt>
              <c:pt idx="275">
                <c:v>6.202028524893199</c:v>
              </c:pt>
              <c:pt idx="276">
                <c:v>6.202028524893199</c:v>
              </c:pt>
              <c:pt idx="277">
                <c:v>6.202028524893199</c:v>
              </c:pt>
              <c:pt idx="278">
                <c:v>6.202028524893199</c:v>
              </c:pt>
              <c:pt idx="279">
                <c:v>6.202028524893199</c:v>
              </c:pt>
              <c:pt idx="280">
                <c:v>6.202028524893199</c:v>
              </c:pt>
              <c:pt idx="281">
                <c:v>6.202028524893199</c:v>
              </c:pt>
              <c:pt idx="282">
                <c:v>6.202028524893199</c:v>
              </c:pt>
              <c:pt idx="283">
                <c:v>6.202028524893199</c:v>
              </c:pt>
              <c:pt idx="284">
                <c:v>6.202028524893199</c:v>
              </c:pt>
              <c:pt idx="285">
                <c:v>6.202028524893199</c:v>
              </c:pt>
              <c:pt idx="286">
                <c:v>6.202028524893199</c:v>
              </c:pt>
              <c:pt idx="287">
                <c:v>6.202028524893199</c:v>
              </c:pt>
              <c:pt idx="288">
                <c:v>6.202028524893199</c:v>
              </c:pt>
              <c:pt idx="289">
                <c:v>6.202028524893199</c:v>
              </c:pt>
              <c:pt idx="290">
                <c:v>6.202028524893199</c:v>
              </c:pt>
              <c:pt idx="291">
                <c:v>6.202028524893199</c:v>
              </c:pt>
              <c:pt idx="292">
                <c:v>6.202028524893199</c:v>
              </c:pt>
              <c:pt idx="293">
                <c:v>6.202028524893199</c:v>
              </c:pt>
              <c:pt idx="294">
                <c:v>6.202028524893199</c:v>
              </c:pt>
              <c:pt idx="295">
                <c:v>6.202028524893199</c:v>
              </c:pt>
              <c:pt idx="296">
                <c:v>6.202028524893199</c:v>
              </c:pt>
              <c:pt idx="297">
                <c:v>6.202028524893199</c:v>
              </c:pt>
              <c:pt idx="298">
                <c:v>6.202028524893199</c:v>
              </c:pt>
              <c:pt idx="299">
                <c:v>6.202028524893199</c:v>
              </c:pt>
              <c:pt idx="300">
                <c:v>6.202028524893199</c:v>
              </c:pt>
              <c:pt idx="301">
                <c:v>6.202028524893199</c:v>
              </c:pt>
              <c:pt idx="302">
                <c:v>6.202028524893199</c:v>
              </c:pt>
              <c:pt idx="303">
                <c:v>6.202028524893199</c:v>
              </c:pt>
              <c:pt idx="304">
                <c:v>6.202028524893199</c:v>
              </c:pt>
              <c:pt idx="305">
                <c:v>6.202028524893199</c:v>
              </c:pt>
              <c:pt idx="306">
                <c:v>6.202028524893199</c:v>
              </c:pt>
              <c:pt idx="307">
                <c:v>6.202028524893199</c:v>
              </c:pt>
              <c:pt idx="308">
                <c:v>6.202028524893199</c:v>
              </c:pt>
              <c:pt idx="309">
                <c:v>6.202028524893199</c:v>
              </c:pt>
              <c:pt idx="310">
                <c:v>6.202028524893199</c:v>
              </c:pt>
              <c:pt idx="311">
                <c:v>6.202028524893199</c:v>
              </c:pt>
              <c:pt idx="312">
                <c:v>6.202028524893199</c:v>
              </c:pt>
              <c:pt idx="313">
                <c:v>6.202028524893199</c:v>
              </c:pt>
              <c:pt idx="314">
                <c:v>6.202028524893199</c:v>
              </c:pt>
              <c:pt idx="315">
                <c:v>6.202028524893199</c:v>
              </c:pt>
              <c:pt idx="316">
                <c:v>6.202028524893199</c:v>
              </c:pt>
              <c:pt idx="317">
                <c:v>6.202028524893199</c:v>
              </c:pt>
              <c:pt idx="318">
                <c:v>6.202028524893199</c:v>
              </c:pt>
              <c:pt idx="319">
                <c:v>6.202028524893199</c:v>
              </c:pt>
              <c:pt idx="320">
                <c:v>6.202028524893199</c:v>
              </c:pt>
              <c:pt idx="321">
                <c:v>6.202028524893199</c:v>
              </c:pt>
              <c:pt idx="322">
                <c:v>6.202028524893199</c:v>
              </c:pt>
              <c:pt idx="323">
                <c:v>6.202028524893199</c:v>
              </c:pt>
              <c:pt idx="324">
                <c:v>6.202028524893199</c:v>
              </c:pt>
              <c:pt idx="325">
                <c:v>6.202028524893199</c:v>
              </c:pt>
              <c:pt idx="326">
                <c:v>6.202028524893199</c:v>
              </c:pt>
              <c:pt idx="327">
                <c:v>6.202028524893199</c:v>
              </c:pt>
              <c:pt idx="328">
                <c:v>6.202028524893199</c:v>
              </c:pt>
              <c:pt idx="329">
                <c:v>6.202028524893199</c:v>
              </c:pt>
              <c:pt idx="330">
                <c:v>6.202028524893199</c:v>
              </c:pt>
              <c:pt idx="331">
                <c:v>6.202028524893199</c:v>
              </c:pt>
              <c:pt idx="332">
                <c:v>6.202028524893199</c:v>
              </c:pt>
              <c:pt idx="333">
                <c:v>6.202028524893199</c:v>
              </c:pt>
              <c:pt idx="334">
                <c:v>6.202028524893199</c:v>
              </c:pt>
              <c:pt idx="335">
                <c:v>6.202028524893199</c:v>
              </c:pt>
              <c:pt idx="336">
                <c:v>6.202028524893199</c:v>
              </c:pt>
              <c:pt idx="337">
                <c:v>6.202028524893199</c:v>
              </c:pt>
              <c:pt idx="338">
                <c:v>6.202028524893199</c:v>
              </c:pt>
              <c:pt idx="339">
                <c:v>6.202028524893199</c:v>
              </c:pt>
              <c:pt idx="340">
                <c:v>6.202028524893199</c:v>
              </c:pt>
              <c:pt idx="341">
                <c:v>6.202028524893199</c:v>
              </c:pt>
              <c:pt idx="342">
                <c:v>6.202028524893199</c:v>
              </c:pt>
              <c:pt idx="343">
                <c:v>6.202028524893199</c:v>
              </c:pt>
              <c:pt idx="344">
                <c:v>6.202028524893199</c:v>
              </c:pt>
              <c:pt idx="345">
                <c:v>6.202028524893199</c:v>
              </c:pt>
              <c:pt idx="346">
                <c:v>6.202028524893199</c:v>
              </c:pt>
              <c:pt idx="347">
                <c:v>6.202028524893199</c:v>
              </c:pt>
              <c:pt idx="348">
                <c:v>6.202028524893199</c:v>
              </c:pt>
              <c:pt idx="349">
                <c:v>6.202028524893199</c:v>
              </c:pt>
              <c:pt idx="350">
                <c:v>6.202028524893199</c:v>
              </c:pt>
              <c:pt idx="351">
                <c:v>6.202028524893199</c:v>
              </c:pt>
              <c:pt idx="352">
                <c:v>6.202028524893199</c:v>
              </c:pt>
              <c:pt idx="353">
                <c:v>6.202028524893199</c:v>
              </c:pt>
              <c:pt idx="354">
                <c:v>6.202028524893199</c:v>
              </c:pt>
              <c:pt idx="355">
                <c:v>6.202028524893199</c:v>
              </c:pt>
              <c:pt idx="356">
                <c:v>6.202028524893199</c:v>
              </c:pt>
              <c:pt idx="357">
                <c:v>6.202028524893199</c:v>
              </c:pt>
              <c:pt idx="358">
                <c:v>6.202028524893199</c:v>
              </c:pt>
              <c:pt idx="359">
                <c:v>6.202028524893199</c:v>
              </c:pt>
              <c:pt idx="360">
                <c:v>6.202028524893199</c:v>
              </c:pt>
              <c:pt idx="361">
                <c:v>6.202028524893199</c:v>
              </c:pt>
              <c:pt idx="362">
                <c:v>6.202028524893199</c:v>
              </c:pt>
              <c:pt idx="363">
                <c:v>6.202028524893199</c:v>
              </c:pt>
              <c:pt idx="364">
                <c:v>6.202028524893199</c:v>
              </c:pt>
              <c:pt idx="365">
                <c:v>6.202028524893199</c:v>
              </c:pt>
              <c:pt idx="366">
                <c:v>6.202028524893199</c:v>
              </c:pt>
              <c:pt idx="367">
                <c:v>6.202028524893199</c:v>
              </c:pt>
              <c:pt idx="368">
                <c:v>6.202028524893199</c:v>
              </c:pt>
              <c:pt idx="369">
                <c:v>6.202028524893199</c:v>
              </c:pt>
              <c:pt idx="370">
                <c:v>6.202028524893199</c:v>
              </c:pt>
              <c:pt idx="371">
                <c:v>6.202028524893199</c:v>
              </c:pt>
              <c:pt idx="372">
                <c:v>6.202028524893199</c:v>
              </c:pt>
              <c:pt idx="373">
                <c:v>6.202028524893199</c:v>
              </c:pt>
              <c:pt idx="374">
                <c:v>6.202028524893199</c:v>
              </c:pt>
              <c:pt idx="375">
                <c:v>6.202028524893199</c:v>
              </c:pt>
              <c:pt idx="376">
                <c:v>6.202028524893199</c:v>
              </c:pt>
              <c:pt idx="377">
                <c:v>6.202028524893199</c:v>
              </c:pt>
              <c:pt idx="378">
                <c:v>6.202028524893199</c:v>
              </c:pt>
              <c:pt idx="379">
                <c:v>6.202028524893199</c:v>
              </c:pt>
              <c:pt idx="380">
                <c:v>6.202028524893199</c:v>
              </c:pt>
              <c:pt idx="381">
                <c:v>6.202028524893199</c:v>
              </c:pt>
              <c:pt idx="382">
                <c:v>6.202028524893199</c:v>
              </c:pt>
              <c:pt idx="383">
                <c:v>6.202028524893199</c:v>
              </c:pt>
              <c:pt idx="384">
                <c:v>6.202028524893199</c:v>
              </c:pt>
              <c:pt idx="385">
                <c:v>6.202028524893199</c:v>
              </c:pt>
              <c:pt idx="386">
                <c:v>6.202028524893199</c:v>
              </c:pt>
              <c:pt idx="387">
                <c:v>6.202028524893199</c:v>
              </c:pt>
              <c:pt idx="388">
                <c:v>6.202028524893199</c:v>
              </c:pt>
              <c:pt idx="389">
                <c:v>6.202028524893199</c:v>
              </c:pt>
              <c:pt idx="390">
                <c:v>6.202028524893199</c:v>
              </c:pt>
              <c:pt idx="391">
                <c:v>6.202028524893199</c:v>
              </c:pt>
              <c:pt idx="392">
                <c:v>6.202028524893199</c:v>
              </c:pt>
              <c:pt idx="393">
                <c:v>6.202028524893199</c:v>
              </c:pt>
              <c:pt idx="394">
                <c:v>6.202028524893199</c:v>
              </c:pt>
              <c:pt idx="395">
                <c:v>6.202028524893199</c:v>
              </c:pt>
              <c:pt idx="396">
                <c:v>6.202028524893199</c:v>
              </c:pt>
              <c:pt idx="397">
                <c:v>6.202028524893199</c:v>
              </c:pt>
              <c:pt idx="398">
                <c:v>6.202028524893199</c:v>
              </c:pt>
              <c:pt idx="399">
                <c:v>6.202028524893199</c:v>
              </c:pt>
              <c:pt idx="400">
                <c:v>6.202028524893199</c:v>
              </c:pt>
              <c:pt idx="401">
                <c:v>6.202028524893199</c:v>
              </c:pt>
              <c:pt idx="402">
                <c:v>6.202028524893199</c:v>
              </c:pt>
              <c:pt idx="403">
                <c:v>6.202028524893199</c:v>
              </c:pt>
              <c:pt idx="404">
                <c:v>6.202028524893199</c:v>
              </c:pt>
              <c:pt idx="405">
                <c:v>6.202028524893199</c:v>
              </c:pt>
              <c:pt idx="406">
                <c:v>6.202028524893199</c:v>
              </c:pt>
              <c:pt idx="407">
                <c:v>6.202028524893199</c:v>
              </c:pt>
              <c:pt idx="408">
                <c:v>6.202028524893199</c:v>
              </c:pt>
              <c:pt idx="409">
                <c:v>6.202028524893199</c:v>
              </c:pt>
              <c:pt idx="410">
                <c:v>6.202028524893199</c:v>
              </c:pt>
              <c:pt idx="411">
                <c:v>6.202028524893199</c:v>
              </c:pt>
              <c:pt idx="412">
                <c:v>6.202028524893199</c:v>
              </c:pt>
              <c:pt idx="413">
                <c:v>6.202028524893199</c:v>
              </c:pt>
              <c:pt idx="414">
                <c:v>6.202028524893199</c:v>
              </c:pt>
              <c:pt idx="415">
                <c:v>6.202028524893199</c:v>
              </c:pt>
              <c:pt idx="416">
                <c:v>6.202028524893199</c:v>
              </c:pt>
              <c:pt idx="417">
                <c:v>6.202028524893199</c:v>
              </c:pt>
              <c:pt idx="418">
                <c:v>6.202028524893199</c:v>
              </c:pt>
              <c:pt idx="419">
                <c:v>6.202028524893199</c:v>
              </c:pt>
              <c:pt idx="420">
                <c:v>6.202028524893199</c:v>
              </c:pt>
              <c:pt idx="421">
                <c:v>6.202028524893199</c:v>
              </c:pt>
              <c:pt idx="422">
                <c:v>6.202028524893199</c:v>
              </c:pt>
              <c:pt idx="423">
                <c:v>6.202028524893199</c:v>
              </c:pt>
              <c:pt idx="424">
                <c:v>6.202028524893199</c:v>
              </c:pt>
              <c:pt idx="425">
                <c:v>6.202028524893199</c:v>
              </c:pt>
              <c:pt idx="426">
                <c:v>6.202028524893199</c:v>
              </c:pt>
              <c:pt idx="427">
                <c:v>6.202028524893199</c:v>
              </c:pt>
              <c:pt idx="428">
                <c:v>6.202028524893199</c:v>
              </c:pt>
              <c:pt idx="429">
                <c:v>6.202028524893199</c:v>
              </c:pt>
              <c:pt idx="430">
                <c:v>6.202028524893199</c:v>
              </c:pt>
              <c:pt idx="431">
                <c:v>6.202028524893199</c:v>
              </c:pt>
              <c:pt idx="432">
                <c:v>6.202028524893199</c:v>
              </c:pt>
              <c:pt idx="433">
                <c:v>6.202028524893199</c:v>
              </c:pt>
              <c:pt idx="434">
                <c:v>6.202028524893199</c:v>
              </c:pt>
              <c:pt idx="435">
                <c:v>6.202028524893199</c:v>
              </c:pt>
              <c:pt idx="436">
                <c:v>6.202028524893199</c:v>
              </c:pt>
              <c:pt idx="437">
                <c:v>6.202028524893199</c:v>
              </c:pt>
              <c:pt idx="438">
                <c:v>6.202028524893199</c:v>
              </c:pt>
              <c:pt idx="439">
                <c:v>6.202028524893199</c:v>
              </c:pt>
              <c:pt idx="440">
                <c:v>6.202028524893199</c:v>
              </c:pt>
              <c:pt idx="441">
                <c:v>6.202028524893199</c:v>
              </c:pt>
              <c:pt idx="442">
                <c:v>6.202028524893199</c:v>
              </c:pt>
              <c:pt idx="443">
                <c:v>6.202028524893199</c:v>
              </c:pt>
              <c:pt idx="444">
                <c:v>6.202028524893199</c:v>
              </c:pt>
              <c:pt idx="445">
                <c:v>6.202028524893199</c:v>
              </c:pt>
              <c:pt idx="446">
                <c:v>6.202028524893199</c:v>
              </c:pt>
              <c:pt idx="447">
                <c:v>6.202028524893199</c:v>
              </c:pt>
            </c:numLit>
          </c:yVal>
          <c:smooth val="0"/>
        </c:ser>
        <c:ser>
          <c:idx val="7"/>
          <c:order val="7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1.65505952237088</c:v>
              </c:pt>
              <c:pt idx="1">
                <c:v>1.65505952237088</c:v>
              </c:pt>
              <c:pt idx="2">
                <c:v>1.65505952237088</c:v>
              </c:pt>
              <c:pt idx="3">
                <c:v>1.65505952237088</c:v>
              </c:pt>
              <c:pt idx="4">
                <c:v>1.65505952237088</c:v>
              </c:pt>
              <c:pt idx="5">
                <c:v>1.65505952237088</c:v>
              </c:pt>
              <c:pt idx="6">
                <c:v>1.65505952237088</c:v>
              </c:pt>
              <c:pt idx="7">
                <c:v>1.65505952237088</c:v>
              </c:pt>
              <c:pt idx="8">
                <c:v>1.65505952237088</c:v>
              </c:pt>
              <c:pt idx="9">
                <c:v>1.65505952237088</c:v>
              </c:pt>
              <c:pt idx="10">
                <c:v>1.65505952237088</c:v>
              </c:pt>
              <c:pt idx="11">
                <c:v>1.65505952237088</c:v>
              </c:pt>
              <c:pt idx="12">
                <c:v>1.65505952237088</c:v>
              </c:pt>
              <c:pt idx="13">
                <c:v>1.65505952237088</c:v>
              </c:pt>
              <c:pt idx="14">
                <c:v>1.65505952237088</c:v>
              </c:pt>
              <c:pt idx="15">
                <c:v>1.65505952237088</c:v>
              </c:pt>
              <c:pt idx="16">
                <c:v>1.65505952237088</c:v>
              </c:pt>
              <c:pt idx="17">
                <c:v>1.65505952237088</c:v>
              </c:pt>
              <c:pt idx="18">
                <c:v>1.65505952237088</c:v>
              </c:pt>
              <c:pt idx="19">
                <c:v>1.65505952237088</c:v>
              </c:pt>
              <c:pt idx="20">
                <c:v>1.65505952237088</c:v>
              </c:pt>
              <c:pt idx="21">
                <c:v>1.65505952237088</c:v>
              </c:pt>
              <c:pt idx="22">
                <c:v>1.65505952237088</c:v>
              </c:pt>
              <c:pt idx="23">
                <c:v>1.65505952237088</c:v>
              </c:pt>
              <c:pt idx="24">
                <c:v>1.65505952237088</c:v>
              </c:pt>
              <c:pt idx="25">
                <c:v>1.65505952237088</c:v>
              </c:pt>
              <c:pt idx="26">
                <c:v>1.65505952237088</c:v>
              </c:pt>
              <c:pt idx="27">
                <c:v>1.65505952237088</c:v>
              </c:pt>
              <c:pt idx="28">
                <c:v>1.65505952237088</c:v>
              </c:pt>
              <c:pt idx="29">
                <c:v>1.65505952237088</c:v>
              </c:pt>
              <c:pt idx="30">
                <c:v>1.65505952237088</c:v>
              </c:pt>
              <c:pt idx="31">
                <c:v>1.65505952237088</c:v>
              </c:pt>
              <c:pt idx="32">
                <c:v>1.65505952237088</c:v>
              </c:pt>
              <c:pt idx="33">
                <c:v>1.65505952237088</c:v>
              </c:pt>
              <c:pt idx="34">
                <c:v>1.65505952237088</c:v>
              </c:pt>
              <c:pt idx="35">
                <c:v>1.65505952237088</c:v>
              </c:pt>
              <c:pt idx="36">
                <c:v>1.65505952237088</c:v>
              </c:pt>
              <c:pt idx="37">
                <c:v>1.65505952237088</c:v>
              </c:pt>
              <c:pt idx="38">
                <c:v>1.65505952237088</c:v>
              </c:pt>
              <c:pt idx="39">
                <c:v>1.65505952237088</c:v>
              </c:pt>
              <c:pt idx="40">
                <c:v>1.65505952237088</c:v>
              </c:pt>
              <c:pt idx="41">
                <c:v>1.65505952237088</c:v>
              </c:pt>
              <c:pt idx="42">
                <c:v>1.65505952237088</c:v>
              </c:pt>
              <c:pt idx="43">
                <c:v>1.65505952237088</c:v>
              </c:pt>
              <c:pt idx="44">
                <c:v>1.65505952237088</c:v>
              </c:pt>
              <c:pt idx="45">
                <c:v>1.65505952237088</c:v>
              </c:pt>
              <c:pt idx="46">
                <c:v>1.65505952237088</c:v>
              </c:pt>
              <c:pt idx="47">
                <c:v>1.65505952237088</c:v>
              </c:pt>
              <c:pt idx="48">
                <c:v>1.65505952237088</c:v>
              </c:pt>
              <c:pt idx="49">
                <c:v>1.65505952237088</c:v>
              </c:pt>
              <c:pt idx="50">
                <c:v>1.65505952237088</c:v>
              </c:pt>
              <c:pt idx="51">
                <c:v>1.65505952237088</c:v>
              </c:pt>
              <c:pt idx="52">
                <c:v>1.65505952237088</c:v>
              </c:pt>
              <c:pt idx="53">
                <c:v>1.65505952237088</c:v>
              </c:pt>
              <c:pt idx="54">
                <c:v>1.65505952237088</c:v>
              </c:pt>
              <c:pt idx="55">
                <c:v>1.65505952237088</c:v>
              </c:pt>
              <c:pt idx="56">
                <c:v>1.65505952237088</c:v>
              </c:pt>
              <c:pt idx="57">
                <c:v>1.65505952237088</c:v>
              </c:pt>
              <c:pt idx="58">
                <c:v>1.65505952237088</c:v>
              </c:pt>
              <c:pt idx="59">
                <c:v>1.65505952237088</c:v>
              </c:pt>
              <c:pt idx="60">
                <c:v>1.65505952237088</c:v>
              </c:pt>
              <c:pt idx="61">
                <c:v>1.65505952237088</c:v>
              </c:pt>
              <c:pt idx="62">
                <c:v>1.65505952237088</c:v>
              </c:pt>
              <c:pt idx="63">
                <c:v>1.65505952237088</c:v>
              </c:pt>
              <c:pt idx="64">
                <c:v>1.65505952237088</c:v>
              </c:pt>
              <c:pt idx="65">
                <c:v>1.65505952237088</c:v>
              </c:pt>
              <c:pt idx="66">
                <c:v>1.65505952237088</c:v>
              </c:pt>
              <c:pt idx="67">
                <c:v>1.65505952237088</c:v>
              </c:pt>
              <c:pt idx="68">
                <c:v>1.65505952237088</c:v>
              </c:pt>
              <c:pt idx="69">
                <c:v>1.65505952237088</c:v>
              </c:pt>
              <c:pt idx="70">
                <c:v>1.65505952237088</c:v>
              </c:pt>
              <c:pt idx="71">
                <c:v>1.65505952237088</c:v>
              </c:pt>
              <c:pt idx="72">
                <c:v>1.65505952237088</c:v>
              </c:pt>
              <c:pt idx="73">
                <c:v>1.65505952237088</c:v>
              </c:pt>
              <c:pt idx="74">
                <c:v>1.65505952237088</c:v>
              </c:pt>
              <c:pt idx="75">
                <c:v>1.65505952237088</c:v>
              </c:pt>
              <c:pt idx="76">
                <c:v>1.65505952237088</c:v>
              </c:pt>
              <c:pt idx="77">
                <c:v>1.65505952237088</c:v>
              </c:pt>
              <c:pt idx="78">
                <c:v>1.65505952237088</c:v>
              </c:pt>
              <c:pt idx="79">
                <c:v>1.65505952237088</c:v>
              </c:pt>
              <c:pt idx="80">
                <c:v>1.65505952237088</c:v>
              </c:pt>
              <c:pt idx="81">
                <c:v>1.65505952237088</c:v>
              </c:pt>
              <c:pt idx="82">
                <c:v>1.65505952237088</c:v>
              </c:pt>
              <c:pt idx="83">
                <c:v>1.65505952237088</c:v>
              </c:pt>
              <c:pt idx="84">
                <c:v>1.65505952237088</c:v>
              </c:pt>
              <c:pt idx="85">
                <c:v>1.65505952237088</c:v>
              </c:pt>
              <c:pt idx="86">
                <c:v>1.65505952237088</c:v>
              </c:pt>
              <c:pt idx="87">
                <c:v>1.65505952237088</c:v>
              </c:pt>
              <c:pt idx="88">
                <c:v>1.65505952237088</c:v>
              </c:pt>
              <c:pt idx="89">
                <c:v>1.65505952237088</c:v>
              </c:pt>
              <c:pt idx="90">
                <c:v>1.65505952237088</c:v>
              </c:pt>
              <c:pt idx="91">
                <c:v>1.65505952237088</c:v>
              </c:pt>
              <c:pt idx="92">
                <c:v>1.65505952237088</c:v>
              </c:pt>
              <c:pt idx="93">
                <c:v>1.65505952237088</c:v>
              </c:pt>
              <c:pt idx="94">
                <c:v>1.65505952237088</c:v>
              </c:pt>
              <c:pt idx="95">
                <c:v>1.65505952237088</c:v>
              </c:pt>
              <c:pt idx="96">
                <c:v>1.65505952237088</c:v>
              </c:pt>
              <c:pt idx="97">
                <c:v>1.65505952237088</c:v>
              </c:pt>
              <c:pt idx="98">
                <c:v>1.65505952237088</c:v>
              </c:pt>
              <c:pt idx="99">
                <c:v>1.65505952237088</c:v>
              </c:pt>
              <c:pt idx="100">
                <c:v>1.65505952237088</c:v>
              </c:pt>
              <c:pt idx="101">
                <c:v>1.65505952237088</c:v>
              </c:pt>
              <c:pt idx="102">
                <c:v>1.65505952237088</c:v>
              </c:pt>
              <c:pt idx="103">
                <c:v>1.65505952237088</c:v>
              </c:pt>
              <c:pt idx="104">
                <c:v>1.65505952237088</c:v>
              </c:pt>
              <c:pt idx="105">
                <c:v>1.65505952237088</c:v>
              </c:pt>
              <c:pt idx="106">
                <c:v>1.65505952237088</c:v>
              </c:pt>
              <c:pt idx="107">
                <c:v>1.65505952237088</c:v>
              </c:pt>
              <c:pt idx="108">
                <c:v>1.65505952237088</c:v>
              </c:pt>
              <c:pt idx="109">
                <c:v>1.65505952237088</c:v>
              </c:pt>
              <c:pt idx="110">
                <c:v>1.65505952237088</c:v>
              </c:pt>
              <c:pt idx="111">
                <c:v>1.65505952237088</c:v>
              </c:pt>
              <c:pt idx="112">
                <c:v>1.65505952237088</c:v>
              </c:pt>
              <c:pt idx="113">
                <c:v>1.65505952237088</c:v>
              </c:pt>
              <c:pt idx="114">
                <c:v>1.65505952237088</c:v>
              </c:pt>
              <c:pt idx="115">
                <c:v>1.65505952237088</c:v>
              </c:pt>
              <c:pt idx="116">
                <c:v>1.65505952237088</c:v>
              </c:pt>
              <c:pt idx="117">
                <c:v>1.65505952237088</c:v>
              </c:pt>
              <c:pt idx="118">
                <c:v>1.65505952237088</c:v>
              </c:pt>
              <c:pt idx="119">
                <c:v>1.65505952237088</c:v>
              </c:pt>
              <c:pt idx="120">
                <c:v>1.65505952237088</c:v>
              </c:pt>
              <c:pt idx="121">
                <c:v>1.65505952237088</c:v>
              </c:pt>
              <c:pt idx="122">
                <c:v>1.65505952237088</c:v>
              </c:pt>
              <c:pt idx="123">
                <c:v>1.65505952237088</c:v>
              </c:pt>
              <c:pt idx="124">
                <c:v>1.65505952237088</c:v>
              </c:pt>
              <c:pt idx="125">
                <c:v>1.65505952237088</c:v>
              </c:pt>
              <c:pt idx="126">
                <c:v>1.65505952237088</c:v>
              </c:pt>
              <c:pt idx="127">
                <c:v>1.65505952237088</c:v>
              </c:pt>
              <c:pt idx="128">
                <c:v>1.65505952237088</c:v>
              </c:pt>
              <c:pt idx="129">
                <c:v>1.65505952237088</c:v>
              </c:pt>
              <c:pt idx="130">
                <c:v>1.65505952237088</c:v>
              </c:pt>
              <c:pt idx="131">
                <c:v>1.65505952237088</c:v>
              </c:pt>
              <c:pt idx="132">
                <c:v>1.65505952237088</c:v>
              </c:pt>
              <c:pt idx="133">
                <c:v>1.65505952237088</c:v>
              </c:pt>
              <c:pt idx="134">
                <c:v>1.65505952237088</c:v>
              </c:pt>
              <c:pt idx="135">
                <c:v>1.65505952237088</c:v>
              </c:pt>
              <c:pt idx="136">
                <c:v>1.65505952237088</c:v>
              </c:pt>
              <c:pt idx="137">
                <c:v>1.65505952237088</c:v>
              </c:pt>
              <c:pt idx="138">
                <c:v>1.65505952237088</c:v>
              </c:pt>
              <c:pt idx="139">
                <c:v>1.65505952237088</c:v>
              </c:pt>
              <c:pt idx="140">
                <c:v>1.65505952237088</c:v>
              </c:pt>
              <c:pt idx="141">
                <c:v>1.65505952237088</c:v>
              </c:pt>
              <c:pt idx="142">
                <c:v>1.65505952237088</c:v>
              </c:pt>
              <c:pt idx="143">
                <c:v>1.65505952237088</c:v>
              </c:pt>
              <c:pt idx="144">
                <c:v>1.65505952237088</c:v>
              </c:pt>
              <c:pt idx="145">
                <c:v>1.65505952237088</c:v>
              </c:pt>
              <c:pt idx="146">
                <c:v>1.65505952237088</c:v>
              </c:pt>
              <c:pt idx="147">
                <c:v>1.65505952237088</c:v>
              </c:pt>
              <c:pt idx="148">
                <c:v>1.65505952237088</c:v>
              </c:pt>
              <c:pt idx="149">
                <c:v>1.65505952237088</c:v>
              </c:pt>
              <c:pt idx="150">
                <c:v>1.65505952237088</c:v>
              </c:pt>
              <c:pt idx="151">
                <c:v>1.65505952237088</c:v>
              </c:pt>
              <c:pt idx="152">
                <c:v>1.65505952237088</c:v>
              </c:pt>
              <c:pt idx="153">
                <c:v>1.65505952237088</c:v>
              </c:pt>
              <c:pt idx="154">
                <c:v>1.65505952237088</c:v>
              </c:pt>
              <c:pt idx="155">
                <c:v>1.65505952237088</c:v>
              </c:pt>
              <c:pt idx="156">
                <c:v>1.65505952237088</c:v>
              </c:pt>
              <c:pt idx="157">
                <c:v>1.65505952237088</c:v>
              </c:pt>
              <c:pt idx="158">
                <c:v>1.65505952237088</c:v>
              </c:pt>
              <c:pt idx="159">
                <c:v>1.65505952237088</c:v>
              </c:pt>
              <c:pt idx="160">
                <c:v>1.65505952237088</c:v>
              </c:pt>
              <c:pt idx="161">
                <c:v>1.65505952237088</c:v>
              </c:pt>
              <c:pt idx="162">
                <c:v>1.65505952237088</c:v>
              </c:pt>
              <c:pt idx="163">
                <c:v>1.65505952237088</c:v>
              </c:pt>
              <c:pt idx="164">
                <c:v>1.65505952237088</c:v>
              </c:pt>
              <c:pt idx="165">
                <c:v>1.65505952237088</c:v>
              </c:pt>
              <c:pt idx="166">
                <c:v>1.65505952237088</c:v>
              </c:pt>
              <c:pt idx="167">
                <c:v>1.65505952237088</c:v>
              </c:pt>
              <c:pt idx="168">
                <c:v>1.65505952237088</c:v>
              </c:pt>
              <c:pt idx="169">
                <c:v>1.65505952237088</c:v>
              </c:pt>
              <c:pt idx="170">
                <c:v>1.65505952237088</c:v>
              </c:pt>
              <c:pt idx="171">
                <c:v>1.65505952237088</c:v>
              </c:pt>
              <c:pt idx="172">
                <c:v>1.65505952237088</c:v>
              </c:pt>
              <c:pt idx="173">
                <c:v>1.65505952237088</c:v>
              </c:pt>
              <c:pt idx="174">
                <c:v>1.65505952237088</c:v>
              </c:pt>
              <c:pt idx="175">
                <c:v>1.65505952237088</c:v>
              </c:pt>
              <c:pt idx="176">
                <c:v>1.65505952237088</c:v>
              </c:pt>
              <c:pt idx="177">
                <c:v>1.65505952237088</c:v>
              </c:pt>
              <c:pt idx="178">
                <c:v>1.65505952237088</c:v>
              </c:pt>
              <c:pt idx="179">
                <c:v>1.65505952237088</c:v>
              </c:pt>
              <c:pt idx="180">
                <c:v>1.65505952237088</c:v>
              </c:pt>
              <c:pt idx="181">
                <c:v>1.65505952237088</c:v>
              </c:pt>
              <c:pt idx="182">
                <c:v>1.65505952237088</c:v>
              </c:pt>
              <c:pt idx="183">
                <c:v>1.65505952237088</c:v>
              </c:pt>
              <c:pt idx="184">
                <c:v>1.65505952237088</c:v>
              </c:pt>
              <c:pt idx="185">
                <c:v>1.65505952237088</c:v>
              </c:pt>
              <c:pt idx="186">
                <c:v>1.65505952237088</c:v>
              </c:pt>
              <c:pt idx="187">
                <c:v>1.65505952237088</c:v>
              </c:pt>
              <c:pt idx="188">
                <c:v>1.65505952237088</c:v>
              </c:pt>
              <c:pt idx="189">
                <c:v>1.65505952237088</c:v>
              </c:pt>
              <c:pt idx="190">
                <c:v>1.65505952237088</c:v>
              </c:pt>
              <c:pt idx="191">
                <c:v>1.65505952237088</c:v>
              </c:pt>
              <c:pt idx="192">
                <c:v>1.65505952237088</c:v>
              </c:pt>
              <c:pt idx="193">
                <c:v>1.65505952237088</c:v>
              </c:pt>
              <c:pt idx="194">
                <c:v>1.65505952237088</c:v>
              </c:pt>
              <c:pt idx="195">
                <c:v>1.65505952237088</c:v>
              </c:pt>
              <c:pt idx="196">
                <c:v>1.65505952237088</c:v>
              </c:pt>
              <c:pt idx="197">
                <c:v>1.65505952237088</c:v>
              </c:pt>
              <c:pt idx="198">
                <c:v>1.65505952237088</c:v>
              </c:pt>
              <c:pt idx="199">
                <c:v>1.65505952237088</c:v>
              </c:pt>
              <c:pt idx="200">
                <c:v>1.65505952237088</c:v>
              </c:pt>
              <c:pt idx="201">
                <c:v>1.65505952237088</c:v>
              </c:pt>
              <c:pt idx="202">
                <c:v>1.65505952237088</c:v>
              </c:pt>
              <c:pt idx="203">
                <c:v>1.65505952237088</c:v>
              </c:pt>
              <c:pt idx="204">
                <c:v>1.65505952237088</c:v>
              </c:pt>
              <c:pt idx="205">
                <c:v>1.65505952237088</c:v>
              </c:pt>
              <c:pt idx="206">
                <c:v>1.65505952237088</c:v>
              </c:pt>
              <c:pt idx="207">
                <c:v>1.65505952237088</c:v>
              </c:pt>
              <c:pt idx="208">
                <c:v>1.65505952237088</c:v>
              </c:pt>
              <c:pt idx="209">
                <c:v>1.65505952237088</c:v>
              </c:pt>
              <c:pt idx="210">
                <c:v>1.65505952237088</c:v>
              </c:pt>
              <c:pt idx="211">
                <c:v>1.65505952237088</c:v>
              </c:pt>
              <c:pt idx="212">
                <c:v>1.65505952237088</c:v>
              </c:pt>
              <c:pt idx="213">
                <c:v>1.65505952237088</c:v>
              </c:pt>
              <c:pt idx="214">
                <c:v>1.65505952237088</c:v>
              </c:pt>
              <c:pt idx="215">
                <c:v>1.65505952237088</c:v>
              </c:pt>
              <c:pt idx="216">
                <c:v>1.65505952237088</c:v>
              </c:pt>
              <c:pt idx="217">
                <c:v>1.65505952237088</c:v>
              </c:pt>
              <c:pt idx="218">
                <c:v>1.65505952237088</c:v>
              </c:pt>
              <c:pt idx="219">
                <c:v>1.65505952237088</c:v>
              </c:pt>
              <c:pt idx="220">
                <c:v>1.65505952237088</c:v>
              </c:pt>
              <c:pt idx="221">
                <c:v>1.65505952237088</c:v>
              </c:pt>
              <c:pt idx="222">
                <c:v>1.65505952237088</c:v>
              </c:pt>
              <c:pt idx="223">
                <c:v>1.65505952237088</c:v>
              </c:pt>
              <c:pt idx="224">
                <c:v>1.65505952237088</c:v>
              </c:pt>
              <c:pt idx="225">
                <c:v>1.65505952237088</c:v>
              </c:pt>
              <c:pt idx="226">
                <c:v>1.65505952237088</c:v>
              </c:pt>
              <c:pt idx="227">
                <c:v>1.65505952237088</c:v>
              </c:pt>
              <c:pt idx="228">
                <c:v>1.65505952237088</c:v>
              </c:pt>
              <c:pt idx="229">
                <c:v>1.65505952237088</c:v>
              </c:pt>
              <c:pt idx="230">
                <c:v>1.65505952237088</c:v>
              </c:pt>
              <c:pt idx="231">
                <c:v>1.65505952237088</c:v>
              </c:pt>
              <c:pt idx="232">
                <c:v>1.65505952237088</c:v>
              </c:pt>
              <c:pt idx="233">
                <c:v>1.65505952237088</c:v>
              </c:pt>
              <c:pt idx="234">
                <c:v>1.65505952237088</c:v>
              </c:pt>
              <c:pt idx="235">
                <c:v>1.65505952237088</c:v>
              </c:pt>
              <c:pt idx="236">
                <c:v>1.65505952237088</c:v>
              </c:pt>
              <c:pt idx="237">
                <c:v>1.65505952237088</c:v>
              </c:pt>
              <c:pt idx="238">
                <c:v>1.65505952237088</c:v>
              </c:pt>
              <c:pt idx="239">
                <c:v>1.65505952237088</c:v>
              </c:pt>
              <c:pt idx="240">
                <c:v>1.65505952237088</c:v>
              </c:pt>
              <c:pt idx="241">
                <c:v>1.65505952237088</c:v>
              </c:pt>
              <c:pt idx="242">
                <c:v>1.65505952237088</c:v>
              </c:pt>
              <c:pt idx="243">
                <c:v>1.65505952237088</c:v>
              </c:pt>
              <c:pt idx="244">
                <c:v>1.65505952237088</c:v>
              </c:pt>
              <c:pt idx="245">
                <c:v>1.65505952237088</c:v>
              </c:pt>
              <c:pt idx="246">
                <c:v>1.65505952237088</c:v>
              </c:pt>
              <c:pt idx="247">
                <c:v>1.65505952237088</c:v>
              </c:pt>
              <c:pt idx="248">
                <c:v>1.65505952237088</c:v>
              </c:pt>
              <c:pt idx="249">
                <c:v>1.65505952237088</c:v>
              </c:pt>
              <c:pt idx="250">
                <c:v>1.65505952237088</c:v>
              </c:pt>
              <c:pt idx="251">
                <c:v>1.65505952237088</c:v>
              </c:pt>
              <c:pt idx="252">
                <c:v>1.65505952237088</c:v>
              </c:pt>
              <c:pt idx="253">
                <c:v>1.65505952237088</c:v>
              </c:pt>
              <c:pt idx="254">
                <c:v>1.65505952237088</c:v>
              </c:pt>
              <c:pt idx="255">
                <c:v>1.65505952237088</c:v>
              </c:pt>
              <c:pt idx="256">
                <c:v>1.65505952237088</c:v>
              </c:pt>
              <c:pt idx="257">
                <c:v>1.65505952237088</c:v>
              </c:pt>
              <c:pt idx="258">
                <c:v>1.65505952237088</c:v>
              </c:pt>
              <c:pt idx="259">
                <c:v>1.65505952237088</c:v>
              </c:pt>
              <c:pt idx="260">
                <c:v>1.65505952237088</c:v>
              </c:pt>
              <c:pt idx="261">
                <c:v>1.65505952237088</c:v>
              </c:pt>
              <c:pt idx="262">
                <c:v>1.65505952237088</c:v>
              </c:pt>
              <c:pt idx="263">
                <c:v>1.65505952237088</c:v>
              </c:pt>
              <c:pt idx="264">
                <c:v>1.65505952237088</c:v>
              </c:pt>
              <c:pt idx="265">
                <c:v>1.65505952237088</c:v>
              </c:pt>
              <c:pt idx="266">
                <c:v>1.65505952237088</c:v>
              </c:pt>
              <c:pt idx="267">
                <c:v>1.65505952237088</c:v>
              </c:pt>
              <c:pt idx="268">
                <c:v>1.65505952237088</c:v>
              </c:pt>
              <c:pt idx="269">
                <c:v>1.65505952237088</c:v>
              </c:pt>
              <c:pt idx="270">
                <c:v>1.65505952237088</c:v>
              </c:pt>
              <c:pt idx="271">
                <c:v>1.65505952237088</c:v>
              </c:pt>
              <c:pt idx="272">
                <c:v>1.65505952237088</c:v>
              </c:pt>
              <c:pt idx="273">
                <c:v>1.65505952237088</c:v>
              </c:pt>
              <c:pt idx="274">
                <c:v>1.65505952237088</c:v>
              </c:pt>
              <c:pt idx="275">
                <c:v>1.65505952237088</c:v>
              </c:pt>
              <c:pt idx="276">
                <c:v>1.65505952237088</c:v>
              </c:pt>
              <c:pt idx="277">
                <c:v>1.65505952237088</c:v>
              </c:pt>
              <c:pt idx="278">
                <c:v>1.65505952237088</c:v>
              </c:pt>
              <c:pt idx="279">
                <c:v>1.65505952237088</c:v>
              </c:pt>
              <c:pt idx="280">
                <c:v>1.65505952237088</c:v>
              </c:pt>
              <c:pt idx="281">
                <c:v>1.65505952237088</c:v>
              </c:pt>
              <c:pt idx="282">
                <c:v>1.65505952237088</c:v>
              </c:pt>
              <c:pt idx="283">
                <c:v>1.65505952237088</c:v>
              </c:pt>
              <c:pt idx="284">
                <c:v>1.65505952237088</c:v>
              </c:pt>
              <c:pt idx="285">
                <c:v>1.65505952237088</c:v>
              </c:pt>
              <c:pt idx="286">
                <c:v>1.65505952237088</c:v>
              </c:pt>
              <c:pt idx="287">
                <c:v>1.65505952237088</c:v>
              </c:pt>
              <c:pt idx="288">
                <c:v>1.65505952237088</c:v>
              </c:pt>
              <c:pt idx="289">
                <c:v>1.65505952237088</c:v>
              </c:pt>
              <c:pt idx="290">
                <c:v>1.65505952237088</c:v>
              </c:pt>
              <c:pt idx="291">
                <c:v>1.65505952237088</c:v>
              </c:pt>
              <c:pt idx="292">
                <c:v>1.65505952237088</c:v>
              </c:pt>
              <c:pt idx="293">
                <c:v>1.65505952237088</c:v>
              </c:pt>
              <c:pt idx="294">
                <c:v>1.65505952237088</c:v>
              </c:pt>
              <c:pt idx="295">
                <c:v>1.65505952237088</c:v>
              </c:pt>
              <c:pt idx="296">
                <c:v>1.65505952237088</c:v>
              </c:pt>
              <c:pt idx="297">
                <c:v>1.65505952237088</c:v>
              </c:pt>
              <c:pt idx="298">
                <c:v>1.65505952237088</c:v>
              </c:pt>
              <c:pt idx="299">
                <c:v>1.65505952237088</c:v>
              </c:pt>
              <c:pt idx="300">
                <c:v>1.65505952237088</c:v>
              </c:pt>
              <c:pt idx="301">
                <c:v>1.65505952237088</c:v>
              </c:pt>
              <c:pt idx="302">
                <c:v>1.65505952237088</c:v>
              </c:pt>
              <c:pt idx="303">
                <c:v>1.65505952237088</c:v>
              </c:pt>
              <c:pt idx="304">
                <c:v>1.65505952237088</c:v>
              </c:pt>
              <c:pt idx="305">
                <c:v>1.65505952237088</c:v>
              </c:pt>
              <c:pt idx="306">
                <c:v>1.65505952237088</c:v>
              </c:pt>
              <c:pt idx="307">
                <c:v>1.65505952237088</c:v>
              </c:pt>
              <c:pt idx="308">
                <c:v>1.65505952237088</c:v>
              </c:pt>
              <c:pt idx="309">
                <c:v>1.65505952237088</c:v>
              </c:pt>
              <c:pt idx="310">
                <c:v>1.65505952237088</c:v>
              </c:pt>
              <c:pt idx="311">
                <c:v>1.65505952237088</c:v>
              </c:pt>
              <c:pt idx="312">
                <c:v>1.65505952237088</c:v>
              </c:pt>
              <c:pt idx="313">
                <c:v>1.65505952237088</c:v>
              </c:pt>
              <c:pt idx="314">
                <c:v>1.65505952237088</c:v>
              </c:pt>
              <c:pt idx="315">
                <c:v>1.65505952237088</c:v>
              </c:pt>
              <c:pt idx="316">
                <c:v>1.65505952237088</c:v>
              </c:pt>
              <c:pt idx="317">
                <c:v>1.65505952237088</c:v>
              </c:pt>
              <c:pt idx="318">
                <c:v>1.65505952237088</c:v>
              </c:pt>
              <c:pt idx="319">
                <c:v>1.65505952237088</c:v>
              </c:pt>
              <c:pt idx="320">
                <c:v>1.65505952237088</c:v>
              </c:pt>
              <c:pt idx="321">
                <c:v>1.65505952237088</c:v>
              </c:pt>
              <c:pt idx="322">
                <c:v>1.65505952237088</c:v>
              </c:pt>
              <c:pt idx="323">
                <c:v>1.65505952237088</c:v>
              </c:pt>
              <c:pt idx="324">
                <c:v>1.65505952237088</c:v>
              </c:pt>
              <c:pt idx="325">
                <c:v>1.65505952237088</c:v>
              </c:pt>
              <c:pt idx="326">
                <c:v>1.65505952237088</c:v>
              </c:pt>
              <c:pt idx="327">
                <c:v>1.65505952237088</c:v>
              </c:pt>
              <c:pt idx="328">
                <c:v>1.65505952237088</c:v>
              </c:pt>
              <c:pt idx="329">
                <c:v>1.65505952237088</c:v>
              </c:pt>
              <c:pt idx="330">
                <c:v>1.65505952237088</c:v>
              </c:pt>
              <c:pt idx="331">
                <c:v>1.65505952237088</c:v>
              </c:pt>
              <c:pt idx="332">
                <c:v>1.65505952237088</c:v>
              </c:pt>
              <c:pt idx="333">
                <c:v>1.65505952237088</c:v>
              </c:pt>
              <c:pt idx="334">
                <c:v>1.65505952237088</c:v>
              </c:pt>
              <c:pt idx="335">
                <c:v>1.65505952237088</c:v>
              </c:pt>
              <c:pt idx="336">
                <c:v>1.65505952237088</c:v>
              </c:pt>
              <c:pt idx="337">
                <c:v>1.65505952237088</c:v>
              </c:pt>
              <c:pt idx="338">
                <c:v>1.65505952237088</c:v>
              </c:pt>
              <c:pt idx="339">
                <c:v>1.65505952237088</c:v>
              </c:pt>
              <c:pt idx="340">
                <c:v>1.65505952237088</c:v>
              </c:pt>
              <c:pt idx="341">
                <c:v>1.65505952237088</c:v>
              </c:pt>
              <c:pt idx="342">
                <c:v>1.65505952237088</c:v>
              </c:pt>
              <c:pt idx="343">
                <c:v>1.65505952237088</c:v>
              </c:pt>
              <c:pt idx="344">
                <c:v>1.65505952237088</c:v>
              </c:pt>
              <c:pt idx="345">
                <c:v>1.65505952237088</c:v>
              </c:pt>
              <c:pt idx="346">
                <c:v>1.65505952237088</c:v>
              </c:pt>
              <c:pt idx="347">
                <c:v>1.65505952237088</c:v>
              </c:pt>
              <c:pt idx="348">
                <c:v>1.65505952237088</c:v>
              </c:pt>
              <c:pt idx="349">
                <c:v>1.65505952237088</c:v>
              </c:pt>
              <c:pt idx="350">
                <c:v>1.65505952237088</c:v>
              </c:pt>
              <c:pt idx="351">
                <c:v>1.65505952237088</c:v>
              </c:pt>
              <c:pt idx="352">
                <c:v>1.65505952237088</c:v>
              </c:pt>
              <c:pt idx="353">
                <c:v>1.65505952237088</c:v>
              </c:pt>
              <c:pt idx="354">
                <c:v>1.65505952237088</c:v>
              </c:pt>
              <c:pt idx="355">
                <c:v>1.65505952237088</c:v>
              </c:pt>
              <c:pt idx="356">
                <c:v>1.65505952237088</c:v>
              </c:pt>
              <c:pt idx="357">
                <c:v>1.65505952237088</c:v>
              </c:pt>
              <c:pt idx="358">
                <c:v>1.65505952237088</c:v>
              </c:pt>
              <c:pt idx="359">
                <c:v>1.65505952237088</c:v>
              </c:pt>
              <c:pt idx="360">
                <c:v>1.65505952237088</c:v>
              </c:pt>
              <c:pt idx="361">
                <c:v>1.65505952237088</c:v>
              </c:pt>
              <c:pt idx="362">
                <c:v>1.65505952237088</c:v>
              </c:pt>
              <c:pt idx="363">
                <c:v>1.65505952237088</c:v>
              </c:pt>
              <c:pt idx="364">
                <c:v>1.65505952237088</c:v>
              </c:pt>
              <c:pt idx="365">
                <c:v>1.65505952237088</c:v>
              </c:pt>
              <c:pt idx="366">
                <c:v>1.65505952237088</c:v>
              </c:pt>
              <c:pt idx="367">
                <c:v>1.65505952237088</c:v>
              </c:pt>
              <c:pt idx="368">
                <c:v>1.65505952237088</c:v>
              </c:pt>
              <c:pt idx="369">
                <c:v>1.65505952237088</c:v>
              </c:pt>
              <c:pt idx="370">
                <c:v>1.65505952237088</c:v>
              </c:pt>
              <c:pt idx="371">
                <c:v>1.65505952237088</c:v>
              </c:pt>
              <c:pt idx="372">
                <c:v>1.65505952237088</c:v>
              </c:pt>
              <c:pt idx="373">
                <c:v>1.65505952237088</c:v>
              </c:pt>
              <c:pt idx="374">
                <c:v>1.65505952237088</c:v>
              </c:pt>
              <c:pt idx="375">
                <c:v>1.65505952237088</c:v>
              </c:pt>
              <c:pt idx="376">
                <c:v>1.65505952237088</c:v>
              </c:pt>
              <c:pt idx="377">
                <c:v>1.65505952237088</c:v>
              </c:pt>
              <c:pt idx="378">
                <c:v>1.65505952237088</c:v>
              </c:pt>
              <c:pt idx="379">
                <c:v>1.65505952237088</c:v>
              </c:pt>
              <c:pt idx="380">
                <c:v>1.65505952237088</c:v>
              </c:pt>
              <c:pt idx="381">
                <c:v>1.65505952237088</c:v>
              </c:pt>
              <c:pt idx="382">
                <c:v>1.65505952237088</c:v>
              </c:pt>
              <c:pt idx="383">
                <c:v>1.65505952237088</c:v>
              </c:pt>
              <c:pt idx="384">
                <c:v>1.65505952237088</c:v>
              </c:pt>
              <c:pt idx="385">
                <c:v>1.65505952237088</c:v>
              </c:pt>
              <c:pt idx="386">
                <c:v>1.65505952237088</c:v>
              </c:pt>
              <c:pt idx="387">
                <c:v>1.65505952237088</c:v>
              </c:pt>
              <c:pt idx="388">
                <c:v>1.65505952237088</c:v>
              </c:pt>
              <c:pt idx="389">
                <c:v>1.65505952237088</c:v>
              </c:pt>
              <c:pt idx="390">
                <c:v>1.65505952237088</c:v>
              </c:pt>
              <c:pt idx="391">
                <c:v>1.65505952237088</c:v>
              </c:pt>
              <c:pt idx="392">
                <c:v>1.65505952237088</c:v>
              </c:pt>
              <c:pt idx="393">
                <c:v>1.65505952237088</c:v>
              </c:pt>
              <c:pt idx="394">
                <c:v>1.65505952237088</c:v>
              </c:pt>
              <c:pt idx="395">
                <c:v>1.65505952237088</c:v>
              </c:pt>
              <c:pt idx="396">
                <c:v>1.65505952237088</c:v>
              </c:pt>
              <c:pt idx="397">
                <c:v>1.65505952237088</c:v>
              </c:pt>
              <c:pt idx="398">
                <c:v>1.65505952237088</c:v>
              </c:pt>
              <c:pt idx="399">
                <c:v>1.65505952237088</c:v>
              </c:pt>
              <c:pt idx="400">
                <c:v>1.65505952237088</c:v>
              </c:pt>
              <c:pt idx="401">
                <c:v>1.65505952237088</c:v>
              </c:pt>
              <c:pt idx="402">
                <c:v>1.65505952237088</c:v>
              </c:pt>
              <c:pt idx="403">
                <c:v>1.65505952237088</c:v>
              </c:pt>
              <c:pt idx="404">
                <c:v>1.65505952237088</c:v>
              </c:pt>
              <c:pt idx="405">
                <c:v>1.65505952237088</c:v>
              </c:pt>
              <c:pt idx="406">
                <c:v>1.65505952237088</c:v>
              </c:pt>
              <c:pt idx="407">
                <c:v>1.65505952237088</c:v>
              </c:pt>
              <c:pt idx="408">
                <c:v>1.65505952237088</c:v>
              </c:pt>
              <c:pt idx="409">
                <c:v>1.65505952237088</c:v>
              </c:pt>
              <c:pt idx="410">
                <c:v>1.65505952237088</c:v>
              </c:pt>
              <c:pt idx="411">
                <c:v>1.65505952237088</c:v>
              </c:pt>
              <c:pt idx="412">
                <c:v>1.65505952237088</c:v>
              </c:pt>
              <c:pt idx="413">
                <c:v>1.65505952237088</c:v>
              </c:pt>
              <c:pt idx="414">
                <c:v>1.65505952237088</c:v>
              </c:pt>
              <c:pt idx="415">
                <c:v>1.65505952237088</c:v>
              </c:pt>
              <c:pt idx="416">
                <c:v>1.65505952237088</c:v>
              </c:pt>
              <c:pt idx="417">
                <c:v>1.65505952237088</c:v>
              </c:pt>
              <c:pt idx="418">
                <c:v>1.65505952237088</c:v>
              </c:pt>
              <c:pt idx="419">
                <c:v>1.65505952237088</c:v>
              </c:pt>
              <c:pt idx="420">
                <c:v>1.65505952237088</c:v>
              </c:pt>
              <c:pt idx="421">
                <c:v>1.65505952237088</c:v>
              </c:pt>
              <c:pt idx="422">
                <c:v>1.65505952237088</c:v>
              </c:pt>
              <c:pt idx="423">
                <c:v>1.65505952237088</c:v>
              </c:pt>
              <c:pt idx="424">
                <c:v>1.65505952237088</c:v>
              </c:pt>
              <c:pt idx="425">
                <c:v>1.65505952237088</c:v>
              </c:pt>
              <c:pt idx="426">
                <c:v>1.65505952237088</c:v>
              </c:pt>
              <c:pt idx="427">
                <c:v>1.65505952237088</c:v>
              </c:pt>
              <c:pt idx="428">
                <c:v>1.65505952237088</c:v>
              </c:pt>
              <c:pt idx="429">
                <c:v>1.65505952237088</c:v>
              </c:pt>
              <c:pt idx="430">
                <c:v>1.65505952237088</c:v>
              </c:pt>
              <c:pt idx="431">
                <c:v>1.65505952237088</c:v>
              </c:pt>
              <c:pt idx="432">
                <c:v>1.65505952237088</c:v>
              </c:pt>
              <c:pt idx="433">
                <c:v>1.65505952237088</c:v>
              </c:pt>
              <c:pt idx="434">
                <c:v>1.65505952237088</c:v>
              </c:pt>
              <c:pt idx="435">
                <c:v>1.65505952237088</c:v>
              </c:pt>
              <c:pt idx="436">
                <c:v>1.65505952237088</c:v>
              </c:pt>
              <c:pt idx="437">
                <c:v>1.65505952237088</c:v>
              </c:pt>
              <c:pt idx="438">
                <c:v>1.65505952237088</c:v>
              </c:pt>
              <c:pt idx="439">
                <c:v>1.65505952237088</c:v>
              </c:pt>
              <c:pt idx="440">
                <c:v>1.65505952237088</c:v>
              </c:pt>
              <c:pt idx="441">
                <c:v>1.65505952237088</c:v>
              </c:pt>
              <c:pt idx="442">
                <c:v>1.65505952237088</c:v>
              </c:pt>
              <c:pt idx="443">
                <c:v>1.65505952237088</c:v>
              </c:pt>
              <c:pt idx="444">
                <c:v>1.65505952237088</c:v>
              </c:pt>
              <c:pt idx="445">
                <c:v>1.65505952237088</c:v>
              </c:pt>
              <c:pt idx="446">
                <c:v>1.65505952237088</c:v>
              </c:pt>
              <c:pt idx="447">
                <c:v>1.65505952237088</c:v>
              </c:pt>
            </c:numLit>
          </c:xVal>
          <c:yVal>
            <c:numLit>
              <c:formatCode>0.0</c:formatCode>
              <c:ptCount val="448"/>
              <c:pt idx="0">
                <c:v>3.006659157404723</c:v>
              </c:pt>
              <c:pt idx="1">
                <c:v>3.006659157404723</c:v>
              </c:pt>
              <c:pt idx="2">
                <c:v>3.006659157404723</c:v>
              </c:pt>
              <c:pt idx="3">
                <c:v>3.006659157404723</c:v>
              </c:pt>
              <c:pt idx="4">
                <c:v>3.006659157404723</c:v>
              </c:pt>
              <c:pt idx="5">
                <c:v>3.006659157404723</c:v>
              </c:pt>
              <c:pt idx="6">
                <c:v>3.006659157404723</c:v>
              </c:pt>
              <c:pt idx="7">
                <c:v>3.006659157404723</c:v>
              </c:pt>
              <c:pt idx="8">
                <c:v>3.006659157404723</c:v>
              </c:pt>
              <c:pt idx="9">
                <c:v>3.006659157404723</c:v>
              </c:pt>
              <c:pt idx="10">
                <c:v>3.006659157404723</c:v>
              </c:pt>
              <c:pt idx="11">
                <c:v>3.006659157404723</c:v>
              </c:pt>
              <c:pt idx="12">
                <c:v>3.006659157404723</c:v>
              </c:pt>
              <c:pt idx="13">
                <c:v>3.006659157404723</c:v>
              </c:pt>
              <c:pt idx="14">
                <c:v>3.006659157404723</c:v>
              </c:pt>
              <c:pt idx="15">
                <c:v>3.006659157404723</c:v>
              </c:pt>
              <c:pt idx="16">
                <c:v>3.006659157404723</c:v>
              </c:pt>
              <c:pt idx="17">
                <c:v>3.006659157404723</c:v>
              </c:pt>
              <c:pt idx="18">
                <c:v>3.006659157404723</c:v>
              </c:pt>
              <c:pt idx="19">
                <c:v>3.006659157404723</c:v>
              </c:pt>
              <c:pt idx="20">
                <c:v>3.006659157404723</c:v>
              </c:pt>
              <c:pt idx="21">
                <c:v>3.006659157404723</c:v>
              </c:pt>
              <c:pt idx="22">
                <c:v>3.006659157404723</c:v>
              </c:pt>
              <c:pt idx="23">
                <c:v>3.006659157404723</c:v>
              </c:pt>
              <c:pt idx="24">
                <c:v>3.006659157404723</c:v>
              </c:pt>
              <c:pt idx="25">
                <c:v>3.006659157404723</c:v>
              </c:pt>
              <c:pt idx="26">
                <c:v>3.006659157404723</c:v>
              </c:pt>
              <c:pt idx="27">
                <c:v>3.006659157404723</c:v>
              </c:pt>
              <c:pt idx="28">
                <c:v>3.006659157404723</c:v>
              </c:pt>
              <c:pt idx="29">
                <c:v>3.006659157404723</c:v>
              </c:pt>
              <c:pt idx="30">
                <c:v>3.006659157404723</c:v>
              </c:pt>
              <c:pt idx="31">
                <c:v>3.006659157404723</c:v>
              </c:pt>
              <c:pt idx="32">
                <c:v>3.006659157404723</c:v>
              </c:pt>
              <c:pt idx="33">
                <c:v>3.006659157404723</c:v>
              </c:pt>
              <c:pt idx="34">
                <c:v>3.006659157404723</c:v>
              </c:pt>
              <c:pt idx="35">
                <c:v>3.006659157404723</c:v>
              </c:pt>
              <c:pt idx="36">
                <c:v>3.006659157404723</c:v>
              </c:pt>
              <c:pt idx="37">
                <c:v>3.006659157404723</c:v>
              </c:pt>
              <c:pt idx="38">
                <c:v>3.006659157404723</c:v>
              </c:pt>
              <c:pt idx="39">
                <c:v>3.006659157404723</c:v>
              </c:pt>
              <c:pt idx="40">
                <c:v>3.006659157404723</c:v>
              </c:pt>
              <c:pt idx="41">
                <c:v>3.006659157404723</c:v>
              </c:pt>
              <c:pt idx="42">
                <c:v>3.006659157404723</c:v>
              </c:pt>
              <c:pt idx="43">
                <c:v>3.006659157404723</c:v>
              </c:pt>
              <c:pt idx="44">
                <c:v>3.006659157404723</c:v>
              </c:pt>
              <c:pt idx="45">
                <c:v>3.006659157404723</c:v>
              </c:pt>
              <c:pt idx="46">
                <c:v>3.006659157404723</c:v>
              </c:pt>
              <c:pt idx="47">
                <c:v>3.006659157404723</c:v>
              </c:pt>
              <c:pt idx="48">
                <c:v>3.006659157404723</c:v>
              </c:pt>
              <c:pt idx="49">
                <c:v>3.006659157404723</c:v>
              </c:pt>
              <c:pt idx="50">
                <c:v>3.006659157404723</c:v>
              </c:pt>
              <c:pt idx="51">
                <c:v>3.006659157404723</c:v>
              </c:pt>
              <c:pt idx="52">
                <c:v>3.006659157404723</c:v>
              </c:pt>
              <c:pt idx="53">
                <c:v>3.006659157404723</c:v>
              </c:pt>
              <c:pt idx="54">
                <c:v>3.006659157404723</c:v>
              </c:pt>
              <c:pt idx="55">
                <c:v>3.006659157404723</c:v>
              </c:pt>
              <c:pt idx="56">
                <c:v>3.006659157404723</c:v>
              </c:pt>
              <c:pt idx="57">
                <c:v>3.006659157404723</c:v>
              </c:pt>
              <c:pt idx="58">
                <c:v>3.006659157404723</c:v>
              </c:pt>
              <c:pt idx="59">
                <c:v>3.006659157404723</c:v>
              </c:pt>
              <c:pt idx="60">
                <c:v>3.006659157404723</c:v>
              </c:pt>
              <c:pt idx="61">
                <c:v>3.006659157404723</c:v>
              </c:pt>
              <c:pt idx="62">
                <c:v>3.006659157404723</c:v>
              </c:pt>
              <c:pt idx="63">
                <c:v>3.006659157404723</c:v>
              </c:pt>
              <c:pt idx="64">
                <c:v>3.006659157404723</c:v>
              </c:pt>
              <c:pt idx="65">
                <c:v>3.006659157404723</c:v>
              </c:pt>
              <c:pt idx="66">
                <c:v>3.006659157404723</c:v>
              </c:pt>
              <c:pt idx="67">
                <c:v>3.006659157404723</c:v>
              </c:pt>
              <c:pt idx="68">
                <c:v>3.006659157404723</c:v>
              </c:pt>
              <c:pt idx="69">
                <c:v>3.006659157404723</c:v>
              </c:pt>
              <c:pt idx="70">
                <c:v>3.006659157404723</c:v>
              </c:pt>
              <c:pt idx="71">
                <c:v>3.006659157404723</c:v>
              </c:pt>
              <c:pt idx="72">
                <c:v>3.006659157404723</c:v>
              </c:pt>
              <c:pt idx="73">
                <c:v>3.006659157404723</c:v>
              </c:pt>
              <c:pt idx="74">
                <c:v>3.006659157404723</c:v>
              </c:pt>
              <c:pt idx="75">
                <c:v>3.006659157404723</c:v>
              </c:pt>
              <c:pt idx="76">
                <c:v>3.006659157404723</c:v>
              </c:pt>
              <c:pt idx="77">
                <c:v>3.006659157404723</c:v>
              </c:pt>
              <c:pt idx="78">
                <c:v>3.006659157404723</c:v>
              </c:pt>
              <c:pt idx="79">
                <c:v>3.006659157404723</c:v>
              </c:pt>
              <c:pt idx="80">
                <c:v>3.006659157404723</c:v>
              </c:pt>
              <c:pt idx="81">
                <c:v>3.006659157404723</c:v>
              </c:pt>
              <c:pt idx="82">
                <c:v>3.006659157404723</c:v>
              </c:pt>
              <c:pt idx="83">
                <c:v>3.006659157404723</c:v>
              </c:pt>
              <c:pt idx="84">
                <c:v>3.006659157404723</c:v>
              </c:pt>
              <c:pt idx="85">
                <c:v>3.006659157404723</c:v>
              </c:pt>
              <c:pt idx="86">
                <c:v>3.006659157404723</c:v>
              </c:pt>
              <c:pt idx="87">
                <c:v>3.006659157404723</c:v>
              </c:pt>
              <c:pt idx="88">
                <c:v>3.006659157404723</c:v>
              </c:pt>
              <c:pt idx="89">
                <c:v>3.006659157404723</c:v>
              </c:pt>
              <c:pt idx="90">
                <c:v>3.006659157404723</c:v>
              </c:pt>
              <c:pt idx="91">
                <c:v>3.006659157404723</c:v>
              </c:pt>
              <c:pt idx="92">
                <c:v>3.006659157404723</c:v>
              </c:pt>
              <c:pt idx="93">
                <c:v>3.006659157404723</c:v>
              </c:pt>
              <c:pt idx="94">
                <c:v>3.006659157404723</c:v>
              </c:pt>
              <c:pt idx="95">
                <c:v>3.006659157404723</c:v>
              </c:pt>
              <c:pt idx="96">
                <c:v>3.006659157404723</c:v>
              </c:pt>
              <c:pt idx="97">
                <c:v>3.006659157404723</c:v>
              </c:pt>
              <c:pt idx="98">
                <c:v>3.006659157404723</c:v>
              </c:pt>
              <c:pt idx="99">
                <c:v>3.006659157404723</c:v>
              </c:pt>
              <c:pt idx="100">
                <c:v>3.006659157404723</c:v>
              </c:pt>
              <c:pt idx="101">
                <c:v>3.006659157404723</c:v>
              </c:pt>
              <c:pt idx="102">
                <c:v>3.006659157404723</c:v>
              </c:pt>
              <c:pt idx="103">
                <c:v>3.006659157404723</c:v>
              </c:pt>
              <c:pt idx="104">
                <c:v>3.006659157404723</c:v>
              </c:pt>
              <c:pt idx="105">
                <c:v>3.006659157404723</c:v>
              </c:pt>
              <c:pt idx="106">
                <c:v>3.006659157404723</c:v>
              </c:pt>
              <c:pt idx="107">
                <c:v>3.006659157404723</c:v>
              </c:pt>
              <c:pt idx="108">
                <c:v>3.006659157404723</c:v>
              </c:pt>
              <c:pt idx="109">
                <c:v>3.006659157404723</c:v>
              </c:pt>
              <c:pt idx="110">
                <c:v>3.006659157404723</c:v>
              </c:pt>
              <c:pt idx="111">
                <c:v>3.006659157404723</c:v>
              </c:pt>
              <c:pt idx="112">
                <c:v>3.006659157404723</c:v>
              </c:pt>
              <c:pt idx="113">
                <c:v>3.006659157404723</c:v>
              </c:pt>
              <c:pt idx="114">
                <c:v>3.006659157404723</c:v>
              </c:pt>
              <c:pt idx="115">
                <c:v>3.006659157404723</c:v>
              </c:pt>
              <c:pt idx="116">
                <c:v>3.006659157404723</c:v>
              </c:pt>
              <c:pt idx="117">
                <c:v>3.006659157404723</c:v>
              </c:pt>
              <c:pt idx="118">
                <c:v>3.006659157404723</c:v>
              </c:pt>
              <c:pt idx="119">
                <c:v>3.006659157404723</c:v>
              </c:pt>
              <c:pt idx="120">
                <c:v>3.006659157404723</c:v>
              </c:pt>
              <c:pt idx="121">
                <c:v>3.006659157404723</c:v>
              </c:pt>
              <c:pt idx="122">
                <c:v>3.006659157404723</c:v>
              </c:pt>
              <c:pt idx="123">
                <c:v>3.006659157404723</c:v>
              </c:pt>
              <c:pt idx="124">
                <c:v>3.006659157404723</c:v>
              </c:pt>
              <c:pt idx="125">
                <c:v>3.006659157404723</c:v>
              </c:pt>
              <c:pt idx="126">
                <c:v>3.006659157404723</c:v>
              </c:pt>
              <c:pt idx="127">
                <c:v>3.006659157404723</c:v>
              </c:pt>
              <c:pt idx="128">
                <c:v>3.006659157404723</c:v>
              </c:pt>
              <c:pt idx="129">
                <c:v>3.006659157404723</c:v>
              </c:pt>
              <c:pt idx="130">
                <c:v>3.006659157404723</c:v>
              </c:pt>
              <c:pt idx="131">
                <c:v>3.006659157404723</c:v>
              </c:pt>
              <c:pt idx="132">
                <c:v>3.006659157404723</c:v>
              </c:pt>
              <c:pt idx="133">
                <c:v>3.006659157404723</c:v>
              </c:pt>
              <c:pt idx="134">
                <c:v>3.006659157404723</c:v>
              </c:pt>
              <c:pt idx="135">
                <c:v>3.006659157404723</c:v>
              </c:pt>
              <c:pt idx="136">
                <c:v>3.006659157404723</c:v>
              </c:pt>
              <c:pt idx="137">
                <c:v>3.006659157404723</c:v>
              </c:pt>
              <c:pt idx="138">
                <c:v>3.006659157404723</c:v>
              </c:pt>
              <c:pt idx="139">
                <c:v>3.006659157404723</c:v>
              </c:pt>
              <c:pt idx="140">
                <c:v>3.006659157404723</c:v>
              </c:pt>
              <c:pt idx="141">
                <c:v>3.006659157404723</c:v>
              </c:pt>
              <c:pt idx="142">
                <c:v>3.006659157404723</c:v>
              </c:pt>
              <c:pt idx="143">
                <c:v>3.006659157404723</c:v>
              </c:pt>
              <c:pt idx="144">
                <c:v>3.006659157404723</c:v>
              </c:pt>
              <c:pt idx="145">
                <c:v>3.006659157404723</c:v>
              </c:pt>
              <c:pt idx="146">
                <c:v>3.006659157404723</c:v>
              </c:pt>
              <c:pt idx="147">
                <c:v>3.006659157404723</c:v>
              </c:pt>
              <c:pt idx="148">
                <c:v>3.006659157404723</c:v>
              </c:pt>
              <c:pt idx="149">
                <c:v>3.006659157404723</c:v>
              </c:pt>
              <c:pt idx="150">
                <c:v>3.006659157404723</c:v>
              </c:pt>
              <c:pt idx="151">
                <c:v>3.006659157404723</c:v>
              </c:pt>
              <c:pt idx="152">
                <c:v>3.006659157404723</c:v>
              </c:pt>
              <c:pt idx="153">
                <c:v>3.006659157404723</c:v>
              </c:pt>
              <c:pt idx="154">
                <c:v>3.006659157404723</c:v>
              </c:pt>
              <c:pt idx="155">
                <c:v>3.006659157404723</c:v>
              </c:pt>
              <c:pt idx="156">
                <c:v>3.006659157404723</c:v>
              </c:pt>
              <c:pt idx="157">
                <c:v>3.006659157404723</c:v>
              </c:pt>
              <c:pt idx="158">
                <c:v>3.006659157404723</c:v>
              </c:pt>
              <c:pt idx="159">
                <c:v>3.006659157404723</c:v>
              </c:pt>
              <c:pt idx="160">
                <c:v>3.006659157404723</c:v>
              </c:pt>
              <c:pt idx="161">
                <c:v>3.006659157404723</c:v>
              </c:pt>
              <c:pt idx="162">
                <c:v>3.006659157404723</c:v>
              </c:pt>
              <c:pt idx="163">
                <c:v>3.006659157404723</c:v>
              </c:pt>
              <c:pt idx="164">
                <c:v>3.006659157404723</c:v>
              </c:pt>
              <c:pt idx="165">
                <c:v>3.006659157404723</c:v>
              </c:pt>
              <c:pt idx="166">
                <c:v>3.006659157404723</c:v>
              </c:pt>
              <c:pt idx="167">
                <c:v>3.006659157404723</c:v>
              </c:pt>
              <c:pt idx="168">
                <c:v>3.006659157404723</c:v>
              </c:pt>
              <c:pt idx="169">
                <c:v>3.006659157404723</c:v>
              </c:pt>
              <c:pt idx="170">
                <c:v>3.006659157404723</c:v>
              </c:pt>
              <c:pt idx="171">
                <c:v>3.006659157404723</c:v>
              </c:pt>
              <c:pt idx="172">
                <c:v>3.006659157404723</c:v>
              </c:pt>
              <c:pt idx="173">
                <c:v>3.006659157404723</c:v>
              </c:pt>
              <c:pt idx="174">
                <c:v>3.006659157404723</c:v>
              </c:pt>
              <c:pt idx="175">
                <c:v>3.006659157404723</c:v>
              </c:pt>
              <c:pt idx="176">
                <c:v>3.006659157404723</c:v>
              </c:pt>
              <c:pt idx="177">
                <c:v>3.006659157404723</c:v>
              </c:pt>
              <c:pt idx="178">
                <c:v>3.006659157404723</c:v>
              </c:pt>
              <c:pt idx="179">
                <c:v>3.006659157404723</c:v>
              </c:pt>
              <c:pt idx="180">
                <c:v>3.006659157404723</c:v>
              </c:pt>
              <c:pt idx="181">
                <c:v>3.006659157404723</c:v>
              </c:pt>
              <c:pt idx="182">
                <c:v>3.006659157404723</c:v>
              </c:pt>
              <c:pt idx="183">
                <c:v>3.006659157404723</c:v>
              </c:pt>
              <c:pt idx="184">
                <c:v>3.006659157404723</c:v>
              </c:pt>
              <c:pt idx="185">
                <c:v>3.006659157404723</c:v>
              </c:pt>
              <c:pt idx="186">
                <c:v>3.006659157404723</c:v>
              </c:pt>
              <c:pt idx="187">
                <c:v>3.006659157404723</c:v>
              </c:pt>
              <c:pt idx="188">
                <c:v>3.006659157404723</c:v>
              </c:pt>
              <c:pt idx="189">
                <c:v>3.006659157404723</c:v>
              </c:pt>
              <c:pt idx="190">
                <c:v>3.006659157404723</c:v>
              </c:pt>
              <c:pt idx="191">
                <c:v>3.006659157404723</c:v>
              </c:pt>
              <c:pt idx="192">
                <c:v>3.006659157404723</c:v>
              </c:pt>
              <c:pt idx="193">
                <c:v>3.006659157404723</c:v>
              </c:pt>
              <c:pt idx="194">
                <c:v>3.006659157404723</c:v>
              </c:pt>
              <c:pt idx="195">
                <c:v>3.006659157404723</c:v>
              </c:pt>
              <c:pt idx="196">
                <c:v>3.006659157404723</c:v>
              </c:pt>
              <c:pt idx="197">
                <c:v>3.006659157404723</c:v>
              </c:pt>
              <c:pt idx="198">
                <c:v>3.006659157404723</c:v>
              </c:pt>
              <c:pt idx="199">
                <c:v>3.006659157404723</c:v>
              </c:pt>
              <c:pt idx="200">
                <c:v>3.006659157404723</c:v>
              </c:pt>
              <c:pt idx="201">
                <c:v>3.006659157404723</c:v>
              </c:pt>
              <c:pt idx="202">
                <c:v>3.006659157404723</c:v>
              </c:pt>
              <c:pt idx="203">
                <c:v>3.006659157404723</c:v>
              </c:pt>
              <c:pt idx="204">
                <c:v>3.006659157404723</c:v>
              </c:pt>
              <c:pt idx="205">
                <c:v>3.006659157404723</c:v>
              </c:pt>
              <c:pt idx="206">
                <c:v>3.006659157404723</c:v>
              </c:pt>
              <c:pt idx="207">
                <c:v>3.006659157404723</c:v>
              </c:pt>
              <c:pt idx="208">
                <c:v>3.006659157404723</c:v>
              </c:pt>
              <c:pt idx="209">
                <c:v>3.006659157404723</c:v>
              </c:pt>
              <c:pt idx="210">
                <c:v>3.006659157404723</c:v>
              </c:pt>
              <c:pt idx="211">
                <c:v>3.006659157404723</c:v>
              </c:pt>
              <c:pt idx="212">
                <c:v>3.006659157404723</c:v>
              </c:pt>
              <c:pt idx="213">
                <c:v>3.006659157404723</c:v>
              </c:pt>
              <c:pt idx="214">
                <c:v>3.006659157404723</c:v>
              </c:pt>
              <c:pt idx="215">
                <c:v>3.006659157404723</c:v>
              </c:pt>
              <c:pt idx="216">
                <c:v>3.006659157404723</c:v>
              </c:pt>
              <c:pt idx="217">
                <c:v>3.006659157404723</c:v>
              </c:pt>
              <c:pt idx="218">
                <c:v>3.006659157404723</c:v>
              </c:pt>
              <c:pt idx="219">
                <c:v>3.006659157404723</c:v>
              </c:pt>
              <c:pt idx="220">
                <c:v>3.006659157404723</c:v>
              </c:pt>
              <c:pt idx="221">
                <c:v>3.006659157404723</c:v>
              </c:pt>
              <c:pt idx="222">
                <c:v>3.006659157404723</c:v>
              </c:pt>
              <c:pt idx="223">
                <c:v>3.006659157404723</c:v>
              </c:pt>
              <c:pt idx="224">
                <c:v>3.006659157404723</c:v>
              </c:pt>
              <c:pt idx="225">
                <c:v>3.006659157404723</c:v>
              </c:pt>
              <c:pt idx="226">
                <c:v>3.006659157404723</c:v>
              </c:pt>
              <c:pt idx="227">
                <c:v>3.006659157404723</c:v>
              </c:pt>
              <c:pt idx="228">
                <c:v>3.006659157404723</c:v>
              </c:pt>
              <c:pt idx="229">
                <c:v>3.006659157404723</c:v>
              </c:pt>
              <c:pt idx="230">
                <c:v>3.006659157404723</c:v>
              </c:pt>
              <c:pt idx="231">
                <c:v>3.006659157404723</c:v>
              </c:pt>
              <c:pt idx="232">
                <c:v>3.006659157404723</c:v>
              </c:pt>
              <c:pt idx="233">
                <c:v>3.006659157404723</c:v>
              </c:pt>
              <c:pt idx="234">
                <c:v>3.006659157404723</c:v>
              </c:pt>
              <c:pt idx="235">
                <c:v>3.006659157404723</c:v>
              </c:pt>
              <c:pt idx="236">
                <c:v>3.006659157404723</c:v>
              </c:pt>
              <c:pt idx="237">
                <c:v>3.006659157404723</c:v>
              </c:pt>
              <c:pt idx="238">
                <c:v>3.006659157404723</c:v>
              </c:pt>
              <c:pt idx="239">
                <c:v>3.006659157404723</c:v>
              </c:pt>
              <c:pt idx="240">
                <c:v>3.006659157404723</c:v>
              </c:pt>
              <c:pt idx="241">
                <c:v>3.006659157404723</c:v>
              </c:pt>
              <c:pt idx="242">
                <c:v>3.006659157404723</c:v>
              </c:pt>
              <c:pt idx="243">
                <c:v>3.006659157404723</c:v>
              </c:pt>
              <c:pt idx="244">
                <c:v>3.006659157404723</c:v>
              </c:pt>
              <c:pt idx="245">
                <c:v>3.006659157404723</c:v>
              </c:pt>
              <c:pt idx="246">
                <c:v>3.006659157404723</c:v>
              </c:pt>
              <c:pt idx="247">
                <c:v>3.006659157404723</c:v>
              </c:pt>
              <c:pt idx="248">
                <c:v>3.006659157404723</c:v>
              </c:pt>
              <c:pt idx="249">
                <c:v>3.006659157404723</c:v>
              </c:pt>
              <c:pt idx="250">
                <c:v>3.006659157404723</c:v>
              </c:pt>
              <c:pt idx="251">
                <c:v>3.006659157404723</c:v>
              </c:pt>
              <c:pt idx="252">
                <c:v>3.006659157404723</c:v>
              </c:pt>
              <c:pt idx="253">
                <c:v>3.006659157404723</c:v>
              </c:pt>
              <c:pt idx="254">
                <c:v>3.006659157404723</c:v>
              </c:pt>
              <c:pt idx="255">
                <c:v>3.006659157404723</c:v>
              </c:pt>
              <c:pt idx="256">
                <c:v>3.006659157404723</c:v>
              </c:pt>
              <c:pt idx="257">
                <c:v>3.006659157404723</c:v>
              </c:pt>
              <c:pt idx="258">
                <c:v>3.006659157404723</c:v>
              </c:pt>
              <c:pt idx="259">
                <c:v>3.006659157404723</c:v>
              </c:pt>
              <c:pt idx="260">
                <c:v>3.006659157404723</c:v>
              </c:pt>
              <c:pt idx="261">
                <c:v>3.006659157404723</c:v>
              </c:pt>
              <c:pt idx="262">
                <c:v>3.006659157404723</c:v>
              </c:pt>
              <c:pt idx="263">
                <c:v>3.006659157404723</c:v>
              </c:pt>
              <c:pt idx="264">
                <c:v>3.006659157404723</c:v>
              </c:pt>
              <c:pt idx="265">
                <c:v>3.006659157404723</c:v>
              </c:pt>
              <c:pt idx="266">
                <c:v>3.006659157404723</c:v>
              </c:pt>
              <c:pt idx="267">
                <c:v>3.006659157404723</c:v>
              </c:pt>
              <c:pt idx="268">
                <c:v>3.006659157404723</c:v>
              </c:pt>
              <c:pt idx="269">
                <c:v>3.006659157404723</c:v>
              </c:pt>
              <c:pt idx="270">
                <c:v>3.006659157404723</c:v>
              </c:pt>
              <c:pt idx="271">
                <c:v>3.006659157404723</c:v>
              </c:pt>
              <c:pt idx="272">
                <c:v>3.006659157404723</c:v>
              </c:pt>
              <c:pt idx="273">
                <c:v>3.006659157404723</c:v>
              </c:pt>
              <c:pt idx="274">
                <c:v>3.006659157404723</c:v>
              </c:pt>
              <c:pt idx="275">
                <c:v>3.006659157404723</c:v>
              </c:pt>
              <c:pt idx="276">
                <c:v>3.006659157404723</c:v>
              </c:pt>
              <c:pt idx="277">
                <c:v>3.006659157404723</c:v>
              </c:pt>
              <c:pt idx="278">
                <c:v>3.006659157404723</c:v>
              </c:pt>
              <c:pt idx="279">
                <c:v>3.006659157404723</c:v>
              </c:pt>
              <c:pt idx="280">
                <c:v>3.006659157404723</c:v>
              </c:pt>
              <c:pt idx="281">
                <c:v>3.006659157404723</c:v>
              </c:pt>
              <c:pt idx="282">
                <c:v>3.006659157404723</c:v>
              </c:pt>
              <c:pt idx="283">
                <c:v>3.006659157404723</c:v>
              </c:pt>
              <c:pt idx="284">
                <c:v>3.006659157404723</c:v>
              </c:pt>
              <c:pt idx="285">
                <c:v>3.006659157404723</c:v>
              </c:pt>
              <c:pt idx="286">
                <c:v>3.006659157404723</c:v>
              </c:pt>
              <c:pt idx="287">
                <c:v>3.006659157404723</c:v>
              </c:pt>
              <c:pt idx="288">
                <c:v>3.006659157404723</c:v>
              </c:pt>
              <c:pt idx="289">
                <c:v>3.006659157404723</c:v>
              </c:pt>
              <c:pt idx="290">
                <c:v>3.006659157404723</c:v>
              </c:pt>
              <c:pt idx="291">
                <c:v>3.006659157404723</c:v>
              </c:pt>
              <c:pt idx="292">
                <c:v>3.006659157404723</c:v>
              </c:pt>
              <c:pt idx="293">
                <c:v>3.006659157404723</c:v>
              </c:pt>
              <c:pt idx="294">
                <c:v>3.006659157404723</c:v>
              </c:pt>
              <c:pt idx="295">
                <c:v>3.006659157404723</c:v>
              </c:pt>
              <c:pt idx="296">
                <c:v>3.006659157404723</c:v>
              </c:pt>
              <c:pt idx="297">
                <c:v>3.006659157404723</c:v>
              </c:pt>
              <c:pt idx="298">
                <c:v>3.006659157404723</c:v>
              </c:pt>
              <c:pt idx="299">
                <c:v>3.006659157404723</c:v>
              </c:pt>
              <c:pt idx="300">
                <c:v>3.006659157404723</c:v>
              </c:pt>
              <c:pt idx="301">
                <c:v>3.006659157404723</c:v>
              </c:pt>
              <c:pt idx="302">
                <c:v>3.006659157404723</c:v>
              </c:pt>
              <c:pt idx="303">
                <c:v>3.006659157404723</c:v>
              </c:pt>
              <c:pt idx="304">
                <c:v>3.006659157404723</c:v>
              </c:pt>
              <c:pt idx="305">
                <c:v>3.006659157404723</c:v>
              </c:pt>
              <c:pt idx="306">
                <c:v>3.006659157404723</c:v>
              </c:pt>
              <c:pt idx="307">
                <c:v>3.006659157404723</c:v>
              </c:pt>
              <c:pt idx="308">
                <c:v>3.006659157404723</c:v>
              </c:pt>
              <c:pt idx="309">
                <c:v>3.006659157404723</c:v>
              </c:pt>
              <c:pt idx="310">
                <c:v>3.006659157404723</c:v>
              </c:pt>
              <c:pt idx="311">
                <c:v>3.006659157404723</c:v>
              </c:pt>
              <c:pt idx="312">
                <c:v>3.006659157404723</c:v>
              </c:pt>
              <c:pt idx="313">
                <c:v>3.006659157404723</c:v>
              </c:pt>
              <c:pt idx="314">
                <c:v>3.006659157404723</c:v>
              </c:pt>
              <c:pt idx="315">
                <c:v>3.006659157404723</c:v>
              </c:pt>
              <c:pt idx="316">
                <c:v>3.006659157404723</c:v>
              </c:pt>
              <c:pt idx="317">
                <c:v>3.006659157404723</c:v>
              </c:pt>
              <c:pt idx="318">
                <c:v>3.006659157404723</c:v>
              </c:pt>
              <c:pt idx="319">
                <c:v>3.006659157404723</c:v>
              </c:pt>
              <c:pt idx="320">
                <c:v>3.006659157404723</c:v>
              </c:pt>
              <c:pt idx="321">
                <c:v>3.006659157404723</c:v>
              </c:pt>
              <c:pt idx="322">
                <c:v>3.006659157404723</c:v>
              </c:pt>
              <c:pt idx="323">
                <c:v>3.006659157404723</c:v>
              </c:pt>
              <c:pt idx="324">
                <c:v>3.006659157404723</c:v>
              </c:pt>
              <c:pt idx="325">
                <c:v>3.006659157404723</c:v>
              </c:pt>
              <c:pt idx="326">
                <c:v>3.006659157404723</c:v>
              </c:pt>
              <c:pt idx="327">
                <c:v>3.006659157404723</c:v>
              </c:pt>
              <c:pt idx="328">
                <c:v>3.006659157404723</c:v>
              </c:pt>
              <c:pt idx="329">
                <c:v>3.006659157404723</c:v>
              </c:pt>
              <c:pt idx="330">
                <c:v>3.006659157404723</c:v>
              </c:pt>
              <c:pt idx="331">
                <c:v>3.006659157404723</c:v>
              </c:pt>
              <c:pt idx="332">
                <c:v>3.006659157404723</c:v>
              </c:pt>
              <c:pt idx="333">
                <c:v>3.006659157404723</c:v>
              </c:pt>
              <c:pt idx="334">
                <c:v>3.006659157404723</c:v>
              </c:pt>
              <c:pt idx="335">
                <c:v>3.006659157404723</c:v>
              </c:pt>
              <c:pt idx="336">
                <c:v>3.006659157404723</c:v>
              </c:pt>
              <c:pt idx="337">
                <c:v>3.006659157404723</c:v>
              </c:pt>
              <c:pt idx="338">
                <c:v>3.006659157404723</c:v>
              </c:pt>
              <c:pt idx="339">
                <c:v>3.006659157404723</c:v>
              </c:pt>
              <c:pt idx="340">
                <c:v>3.006659157404723</c:v>
              </c:pt>
              <c:pt idx="341">
                <c:v>3.006659157404723</c:v>
              </c:pt>
              <c:pt idx="342">
                <c:v>3.006659157404723</c:v>
              </c:pt>
              <c:pt idx="343">
                <c:v>3.006659157404723</c:v>
              </c:pt>
              <c:pt idx="344">
                <c:v>3.006659157404723</c:v>
              </c:pt>
              <c:pt idx="345">
                <c:v>3.006659157404723</c:v>
              </c:pt>
              <c:pt idx="346">
                <c:v>3.006659157404723</c:v>
              </c:pt>
              <c:pt idx="347">
                <c:v>3.006659157404723</c:v>
              </c:pt>
              <c:pt idx="348">
                <c:v>3.006659157404723</c:v>
              </c:pt>
              <c:pt idx="349">
                <c:v>3.006659157404723</c:v>
              </c:pt>
              <c:pt idx="350">
                <c:v>3.006659157404723</c:v>
              </c:pt>
              <c:pt idx="351">
                <c:v>3.006659157404723</c:v>
              </c:pt>
              <c:pt idx="352">
                <c:v>3.006659157404723</c:v>
              </c:pt>
              <c:pt idx="353">
                <c:v>3.006659157404723</c:v>
              </c:pt>
              <c:pt idx="354">
                <c:v>3.006659157404723</c:v>
              </c:pt>
              <c:pt idx="355">
                <c:v>3.006659157404723</c:v>
              </c:pt>
              <c:pt idx="356">
                <c:v>3.006659157404723</c:v>
              </c:pt>
              <c:pt idx="357">
                <c:v>3.006659157404723</c:v>
              </c:pt>
              <c:pt idx="358">
                <c:v>3.006659157404723</c:v>
              </c:pt>
              <c:pt idx="359">
                <c:v>3.006659157404723</c:v>
              </c:pt>
              <c:pt idx="360">
                <c:v>3.006659157404723</c:v>
              </c:pt>
              <c:pt idx="361">
                <c:v>3.006659157404723</c:v>
              </c:pt>
              <c:pt idx="362">
                <c:v>3.006659157404723</c:v>
              </c:pt>
              <c:pt idx="363">
                <c:v>3.006659157404723</c:v>
              </c:pt>
              <c:pt idx="364">
                <c:v>3.006659157404723</c:v>
              </c:pt>
              <c:pt idx="365">
                <c:v>3.006659157404723</c:v>
              </c:pt>
              <c:pt idx="366">
                <c:v>3.006659157404723</c:v>
              </c:pt>
              <c:pt idx="367">
                <c:v>3.006659157404723</c:v>
              </c:pt>
              <c:pt idx="368">
                <c:v>3.006659157404723</c:v>
              </c:pt>
              <c:pt idx="369">
                <c:v>3.006659157404723</c:v>
              </c:pt>
              <c:pt idx="370">
                <c:v>3.006659157404723</c:v>
              </c:pt>
              <c:pt idx="371">
                <c:v>3.006659157404723</c:v>
              </c:pt>
              <c:pt idx="372">
                <c:v>3.006659157404723</c:v>
              </c:pt>
              <c:pt idx="373">
                <c:v>3.006659157404723</c:v>
              </c:pt>
              <c:pt idx="374">
                <c:v>3.006659157404723</c:v>
              </c:pt>
              <c:pt idx="375">
                <c:v>3.006659157404723</c:v>
              </c:pt>
              <c:pt idx="376">
                <c:v>3.006659157404723</c:v>
              </c:pt>
              <c:pt idx="377">
                <c:v>3.006659157404723</c:v>
              </c:pt>
              <c:pt idx="378">
                <c:v>3.006659157404723</c:v>
              </c:pt>
              <c:pt idx="379">
                <c:v>3.006659157404723</c:v>
              </c:pt>
              <c:pt idx="380">
                <c:v>3.006659157404723</c:v>
              </c:pt>
              <c:pt idx="381">
                <c:v>3.006659157404723</c:v>
              </c:pt>
              <c:pt idx="382">
                <c:v>3.006659157404723</c:v>
              </c:pt>
              <c:pt idx="383">
                <c:v>3.006659157404723</c:v>
              </c:pt>
              <c:pt idx="384">
                <c:v>3.006659157404723</c:v>
              </c:pt>
              <c:pt idx="385">
                <c:v>3.006659157404723</c:v>
              </c:pt>
              <c:pt idx="386">
                <c:v>3.006659157404723</c:v>
              </c:pt>
              <c:pt idx="387">
                <c:v>3.006659157404723</c:v>
              </c:pt>
              <c:pt idx="388">
                <c:v>3.006659157404723</c:v>
              </c:pt>
              <c:pt idx="389">
                <c:v>3.006659157404723</c:v>
              </c:pt>
              <c:pt idx="390">
                <c:v>3.006659157404723</c:v>
              </c:pt>
              <c:pt idx="391">
                <c:v>3.006659157404723</c:v>
              </c:pt>
              <c:pt idx="392">
                <c:v>3.006659157404723</c:v>
              </c:pt>
              <c:pt idx="393">
                <c:v>3.006659157404723</c:v>
              </c:pt>
              <c:pt idx="394">
                <c:v>3.006659157404723</c:v>
              </c:pt>
              <c:pt idx="395">
                <c:v>3.006659157404723</c:v>
              </c:pt>
              <c:pt idx="396">
                <c:v>3.006659157404723</c:v>
              </c:pt>
              <c:pt idx="397">
                <c:v>3.006659157404723</c:v>
              </c:pt>
              <c:pt idx="398">
                <c:v>3.006659157404723</c:v>
              </c:pt>
              <c:pt idx="399">
                <c:v>3.006659157404723</c:v>
              </c:pt>
              <c:pt idx="400">
                <c:v>3.006659157404723</c:v>
              </c:pt>
              <c:pt idx="401">
                <c:v>3.006659157404723</c:v>
              </c:pt>
              <c:pt idx="402">
                <c:v>3.006659157404723</c:v>
              </c:pt>
              <c:pt idx="403">
                <c:v>3.006659157404723</c:v>
              </c:pt>
              <c:pt idx="404">
                <c:v>3.006659157404723</c:v>
              </c:pt>
              <c:pt idx="405">
                <c:v>3.006659157404723</c:v>
              </c:pt>
              <c:pt idx="406">
                <c:v>3.006659157404723</c:v>
              </c:pt>
              <c:pt idx="407">
                <c:v>3.006659157404723</c:v>
              </c:pt>
              <c:pt idx="408">
                <c:v>3.006659157404723</c:v>
              </c:pt>
              <c:pt idx="409">
                <c:v>3.006659157404723</c:v>
              </c:pt>
              <c:pt idx="410">
                <c:v>3.006659157404723</c:v>
              </c:pt>
              <c:pt idx="411">
                <c:v>3.006659157404723</c:v>
              </c:pt>
              <c:pt idx="412">
                <c:v>3.006659157404723</c:v>
              </c:pt>
              <c:pt idx="413">
                <c:v>3.006659157404723</c:v>
              </c:pt>
              <c:pt idx="414">
                <c:v>3.006659157404723</c:v>
              </c:pt>
              <c:pt idx="415">
                <c:v>3.006659157404723</c:v>
              </c:pt>
              <c:pt idx="416">
                <c:v>3.006659157404723</c:v>
              </c:pt>
              <c:pt idx="417">
                <c:v>3.006659157404723</c:v>
              </c:pt>
              <c:pt idx="418">
                <c:v>3.006659157404723</c:v>
              </c:pt>
              <c:pt idx="419">
                <c:v>3.006659157404723</c:v>
              </c:pt>
              <c:pt idx="420">
                <c:v>3.006659157404723</c:v>
              </c:pt>
              <c:pt idx="421">
                <c:v>3.006659157404723</c:v>
              </c:pt>
              <c:pt idx="422">
                <c:v>3.006659157404723</c:v>
              </c:pt>
              <c:pt idx="423">
                <c:v>3.006659157404723</c:v>
              </c:pt>
              <c:pt idx="424">
                <c:v>3.006659157404723</c:v>
              </c:pt>
              <c:pt idx="425">
                <c:v>3.006659157404723</c:v>
              </c:pt>
              <c:pt idx="426">
                <c:v>3.006659157404723</c:v>
              </c:pt>
              <c:pt idx="427">
                <c:v>3.006659157404723</c:v>
              </c:pt>
              <c:pt idx="428">
                <c:v>3.006659157404723</c:v>
              </c:pt>
              <c:pt idx="429">
                <c:v>3.006659157404723</c:v>
              </c:pt>
              <c:pt idx="430">
                <c:v>3.006659157404723</c:v>
              </c:pt>
              <c:pt idx="431">
                <c:v>3.006659157404723</c:v>
              </c:pt>
              <c:pt idx="432">
                <c:v>3.006659157404723</c:v>
              </c:pt>
              <c:pt idx="433">
                <c:v>3.006659157404723</c:v>
              </c:pt>
              <c:pt idx="434">
                <c:v>3.006659157404723</c:v>
              </c:pt>
              <c:pt idx="435">
                <c:v>3.006659157404723</c:v>
              </c:pt>
              <c:pt idx="436">
                <c:v>3.006659157404723</c:v>
              </c:pt>
              <c:pt idx="437">
                <c:v>3.006659157404723</c:v>
              </c:pt>
              <c:pt idx="438">
                <c:v>3.006659157404723</c:v>
              </c:pt>
              <c:pt idx="439">
                <c:v>3.006659157404723</c:v>
              </c:pt>
              <c:pt idx="440">
                <c:v>3.006659157404723</c:v>
              </c:pt>
              <c:pt idx="441">
                <c:v>3.006659157404723</c:v>
              </c:pt>
              <c:pt idx="442">
                <c:v>3.006659157404723</c:v>
              </c:pt>
              <c:pt idx="443">
                <c:v>3.006659157404723</c:v>
              </c:pt>
              <c:pt idx="444">
                <c:v>3.006659157404723</c:v>
              </c:pt>
              <c:pt idx="445">
                <c:v>3.006659157404723</c:v>
              </c:pt>
              <c:pt idx="446">
                <c:v>3.006659157404723</c:v>
              </c:pt>
              <c:pt idx="447">
                <c:v>3.006659157404723</c:v>
              </c:pt>
            </c:numLit>
          </c:yVal>
          <c:smooth val="0"/>
        </c:ser>
        <c:ser>
          <c:idx val="8"/>
          <c:order val="8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19.563867795215497</c:v>
              </c:pt>
              <c:pt idx="1">
                <c:v>19.563867795215497</c:v>
              </c:pt>
              <c:pt idx="2">
                <c:v>19.563867795215497</c:v>
              </c:pt>
              <c:pt idx="3">
                <c:v>19.563867795215497</c:v>
              </c:pt>
              <c:pt idx="4">
                <c:v>19.563867795215497</c:v>
              </c:pt>
              <c:pt idx="5">
                <c:v>19.563867795215497</c:v>
              </c:pt>
              <c:pt idx="6">
                <c:v>19.563867795215497</c:v>
              </c:pt>
              <c:pt idx="7">
                <c:v>19.563867795215497</c:v>
              </c:pt>
              <c:pt idx="8">
                <c:v>19.563867795215497</c:v>
              </c:pt>
              <c:pt idx="9">
                <c:v>19.563867795215497</c:v>
              </c:pt>
              <c:pt idx="10">
                <c:v>19.563867795215497</c:v>
              </c:pt>
              <c:pt idx="11">
                <c:v>19.563867795215497</c:v>
              </c:pt>
              <c:pt idx="12">
                <c:v>19.563867795215497</c:v>
              </c:pt>
              <c:pt idx="13">
                <c:v>19.563867795215497</c:v>
              </c:pt>
              <c:pt idx="14">
                <c:v>19.563867795215497</c:v>
              </c:pt>
              <c:pt idx="15">
                <c:v>19.563867795215497</c:v>
              </c:pt>
              <c:pt idx="16">
                <c:v>19.563867795215497</c:v>
              </c:pt>
              <c:pt idx="17">
                <c:v>19.563867795215497</c:v>
              </c:pt>
              <c:pt idx="18">
                <c:v>19.563867795215497</c:v>
              </c:pt>
              <c:pt idx="19">
                <c:v>19.563867795215497</c:v>
              </c:pt>
              <c:pt idx="20">
                <c:v>19.563867795215497</c:v>
              </c:pt>
              <c:pt idx="21">
                <c:v>19.563867795215497</c:v>
              </c:pt>
              <c:pt idx="22">
                <c:v>19.563867795215497</c:v>
              </c:pt>
              <c:pt idx="23">
                <c:v>19.563867795215497</c:v>
              </c:pt>
              <c:pt idx="24">
                <c:v>19.563867795215497</c:v>
              </c:pt>
              <c:pt idx="25">
                <c:v>19.563867795215497</c:v>
              </c:pt>
              <c:pt idx="26">
                <c:v>19.563867795215497</c:v>
              </c:pt>
              <c:pt idx="27">
                <c:v>19.563867795215497</c:v>
              </c:pt>
              <c:pt idx="28">
                <c:v>19.563867795215497</c:v>
              </c:pt>
              <c:pt idx="29">
                <c:v>19.563867795215497</c:v>
              </c:pt>
              <c:pt idx="30">
                <c:v>19.563867795215497</c:v>
              </c:pt>
              <c:pt idx="31">
                <c:v>19.563867795215497</c:v>
              </c:pt>
              <c:pt idx="32">
                <c:v>19.563867795215497</c:v>
              </c:pt>
              <c:pt idx="33">
                <c:v>19.563867795215497</c:v>
              </c:pt>
              <c:pt idx="34">
                <c:v>19.563867795215497</c:v>
              </c:pt>
              <c:pt idx="35">
                <c:v>19.563867795215497</c:v>
              </c:pt>
              <c:pt idx="36">
                <c:v>19.563867795215497</c:v>
              </c:pt>
              <c:pt idx="37">
                <c:v>19.563867795215497</c:v>
              </c:pt>
              <c:pt idx="38">
                <c:v>19.563867795215497</c:v>
              </c:pt>
              <c:pt idx="39">
                <c:v>19.563867795215497</c:v>
              </c:pt>
              <c:pt idx="40">
                <c:v>19.563867795215497</c:v>
              </c:pt>
              <c:pt idx="41">
                <c:v>19.563867795215497</c:v>
              </c:pt>
              <c:pt idx="42">
                <c:v>19.563867795215497</c:v>
              </c:pt>
              <c:pt idx="43">
                <c:v>19.563867795215497</c:v>
              </c:pt>
              <c:pt idx="44">
                <c:v>19.563867795215497</c:v>
              </c:pt>
              <c:pt idx="45">
                <c:v>19.563867795215497</c:v>
              </c:pt>
              <c:pt idx="46">
                <c:v>19.563867795215497</c:v>
              </c:pt>
              <c:pt idx="47">
                <c:v>19.563867795215497</c:v>
              </c:pt>
              <c:pt idx="48">
                <c:v>19.563867795215497</c:v>
              </c:pt>
              <c:pt idx="49">
                <c:v>19.563867795215497</c:v>
              </c:pt>
              <c:pt idx="50">
                <c:v>19.563867795215497</c:v>
              </c:pt>
              <c:pt idx="51">
                <c:v>19.563867795215497</c:v>
              </c:pt>
              <c:pt idx="52">
                <c:v>19.563867795215497</c:v>
              </c:pt>
              <c:pt idx="53">
                <c:v>19.563867795215497</c:v>
              </c:pt>
              <c:pt idx="54">
                <c:v>19.563867795215497</c:v>
              </c:pt>
              <c:pt idx="55">
                <c:v>19.563867795215497</c:v>
              </c:pt>
              <c:pt idx="56">
                <c:v>19.563867795215497</c:v>
              </c:pt>
              <c:pt idx="57">
                <c:v>19.563867795215497</c:v>
              </c:pt>
              <c:pt idx="58">
                <c:v>19.563867795215497</c:v>
              </c:pt>
              <c:pt idx="59">
                <c:v>19.563867795215497</c:v>
              </c:pt>
              <c:pt idx="60">
                <c:v>19.563867795215497</c:v>
              </c:pt>
              <c:pt idx="61">
                <c:v>19.563867795215497</c:v>
              </c:pt>
              <c:pt idx="62">
                <c:v>19.563867795215497</c:v>
              </c:pt>
              <c:pt idx="63">
                <c:v>19.563867795215497</c:v>
              </c:pt>
              <c:pt idx="64">
                <c:v>19.563867795215497</c:v>
              </c:pt>
              <c:pt idx="65">
                <c:v>19.563867795215497</c:v>
              </c:pt>
              <c:pt idx="66">
                <c:v>19.563867795215497</c:v>
              </c:pt>
              <c:pt idx="67">
                <c:v>19.563867795215497</c:v>
              </c:pt>
              <c:pt idx="68">
                <c:v>19.563867795215497</c:v>
              </c:pt>
              <c:pt idx="69">
                <c:v>19.563867795215497</c:v>
              </c:pt>
              <c:pt idx="70">
                <c:v>19.563867795215497</c:v>
              </c:pt>
              <c:pt idx="71">
                <c:v>19.563867795215497</c:v>
              </c:pt>
              <c:pt idx="72">
                <c:v>19.563867795215497</c:v>
              </c:pt>
              <c:pt idx="73">
                <c:v>19.563867795215497</c:v>
              </c:pt>
              <c:pt idx="74">
                <c:v>19.563867795215497</c:v>
              </c:pt>
              <c:pt idx="75">
                <c:v>19.563867795215497</c:v>
              </c:pt>
              <c:pt idx="76">
                <c:v>19.563867795215497</c:v>
              </c:pt>
              <c:pt idx="77">
                <c:v>19.563867795215497</c:v>
              </c:pt>
              <c:pt idx="78">
                <c:v>19.563867795215497</c:v>
              </c:pt>
              <c:pt idx="79">
                <c:v>19.563867795215497</c:v>
              </c:pt>
              <c:pt idx="80">
                <c:v>19.563867795215497</c:v>
              </c:pt>
              <c:pt idx="81">
                <c:v>19.563867795215497</c:v>
              </c:pt>
              <c:pt idx="82">
                <c:v>19.563867795215497</c:v>
              </c:pt>
              <c:pt idx="83">
                <c:v>19.563867795215497</c:v>
              </c:pt>
              <c:pt idx="84">
                <c:v>19.563867795215497</c:v>
              </c:pt>
              <c:pt idx="85">
                <c:v>19.563867795215497</c:v>
              </c:pt>
              <c:pt idx="86">
                <c:v>19.563867795215497</c:v>
              </c:pt>
              <c:pt idx="87">
                <c:v>19.563867795215497</c:v>
              </c:pt>
              <c:pt idx="88">
                <c:v>19.563867795215497</c:v>
              </c:pt>
              <c:pt idx="89">
                <c:v>19.563867795215497</c:v>
              </c:pt>
              <c:pt idx="90">
                <c:v>19.563867795215497</c:v>
              </c:pt>
              <c:pt idx="91">
                <c:v>19.563867795215497</c:v>
              </c:pt>
              <c:pt idx="92">
                <c:v>19.563867795215497</c:v>
              </c:pt>
              <c:pt idx="93">
                <c:v>19.563867795215497</c:v>
              </c:pt>
              <c:pt idx="94">
                <c:v>19.563867795215497</c:v>
              </c:pt>
              <c:pt idx="95">
                <c:v>19.563867795215497</c:v>
              </c:pt>
              <c:pt idx="96">
                <c:v>19.563867795215497</c:v>
              </c:pt>
              <c:pt idx="97">
                <c:v>19.563867795215497</c:v>
              </c:pt>
              <c:pt idx="98">
                <c:v>19.563867795215497</c:v>
              </c:pt>
              <c:pt idx="99">
                <c:v>19.563867795215497</c:v>
              </c:pt>
              <c:pt idx="100">
                <c:v>19.563867795215497</c:v>
              </c:pt>
              <c:pt idx="101">
                <c:v>19.563867795215497</c:v>
              </c:pt>
              <c:pt idx="102">
                <c:v>19.563867795215497</c:v>
              </c:pt>
              <c:pt idx="103">
                <c:v>19.563867795215497</c:v>
              </c:pt>
              <c:pt idx="104">
                <c:v>19.563867795215497</c:v>
              </c:pt>
              <c:pt idx="105">
                <c:v>19.563867795215497</c:v>
              </c:pt>
              <c:pt idx="106">
                <c:v>19.563867795215497</c:v>
              </c:pt>
              <c:pt idx="107">
                <c:v>19.563867795215497</c:v>
              </c:pt>
              <c:pt idx="108">
                <c:v>19.563867795215497</c:v>
              </c:pt>
              <c:pt idx="109">
                <c:v>19.563867795215497</c:v>
              </c:pt>
              <c:pt idx="110">
                <c:v>19.563867795215497</c:v>
              </c:pt>
              <c:pt idx="111">
                <c:v>19.563867795215497</c:v>
              </c:pt>
              <c:pt idx="112">
                <c:v>19.563867795215497</c:v>
              </c:pt>
              <c:pt idx="113">
                <c:v>19.563867795215497</c:v>
              </c:pt>
              <c:pt idx="114">
                <c:v>19.563867795215497</c:v>
              </c:pt>
              <c:pt idx="115">
                <c:v>19.563867795215497</c:v>
              </c:pt>
              <c:pt idx="116">
                <c:v>19.563867795215497</c:v>
              </c:pt>
              <c:pt idx="117">
                <c:v>19.563867795215497</c:v>
              </c:pt>
              <c:pt idx="118">
                <c:v>19.563867795215497</c:v>
              </c:pt>
              <c:pt idx="119">
                <c:v>19.563867795215497</c:v>
              </c:pt>
              <c:pt idx="120">
                <c:v>19.563867795215497</c:v>
              </c:pt>
              <c:pt idx="121">
                <c:v>19.563867795215497</c:v>
              </c:pt>
              <c:pt idx="122">
                <c:v>19.563867795215497</c:v>
              </c:pt>
              <c:pt idx="123">
                <c:v>19.563867795215497</c:v>
              </c:pt>
              <c:pt idx="124">
                <c:v>19.563867795215497</c:v>
              </c:pt>
              <c:pt idx="125">
                <c:v>19.563867795215497</c:v>
              </c:pt>
              <c:pt idx="126">
                <c:v>19.563867795215497</c:v>
              </c:pt>
              <c:pt idx="127">
                <c:v>19.563867795215497</c:v>
              </c:pt>
              <c:pt idx="128">
                <c:v>19.563867795215497</c:v>
              </c:pt>
              <c:pt idx="129">
                <c:v>19.563867795215497</c:v>
              </c:pt>
              <c:pt idx="130">
                <c:v>19.563867795215497</c:v>
              </c:pt>
              <c:pt idx="131">
                <c:v>19.563867795215497</c:v>
              </c:pt>
              <c:pt idx="132">
                <c:v>19.563867795215497</c:v>
              </c:pt>
              <c:pt idx="133">
                <c:v>19.563867795215497</c:v>
              </c:pt>
              <c:pt idx="134">
                <c:v>19.563867795215497</c:v>
              </c:pt>
              <c:pt idx="135">
                <c:v>19.563867795215497</c:v>
              </c:pt>
              <c:pt idx="136">
                <c:v>19.563867795215497</c:v>
              </c:pt>
              <c:pt idx="137">
                <c:v>19.563867795215497</c:v>
              </c:pt>
              <c:pt idx="138">
                <c:v>19.563867795215497</c:v>
              </c:pt>
              <c:pt idx="139">
                <c:v>19.563867795215497</c:v>
              </c:pt>
              <c:pt idx="140">
                <c:v>19.563867795215497</c:v>
              </c:pt>
              <c:pt idx="141">
                <c:v>19.563867795215497</c:v>
              </c:pt>
              <c:pt idx="142">
                <c:v>19.563867795215497</c:v>
              </c:pt>
              <c:pt idx="143">
                <c:v>19.563867795215497</c:v>
              </c:pt>
              <c:pt idx="144">
                <c:v>19.563867795215497</c:v>
              </c:pt>
              <c:pt idx="145">
                <c:v>19.563867795215497</c:v>
              </c:pt>
              <c:pt idx="146">
                <c:v>19.563867795215497</c:v>
              </c:pt>
              <c:pt idx="147">
                <c:v>19.563867795215497</c:v>
              </c:pt>
              <c:pt idx="148">
                <c:v>19.563867795215497</c:v>
              </c:pt>
              <c:pt idx="149">
                <c:v>19.563867795215497</c:v>
              </c:pt>
              <c:pt idx="150">
                <c:v>19.563867795215497</c:v>
              </c:pt>
              <c:pt idx="151">
                <c:v>19.563867795215497</c:v>
              </c:pt>
              <c:pt idx="152">
                <c:v>19.563867795215497</c:v>
              </c:pt>
              <c:pt idx="153">
                <c:v>19.563867795215497</c:v>
              </c:pt>
              <c:pt idx="154">
                <c:v>19.563867795215497</c:v>
              </c:pt>
              <c:pt idx="155">
                <c:v>19.563867795215497</c:v>
              </c:pt>
              <c:pt idx="156">
                <c:v>19.563867795215497</c:v>
              </c:pt>
              <c:pt idx="157">
                <c:v>19.563867795215497</c:v>
              </c:pt>
              <c:pt idx="158">
                <c:v>19.563867795215497</c:v>
              </c:pt>
              <c:pt idx="159">
                <c:v>19.563867795215497</c:v>
              </c:pt>
              <c:pt idx="160">
                <c:v>19.563867795215497</c:v>
              </c:pt>
              <c:pt idx="161">
                <c:v>19.563867795215497</c:v>
              </c:pt>
              <c:pt idx="162">
                <c:v>19.563867795215497</c:v>
              </c:pt>
              <c:pt idx="163">
                <c:v>19.563867795215497</c:v>
              </c:pt>
              <c:pt idx="164">
                <c:v>19.563867795215497</c:v>
              </c:pt>
              <c:pt idx="165">
                <c:v>19.563867795215497</c:v>
              </c:pt>
              <c:pt idx="166">
                <c:v>19.563867795215497</c:v>
              </c:pt>
              <c:pt idx="167">
                <c:v>19.563867795215497</c:v>
              </c:pt>
              <c:pt idx="168">
                <c:v>19.563867795215497</c:v>
              </c:pt>
              <c:pt idx="169">
                <c:v>19.563867795215497</c:v>
              </c:pt>
              <c:pt idx="170">
                <c:v>19.563867795215497</c:v>
              </c:pt>
              <c:pt idx="171">
                <c:v>19.563867795215497</c:v>
              </c:pt>
              <c:pt idx="172">
                <c:v>19.563867795215497</c:v>
              </c:pt>
              <c:pt idx="173">
                <c:v>19.563867795215497</c:v>
              </c:pt>
              <c:pt idx="174">
                <c:v>19.563867795215497</c:v>
              </c:pt>
              <c:pt idx="175">
                <c:v>19.563867795215497</c:v>
              </c:pt>
              <c:pt idx="176">
                <c:v>19.563867795215497</c:v>
              </c:pt>
              <c:pt idx="177">
                <c:v>19.563867795215497</c:v>
              </c:pt>
              <c:pt idx="178">
                <c:v>19.563867795215497</c:v>
              </c:pt>
              <c:pt idx="179">
                <c:v>19.563867795215497</c:v>
              </c:pt>
              <c:pt idx="180">
                <c:v>19.563867795215497</c:v>
              </c:pt>
              <c:pt idx="181">
                <c:v>19.563867795215497</c:v>
              </c:pt>
              <c:pt idx="182">
                <c:v>19.563867795215497</c:v>
              </c:pt>
              <c:pt idx="183">
                <c:v>19.563867795215497</c:v>
              </c:pt>
              <c:pt idx="184">
                <c:v>19.563867795215497</c:v>
              </c:pt>
              <c:pt idx="185">
                <c:v>19.563867795215497</c:v>
              </c:pt>
              <c:pt idx="186">
                <c:v>19.563867795215497</c:v>
              </c:pt>
              <c:pt idx="187">
                <c:v>19.563867795215497</c:v>
              </c:pt>
              <c:pt idx="188">
                <c:v>19.563867795215497</c:v>
              </c:pt>
              <c:pt idx="189">
                <c:v>19.563867795215497</c:v>
              </c:pt>
              <c:pt idx="190">
                <c:v>19.563867795215497</c:v>
              </c:pt>
              <c:pt idx="191">
                <c:v>19.563867795215497</c:v>
              </c:pt>
              <c:pt idx="192">
                <c:v>19.563867795215497</c:v>
              </c:pt>
              <c:pt idx="193">
                <c:v>19.563867795215497</c:v>
              </c:pt>
              <c:pt idx="194">
                <c:v>19.563867795215497</c:v>
              </c:pt>
              <c:pt idx="195">
                <c:v>19.563867795215497</c:v>
              </c:pt>
              <c:pt idx="196">
                <c:v>19.563867795215497</c:v>
              </c:pt>
              <c:pt idx="197">
                <c:v>19.563867795215497</c:v>
              </c:pt>
              <c:pt idx="198">
                <c:v>19.563867795215497</c:v>
              </c:pt>
              <c:pt idx="199">
                <c:v>19.563867795215497</c:v>
              </c:pt>
              <c:pt idx="200">
                <c:v>19.563867795215497</c:v>
              </c:pt>
              <c:pt idx="201">
                <c:v>19.563867795215497</c:v>
              </c:pt>
              <c:pt idx="202">
                <c:v>19.563867795215497</c:v>
              </c:pt>
              <c:pt idx="203">
                <c:v>19.563867795215497</c:v>
              </c:pt>
              <c:pt idx="204">
                <c:v>19.563867795215497</c:v>
              </c:pt>
              <c:pt idx="205">
                <c:v>19.563867795215497</c:v>
              </c:pt>
              <c:pt idx="206">
                <c:v>19.563867795215497</c:v>
              </c:pt>
              <c:pt idx="207">
                <c:v>19.563867795215497</c:v>
              </c:pt>
              <c:pt idx="208">
                <c:v>19.563867795215497</c:v>
              </c:pt>
              <c:pt idx="209">
                <c:v>19.563867795215497</c:v>
              </c:pt>
              <c:pt idx="210">
                <c:v>19.563867795215497</c:v>
              </c:pt>
              <c:pt idx="211">
                <c:v>19.563867795215497</c:v>
              </c:pt>
              <c:pt idx="212">
                <c:v>19.563867795215497</c:v>
              </c:pt>
              <c:pt idx="213">
                <c:v>19.563867795215497</c:v>
              </c:pt>
              <c:pt idx="214">
                <c:v>19.563867795215497</c:v>
              </c:pt>
              <c:pt idx="215">
                <c:v>19.563867795215497</c:v>
              </c:pt>
              <c:pt idx="216">
                <c:v>19.563867795215497</c:v>
              </c:pt>
              <c:pt idx="217">
                <c:v>19.563867795215497</c:v>
              </c:pt>
              <c:pt idx="218">
                <c:v>19.563867795215497</c:v>
              </c:pt>
              <c:pt idx="219">
                <c:v>19.563867795215497</c:v>
              </c:pt>
              <c:pt idx="220">
                <c:v>19.563867795215497</c:v>
              </c:pt>
              <c:pt idx="221">
                <c:v>19.563867795215497</c:v>
              </c:pt>
              <c:pt idx="222">
                <c:v>19.563867795215497</c:v>
              </c:pt>
              <c:pt idx="223">
                <c:v>19.563867795215497</c:v>
              </c:pt>
              <c:pt idx="224">
                <c:v>19.563867795215497</c:v>
              </c:pt>
              <c:pt idx="225">
                <c:v>19.563867795215497</c:v>
              </c:pt>
              <c:pt idx="226">
                <c:v>19.563867795215497</c:v>
              </c:pt>
              <c:pt idx="227">
                <c:v>19.563867795215497</c:v>
              </c:pt>
              <c:pt idx="228">
                <c:v>19.563867795215497</c:v>
              </c:pt>
              <c:pt idx="229">
                <c:v>19.563867795215497</c:v>
              </c:pt>
              <c:pt idx="230">
                <c:v>19.563867795215497</c:v>
              </c:pt>
              <c:pt idx="231">
                <c:v>19.563867795215497</c:v>
              </c:pt>
              <c:pt idx="232">
                <c:v>19.563867795215497</c:v>
              </c:pt>
              <c:pt idx="233">
                <c:v>19.563867795215497</c:v>
              </c:pt>
              <c:pt idx="234">
                <c:v>19.563867795215497</c:v>
              </c:pt>
              <c:pt idx="235">
                <c:v>19.563867795215497</c:v>
              </c:pt>
              <c:pt idx="236">
                <c:v>19.563867795215497</c:v>
              </c:pt>
              <c:pt idx="237">
                <c:v>19.563867795215497</c:v>
              </c:pt>
              <c:pt idx="238">
                <c:v>19.563867795215497</c:v>
              </c:pt>
              <c:pt idx="239">
                <c:v>19.563867795215497</c:v>
              </c:pt>
              <c:pt idx="240">
                <c:v>19.563867795215497</c:v>
              </c:pt>
              <c:pt idx="241">
                <c:v>19.563867795215497</c:v>
              </c:pt>
              <c:pt idx="242">
                <c:v>19.563867795215497</c:v>
              </c:pt>
              <c:pt idx="243">
                <c:v>19.563867795215497</c:v>
              </c:pt>
              <c:pt idx="244">
                <c:v>19.563867795215497</c:v>
              </c:pt>
              <c:pt idx="245">
                <c:v>19.563867795215497</c:v>
              </c:pt>
              <c:pt idx="246">
                <c:v>19.563867795215497</c:v>
              </c:pt>
              <c:pt idx="247">
                <c:v>19.563867795215497</c:v>
              </c:pt>
              <c:pt idx="248">
                <c:v>19.563867795215497</c:v>
              </c:pt>
              <c:pt idx="249">
                <c:v>19.563867795215497</c:v>
              </c:pt>
              <c:pt idx="250">
                <c:v>19.563867795215497</c:v>
              </c:pt>
              <c:pt idx="251">
                <c:v>19.563867795215497</c:v>
              </c:pt>
              <c:pt idx="252">
                <c:v>19.563867795215497</c:v>
              </c:pt>
              <c:pt idx="253">
                <c:v>19.563867795215497</c:v>
              </c:pt>
              <c:pt idx="254">
                <c:v>19.563867795215497</c:v>
              </c:pt>
              <c:pt idx="255">
                <c:v>19.563867795215497</c:v>
              </c:pt>
              <c:pt idx="256">
                <c:v>19.563867795215497</c:v>
              </c:pt>
              <c:pt idx="257">
                <c:v>19.563867795215497</c:v>
              </c:pt>
              <c:pt idx="258">
                <c:v>19.563867795215497</c:v>
              </c:pt>
              <c:pt idx="259">
                <c:v>19.563867795215497</c:v>
              </c:pt>
              <c:pt idx="260">
                <c:v>19.563867795215497</c:v>
              </c:pt>
              <c:pt idx="261">
                <c:v>19.563867795215497</c:v>
              </c:pt>
              <c:pt idx="262">
                <c:v>19.563867795215497</c:v>
              </c:pt>
              <c:pt idx="263">
                <c:v>19.563867795215497</c:v>
              </c:pt>
              <c:pt idx="264">
                <c:v>19.563867795215497</c:v>
              </c:pt>
              <c:pt idx="265">
                <c:v>19.563867795215497</c:v>
              </c:pt>
              <c:pt idx="266">
                <c:v>19.563867795215497</c:v>
              </c:pt>
              <c:pt idx="267">
                <c:v>19.563867795215497</c:v>
              </c:pt>
              <c:pt idx="268">
                <c:v>19.563867795215497</c:v>
              </c:pt>
              <c:pt idx="269">
                <c:v>19.563867795215497</c:v>
              </c:pt>
              <c:pt idx="270">
                <c:v>19.563867795215497</c:v>
              </c:pt>
              <c:pt idx="271">
                <c:v>19.563867795215497</c:v>
              </c:pt>
              <c:pt idx="272">
                <c:v>19.563867795215497</c:v>
              </c:pt>
              <c:pt idx="273">
                <c:v>19.563867795215497</c:v>
              </c:pt>
              <c:pt idx="274">
                <c:v>19.563867795215497</c:v>
              </c:pt>
              <c:pt idx="275">
                <c:v>19.563867795215497</c:v>
              </c:pt>
              <c:pt idx="276">
                <c:v>19.563867795215497</c:v>
              </c:pt>
              <c:pt idx="277">
                <c:v>19.563867795215497</c:v>
              </c:pt>
              <c:pt idx="278">
                <c:v>19.563867795215497</c:v>
              </c:pt>
              <c:pt idx="279">
                <c:v>19.563867795215497</c:v>
              </c:pt>
              <c:pt idx="280">
                <c:v>19.563867795215497</c:v>
              </c:pt>
              <c:pt idx="281">
                <c:v>19.563867795215497</c:v>
              </c:pt>
              <c:pt idx="282">
                <c:v>19.563867795215497</c:v>
              </c:pt>
              <c:pt idx="283">
                <c:v>19.563867795215497</c:v>
              </c:pt>
              <c:pt idx="284">
                <c:v>19.563867795215497</c:v>
              </c:pt>
              <c:pt idx="285">
                <c:v>19.563867795215497</c:v>
              </c:pt>
              <c:pt idx="286">
                <c:v>19.563867795215497</c:v>
              </c:pt>
              <c:pt idx="287">
                <c:v>19.563867795215497</c:v>
              </c:pt>
              <c:pt idx="288">
                <c:v>19.563867795215497</c:v>
              </c:pt>
              <c:pt idx="289">
                <c:v>19.563867795215497</c:v>
              </c:pt>
              <c:pt idx="290">
                <c:v>19.563867795215497</c:v>
              </c:pt>
              <c:pt idx="291">
                <c:v>19.563867795215497</c:v>
              </c:pt>
              <c:pt idx="292">
                <c:v>19.563867795215497</c:v>
              </c:pt>
              <c:pt idx="293">
                <c:v>19.563867795215497</c:v>
              </c:pt>
              <c:pt idx="294">
                <c:v>19.563867795215497</c:v>
              </c:pt>
              <c:pt idx="295">
                <c:v>19.563867795215497</c:v>
              </c:pt>
              <c:pt idx="296">
                <c:v>19.563867795215497</c:v>
              </c:pt>
              <c:pt idx="297">
                <c:v>19.563867795215497</c:v>
              </c:pt>
              <c:pt idx="298">
                <c:v>19.563867795215497</c:v>
              </c:pt>
              <c:pt idx="299">
                <c:v>19.563867795215497</c:v>
              </c:pt>
              <c:pt idx="300">
                <c:v>19.563867795215497</c:v>
              </c:pt>
              <c:pt idx="301">
                <c:v>19.563867795215497</c:v>
              </c:pt>
              <c:pt idx="302">
                <c:v>19.563867795215497</c:v>
              </c:pt>
              <c:pt idx="303">
                <c:v>19.563867795215497</c:v>
              </c:pt>
              <c:pt idx="304">
                <c:v>19.563867795215497</c:v>
              </c:pt>
              <c:pt idx="305">
                <c:v>19.563867795215497</c:v>
              </c:pt>
              <c:pt idx="306">
                <c:v>19.563867795215497</c:v>
              </c:pt>
              <c:pt idx="307">
                <c:v>19.563867795215497</c:v>
              </c:pt>
              <c:pt idx="308">
                <c:v>19.563867795215497</c:v>
              </c:pt>
              <c:pt idx="309">
                <c:v>19.563867795215497</c:v>
              </c:pt>
              <c:pt idx="310">
                <c:v>19.563867795215497</c:v>
              </c:pt>
              <c:pt idx="311">
                <c:v>19.563867795215497</c:v>
              </c:pt>
              <c:pt idx="312">
                <c:v>19.563867795215497</c:v>
              </c:pt>
              <c:pt idx="313">
                <c:v>19.563867795215497</c:v>
              </c:pt>
              <c:pt idx="314">
                <c:v>19.563867795215497</c:v>
              </c:pt>
              <c:pt idx="315">
                <c:v>19.563867795215497</c:v>
              </c:pt>
              <c:pt idx="316">
                <c:v>19.563867795215497</c:v>
              </c:pt>
              <c:pt idx="317">
                <c:v>19.563867795215497</c:v>
              </c:pt>
              <c:pt idx="318">
                <c:v>19.563867795215497</c:v>
              </c:pt>
              <c:pt idx="319">
                <c:v>19.563867795215497</c:v>
              </c:pt>
              <c:pt idx="320">
                <c:v>19.563867795215497</c:v>
              </c:pt>
              <c:pt idx="321">
                <c:v>19.563867795215497</c:v>
              </c:pt>
              <c:pt idx="322">
                <c:v>19.563867795215497</c:v>
              </c:pt>
              <c:pt idx="323">
                <c:v>19.563867795215497</c:v>
              </c:pt>
              <c:pt idx="324">
                <c:v>19.563867795215497</c:v>
              </c:pt>
              <c:pt idx="325">
                <c:v>19.563867795215497</c:v>
              </c:pt>
              <c:pt idx="326">
                <c:v>19.563867795215497</c:v>
              </c:pt>
              <c:pt idx="327">
                <c:v>19.563867795215497</c:v>
              </c:pt>
              <c:pt idx="328">
                <c:v>19.563867795215497</c:v>
              </c:pt>
              <c:pt idx="329">
                <c:v>19.563867795215497</c:v>
              </c:pt>
              <c:pt idx="330">
                <c:v>19.563867795215497</c:v>
              </c:pt>
              <c:pt idx="331">
                <c:v>19.563867795215497</c:v>
              </c:pt>
              <c:pt idx="332">
                <c:v>19.563867795215497</c:v>
              </c:pt>
              <c:pt idx="333">
                <c:v>19.563867795215497</c:v>
              </c:pt>
              <c:pt idx="334">
                <c:v>19.563867795215497</c:v>
              </c:pt>
              <c:pt idx="335">
                <c:v>19.563867795215497</c:v>
              </c:pt>
              <c:pt idx="336">
                <c:v>19.563867795215497</c:v>
              </c:pt>
              <c:pt idx="337">
                <c:v>19.563867795215497</c:v>
              </c:pt>
              <c:pt idx="338">
                <c:v>19.563867795215497</c:v>
              </c:pt>
              <c:pt idx="339">
                <c:v>19.563867795215497</c:v>
              </c:pt>
              <c:pt idx="340">
                <c:v>19.563867795215497</c:v>
              </c:pt>
              <c:pt idx="341">
                <c:v>19.563867795215497</c:v>
              </c:pt>
              <c:pt idx="342">
                <c:v>19.563867795215497</c:v>
              </c:pt>
              <c:pt idx="343">
                <c:v>19.563867795215497</c:v>
              </c:pt>
              <c:pt idx="344">
                <c:v>19.563867795215497</c:v>
              </c:pt>
              <c:pt idx="345">
                <c:v>19.563867795215497</c:v>
              </c:pt>
              <c:pt idx="346">
                <c:v>19.563867795215497</c:v>
              </c:pt>
              <c:pt idx="347">
                <c:v>19.563867795215497</c:v>
              </c:pt>
              <c:pt idx="348">
                <c:v>19.563867795215497</c:v>
              </c:pt>
              <c:pt idx="349">
                <c:v>19.563867795215497</c:v>
              </c:pt>
              <c:pt idx="350">
                <c:v>19.563867795215497</c:v>
              </c:pt>
              <c:pt idx="351">
                <c:v>19.563867795215497</c:v>
              </c:pt>
              <c:pt idx="352">
                <c:v>19.563867795215497</c:v>
              </c:pt>
              <c:pt idx="353">
                <c:v>19.563867795215497</c:v>
              </c:pt>
              <c:pt idx="354">
                <c:v>19.563867795215497</c:v>
              </c:pt>
              <c:pt idx="355">
                <c:v>19.563867795215497</c:v>
              </c:pt>
              <c:pt idx="356">
                <c:v>19.563867795215497</c:v>
              </c:pt>
              <c:pt idx="357">
                <c:v>19.563867795215497</c:v>
              </c:pt>
              <c:pt idx="358">
                <c:v>19.563867795215497</c:v>
              </c:pt>
              <c:pt idx="359">
                <c:v>19.563867795215497</c:v>
              </c:pt>
              <c:pt idx="360">
                <c:v>19.563867795215497</c:v>
              </c:pt>
              <c:pt idx="361">
                <c:v>19.563867795215497</c:v>
              </c:pt>
              <c:pt idx="362">
                <c:v>19.563867795215497</c:v>
              </c:pt>
              <c:pt idx="363">
                <c:v>19.563867795215497</c:v>
              </c:pt>
              <c:pt idx="364">
                <c:v>19.563867795215497</c:v>
              </c:pt>
              <c:pt idx="365">
                <c:v>19.563867795215497</c:v>
              </c:pt>
              <c:pt idx="366">
                <c:v>19.563867795215497</c:v>
              </c:pt>
              <c:pt idx="367">
                <c:v>19.563867795215497</c:v>
              </c:pt>
              <c:pt idx="368">
                <c:v>19.563867795215497</c:v>
              </c:pt>
              <c:pt idx="369">
                <c:v>19.563867795215497</c:v>
              </c:pt>
              <c:pt idx="370">
                <c:v>19.563867795215497</c:v>
              </c:pt>
              <c:pt idx="371">
                <c:v>19.563867795215497</c:v>
              </c:pt>
              <c:pt idx="372">
                <c:v>19.563867795215497</c:v>
              </c:pt>
              <c:pt idx="373">
                <c:v>19.563867795215497</c:v>
              </c:pt>
              <c:pt idx="374">
                <c:v>19.563867795215497</c:v>
              </c:pt>
              <c:pt idx="375">
                <c:v>19.563867795215497</c:v>
              </c:pt>
              <c:pt idx="376">
                <c:v>19.563867795215497</c:v>
              </c:pt>
              <c:pt idx="377">
                <c:v>19.563867795215497</c:v>
              </c:pt>
              <c:pt idx="378">
                <c:v>19.563867795215497</c:v>
              </c:pt>
              <c:pt idx="379">
                <c:v>19.563867795215497</c:v>
              </c:pt>
              <c:pt idx="380">
                <c:v>19.563867795215497</c:v>
              </c:pt>
              <c:pt idx="381">
                <c:v>19.563867795215497</c:v>
              </c:pt>
              <c:pt idx="382">
                <c:v>19.563867795215497</c:v>
              </c:pt>
              <c:pt idx="383">
                <c:v>19.563867795215497</c:v>
              </c:pt>
              <c:pt idx="384">
                <c:v>19.563867795215497</c:v>
              </c:pt>
              <c:pt idx="385">
                <c:v>19.563867795215497</c:v>
              </c:pt>
              <c:pt idx="386">
                <c:v>19.563867795215497</c:v>
              </c:pt>
              <c:pt idx="387">
                <c:v>19.563867795215497</c:v>
              </c:pt>
              <c:pt idx="388">
                <c:v>19.563867795215497</c:v>
              </c:pt>
              <c:pt idx="389">
                <c:v>19.563867795215497</c:v>
              </c:pt>
              <c:pt idx="390">
                <c:v>19.563867795215497</c:v>
              </c:pt>
              <c:pt idx="391">
                <c:v>19.563867795215497</c:v>
              </c:pt>
              <c:pt idx="392">
                <c:v>19.563867795215497</c:v>
              </c:pt>
              <c:pt idx="393">
                <c:v>19.563867795215497</c:v>
              </c:pt>
              <c:pt idx="394">
                <c:v>19.563867795215497</c:v>
              </c:pt>
              <c:pt idx="395">
                <c:v>19.563867795215497</c:v>
              </c:pt>
              <c:pt idx="396">
                <c:v>19.563867795215497</c:v>
              </c:pt>
              <c:pt idx="397">
                <c:v>19.563867795215497</c:v>
              </c:pt>
              <c:pt idx="398">
                <c:v>19.563867795215497</c:v>
              </c:pt>
              <c:pt idx="399">
                <c:v>19.563867795215497</c:v>
              </c:pt>
              <c:pt idx="400">
                <c:v>19.563867795215497</c:v>
              </c:pt>
              <c:pt idx="401">
                <c:v>19.563867795215497</c:v>
              </c:pt>
              <c:pt idx="402">
                <c:v>19.563867795215497</c:v>
              </c:pt>
              <c:pt idx="403">
                <c:v>19.563867795215497</c:v>
              </c:pt>
              <c:pt idx="404">
                <c:v>19.563867795215497</c:v>
              </c:pt>
              <c:pt idx="405">
                <c:v>19.563867795215497</c:v>
              </c:pt>
              <c:pt idx="406">
                <c:v>19.563867795215497</c:v>
              </c:pt>
              <c:pt idx="407">
                <c:v>19.563867795215497</c:v>
              </c:pt>
              <c:pt idx="408">
                <c:v>19.563867795215497</c:v>
              </c:pt>
              <c:pt idx="409">
                <c:v>19.563867795215497</c:v>
              </c:pt>
              <c:pt idx="410">
                <c:v>19.563867795215497</c:v>
              </c:pt>
              <c:pt idx="411">
                <c:v>19.563867795215497</c:v>
              </c:pt>
              <c:pt idx="412">
                <c:v>19.563867795215497</c:v>
              </c:pt>
              <c:pt idx="413">
                <c:v>19.563867795215497</c:v>
              </c:pt>
              <c:pt idx="414">
                <c:v>19.563867795215497</c:v>
              </c:pt>
              <c:pt idx="415">
                <c:v>19.563867795215497</c:v>
              </c:pt>
              <c:pt idx="416">
                <c:v>19.563867795215497</c:v>
              </c:pt>
              <c:pt idx="417">
                <c:v>19.563867795215497</c:v>
              </c:pt>
              <c:pt idx="418">
                <c:v>19.563867795215497</c:v>
              </c:pt>
              <c:pt idx="419">
                <c:v>19.563867795215497</c:v>
              </c:pt>
              <c:pt idx="420">
                <c:v>19.563867795215497</c:v>
              </c:pt>
              <c:pt idx="421">
                <c:v>19.563867795215497</c:v>
              </c:pt>
              <c:pt idx="422">
                <c:v>19.563867795215497</c:v>
              </c:pt>
              <c:pt idx="423">
                <c:v>19.563867795215497</c:v>
              </c:pt>
              <c:pt idx="424">
                <c:v>19.563867795215497</c:v>
              </c:pt>
              <c:pt idx="425">
                <c:v>19.563867795215497</c:v>
              </c:pt>
              <c:pt idx="426">
                <c:v>19.563867795215497</c:v>
              </c:pt>
              <c:pt idx="427">
                <c:v>19.563867795215497</c:v>
              </c:pt>
              <c:pt idx="428">
                <c:v>19.563867795215497</c:v>
              </c:pt>
              <c:pt idx="429">
                <c:v>19.563867795215497</c:v>
              </c:pt>
              <c:pt idx="430">
                <c:v>19.563867795215497</c:v>
              </c:pt>
              <c:pt idx="431">
                <c:v>19.563867795215497</c:v>
              </c:pt>
              <c:pt idx="432">
                <c:v>19.563867795215497</c:v>
              </c:pt>
              <c:pt idx="433">
                <c:v>19.563867795215497</c:v>
              </c:pt>
              <c:pt idx="434">
                <c:v>19.563867795215497</c:v>
              </c:pt>
              <c:pt idx="435">
                <c:v>19.563867795215497</c:v>
              </c:pt>
              <c:pt idx="436">
                <c:v>19.563867795215497</c:v>
              </c:pt>
              <c:pt idx="437">
                <c:v>19.563867795215497</c:v>
              </c:pt>
              <c:pt idx="438">
                <c:v>19.563867795215497</c:v>
              </c:pt>
              <c:pt idx="439">
                <c:v>19.563867795215497</c:v>
              </c:pt>
              <c:pt idx="440">
                <c:v>19.563867795215497</c:v>
              </c:pt>
              <c:pt idx="441">
                <c:v>19.563867795215497</c:v>
              </c:pt>
              <c:pt idx="442">
                <c:v>19.563867795215497</c:v>
              </c:pt>
              <c:pt idx="443">
                <c:v>19.563867795215497</c:v>
              </c:pt>
              <c:pt idx="444">
                <c:v>19.563867795215497</c:v>
              </c:pt>
              <c:pt idx="445">
                <c:v>19.563867795215497</c:v>
              </c:pt>
              <c:pt idx="446">
                <c:v>19.563867795215497</c:v>
              </c:pt>
              <c:pt idx="447">
                <c:v>19.563867795215497</c:v>
              </c:pt>
            </c:numLit>
          </c:xVal>
          <c:yVal>
            <c:numLit>
              <c:formatCode>0.0</c:formatCode>
              <c:ptCount val="448"/>
              <c:pt idx="0">
                <c:v>0.4463912493185715</c:v>
              </c:pt>
              <c:pt idx="1">
                <c:v>0.4463912493185715</c:v>
              </c:pt>
              <c:pt idx="2">
                <c:v>0.4463912493185715</c:v>
              </c:pt>
              <c:pt idx="3">
                <c:v>0.4463912493185715</c:v>
              </c:pt>
              <c:pt idx="4">
                <c:v>0.4463912493185715</c:v>
              </c:pt>
              <c:pt idx="5">
                <c:v>0.4463912493185715</c:v>
              </c:pt>
              <c:pt idx="6">
                <c:v>0.4463912493185715</c:v>
              </c:pt>
              <c:pt idx="7">
                <c:v>0.4463912493185715</c:v>
              </c:pt>
              <c:pt idx="8">
                <c:v>0.4463912493185715</c:v>
              </c:pt>
              <c:pt idx="9">
                <c:v>0.4463912493185715</c:v>
              </c:pt>
              <c:pt idx="10">
                <c:v>0.4463912493185715</c:v>
              </c:pt>
              <c:pt idx="11">
                <c:v>0.4463912493185715</c:v>
              </c:pt>
              <c:pt idx="12">
                <c:v>0.4463912493185715</c:v>
              </c:pt>
              <c:pt idx="13">
                <c:v>0.4463912493185715</c:v>
              </c:pt>
              <c:pt idx="14">
                <c:v>0.4463912493185715</c:v>
              </c:pt>
              <c:pt idx="15">
                <c:v>0.4463912493185715</c:v>
              </c:pt>
              <c:pt idx="16">
                <c:v>0.4463912493185715</c:v>
              </c:pt>
              <c:pt idx="17">
                <c:v>0.4463912493185715</c:v>
              </c:pt>
              <c:pt idx="18">
                <c:v>0.4463912493185715</c:v>
              </c:pt>
              <c:pt idx="19">
                <c:v>0.4463912493185715</c:v>
              </c:pt>
              <c:pt idx="20">
                <c:v>0.4463912493185715</c:v>
              </c:pt>
              <c:pt idx="21">
                <c:v>0.4463912493185715</c:v>
              </c:pt>
              <c:pt idx="22">
                <c:v>0.4463912493185715</c:v>
              </c:pt>
              <c:pt idx="23">
                <c:v>0.4463912493185715</c:v>
              </c:pt>
              <c:pt idx="24">
                <c:v>0.4463912493185715</c:v>
              </c:pt>
              <c:pt idx="25">
                <c:v>0.4463912493185715</c:v>
              </c:pt>
              <c:pt idx="26">
                <c:v>0.4463912493185715</c:v>
              </c:pt>
              <c:pt idx="27">
                <c:v>0.4463912493185715</c:v>
              </c:pt>
              <c:pt idx="28">
                <c:v>0.4463912493185715</c:v>
              </c:pt>
              <c:pt idx="29">
                <c:v>0.4463912493185715</c:v>
              </c:pt>
              <c:pt idx="30">
                <c:v>0.4463912493185715</c:v>
              </c:pt>
              <c:pt idx="31">
                <c:v>0.4463912493185715</c:v>
              </c:pt>
              <c:pt idx="32">
                <c:v>0.4463912493185715</c:v>
              </c:pt>
              <c:pt idx="33">
                <c:v>0.4463912493185715</c:v>
              </c:pt>
              <c:pt idx="34">
                <c:v>0.4463912493185715</c:v>
              </c:pt>
              <c:pt idx="35">
                <c:v>0.4463912493185715</c:v>
              </c:pt>
              <c:pt idx="36">
                <c:v>0.4463912493185715</c:v>
              </c:pt>
              <c:pt idx="37">
                <c:v>0.4463912493185715</c:v>
              </c:pt>
              <c:pt idx="38">
                <c:v>0.4463912493185715</c:v>
              </c:pt>
              <c:pt idx="39">
                <c:v>0.4463912493185715</c:v>
              </c:pt>
              <c:pt idx="40">
                <c:v>0.4463912493185715</c:v>
              </c:pt>
              <c:pt idx="41">
                <c:v>0.4463912493185715</c:v>
              </c:pt>
              <c:pt idx="42">
                <c:v>0.4463912493185715</c:v>
              </c:pt>
              <c:pt idx="43">
                <c:v>0.4463912493185715</c:v>
              </c:pt>
              <c:pt idx="44">
                <c:v>0.4463912493185715</c:v>
              </c:pt>
              <c:pt idx="45">
                <c:v>0.4463912493185715</c:v>
              </c:pt>
              <c:pt idx="46">
                <c:v>0.4463912493185715</c:v>
              </c:pt>
              <c:pt idx="47">
                <c:v>0.4463912493185715</c:v>
              </c:pt>
              <c:pt idx="48">
                <c:v>0.4463912493185715</c:v>
              </c:pt>
              <c:pt idx="49">
                <c:v>0.4463912493185715</c:v>
              </c:pt>
              <c:pt idx="50">
                <c:v>0.4463912493185715</c:v>
              </c:pt>
              <c:pt idx="51">
                <c:v>0.4463912493185715</c:v>
              </c:pt>
              <c:pt idx="52">
                <c:v>0.4463912493185715</c:v>
              </c:pt>
              <c:pt idx="53">
                <c:v>0.4463912493185715</c:v>
              </c:pt>
              <c:pt idx="54">
                <c:v>0.4463912493185715</c:v>
              </c:pt>
              <c:pt idx="55">
                <c:v>0.4463912493185715</c:v>
              </c:pt>
              <c:pt idx="56">
                <c:v>0.4463912493185715</c:v>
              </c:pt>
              <c:pt idx="57">
                <c:v>0.4463912493185715</c:v>
              </c:pt>
              <c:pt idx="58">
                <c:v>0.4463912493185715</c:v>
              </c:pt>
              <c:pt idx="59">
                <c:v>0.4463912493185715</c:v>
              </c:pt>
              <c:pt idx="60">
                <c:v>0.4463912493185715</c:v>
              </c:pt>
              <c:pt idx="61">
                <c:v>0.4463912493185715</c:v>
              </c:pt>
              <c:pt idx="62">
                <c:v>0.4463912493185715</c:v>
              </c:pt>
              <c:pt idx="63">
                <c:v>0.4463912493185715</c:v>
              </c:pt>
              <c:pt idx="64">
                <c:v>0.4463912493185715</c:v>
              </c:pt>
              <c:pt idx="65">
                <c:v>0.4463912493185715</c:v>
              </c:pt>
              <c:pt idx="66">
                <c:v>0.4463912493185715</c:v>
              </c:pt>
              <c:pt idx="67">
                <c:v>0.4463912493185715</c:v>
              </c:pt>
              <c:pt idx="68">
                <c:v>0.4463912493185715</c:v>
              </c:pt>
              <c:pt idx="69">
                <c:v>0.4463912493185715</c:v>
              </c:pt>
              <c:pt idx="70">
                <c:v>0.4463912493185715</c:v>
              </c:pt>
              <c:pt idx="71">
                <c:v>0.4463912493185715</c:v>
              </c:pt>
              <c:pt idx="72">
                <c:v>0.4463912493185715</c:v>
              </c:pt>
              <c:pt idx="73">
                <c:v>0.4463912493185715</c:v>
              </c:pt>
              <c:pt idx="74">
                <c:v>0.4463912493185715</c:v>
              </c:pt>
              <c:pt idx="75">
                <c:v>0.4463912493185715</c:v>
              </c:pt>
              <c:pt idx="76">
                <c:v>0.4463912493185715</c:v>
              </c:pt>
              <c:pt idx="77">
                <c:v>0.4463912493185715</c:v>
              </c:pt>
              <c:pt idx="78">
                <c:v>0.4463912493185715</c:v>
              </c:pt>
              <c:pt idx="79">
                <c:v>0.4463912493185715</c:v>
              </c:pt>
              <c:pt idx="80">
                <c:v>0.4463912493185715</c:v>
              </c:pt>
              <c:pt idx="81">
                <c:v>0.4463912493185715</c:v>
              </c:pt>
              <c:pt idx="82">
                <c:v>0.4463912493185715</c:v>
              </c:pt>
              <c:pt idx="83">
                <c:v>0.4463912493185715</c:v>
              </c:pt>
              <c:pt idx="84">
                <c:v>0.4463912493185715</c:v>
              </c:pt>
              <c:pt idx="85">
                <c:v>0.4463912493185715</c:v>
              </c:pt>
              <c:pt idx="86">
                <c:v>0.4463912493185715</c:v>
              </c:pt>
              <c:pt idx="87">
                <c:v>0.4463912493185715</c:v>
              </c:pt>
              <c:pt idx="88">
                <c:v>0.4463912493185715</c:v>
              </c:pt>
              <c:pt idx="89">
                <c:v>0.4463912493185715</c:v>
              </c:pt>
              <c:pt idx="90">
                <c:v>0.4463912493185715</c:v>
              </c:pt>
              <c:pt idx="91">
                <c:v>0.4463912493185715</c:v>
              </c:pt>
              <c:pt idx="92">
                <c:v>0.4463912493185715</c:v>
              </c:pt>
              <c:pt idx="93">
                <c:v>0.4463912493185715</c:v>
              </c:pt>
              <c:pt idx="94">
                <c:v>0.4463912493185715</c:v>
              </c:pt>
              <c:pt idx="95">
                <c:v>0.4463912493185715</c:v>
              </c:pt>
              <c:pt idx="96">
                <c:v>0.4463912493185715</c:v>
              </c:pt>
              <c:pt idx="97">
                <c:v>0.4463912493185715</c:v>
              </c:pt>
              <c:pt idx="98">
                <c:v>0.4463912493185715</c:v>
              </c:pt>
              <c:pt idx="99">
                <c:v>0.4463912493185715</c:v>
              </c:pt>
              <c:pt idx="100">
                <c:v>0.4463912493185715</c:v>
              </c:pt>
              <c:pt idx="101">
                <c:v>0.4463912493185715</c:v>
              </c:pt>
              <c:pt idx="102">
                <c:v>0.4463912493185715</c:v>
              </c:pt>
              <c:pt idx="103">
                <c:v>0.4463912493185715</c:v>
              </c:pt>
              <c:pt idx="104">
                <c:v>0.4463912493185715</c:v>
              </c:pt>
              <c:pt idx="105">
                <c:v>0.4463912493185715</c:v>
              </c:pt>
              <c:pt idx="106">
                <c:v>0.4463912493185715</c:v>
              </c:pt>
              <c:pt idx="107">
                <c:v>0.4463912493185715</c:v>
              </c:pt>
              <c:pt idx="108">
                <c:v>0.4463912493185715</c:v>
              </c:pt>
              <c:pt idx="109">
                <c:v>0.4463912493185715</c:v>
              </c:pt>
              <c:pt idx="110">
                <c:v>0.4463912493185715</c:v>
              </c:pt>
              <c:pt idx="111">
                <c:v>0.4463912493185715</c:v>
              </c:pt>
              <c:pt idx="112">
                <c:v>0.4463912493185715</c:v>
              </c:pt>
              <c:pt idx="113">
                <c:v>0.4463912493185715</c:v>
              </c:pt>
              <c:pt idx="114">
                <c:v>0.4463912493185715</c:v>
              </c:pt>
              <c:pt idx="115">
                <c:v>0.4463912493185715</c:v>
              </c:pt>
              <c:pt idx="116">
                <c:v>0.4463912493185715</c:v>
              </c:pt>
              <c:pt idx="117">
                <c:v>0.4463912493185715</c:v>
              </c:pt>
              <c:pt idx="118">
                <c:v>0.4463912493185715</c:v>
              </c:pt>
              <c:pt idx="119">
                <c:v>0.4463912493185715</c:v>
              </c:pt>
              <c:pt idx="120">
                <c:v>0.4463912493185715</c:v>
              </c:pt>
              <c:pt idx="121">
                <c:v>0.4463912493185715</c:v>
              </c:pt>
              <c:pt idx="122">
                <c:v>0.4463912493185715</c:v>
              </c:pt>
              <c:pt idx="123">
                <c:v>0.4463912493185715</c:v>
              </c:pt>
              <c:pt idx="124">
                <c:v>0.4463912493185715</c:v>
              </c:pt>
              <c:pt idx="125">
                <c:v>0.4463912493185715</c:v>
              </c:pt>
              <c:pt idx="126">
                <c:v>0.4463912493185715</c:v>
              </c:pt>
              <c:pt idx="127">
                <c:v>0.4463912493185715</c:v>
              </c:pt>
              <c:pt idx="128">
                <c:v>0.4463912493185715</c:v>
              </c:pt>
              <c:pt idx="129">
                <c:v>0.4463912493185715</c:v>
              </c:pt>
              <c:pt idx="130">
                <c:v>0.4463912493185715</c:v>
              </c:pt>
              <c:pt idx="131">
                <c:v>0.4463912493185715</c:v>
              </c:pt>
              <c:pt idx="132">
                <c:v>0.4463912493185715</c:v>
              </c:pt>
              <c:pt idx="133">
                <c:v>0.4463912493185715</c:v>
              </c:pt>
              <c:pt idx="134">
                <c:v>0.4463912493185715</c:v>
              </c:pt>
              <c:pt idx="135">
                <c:v>0.4463912493185715</c:v>
              </c:pt>
              <c:pt idx="136">
                <c:v>0.4463912493185715</c:v>
              </c:pt>
              <c:pt idx="137">
                <c:v>0.4463912493185715</c:v>
              </c:pt>
              <c:pt idx="138">
                <c:v>0.4463912493185715</c:v>
              </c:pt>
              <c:pt idx="139">
                <c:v>0.4463912493185715</c:v>
              </c:pt>
              <c:pt idx="140">
                <c:v>0.4463912493185715</c:v>
              </c:pt>
              <c:pt idx="141">
                <c:v>0.4463912493185715</c:v>
              </c:pt>
              <c:pt idx="142">
                <c:v>0.4463912493185715</c:v>
              </c:pt>
              <c:pt idx="143">
                <c:v>0.4463912493185715</c:v>
              </c:pt>
              <c:pt idx="144">
                <c:v>0.4463912493185715</c:v>
              </c:pt>
              <c:pt idx="145">
                <c:v>0.4463912493185715</c:v>
              </c:pt>
              <c:pt idx="146">
                <c:v>0.4463912493185715</c:v>
              </c:pt>
              <c:pt idx="147">
                <c:v>0.4463912493185715</c:v>
              </c:pt>
              <c:pt idx="148">
                <c:v>0.4463912493185715</c:v>
              </c:pt>
              <c:pt idx="149">
                <c:v>0.4463912493185715</c:v>
              </c:pt>
              <c:pt idx="150">
                <c:v>0.4463912493185715</c:v>
              </c:pt>
              <c:pt idx="151">
                <c:v>0.4463912493185715</c:v>
              </c:pt>
              <c:pt idx="152">
                <c:v>0.4463912493185715</c:v>
              </c:pt>
              <c:pt idx="153">
                <c:v>0.4463912493185715</c:v>
              </c:pt>
              <c:pt idx="154">
                <c:v>0.4463912493185715</c:v>
              </c:pt>
              <c:pt idx="155">
                <c:v>0.4463912493185715</c:v>
              </c:pt>
              <c:pt idx="156">
                <c:v>0.4463912493185715</c:v>
              </c:pt>
              <c:pt idx="157">
                <c:v>0.4463912493185715</c:v>
              </c:pt>
              <c:pt idx="158">
                <c:v>0.4463912493185715</c:v>
              </c:pt>
              <c:pt idx="159">
                <c:v>0.4463912493185715</c:v>
              </c:pt>
              <c:pt idx="160">
                <c:v>0.4463912493185715</c:v>
              </c:pt>
              <c:pt idx="161">
                <c:v>0.4463912493185715</c:v>
              </c:pt>
              <c:pt idx="162">
                <c:v>0.4463912493185715</c:v>
              </c:pt>
              <c:pt idx="163">
                <c:v>0.4463912493185715</c:v>
              </c:pt>
              <c:pt idx="164">
                <c:v>0.4463912493185715</c:v>
              </c:pt>
              <c:pt idx="165">
                <c:v>0.4463912493185715</c:v>
              </c:pt>
              <c:pt idx="166">
                <c:v>0.4463912493185715</c:v>
              </c:pt>
              <c:pt idx="167">
                <c:v>0.4463912493185715</c:v>
              </c:pt>
              <c:pt idx="168">
                <c:v>0.4463912493185715</c:v>
              </c:pt>
              <c:pt idx="169">
                <c:v>0.4463912493185715</c:v>
              </c:pt>
              <c:pt idx="170">
                <c:v>0.4463912493185715</c:v>
              </c:pt>
              <c:pt idx="171">
                <c:v>0.4463912493185715</c:v>
              </c:pt>
              <c:pt idx="172">
                <c:v>0.4463912493185715</c:v>
              </c:pt>
              <c:pt idx="173">
                <c:v>0.4463912493185715</c:v>
              </c:pt>
              <c:pt idx="174">
                <c:v>0.4463912493185715</c:v>
              </c:pt>
              <c:pt idx="175">
                <c:v>0.4463912493185715</c:v>
              </c:pt>
              <c:pt idx="176">
                <c:v>0.4463912493185715</c:v>
              </c:pt>
              <c:pt idx="177">
                <c:v>0.4463912493185715</c:v>
              </c:pt>
              <c:pt idx="178">
                <c:v>0.4463912493185715</c:v>
              </c:pt>
              <c:pt idx="179">
                <c:v>0.4463912493185715</c:v>
              </c:pt>
              <c:pt idx="180">
                <c:v>0.4463912493185715</c:v>
              </c:pt>
              <c:pt idx="181">
                <c:v>0.4463912493185715</c:v>
              </c:pt>
              <c:pt idx="182">
                <c:v>0.4463912493185715</c:v>
              </c:pt>
              <c:pt idx="183">
                <c:v>0.4463912493185715</c:v>
              </c:pt>
              <c:pt idx="184">
                <c:v>0.4463912493185715</c:v>
              </c:pt>
              <c:pt idx="185">
                <c:v>0.4463912493185715</c:v>
              </c:pt>
              <c:pt idx="186">
                <c:v>0.4463912493185715</c:v>
              </c:pt>
              <c:pt idx="187">
                <c:v>0.4463912493185715</c:v>
              </c:pt>
              <c:pt idx="188">
                <c:v>0.4463912493185715</c:v>
              </c:pt>
              <c:pt idx="189">
                <c:v>0.4463912493185715</c:v>
              </c:pt>
              <c:pt idx="190">
                <c:v>0.4463912493185715</c:v>
              </c:pt>
              <c:pt idx="191">
                <c:v>0.4463912493185715</c:v>
              </c:pt>
              <c:pt idx="192">
                <c:v>0.4463912493185715</c:v>
              </c:pt>
              <c:pt idx="193">
                <c:v>0.4463912493185715</c:v>
              </c:pt>
              <c:pt idx="194">
                <c:v>0.4463912493185715</c:v>
              </c:pt>
              <c:pt idx="195">
                <c:v>0.4463912493185715</c:v>
              </c:pt>
              <c:pt idx="196">
                <c:v>0.4463912493185715</c:v>
              </c:pt>
              <c:pt idx="197">
                <c:v>0.4463912493185715</c:v>
              </c:pt>
              <c:pt idx="198">
                <c:v>0.4463912493185715</c:v>
              </c:pt>
              <c:pt idx="199">
                <c:v>0.4463912493185715</c:v>
              </c:pt>
              <c:pt idx="200">
                <c:v>0.4463912493185715</c:v>
              </c:pt>
              <c:pt idx="201">
                <c:v>0.4463912493185715</c:v>
              </c:pt>
              <c:pt idx="202">
                <c:v>0.4463912493185715</c:v>
              </c:pt>
              <c:pt idx="203">
                <c:v>0.4463912493185715</c:v>
              </c:pt>
              <c:pt idx="204">
                <c:v>0.4463912493185715</c:v>
              </c:pt>
              <c:pt idx="205">
                <c:v>0.4463912493185715</c:v>
              </c:pt>
              <c:pt idx="206">
                <c:v>0.4463912493185715</c:v>
              </c:pt>
              <c:pt idx="207">
                <c:v>0.4463912493185715</c:v>
              </c:pt>
              <c:pt idx="208">
                <c:v>0.4463912493185715</c:v>
              </c:pt>
              <c:pt idx="209">
                <c:v>0.4463912493185715</c:v>
              </c:pt>
              <c:pt idx="210">
                <c:v>0.4463912493185715</c:v>
              </c:pt>
              <c:pt idx="211">
                <c:v>0.4463912493185715</c:v>
              </c:pt>
              <c:pt idx="212">
                <c:v>0.4463912493185715</c:v>
              </c:pt>
              <c:pt idx="213">
                <c:v>0.4463912493185715</c:v>
              </c:pt>
              <c:pt idx="214">
                <c:v>0.4463912493185715</c:v>
              </c:pt>
              <c:pt idx="215">
                <c:v>0.4463912493185715</c:v>
              </c:pt>
              <c:pt idx="216">
                <c:v>0.4463912493185715</c:v>
              </c:pt>
              <c:pt idx="217">
                <c:v>0.4463912493185715</c:v>
              </c:pt>
              <c:pt idx="218">
                <c:v>0.4463912493185715</c:v>
              </c:pt>
              <c:pt idx="219">
                <c:v>0.4463912493185715</c:v>
              </c:pt>
              <c:pt idx="220">
                <c:v>0.4463912493185715</c:v>
              </c:pt>
              <c:pt idx="221">
                <c:v>0.4463912493185715</c:v>
              </c:pt>
              <c:pt idx="222">
                <c:v>0.4463912493185715</c:v>
              </c:pt>
              <c:pt idx="223">
                <c:v>0.4463912493185715</c:v>
              </c:pt>
              <c:pt idx="224">
                <c:v>0.4463912493185715</c:v>
              </c:pt>
              <c:pt idx="225">
                <c:v>0.4463912493185715</c:v>
              </c:pt>
              <c:pt idx="226">
                <c:v>0.4463912493185715</c:v>
              </c:pt>
              <c:pt idx="227">
                <c:v>0.4463912493185715</c:v>
              </c:pt>
              <c:pt idx="228">
                <c:v>0.4463912493185715</c:v>
              </c:pt>
              <c:pt idx="229">
                <c:v>0.4463912493185715</c:v>
              </c:pt>
              <c:pt idx="230">
                <c:v>0.4463912493185715</c:v>
              </c:pt>
              <c:pt idx="231">
                <c:v>0.4463912493185715</c:v>
              </c:pt>
              <c:pt idx="232">
                <c:v>0.4463912493185715</c:v>
              </c:pt>
              <c:pt idx="233">
                <c:v>0.4463912493185715</c:v>
              </c:pt>
              <c:pt idx="234">
                <c:v>0.4463912493185715</c:v>
              </c:pt>
              <c:pt idx="235">
                <c:v>0.4463912493185715</c:v>
              </c:pt>
              <c:pt idx="236">
                <c:v>0.4463912493185715</c:v>
              </c:pt>
              <c:pt idx="237">
                <c:v>0.4463912493185715</c:v>
              </c:pt>
              <c:pt idx="238">
                <c:v>0.4463912493185715</c:v>
              </c:pt>
              <c:pt idx="239">
                <c:v>0.4463912493185715</c:v>
              </c:pt>
              <c:pt idx="240">
                <c:v>0.4463912493185715</c:v>
              </c:pt>
              <c:pt idx="241">
                <c:v>0.4463912493185715</c:v>
              </c:pt>
              <c:pt idx="242">
                <c:v>0.4463912493185715</c:v>
              </c:pt>
              <c:pt idx="243">
                <c:v>0.4463912493185715</c:v>
              </c:pt>
              <c:pt idx="244">
                <c:v>0.4463912493185715</c:v>
              </c:pt>
              <c:pt idx="245">
                <c:v>0.4463912493185715</c:v>
              </c:pt>
              <c:pt idx="246">
                <c:v>0.4463912493185715</c:v>
              </c:pt>
              <c:pt idx="247">
                <c:v>0.4463912493185715</c:v>
              </c:pt>
              <c:pt idx="248">
                <c:v>0.4463912493185715</c:v>
              </c:pt>
              <c:pt idx="249">
                <c:v>0.4463912493185715</c:v>
              </c:pt>
              <c:pt idx="250">
                <c:v>0.4463912493185715</c:v>
              </c:pt>
              <c:pt idx="251">
                <c:v>0.4463912493185715</c:v>
              </c:pt>
              <c:pt idx="252">
                <c:v>0.4463912493185715</c:v>
              </c:pt>
              <c:pt idx="253">
                <c:v>0.4463912493185715</c:v>
              </c:pt>
              <c:pt idx="254">
                <c:v>0.4463912493185715</c:v>
              </c:pt>
              <c:pt idx="255">
                <c:v>0.4463912493185715</c:v>
              </c:pt>
              <c:pt idx="256">
                <c:v>0.4463912493185715</c:v>
              </c:pt>
              <c:pt idx="257">
                <c:v>0.4463912493185715</c:v>
              </c:pt>
              <c:pt idx="258">
                <c:v>0.4463912493185715</c:v>
              </c:pt>
              <c:pt idx="259">
                <c:v>0.4463912493185715</c:v>
              </c:pt>
              <c:pt idx="260">
                <c:v>0.4463912493185715</c:v>
              </c:pt>
              <c:pt idx="261">
                <c:v>0.4463912493185715</c:v>
              </c:pt>
              <c:pt idx="262">
                <c:v>0.4463912493185715</c:v>
              </c:pt>
              <c:pt idx="263">
                <c:v>0.4463912493185715</c:v>
              </c:pt>
              <c:pt idx="264">
                <c:v>0.4463912493185715</c:v>
              </c:pt>
              <c:pt idx="265">
                <c:v>0.4463912493185715</c:v>
              </c:pt>
              <c:pt idx="266">
                <c:v>0.4463912493185715</c:v>
              </c:pt>
              <c:pt idx="267">
                <c:v>0.4463912493185715</c:v>
              </c:pt>
              <c:pt idx="268">
                <c:v>0.4463912493185715</c:v>
              </c:pt>
              <c:pt idx="269">
                <c:v>0.4463912493185715</c:v>
              </c:pt>
              <c:pt idx="270">
                <c:v>0.4463912493185715</c:v>
              </c:pt>
              <c:pt idx="271">
                <c:v>0.4463912493185715</c:v>
              </c:pt>
              <c:pt idx="272">
                <c:v>0.4463912493185715</c:v>
              </c:pt>
              <c:pt idx="273">
                <c:v>0.4463912493185715</c:v>
              </c:pt>
              <c:pt idx="274">
                <c:v>0.4463912493185715</c:v>
              </c:pt>
              <c:pt idx="275">
                <c:v>0.4463912493185715</c:v>
              </c:pt>
              <c:pt idx="276">
                <c:v>0.4463912493185715</c:v>
              </c:pt>
              <c:pt idx="277">
                <c:v>0.4463912493185715</c:v>
              </c:pt>
              <c:pt idx="278">
                <c:v>0.4463912493185715</c:v>
              </c:pt>
              <c:pt idx="279">
                <c:v>0.4463912493185715</c:v>
              </c:pt>
              <c:pt idx="280">
                <c:v>0.4463912493185715</c:v>
              </c:pt>
              <c:pt idx="281">
                <c:v>0.4463912493185715</c:v>
              </c:pt>
              <c:pt idx="282">
                <c:v>0.4463912493185715</c:v>
              </c:pt>
              <c:pt idx="283">
                <c:v>0.4463912493185715</c:v>
              </c:pt>
              <c:pt idx="284">
                <c:v>0.4463912493185715</c:v>
              </c:pt>
              <c:pt idx="285">
                <c:v>0.4463912493185715</c:v>
              </c:pt>
              <c:pt idx="286">
                <c:v>0.4463912493185715</c:v>
              </c:pt>
              <c:pt idx="287">
                <c:v>0.4463912493185715</c:v>
              </c:pt>
              <c:pt idx="288">
                <c:v>0.4463912493185715</c:v>
              </c:pt>
              <c:pt idx="289">
                <c:v>0.4463912493185715</c:v>
              </c:pt>
              <c:pt idx="290">
                <c:v>0.4463912493185715</c:v>
              </c:pt>
              <c:pt idx="291">
                <c:v>0.4463912493185715</c:v>
              </c:pt>
              <c:pt idx="292">
                <c:v>0.4463912493185715</c:v>
              </c:pt>
              <c:pt idx="293">
                <c:v>0.4463912493185715</c:v>
              </c:pt>
              <c:pt idx="294">
                <c:v>0.4463912493185715</c:v>
              </c:pt>
              <c:pt idx="295">
                <c:v>0.4463912493185715</c:v>
              </c:pt>
              <c:pt idx="296">
                <c:v>0.4463912493185715</c:v>
              </c:pt>
              <c:pt idx="297">
                <c:v>0.4463912493185715</c:v>
              </c:pt>
              <c:pt idx="298">
                <c:v>0.4463912493185715</c:v>
              </c:pt>
              <c:pt idx="299">
                <c:v>0.4463912493185715</c:v>
              </c:pt>
              <c:pt idx="300">
                <c:v>0.4463912493185715</c:v>
              </c:pt>
              <c:pt idx="301">
                <c:v>0.4463912493185715</c:v>
              </c:pt>
              <c:pt idx="302">
                <c:v>0.4463912493185715</c:v>
              </c:pt>
              <c:pt idx="303">
                <c:v>0.4463912493185715</c:v>
              </c:pt>
              <c:pt idx="304">
                <c:v>0.4463912493185715</c:v>
              </c:pt>
              <c:pt idx="305">
                <c:v>0.4463912493185715</c:v>
              </c:pt>
              <c:pt idx="306">
                <c:v>0.4463912493185715</c:v>
              </c:pt>
              <c:pt idx="307">
                <c:v>0.4463912493185715</c:v>
              </c:pt>
              <c:pt idx="308">
                <c:v>0.4463912493185715</c:v>
              </c:pt>
              <c:pt idx="309">
                <c:v>0.4463912493185715</c:v>
              </c:pt>
              <c:pt idx="310">
                <c:v>0.4463912493185715</c:v>
              </c:pt>
              <c:pt idx="311">
                <c:v>0.4463912493185715</c:v>
              </c:pt>
              <c:pt idx="312">
                <c:v>0.4463912493185715</c:v>
              </c:pt>
              <c:pt idx="313">
                <c:v>0.4463912493185715</c:v>
              </c:pt>
              <c:pt idx="314">
                <c:v>0.4463912493185715</c:v>
              </c:pt>
              <c:pt idx="315">
                <c:v>0.4463912493185715</c:v>
              </c:pt>
              <c:pt idx="316">
                <c:v>0.4463912493185715</c:v>
              </c:pt>
              <c:pt idx="317">
                <c:v>0.4463912493185715</c:v>
              </c:pt>
              <c:pt idx="318">
                <c:v>0.4463912493185715</c:v>
              </c:pt>
              <c:pt idx="319">
                <c:v>0.4463912493185715</c:v>
              </c:pt>
              <c:pt idx="320">
                <c:v>0.4463912493185715</c:v>
              </c:pt>
              <c:pt idx="321">
                <c:v>0.4463912493185715</c:v>
              </c:pt>
              <c:pt idx="322">
                <c:v>0.4463912493185715</c:v>
              </c:pt>
              <c:pt idx="323">
                <c:v>0.4463912493185715</c:v>
              </c:pt>
              <c:pt idx="324">
                <c:v>0.4463912493185715</c:v>
              </c:pt>
              <c:pt idx="325">
                <c:v>0.4463912493185715</c:v>
              </c:pt>
              <c:pt idx="326">
                <c:v>0.4463912493185715</c:v>
              </c:pt>
              <c:pt idx="327">
                <c:v>0.4463912493185715</c:v>
              </c:pt>
              <c:pt idx="328">
                <c:v>0.4463912493185715</c:v>
              </c:pt>
              <c:pt idx="329">
                <c:v>0.4463912493185715</c:v>
              </c:pt>
              <c:pt idx="330">
                <c:v>0.4463912493185715</c:v>
              </c:pt>
              <c:pt idx="331">
                <c:v>0.4463912493185715</c:v>
              </c:pt>
              <c:pt idx="332">
                <c:v>0.4463912493185715</c:v>
              </c:pt>
              <c:pt idx="333">
                <c:v>0.4463912493185715</c:v>
              </c:pt>
              <c:pt idx="334">
                <c:v>0.4463912493185715</c:v>
              </c:pt>
              <c:pt idx="335">
                <c:v>0.4463912493185715</c:v>
              </c:pt>
              <c:pt idx="336">
                <c:v>0.4463912493185715</c:v>
              </c:pt>
              <c:pt idx="337">
                <c:v>0.4463912493185715</c:v>
              </c:pt>
              <c:pt idx="338">
                <c:v>0.4463912493185715</c:v>
              </c:pt>
              <c:pt idx="339">
                <c:v>0.4463912493185715</c:v>
              </c:pt>
              <c:pt idx="340">
                <c:v>0.4463912493185715</c:v>
              </c:pt>
              <c:pt idx="341">
                <c:v>0.4463912493185715</c:v>
              </c:pt>
              <c:pt idx="342">
                <c:v>0.4463912493185715</c:v>
              </c:pt>
              <c:pt idx="343">
                <c:v>0.4463912493185715</c:v>
              </c:pt>
              <c:pt idx="344">
                <c:v>0.4463912493185715</c:v>
              </c:pt>
              <c:pt idx="345">
                <c:v>0.4463912493185715</c:v>
              </c:pt>
              <c:pt idx="346">
                <c:v>0.4463912493185715</c:v>
              </c:pt>
              <c:pt idx="347">
                <c:v>0.4463912493185715</c:v>
              </c:pt>
              <c:pt idx="348">
                <c:v>0.4463912493185715</c:v>
              </c:pt>
              <c:pt idx="349">
                <c:v>0.4463912493185715</c:v>
              </c:pt>
              <c:pt idx="350">
                <c:v>0.4463912493185715</c:v>
              </c:pt>
              <c:pt idx="351">
                <c:v>0.4463912493185715</c:v>
              </c:pt>
              <c:pt idx="352">
                <c:v>0.4463912493185715</c:v>
              </c:pt>
              <c:pt idx="353">
                <c:v>0.4463912493185715</c:v>
              </c:pt>
              <c:pt idx="354">
                <c:v>0.4463912493185715</c:v>
              </c:pt>
              <c:pt idx="355">
                <c:v>0.4463912493185715</c:v>
              </c:pt>
              <c:pt idx="356">
                <c:v>0.4463912493185715</c:v>
              </c:pt>
              <c:pt idx="357">
                <c:v>0.4463912493185715</c:v>
              </c:pt>
              <c:pt idx="358">
                <c:v>0.4463912493185715</c:v>
              </c:pt>
              <c:pt idx="359">
                <c:v>0.4463912493185715</c:v>
              </c:pt>
              <c:pt idx="360">
                <c:v>0.4463912493185715</c:v>
              </c:pt>
              <c:pt idx="361">
                <c:v>0.4463912493185715</c:v>
              </c:pt>
              <c:pt idx="362">
                <c:v>0.4463912493185715</c:v>
              </c:pt>
              <c:pt idx="363">
                <c:v>0.4463912493185715</c:v>
              </c:pt>
              <c:pt idx="364">
                <c:v>0.4463912493185715</c:v>
              </c:pt>
              <c:pt idx="365">
                <c:v>0.4463912493185715</c:v>
              </c:pt>
              <c:pt idx="366">
                <c:v>0.4463912493185715</c:v>
              </c:pt>
              <c:pt idx="367">
                <c:v>0.4463912493185715</c:v>
              </c:pt>
              <c:pt idx="368">
                <c:v>0.4463912493185715</c:v>
              </c:pt>
              <c:pt idx="369">
                <c:v>0.4463912493185715</c:v>
              </c:pt>
              <c:pt idx="370">
                <c:v>0.4463912493185715</c:v>
              </c:pt>
              <c:pt idx="371">
                <c:v>0.4463912493185715</c:v>
              </c:pt>
              <c:pt idx="372">
                <c:v>0.4463912493185715</c:v>
              </c:pt>
              <c:pt idx="373">
                <c:v>0.4463912493185715</c:v>
              </c:pt>
              <c:pt idx="374">
                <c:v>0.4463912493185715</c:v>
              </c:pt>
              <c:pt idx="375">
                <c:v>0.4463912493185715</c:v>
              </c:pt>
              <c:pt idx="376">
                <c:v>0.4463912493185715</c:v>
              </c:pt>
              <c:pt idx="377">
                <c:v>0.4463912493185715</c:v>
              </c:pt>
              <c:pt idx="378">
                <c:v>0.4463912493185715</c:v>
              </c:pt>
              <c:pt idx="379">
                <c:v>0.4463912493185715</c:v>
              </c:pt>
              <c:pt idx="380">
                <c:v>0.4463912493185715</c:v>
              </c:pt>
              <c:pt idx="381">
                <c:v>0.4463912493185715</c:v>
              </c:pt>
              <c:pt idx="382">
                <c:v>0.4463912493185715</c:v>
              </c:pt>
              <c:pt idx="383">
                <c:v>0.4463912493185715</c:v>
              </c:pt>
              <c:pt idx="384">
                <c:v>0.4463912493185715</c:v>
              </c:pt>
              <c:pt idx="385">
                <c:v>0.4463912493185715</c:v>
              </c:pt>
              <c:pt idx="386">
                <c:v>0.4463912493185715</c:v>
              </c:pt>
              <c:pt idx="387">
                <c:v>0.4463912493185715</c:v>
              </c:pt>
              <c:pt idx="388">
                <c:v>0.4463912493185715</c:v>
              </c:pt>
              <c:pt idx="389">
                <c:v>0.4463912493185715</c:v>
              </c:pt>
              <c:pt idx="390">
                <c:v>0.4463912493185715</c:v>
              </c:pt>
              <c:pt idx="391">
                <c:v>0.4463912493185715</c:v>
              </c:pt>
              <c:pt idx="392">
                <c:v>0.4463912493185715</c:v>
              </c:pt>
              <c:pt idx="393">
                <c:v>0.4463912493185715</c:v>
              </c:pt>
              <c:pt idx="394">
                <c:v>0.4463912493185715</c:v>
              </c:pt>
              <c:pt idx="395">
                <c:v>0.4463912493185715</c:v>
              </c:pt>
              <c:pt idx="396">
                <c:v>0.4463912493185715</c:v>
              </c:pt>
              <c:pt idx="397">
                <c:v>0.4463912493185715</c:v>
              </c:pt>
              <c:pt idx="398">
                <c:v>0.4463912493185715</c:v>
              </c:pt>
              <c:pt idx="399">
                <c:v>0.4463912493185715</c:v>
              </c:pt>
              <c:pt idx="400">
                <c:v>0.4463912493185715</c:v>
              </c:pt>
              <c:pt idx="401">
                <c:v>0.4463912493185715</c:v>
              </c:pt>
              <c:pt idx="402">
                <c:v>0.4463912493185715</c:v>
              </c:pt>
              <c:pt idx="403">
                <c:v>0.4463912493185715</c:v>
              </c:pt>
              <c:pt idx="404">
                <c:v>0.4463912493185715</c:v>
              </c:pt>
              <c:pt idx="405">
                <c:v>0.4463912493185715</c:v>
              </c:pt>
              <c:pt idx="406">
                <c:v>0.4463912493185715</c:v>
              </c:pt>
              <c:pt idx="407">
                <c:v>0.4463912493185715</c:v>
              </c:pt>
              <c:pt idx="408">
                <c:v>0.4463912493185715</c:v>
              </c:pt>
              <c:pt idx="409">
                <c:v>0.4463912493185715</c:v>
              </c:pt>
              <c:pt idx="410">
                <c:v>0.4463912493185715</c:v>
              </c:pt>
              <c:pt idx="411">
                <c:v>0.4463912493185715</c:v>
              </c:pt>
              <c:pt idx="412">
                <c:v>0.4463912493185715</c:v>
              </c:pt>
              <c:pt idx="413">
                <c:v>0.4463912493185715</c:v>
              </c:pt>
              <c:pt idx="414">
                <c:v>0.4463912493185715</c:v>
              </c:pt>
              <c:pt idx="415">
                <c:v>0.4463912493185715</c:v>
              </c:pt>
              <c:pt idx="416">
                <c:v>0.4463912493185715</c:v>
              </c:pt>
              <c:pt idx="417">
                <c:v>0.4463912493185715</c:v>
              </c:pt>
              <c:pt idx="418">
                <c:v>0.4463912493185715</c:v>
              </c:pt>
              <c:pt idx="419">
                <c:v>0.4463912493185715</c:v>
              </c:pt>
              <c:pt idx="420">
                <c:v>0.4463912493185715</c:v>
              </c:pt>
              <c:pt idx="421">
                <c:v>0.4463912493185715</c:v>
              </c:pt>
              <c:pt idx="422">
                <c:v>0.4463912493185715</c:v>
              </c:pt>
              <c:pt idx="423">
                <c:v>0.4463912493185715</c:v>
              </c:pt>
              <c:pt idx="424">
                <c:v>0.4463912493185715</c:v>
              </c:pt>
              <c:pt idx="425">
                <c:v>0.4463912493185715</c:v>
              </c:pt>
              <c:pt idx="426">
                <c:v>0.4463912493185715</c:v>
              </c:pt>
              <c:pt idx="427">
                <c:v>0.4463912493185715</c:v>
              </c:pt>
              <c:pt idx="428">
                <c:v>0.4463912493185715</c:v>
              </c:pt>
              <c:pt idx="429">
                <c:v>0.4463912493185715</c:v>
              </c:pt>
              <c:pt idx="430">
                <c:v>0.4463912493185715</c:v>
              </c:pt>
              <c:pt idx="431">
                <c:v>0.4463912493185715</c:v>
              </c:pt>
              <c:pt idx="432">
                <c:v>0.4463912493185715</c:v>
              </c:pt>
              <c:pt idx="433">
                <c:v>0.4463912493185715</c:v>
              </c:pt>
              <c:pt idx="434">
                <c:v>0.4463912493185715</c:v>
              </c:pt>
              <c:pt idx="435">
                <c:v>0.4463912493185715</c:v>
              </c:pt>
              <c:pt idx="436">
                <c:v>0.4463912493185715</c:v>
              </c:pt>
              <c:pt idx="437">
                <c:v>0.4463912493185715</c:v>
              </c:pt>
              <c:pt idx="438">
                <c:v>0.4463912493185715</c:v>
              </c:pt>
              <c:pt idx="439">
                <c:v>0.4463912493185715</c:v>
              </c:pt>
              <c:pt idx="440">
                <c:v>0.4463912493185715</c:v>
              </c:pt>
              <c:pt idx="441">
                <c:v>0.4463912493185715</c:v>
              </c:pt>
              <c:pt idx="442">
                <c:v>0.4463912493185715</c:v>
              </c:pt>
              <c:pt idx="443">
                <c:v>0.4463912493185715</c:v>
              </c:pt>
              <c:pt idx="444">
                <c:v>0.4463912493185715</c:v>
              </c:pt>
              <c:pt idx="445">
                <c:v>0.4463912493185715</c:v>
              </c:pt>
              <c:pt idx="446">
                <c:v>0.4463912493185715</c:v>
              </c:pt>
              <c:pt idx="447">
                <c:v>0.4463912493185715</c:v>
              </c:pt>
            </c:numLit>
          </c:yVal>
          <c:smooth val="0"/>
        </c:ser>
        <c:ser>
          <c:idx val="9"/>
          <c:order val="9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48"/>
              <c:pt idx="0">
                <c:v>52.584009839800494</c:v>
              </c:pt>
              <c:pt idx="1">
                <c:v>52.584009839800494</c:v>
              </c:pt>
              <c:pt idx="2">
                <c:v>52.584009839800494</c:v>
              </c:pt>
              <c:pt idx="3">
                <c:v>52.584009839800494</c:v>
              </c:pt>
              <c:pt idx="4">
                <c:v>52.584009839800494</c:v>
              </c:pt>
              <c:pt idx="5">
                <c:v>52.584009839800494</c:v>
              </c:pt>
              <c:pt idx="6">
                <c:v>52.584009839800494</c:v>
              </c:pt>
              <c:pt idx="7">
                <c:v>52.584009839800494</c:v>
              </c:pt>
              <c:pt idx="8">
                <c:v>52.584009839800494</c:v>
              </c:pt>
              <c:pt idx="9">
                <c:v>52.584009839800494</c:v>
              </c:pt>
              <c:pt idx="10">
                <c:v>52.584009839800494</c:v>
              </c:pt>
              <c:pt idx="11">
                <c:v>52.584009839800494</c:v>
              </c:pt>
              <c:pt idx="12">
                <c:v>52.584009839800494</c:v>
              </c:pt>
              <c:pt idx="13">
                <c:v>52.584009839800494</c:v>
              </c:pt>
              <c:pt idx="14">
                <c:v>52.584009839800494</c:v>
              </c:pt>
              <c:pt idx="15">
                <c:v>52.584009839800494</c:v>
              </c:pt>
              <c:pt idx="16">
                <c:v>52.584009839800494</c:v>
              </c:pt>
              <c:pt idx="17">
                <c:v>52.584009839800494</c:v>
              </c:pt>
              <c:pt idx="18">
                <c:v>52.584009839800494</c:v>
              </c:pt>
              <c:pt idx="19">
                <c:v>52.584009839800494</c:v>
              </c:pt>
              <c:pt idx="20">
                <c:v>52.584009839800494</c:v>
              </c:pt>
              <c:pt idx="21">
                <c:v>52.584009839800494</c:v>
              </c:pt>
              <c:pt idx="22">
                <c:v>52.584009839800494</c:v>
              </c:pt>
              <c:pt idx="23">
                <c:v>52.584009839800494</c:v>
              </c:pt>
              <c:pt idx="24">
                <c:v>52.584009839800494</c:v>
              </c:pt>
              <c:pt idx="25">
                <c:v>52.584009839800494</c:v>
              </c:pt>
              <c:pt idx="26">
                <c:v>52.584009839800494</c:v>
              </c:pt>
              <c:pt idx="27">
                <c:v>52.584009839800494</c:v>
              </c:pt>
              <c:pt idx="28">
                <c:v>52.584009839800494</c:v>
              </c:pt>
              <c:pt idx="29">
                <c:v>52.584009839800494</c:v>
              </c:pt>
              <c:pt idx="30">
                <c:v>52.584009839800494</c:v>
              </c:pt>
              <c:pt idx="31">
                <c:v>52.584009839800494</c:v>
              </c:pt>
              <c:pt idx="32">
                <c:v>52.584009839800494</c:v>
              </c:pt>
              <c:pt idx="33">
                <c:v>52.584009839800494</c:v>
              </c:pt>
              <c:pt idx="34">
                <c:v>52.584009839800494</c:v>
              </c:pt>
              <c:pt idx="35">
                <c:v>52.584009839800494</c:v>
              </c:pt>
              <c:pt idx="36">
                <c:v>52.584009839800494</c:v>
              </c:pt>
              <c:pt idx="37">
                <c:v>52.584009839800494</c:v>
              </c:pt>
              <c:pt idx="38">
                <c:v>52.584009839800494</c:v>
              </c:pt>
              <c:pt idx="39">
                <c:v>52.584009839800494</c:v>
              </c:pt>
              <c:pt idx="40">
                <c:v>52.584009839800494</c:v>
              </c:pt>
              <c:pt idx="41">
                <c:v>52.584009839800494</c:v>
              </c:pt>
              <c:pt idx="42">
                <c:v>52.584009839800494</c:v>
              </c:pt>
              <c:pt idx="43">
                <c:v>52.584009839800494</c:v>
              </c:pt>
              <c:pt idx="44">
                <c:v>52.584009839800494</c:v>
              </c:pt>
              <c:pt idx="45">
                <c:v>52.584009839800494</c:v>
              </c:pt>
              <c:pt idx="46">
                <c:v>52.584009839800494</c:v>
              </c:pt>
              <c:pt idx="47">
                <c:v>52.584009839800494</c:v>
              </c:pt>
              <c:pt idx="48">
                <c:v>52.584009839800494</c:v>
              </c:pt>
              <c:pt idx="49">
                <c:v>52.584009839800494</c:v>
              </c:pt>
              <c:pt idx="50">
                <c:v>52.584009839800494</c:v>
              </c:pt>
              <c:pt idx="51">
                <c:v>52.584009839800494</c:v>
              </c:pt>
              <c:pt idx="52">
                <c:v>52.584009839800494</c:v>
              </c:pt>
              <c:pt idx="53">
                <c:v>52.584009839800494</c:v>
              </c:pt>
              <c:pt idx="54">
                <c:v>52.584009839800494</c:v>
              </c:pt>
              <c:pt idx="55">
                <c:v>52.584009839800494</c:v>
              </c:pt>
              <c:pt idx="56">
                <c:v>52.584009839800494</c:v>
              </c:pt>
              <c:pt idx="57">
                <c:v>52.584009839800494</c:v>
              </c:pt>
              <c:pt idx="58">
                <c:v>52.584009839800494</c:v>
              </c:pt>
              <c:pt idx="59">
                <c:v>52.584009839800494</c:v>
              </c:pt>
              <c:pt idx="60">
                <c:v>52.584009839800494</c:v>
              </c:pt>
              <c:pt idx="61">
                <c:v>52.584009839800494</c:v>
              </c:pt>
              <c:pt idx="62">
                <c:v>52.584009839800494</c:v>
              </c:pt>
              <c:pt idx="63">
                <c:v>52.584009839800494</c:v>
              </c:pt>
              <c:pt idx="64">
                <c:v>52.584009839800494</c:v>
              </c:pt>
              <c:pt idx="65">
                <c:v>52.584009839800494</c:v>
              </c:pt>
              <c:pt idx="66">
                <c:v>52.584009839800494</c:v>
              </c:pt>
              <c:pt idx="67">
                <c:v>52.584009839800494</c:v>
              </c:pt>
              <c:pt idx="68">
                <c:v>52.584009839800494</c:v>
              </c:pt>
              <c:pt idx="69">
                <c:v>52.584009839800494</c:v>
              </c:pt>
              <c:pt idx="70">
                <c:v>52.584009839800494</c:v>
              </c:pt>
              <c:pt idx="71">
                <c:v>52.584009839800494</c:v>
              </c:pt>
              <c:pt idx="72">
                <c:v>52.584009839800494</c:v>
              </c:pt>
              <c:pt idx="73">
                <c:v>52.584009839800494</c:v>
              </c:pt>
              <c:pt idx="74">
                <c:v>52.584009839800494</c:v>
              </c:pt>
              <c:pt idx="75">
                <c:v>52.584009839800494</c:v>
              </c:pt>
              <c:pt idx="76">
                <c:v>52.584009839800494</c:v>
              </c:pt>
              <c:pt idx="77">
                <c:v>52.584009839800494</c:v>
              </c:pt>
              <c:pt idx="78">
                <c:v>52.584009839800494</c:v>
              </c:pt>
              <c:pt idx="79">
                <c:v>52.584009839800494</c:v>
              </c:pt>
              <c:pt idx="80">
                <c:v>52.584009839800494</c:v>
              </c:pt>
              <c:pt idx="81">
                <c:v>52.584009839800494</c:v>
              </c:pt>
              <c:pt idx="82">
                <c:v>52.584009839800494</c:v>
              </c:pt>
              <c:pt idx="83">
                <c:v>52.584009839800494</c:v>
              </c:pt>
              <c:pt idx="84">
                <c:v>52.584009839800494</c:v>
              </c:pt>
              <c:pt idx="85">
                <c:v>52.584009839800494</c:v>
              </c:pt>
              <c:pt idx="86">
                <c:v>52.584009839800494</c:v>
              </c:pt>
              <c:pt idx="87">
                <c:v>52.584009839800494</c:v>
              </c:pt>
              <c:pt idx="88">
                <c:v>52.584009839800494</c:v>
              </c:pt>
              <c:pt idx="89">
                <c:v>52.584009839800494</c:v>
              </c:pt>
              <c:pt idx="90">
                <c:v>52.584009839800494</c:v>
              </c:pt>
              <c:pt idx="91">
                <c:v>52.584009839800494</c:v>
              </c:pt>
              <c:pt idx="92">
                <c:v>52.584009839800494</c:v>
              </c:pt>
              <c:pt idx="93">
                <c:v>52.584009839800494</c:v>
              </c:pt>
              <c:pt idx="94">
                <c:v>52.584009839800494</c:v>
              </c:pt>
              <c:pt idx="95">
                <c:v>52.584009839800494</c:v>
              </c:pt>
              <c:pt idx="96">
                <c:v>52.584009839800494</c:v>
              </c:pt>
              <c:pt idx="97">
                <c:v>52.584009839800494</c:v>
              </c:pt>
              <c:pt idx="98">
                <c:v>52.584009839800494</c:v>
              </c:pt>
              <c:pt idx="99">
                <c:v>52.584009839800494</c:v>
              </c:pt>
              <c:pt idx="100">
                <c:v>52.584009839800494</c:v>
              </c:pt>
              <c:pt idx="101">
                <c:v>52.584009839800494</c:v>
              </c:pt>
              <c:pt idx="102">
                <c:v>52.584009839800494</c:v>
              </c:pt>
              <c:pt idx="103">
                <c:v>52.584009839800494</c:v>
              </c:pt>
              <c:pt idx="104">
                <c:v>52.584009839800494</c:v>
              </c:pt>
              <c:pt idx="105">
                <c:v>52.584009839800494</c:v>
              </c:pt>
              <c:pt idx="106">
                <c:v>52.584009839800494</c:v>
              </c:pt>
              <c:pt idx="107">
                <c:v>52.584009839800494</c:v>
              </c:pt>
              <c:pt idx="108">
                <c:v>52.584009839800494</c:v>
              </c:pt>
              <c:pt idx="109">
                <c:v>52.584009839800494</c:v>
              </c:pt>
              <c:pt idx="110">
                <c:v>52.584009839800494</c:v>
              </c:pt>
              <c:pt idx="111">
                <c:v>52.584009839800494</c:v>
              </c:pt>
              <c:pt idx="112">
                <c:v>52.584009839800494</c:v>
              </c:pt>
              <c:pt idx="113">
                <c:v>52.584009839800494</c:v>
              </c:pt>
              <c:pt idx="114">
                <c:v>52.584009839800494</c:v>
              </c:pt>
              <c:pt idx="115">
                <c:v>52.584009839800494</c:v>
              </c:pt>
              <c:pt idx="116">
                <c:v>52.584009839800494</c:v>
              </c:pt>
              <c:pt idx="117">
                <c:v>52.584009839800494</c:v>
              </c:pt>
              <c:pt idx="118">
                <c:v>52.584009839800494</c:v>
              </c:pt>
              <c:pt idx="119">
                <c:v>52.584009839800494</c:v>
              </c:pt>
              <c:pt idx="120">
                <c:v>52.584009839800494</c:v>
              </c:pt>
              <c:pt idx="121">
                <c:v>52.584009839800494</c:v>
              </c:pt>
              <c:pt idx="122">
                <c:v>52.584009839800494</c:v>
              </c:pt>
              <c:pt idx="123">
                <c:v>52.584009839800494</c:v>
              </c:pt>
              <c:pt idx="124">
                <c:v>52.584009839800494</c:v>
              </c:pt>
              <c:pt idx="125">
                <c:v>52.584009839800494</c:v>
              </c:pt>
              <c:pt idx="126">
                <c:v>52.584009839800494</c:v>
              </c:pt>
              <c:pt idx="127">
                <c:v>52.584009839800494</c:v>
              </c:pt>
              <c:pt idx="128">
                <c:v>52.584009839800494</c:v>
              </c:pt>
              <c:pt idx="129">
                <c:v>52.584009839800494</c:v>
              </c:pt>
              <c:pt idx="130">
                <c:v>52.584009839800494</c:v>
              </c:pt>
              <c:pt idx="131">
                <c:v>52.584009839800494</c:v>
              </c:pt>
              <c:pt idx="132">
                <c:v>52.584009839800494</c:v>
              </c:pt>
              <c:pt idx="133">
                <c:v>52.584009839800494</c:v>
              </c:pt>
              <c:pt idx="134">
                <c:v>52.584009839800494</c:v>
              </c:pt>
              <c:pt idx="135">
                <c:v>52.584009839800494</c:v>
              </c:pt>
              <c:pt idx="136">
                <c:v>52.584009839800494</c:v>
              </c:pt>
              <c:pt idx="137">
                <c:v>52.584009839800494</c:v>
              </c:pt>
              <c:pt idx="138">
                <c:v>52.584009839800494</c:v>
              </c:pt>
              <c:pt idx="139">
                <c:v>52.584009839800494</c:v>
              </c:pt>
              <c:pt idx="140">
                <c:v>52.584009839800494</c:v>
              </c:pt>
              <c:pt idx="141">
                <c:v>52.584009839800494</c:v>
              </c:pt>
              <c:pt idx="142">
                <c:v>52.584009839800494</c:v>
              </c:pt>
              <c:pt idx="143">
                <c:v>52.584009839800494</c:v>
              </c:pt>
              <c:pt idx="144">
                <c:v>52.584009839800494</c:v>
              </c:pt>
              <c:pt idx="145">
                <c:v>52.584009839800494</c:v>
              </c:pt>
              <c:pt idx="146">
                <c:v>52.584009839800494</c:v>
              </c:pt>
              <c:pt idx="147">
                <c:v>52.584009839800494</c:v>
              </c:pt>
              <c:pt idx="148">
                <c:v>52.584009839800494</c:v>
              </c:pt>
              <c:pt idx="149">
                <c:v>52.584009839800494</c:v>
              </c:pt>
              <c:pt idx="150">
                <c:v>52.584009839800494</c:v>
              </c:pt>
              <c:pt idx="151">
                <c:v>52.584009839800494</c:v>
              </c:pt>
              <c:pt idx="152">
                <c:v>52.584009839800494</c:v>
              </c:pt>
              <c:pt idx="153">
                <c:v>52.584009839800494</c:v>
              </c:pt>
              <c:pt idx="154">
                <c:v>52.584009839800494</c:v>
              </c:pt>
              <c:pt idx="155">
                <c:v>52.584009839800494</c:v>
              </c:pt>
              <c:pt idx="156">
                <c:v>52.584009839800494</c:v>
              </c:pt>
              <c:pt idx="157">
                <c:v>52.584009839800494</c:v>
              </c:pt>
              <c:pt idx="158">
                <c:v>52.584009839800494</c:v>
              </c:pt>
              <c:pt idx="159">
                <c:v>52.584009839800494</c:v>
              </c:pt>
              <c:pt idx="160">
                <c:v>52.584009839800494</c:v>
              </c:pt>
              <c:pt idx="161">
                <c:v>52.584009839800494</c:v>
              </c:pt>
              <c:pt idx="162">
                <c:v>52.584009839800494</c:v>
              </c:pt>
              <c:pt idx="163">
                <c:v>52.584009839800494</c:v>
              </c:pt>
              <c:pt idx="164">
                <c:v>52.584009839800494</c:v>
              </c:pt>
              <c:pt idx="165">
                <c:v>52.584009839800494</c:v>
              </c:pt>
              <c:pt idx="166">
                <c:v>52.584009839800494</c:v>
              </c:pt>
              <c:pt idx="167">
                <c:v>52.584009839800494</c:v>
              </c:pt>
              <c:pt idx="168">
                <c:v>52.584009839800494</c:v>
              </c:pt>
              <c:pt idx="169">
                <c:v>52.584009839800494</c:v>
              </c:pt>
              <c:pt idx="170">
                <c:v>52.584009839800494</c:v>
              </c:pt>
              <c:pt idx="171">
                <c:v>52.584009839800494</c:v>
              </c:pt>
              <c:pt idx="172">
                <c:v>52.584009839800494</c:v>
              </c:pt>
              <c:pt idx="173">
                <c:v>52.584009839800494</c:v>
              </c:pt>
              <c:pt idx="174">
                <c:v>52.584009839800494</c:v>
              </c:pt>
              <c:pt idx="175">
                <c:v>52.584009839800494</c:v>
              </c:pt>
              <c:pt idx="176">
                <c:v>52.584009839800494</c:v>
              </c:pt>
              <c:pt idx="177">
                <c:v>52.584009839800494</c:v>
              </c:pt>
              <c:pt idx="178">
                <c:v>52.584009839800494</c:v>
              </c:pt>
              <c:pt idx="179">
                <c:v>52.584009839800494</c:v>
              </c:pt>
              <c:pt idx="180">
                <c:v>52.584009839800494</c:v>
              </c:pt>
              <c:pt idx="181">
                <c:v>52.584009839800494</c:v>
              </c:pt>
              <c:pt idx="182">
                <c:v>52.584009839800494</c:v>
              </c:pt>
              <c:pt idx="183">
                <c:v>52.584009839800494</c:v>
              </c:pt>
              <c:pt idx="184">
                <c:v>52.584009839800494</c:v>
              </c:pt>
              <c:pt idx="185">
                <c:v>52.584009839800494</c:v>
              </c:pt>
              <c:pt idx="186">
                <c:v>52.584009839800494</c:v>
              </c:pt>
              <c:pt idx="187">
                <c:v>52.584009839800494</c:v>
              </c:pt>
              <c:pt idx="188">
                <c:v>52.584009839800494</c:v>
              </c:pt>
              <c:pt idx="189">
                <c:v>52.584009839800494</c:v>
              </c:pt>
              <c:pt idx="190">
                <c:v>52.584009839800494</c:v>
              </c:pt>
              <c:pt idx="191">
                <c:v>52.584009839800494</c:v>
              </c:pt>
              <c:pt idx="192">
                <c:v>52.584009839800494</c:v>
              </c:pt>
              <c:pt idx="193">
                <c:v>52.584009839800494</c:v>
              </c:pt>
              <c:pt idx="194">
                <c:v>52.584009839800494</c:v>
              </c:pt>
              <c:pt idx="195">
                <c:v>52.584009839800494</c:v>
              </c:pt>
              <c:pt idx="196">
                <c:v>52.584009839800494</c:v>
              </c:pt>
              <c:pt idx="197">
                <c:v>52.584009839800494</c:v>
              </c:pt>
              <c:pt idx="198">
                <c:v>52.584009839800494</c:v>
              </c:pt>
              <c:pt idx="199">
                <c:v>52.584009839800494</c:v>
              </c:pt>
              <c:pt idx="200">
                <c:v>52.584009839800494</c:v>
              </c:pt>
              <c:pt idx="201">
                <c:v>52.584009839800494</c:v>
              </c:pt>
              <c:pt idx="202">
                <c:v>52.584009839800494</c:v>
              </c:pt>
              <c:pt idx="203">
                <c:v>52.584009839800494</c:v>
              </c:pt>
              <c:pt idx="204">
                <c:v>52.584009839800494</c:v>
              </c:pt>
              <c:pt idx="205">
                <c:v>52.584009839800494</c:v>
              </c:pt>
              <c:pt idx="206">
                <c:v>52.584009839800494</c:v>
              </c:pt>
              <c:pt idx="207">
                <c:v>52.584009839800494</c:v>
              </c:pt>
              <c:pt idx="208">
                <c:v>52.584009839800494</c:v>
              </c:pt>
              <c:pt idx="209">
                <c:v>52.584009839800494</c:v>
              </c:pt>
              <c:pt idx="210">
                <c:v>52.584009839800494</c:v>
              </c:pt>
              <c:pt idx="211">
                <c:v>52.584009839800494</c:v>
              </c:pt>
              <c:pt idx="212">
                <c:v>52.584009839800494</c:v>
              </c:pt>
              <c:pt idx="213">
                <c:v>52.584009839800494</c:v>
              </c:pt>
              <c:pt idx="214">
                <c:v>52.584009839800494</c:v>
              </c:pt>
              <c:pt idx="215">
                <c:v>52.584009839800494</c:v>
              </c:pt>
              <c:pt idx="216">
                <c:v>52.584009839800494</c:v>
              </c:pt>
              <c:pt idx="217">
                <c:v>52.584009839800494</c:v>
              </c:pt>
              <c:pt idx="218">
                <c:v>52.584009839800494</c:v>
              </c:pt>
              <c:pt idx="219">
                <c:v>52.584009839800494</c:v>
              </c:pt>
              <c:pt idx="220">
                <c:v>52.584009839800494</c:v>
              </c:pt>
              <c:pt idx="221">
                <c:v>52.584009839800494</c:v>
              </c:pt>
              <c:pt idx="222">
                <c:v>52.584009839800494</c:v>
              </c:pt>
              <c:pt idx="223">
                <c:v>52.584009839800494</c:v>
              </c:pt>
              <c:pt idx="224">
                <c:v>52.584009839800494</c:v>
              </c:pt>
              <c:pt idx="225">
                <c:v>52.584009839800494</c:v>
              </c:pt>
              <c:pt idx="226">
                <c:v>52.584009839800494</c:v>
              </c:pt>
              <c:pt idx="227">
                <c:v>52.584009839800494</c:v>
              </c:pt>
              <c:pt idx="228">
                <c:v>52.584009839800494</c:v>
              </c:pt>
              <c:pt idx="229">
                <c:v>52.584009839800494</c:v>
              </c:pt>
              <c:pt idx="230">
                <c:v>52.584009839800494</c:v>
              </c:pt>
              <c:pt idx="231">
                <c:v>52.584009839800494</c:v>
              </c:pt>
              <c:pt idx="232">
                <c:v>52.584009839800494</c:v>
              </c:pt>
              <c:pt idx="233">
                <c:v>52.584009839800494</c:v>
              </c:pt>
              <c:pt idx="234">
                <c:v>52.584009839800494</c:v>
              </c:pt>
              <c:pt idx="235">
                <c:v>52.584009839800494</c:v>
              </c:pt>
              <c:pt idx="236">
                <c:v>52.584009839800494</c:v>
              </c:pt>
              <c:pt idx="237">
                <c:v>52.584009839800494</c:v>
              </c:pt>
              <c:pt idx="238">
                <c:v>52.584009839800494</c:v>
              </c:pt>
              <c:pt idx="239">
                <c:v>52.584009839800494</c:v>
              </c:pt>
              <c:pt idx="240">
                <c:v>52.584009839800494</c:v>
              </c:pt>
              <c:pt idx="241">
                <c:v>52.584009839800494</c:v>
              </c:pt>
              <c:pt idx="242">
                <c:v>52.584009839800494</c:v>
              </c:pt>
              <c:pt idx="243">
                <c:v>52.584009839800494</c:v>
              </c:pt>
              <c:pt idx="244">
                <c:v>52.584009839800494</c:v>
              </c:pt>
              <c:pt idx="245">
                <c:v>52.584009839800494</c:v>
              </c:pt>
              <c:pt idx="246">
                <c:v>52.584009839800494</c:v>
              </c:pt>
              <c:pt idx="247">
                <c:v>52.584009839800494</c:v>
              </c:pt>
              <c:pt idx="248">
                <c:v>52.584009839800494</c:v>
              </c:pt>
              <c:pt idx="249">
                <c:v>52.584009839800494</c:v>
              </c:pt>
              <c:pt idx="250">
                <c:v>52.584009839800494</c:v>
              </c:pt>
              <c:pt idx="251">
                <c:v>52.584009839800494</c:v>
              </c:pt>
              <c:pt idx="252">
                <c:v>52.584009839800494</c:v>
              </c:pt>
              <c:pt idx="253">
                <c:v>52.584009839800494</c:v>
              </c:pt>
              <c:pt idx="254">
                <c:v>52.584009839800494</c:v>
              </c:pt>
              <c:pt idx="255">
                <c:v>52.584009839800494</c:v>
              </c:pt>
              <c:pt idx="256">
                <c:v>52.584009839800494</c:v>
              </c:pt>
              <c:pt idx="257">
                <c:v>52.584009839800494</c:v>
              </c:pt>
              <c:pt idx="258">
                <c:v>52.584009839800494</c:v>
              </c:pt>
              <c:pt idx="259">
                <c:v>52.584009839800494</c:v>
              </c:pt>
              <c:pt idx="260">
                <c:v>52.584009839800494</c:v>
              </c:pt>
              <c:pt idx="261">
                <c:v>52.584009839800494</c:v>
              </c:pt>
              <c:pt idx="262">
                <c:v>52.584009839800494</c:v>
              </c:pt>
              <c:pt idx="263">
                <c:v>52.584009839800494</c:v>
              </c:pt>
              <c:pt idx="264">
                <c:v>52.584009839800494</c:v>
              </c:pt>
              <c:pt idx="265">
                <c:v>52.584009839800494</c:v>
              </c:pt>
              <c:pt idx="266">
                <c:v>52.584009839800494</c:v>
              </c:pt>
              <c:pt idx="267">
                <c:v>52.584009839800494</c:v>
              </c:pt>
              <c:pt idx="268">
                <c:v>52.584009839800494</c:v>
              </c:pt>
              <c:pt idx="269">
                <c:v>52.584009839800494</c:v>
              </c:pt>
              <c:pt idx="270">
                <c:v>52.584009839800494</c:v>
              </c:pt>
              <c:pt idx="271">
                <c:v>52.584009839800494</c:v>
              </c:pt>
              <c:pt idx="272">
                <c:v>52.584009839800494</c:v>
              </c:pt>
              <c:pt idx="273">
                <c:v>52.584009839800494</c:v>
              </c:pt>
              <c:pt idx="274">
                <c:v>52.584009839800494</c:v>
              </c:pt>
              <c:pt idx="275">
                <c:v>52.584009839800494</c:v>
              </c:pt>
              <c:pt idx="276">
                <c:v>52.584009839800494</c:v>
              </c:pt>
              <c:pt idx="277">
                <c:v>52.584009839800494</c:v>
              </c:pt>
              <c:pt idx="278">
                <c:v>52.584009839800494</c:v>
              </c:pt>
              <c:pt idx="279">
                <c:v>52.584009839800494</c:v>
              </c:pt>
              <c:pt idx="280">
                <c:v>52.584009839800494</c:v>
              </c:pt>
              <c:pt idx="281">
                <c:v>52.584009839800494</c:v>
              </c:pt>
              <c:pt idx="282">
                <c:v>52.584009839800494</c:v>
              </c:pt>
              <c:pt idx="283">
                <c:v>52.584009839800494</c:v>
              </c:pt>
              <c:pt idx="284">
                <c:v>52.584009839800494</c:v>
              </c:pt>
              <c:pt idx="285">
                <c:v>52.584009839800494</c:v>
              </c:pt>
              <c:pt idx="286">
                <c:v>52.584009839800494</c:v>
              </c:pt>
              <c:pt idx="287">
                <c:v>52.584009839800494</c:v>
              </c:pt>
              <c:pt idx="288">
                <c:v>52.584009839800494</c:v>
              </c:pt>
              <c:pt idx="289">
                <c:v>52.584009839800494</c:v>
              </c:pt>
              <c:pt idx="290">
                <c:v>52.584009839800494</c:v>
              </c:pt>
              <c:pt idx="291">
                <c:v>52.584009839800494</c:v>
              </c:pt>
              <c:pt idx="292">
                <c:v>52.584009839800494</c:v>
              </c:pt>
              <c:pt idx="293">
                <c:v>52.584009839800494</c:v>
              </c:pt>
              <c:pt idx="294">
                <c:v>52.584009839800494</c:v>
              </c:pt>
              <c:pt idx="295">
                <c:v>52.584009839800494</c:v>
              </c:pt>
              <c:pt idx="296">
                <c:v>52.584009839800494</c:v>
              </c:pt>
              <c:pt idx="297">
                <c:v>52.584009839800494</c:v>
              </c:pt>
              <c:pt idx="298">
                <c:v>52.584009839800494</c:v>
              </c:pt>
              <c:pt idx="299">
                <c:v>52.584009839800494</c:v>
              </c:pt>
              <c:pt idx="300">
                <c:v>52.584009839800494</c:v>
              </c:pt>
              <c:pt idx="301">
                <c:v>52.584009839800494</c:v>
              </c:pt>
              <c:pt idx="302">
                <c:v>52.584009839800494</c:v>
              </c:pt>
              <c:pt idx="303">
                <c:v>52.584009839800494</c:v>
              </c:pt>
              <c:pt idx="304">
                <c:v>52.584009839800494</c:v>
              </c:pt>
              <c:pt idx="305">
                <c:v>52.584009839800494</c:v>
              </c:pt>
              <c:pt idx="306">
                <c:v>52.584009839800494</c:v>
              </c:pt>
              <c:pt idx="307">
                <c:v>52.584009839800494</c:v>
              </c:pt>
              <c:pt idx="308">
                <c:v>52.584009839800494</c:v>
              </c:pt>
              <c:pt idx="309">
                <c:v>52.584009839800494</c:v>
              </c:pt>
              <c:pt idx="310">
                <c:v>52.584009839800494</c:v>
              </c:pt>
              <c:pt idx="311">
                <c:v>52.584009839800494</c:v>
              </c:pt>
              <c:pt idx="312">
                <c:v>52.584009839800494</c:v>
              </c:pt>
              <c:pt idx="313">
                <c:v>52.584009839800494</c:v>
              </c:pt>
              <c:pt idx="314">
                <c:v>52.584009839800494</c:v>
              </c:pt>
              <c:pt idx="315">
                <c:v>52.584009839800494</c:v>
              </c:pt>
              <c:pt idx="316">
                <c:v>52.584009839800494</c:v>
              </c:pt>
              <c:pt idx="317">
                <c:v>52.584009839800494</c:v>
              </c:pt>
              <c:pt idx="318">
                <c:v>52.584009839800494</c:v>
              </c:pt>
              <c:pt idx="319">
                <c:v>52.584009839800494</c:v>
              </c:pt>
              <c:pt idx="320">
                <c:v>52.584009839800494</c:v>
              </c:pt>
              <c:pt idx="321">
                <c:v>52.584009839800494</c:v>
              </c:pt>
              <c:pt idx="322">
                <c:v>52.584009839800494</c:v>
              </c:pt>
              <c:pt idx="323">
                <c:v>52.584009839800494</c:v>
              </c:pt>
              <c:pt idx="324">
                <c:v>52.584009839800494</c:v>
              </c:pt>
              <c:pt idx="325">
                <c:v>52.584009839800494</c:v>
              </c:pt>
              <c:pt idx="326">
                <c:v>52.584009839800494</c:v>
              </c:pt>
              <c:pt idx="327">
                <c:v>52.584009839800494</c:v>
              </c:pt>
              <c:pt idx="328">
                <c:v>52.584009839800494</c:v>
              </c:pt>
              <c:pt idx="329">
                <c:v>52.584009839800494</c:v>
              </c:pt>
              <c:pt idx="330">
                <c:v>52.584009839800494</c:v>
              </c:pt>
              <c:pt idx="331">
                <c:v>52.584009839800494</c:v>
              </c:pt>
              <c:pt idx="332">
                <c:v>52.584009839800494</c:v>
              </c:pt>
              <c:pt idx="333">
                <c:v>52.584009839800494</c:v>
              </c:pt>
              <c:pt idx="334">
                <c:v>52.584009839800494</c:v>
              </c:pt>
              <c:pt idx="335">
                <c:v>52.584009839800494</c:v>
              </c:pt>
              <c:pt idx="336">
                <c:v>52.584009839800494</c:v>
              </c:pt>
              <c:pt idx="337">
                <c:v>52.584009839800494</c:v>
              </c:pt>
              <c:pt idx="338">
                <c:v>52.584009839800494</c:v>
              </c:pt>
              <c:pt idx="339">
                <c:v>52.584009839800494</c:v>
              </c:pt>
              <c:pt idx="340">
                <c:v>52.584009839800494</c:v>
              </c:pt>
              <c:pt idx="341">
                <c:v>52.584009839800494</c:v>
              </c:pt>
              <c:pt idx="342">
                <c:v>52.584009839800494</c:v>
              </c:pt>
              <c:pt idx="343">
                <c:v>52.584009839800494</c:v>
              </c:pt>
              <c:pt idx="344">
                <c:v>52.584009839800494</c:v>
              </c:pt>
              <c:pt idx="345">
                <c:v>52.584009839800494</c:v>
              </c:pt>
              <c:pt idx="346">
                <c:v>52.584009839800494</c:v>
              </c:pt>
              <c:pt idx="347">
                <c:v>52.584009839800494</c:v>
              </c:pt>
              <c:pt idx="348">
                <c:v>52.584009839800494</c:v>
              </c:pt>
              <c:pt idx="349">
                <c:v>52.584009839800494</c:v>
              </c:pt>
              <c:pt idx="350">
                <c:v>52.584009839800494</c:v>
              </c:pt>
              <c:pt idx="351">
                <c:v>52.584009839800494</c:v>
              </c:pt>
              <c:pt idx="352">
                <c:v>52.584009839800494</c:v>
              </c:pt>
              <c:pt idx="353">
                <c:v>52.584009839800494</c:v>
              </c:pt>
              <c:pt idx="354">
                <c:v>52.584009839800494</c:v>
              </c:pt>
              <c:pt idx="355">
                <c:v>52.584009839800494</c:v>
              </c:pt>
              <c:pt idx="356">
                <c:v>52.584009839800494</c:v>
              </c:pt>
              <c:pt idx="357">
                <c:v>52.584009839800494</c:v>
              </c:pt>
              <c:pt idx="358">
                <c:v>52.584009839800494</c:v>
              </c:pt>
              <c:pt idx="359">
                <c:v>52.584009839800494</c:v>
              </c:pt>
              <c:pt idx="360">
                <c:v>52.584009839800494</c:v>
              </c:pt>
              <c:pt idx="361">
                <c:v>52.584009839800494</c:v>
              </c:pt>
              <c:pt idx="362">
                <c:v>52.584009839800494</c:v>
              </c:pt>
              <c:pt idx="363">
                <c:v>52.584009839800494</c:v>
              </c:pt>
              <c:pt idx="364">
                <c:v>52.584009839800494</c:v>
              </c:pt>
              <c:pt idx="365">
                <c:v>52.584009839800494</c:v>
              </c:pt>
              <c:pt idx="366">
                <c:v>52.584009839800494</c:v>
              </c:pt>
              <c:pt idx="367">
                <c:v>52.584009839800494</c:v>
              </c:pt>
              <c:pt idx="368">
                <c:v>52.584009839800494</c:v>
              </c:pt>
              <c:pt idx="369">
                <c:v>52.584009839800494</c:v>
              </c:pt>
              <c:pt idx="370">
                <c:v>52.584009839800494</c:v>
              </c:pt>
              <c:pt idx="371">
                <c:v>52.584009839800494</c:v>
              </c:pt>
              <c:pt idx="372">
                <c:v>52.584009839800494</c:v>
              </c:pt>
              <c:pt idx="373">
                <c:v>52.584009839800494</c:v>
              </c:pt>
              <c:pt idx="374">
                <c:v>52.584009839800494</c:v>
              </c:pt>
              <c:pt idx="375">
                <c:v>52.584009839800494</c:v>
              </c:pt>
              <c:pt idx="376">
                <c:v>52.584009839800494</c:v>
              </c:pt>
              <c:pt idx="377">
                <c:v>52.584009839800494</c:v>
              </c:pt>
              <c:pt idx="378">
                <c:v>52.584009839800494</c:v>
              </c:pt>
              <c:pt idx="379">
                <c:v>52.584009839800494</c:v>
              </c:pt>
              <c:pt idx="380">
                <c:v>52.584009839800494</c:v>
              </c:pt>
              <c:pt idx="381">
                <c:v>52.584009839800494</c:v>
              </c:pt>
              <c:pt idx="382">
                <c:v>52.584009839800494</c:v>
              </c:pt>
              <c:pt idx="383">
                <c:v>52.584009839800494</c:v>
              </c:pt>
              <c:pt idx="384">
                <c:v>52.584009839800494</c:v>
              </c:pt>
              <c:pt idx="385">
                <c:v>52.584009839800494</c:v>
              </c:pt>
              <c:pt idx="386">
                <c:v>52.584009839800494</c:v>
              </c:pt>
              <c:pt idx="387">
                <c:v>52.584009839800494</c:v>
              </c:pt>
              <c:pt idx="388">
                <c:v>52.584009839800494</c:v>
              </c:pt>
              <c:pt idx="389">
                <c:v>52.584009839800494</c:v>
              </c:pt>
              <c:pt idx="390">
                <c:v>52.584009839800494</c:v>
              </c:pt>
              <c:pt idx="391">
                <c:v>52.584009839800494</c:v>
              </c:pt>
              <c:pt idx="392">
                <c:v>52.584009839800494</c:v>
              </c:pt>
              <c:pt idx="393">
                <c:v>52.584009839800494</c:v>
              </c:pt>
              <c:pt idx="394">
                <c:v>52.584009839800494</c:v>
              </c:pt>
              <c:pt idx="395">
                <c:v>52.584009839800494</c:v>
              </c:pt>
              <c:pt idx="396">
                <c:v>52.584009839800494</c:v>
              </c:pt>
              <c:pt idx="397">
                <c:v>52.584009839800494</c:v>
              </c:pt>
              <c:pt idx="398">
                <c:v>52.584009839800494</c:v>
              </c:pt>
              <c:pt idx="399">
                <c:v>52.584009839800494</c:v>
              </c:pt>
              <c:pt idx="400">
                <c:v>52.584009839800494</c:v>
              </c:pt>
              <c:pt idx="401">
                <c:v>52.584009839800494</c:v>
              </c:pt>
              <c:pt idx="402">
                <c:v>52.584009839800494</c:v>
              </c:pt>
              <c:pt idx="403">
                <c:v>52.584009839800494</c:v>
              </c:pt>
              <c:pt idx="404">
                <c:v>52.584009839800494</c:v>
              </c:pt>
              <c:pt idx="405">
                <c:v>52.584009839800494</c:v>
              </c:pt>
              <c:pt idx="406">
                <c:v>52.584009839800494</c:v>
              </c:pt>
              <c:pt idx="407">
                <c:v>52.584009839800494</c:v>
              </c:pt>
              <c:pt idx="408">
                <c:v>52.584009839800494</c:v>
              </c:pt>
              <c:pt idx="409">
                <c:v>52.584009839800494</c:v>
              </c:pt>
              <c:pt idx="410">
                <c:v>52.584009839800494</c:v>
              </c:pt>
              <c:pt idx="411">
                <c:v>52.584009839800494</c:v>
              </c:pt>
              <c:pt idx="412">
                <c:v>52.584009839800494</c:v>
              </c:pt>
              <c:pt idx="413">
                <c:v>52.584009839800494</c:v>
              </c:pt>
              <c:pt idx="414">
                <c:v>52.584009839800494</c:v>
              </c:pt>
              <c:pt idx="415">
                <c:v>52.584009839800494</c:v>
              </c:pt>
              <c:pt idx="416">
                <c:v>52.584009839800494</c:v>
              </c:pt>
              <c:pt idx="417">
                <c:v>52.584009839800494</c:v>
              </c:pt>
              <c:pt idx="418">
                <c:v>52.584009839800494</c:v>
              </c:pt>
              <c:pt idx="419">
                <c:v>52.584009839800494</c:v>
              </c:pt>
              <c:pt idx="420">
                <c:v>52.584009839800494</c:v>
              </c:pt>
              <c:pt idx="421">
                <c:v>52.584009839800494</c:v>
              </c:pt>
              <c:pt idx="422">
                <c:v>52.584009839800494</c:v>
              </c:pt>
              <c:pt idx="423">
                <c:v>52.584009839800494</c:v>
              </c:pt>
              <c:pt idx="424">
                <c:v>52.584009839800494</c:v>
              </c:pt>
              <c:pt idx="425">
                <c:v>52.584009839800494</c:v>
              </c:pt>
              <c:pt idx="426">
                <c:v>52.584009839800494</c:v>
              </c:pt>
              <c:pt idx="427">
                <c:v>52.584009839800494</c:v>
              </c:pt>
              <c:pt idx="428">
                <c:v>52.584009839800494</c:v>
              </c:pt>
              <c:pt idx="429">
                <c:v>52.584009839800494</c:v>
              </c:pt>
              <c:pt idx="430">
                <c:v>52.584009839800494</c:v>
              </c:pt>
              <c:pt idx="431">
                <c:v>52.584009839800494</c:v>
              </c:pt>
              <c:pt idx="432">
                <c:v>52.584009839800494</c:v>
              </c:pt>
              <c:pt idx="433">
                <c:v>52.584009839800494</c:v>
              </c:pt>
              <c:pt idx="434">
                <c:v>52.584009839800494</c:v>
              </c:pt>
              <c:pt idx="435">
                <c:v>52.584009839800494</c:v>
              </c:pt>
              <c:pt idx="436">
                <c:v>52.584009839800494</c:v>
              </c:pt>
              <c:pt idx="437">
                <c:v>52.584009839800494</c:v>
              </c:pt>
              <c:pt idx="438">
                <c:v>52.584009839800494</c:v>
              </c:pt>
              <c:pt idx="439">
                <c:v>52.584009839800494</c:v>
              </c:pt>
              <c:pt idx="440">
                <c:v>52.584009839800494</c:v>
              </c:pt>
              <c:pt idx="441">
                <c:v>52.584009839800494</c:v>
              </c:pt>
              <c:pt idx="442">
                <c:v>52.584009839800494</c:v>
              </c:pt>
              <c:pt idx="443">
                <c:v>52.584009839800494</c:v>
              </c:pt>
              <c:pt idx="444">
                <c:v>52.584009839800494</c:v>
              </c:pt>
              <c:pt idx="445">
                <c:v>52.584009839800494</c:v>
              </c:pt>
              <c:pt idx="446">
                <c:v>52.584009839800494</c:v>
              </c:pt>
              <c:pt idx="447">
                <c:v>52.584009839800494</c:v>
              </c:pt>
            </c:numLit>
          </c:xVal>
          <c:yVal>
            <c:numLit>
              <c:formatCode>0.0</c:formatCode>
              <c:ptCount val="448"/>
              <c:pt idx="0">
                <c:v>0.15895558424853612</c:v>
              </c:pt>
              <c:pt idx="1">
                <c:v>0.15895558424853612</c:v>
              </c:pt>
              <c:pt idx="2">
                <c:v>0.15895558424853612</c:v>
              </c:pt>
              <c:pt idx="3">
                <c:v>0.15895558424853612</c:v>
              </c:pt>
              <c:pt idx="4">
                <c:v>0.15895558424853612</c:v>
              </c:pt>
              <c:pt idx="5">
                <c:v>0.15895558424853612</c:v>
              </c:pt>
              <c:pt idx="6">
                <c:v>0.15895558424853612</c:v>
              </c:pt>
              <c:pt idx="7">
                <c:v>0.15895558424853612</c:v>
              </c:pt>
              <c:pt idx="8">
                <c:v>0.15895558424853612</c:v>
              </c:pt>
              <c:pt idx="9">
                <c:v>0.15895558424853612</c:v>
              </c:pt>
              <c:pt idx="10">
                <c:v>0.15895558424853612</c:v>
              </c:pt>
              <c:pt idx="11">
                <c:v>0.15895558424853612</c:v>
              </c:pt>
              <c:pt idx="12">
                <c:v>0.15895558424853612</c:v>
              </c:pt>
              <c:pt idx="13">
                <c:v>0.15895558424853612</c:v>
              </c:pt>
              <c:pt idx="14">
                <c:v>0.15895558424853612</c:v>
              </c:pt>
              <c:pt idx="15">
                <c:v>0.15895558424853612</c:v>
              </c:pt>
              <c:pt idx="16">
                <c:v>0.15895558424853612</c:v>
              </c:pt>
              <c:pt idx="17">
                <c:v>0.15895558424853612</c:v>
              </c:pt>
              <c:pt idx="18">
                <c:v>0.15895558424853612</c:v>
              </c:pt>
              <c:pt idx="19">
                <c:v>0.15895558424853612</c:v>
              </c:pt>
              <c:pt idx="20">
                <c:v>0.15895558424853612</c:v>
              </c:pt>
              <c:pt idx="21">
                <c:v>0.15895558424853612</c:v>
              </c:pt>
              <c:pt idx="22">
                <c:v>0.15895558424853612</c:v>
              </c:pt>
              <c:pt idx="23">
                <c:v>0.15895558424853612</c:v>
              </c:pt>
              <c:pt idx="24">
                <c:v>0.15895558424853612</c:v>
              </c:pt>
              <c:pt idx="25">
                <c:v>0.15895558424853612</c:v>
              </c:pt>
              <c:pt idx="26">
                <c:v>0.15895558424853612</c:v>
              </c:pt>
              <c:pt idx="27">
                <c:v>0.15895558424853612</c:v>
              </c:pt>
              <c:pt idx="28">
                <c:v>0.15895558424853612</c:v>
              </c:pt>
              <c:pt idx="29">
                <c:v>0.15895558424853612</c:v>
              </c:pt>
              <c:pt idx="30">
                <c:v>0.15895558424853612</c:v>
              </c:pt>
              <c:pt idx="31">
                <c:v>0.15895558424853612</c:v>
              </c:pt>
              <c:pt idx="32">
                <c:v>0.15895558424853612</c:v>
              </c:pt>
              <c:pt idx="33">
                <c:v>0.15895558424853612</c:v>
              </c:pt>
              <c:pt idx="34">
                <c:v>0.15895558424853612</c:v>
              </c:pt>
              <c:pt idx="35">
                <c:v>0.15895558424853612</c:v>
              </c:pt>
              <c:pt idx="36">
                <c:v>0.15895558424853612</c:v>
              </c:pt>
              <c:pt idx="37">
                <c:v>0.15895558424853612</c:v>
              </c:pt>
              <c:pt idx="38">
                <c:v>0.15895558424853612</c:v>
              </c:pt>
              <c:pt idx="39">
                <c:v>0.15895558424853612</c:v>
              </c:pt>
              <c:pt idx="40">
                <c:v>0.15895558424853612</c:v>
              </c:pt>
              <c:pt idx="41">
                <c:v>0.15895558424853612</c:v>
              </c:pt>
              <c:pt idx="42">
                <c:v>0.15895558424853612</c:v>
              </c:pt>
              <c:pt idx="43">
                <c:v>0.15895558424853612</c:v>
              </c:pt>
              <c:pt idx="44">
                <c:v>0.15895558424853612</c:v>
              </c:pt>
              <c:pt idx="45">
                <c:v>0.15895558424853612</c:v>
              </c:pt>
              <c:pt idx="46">
                <c:v>0.15895558424853612</c:v>
              </c:pt>
              <c:pt idx="47">
                <c:v>0.15895558424853612</c:v>
              </c:pt>
              <c:pt idx="48">
                <c:v>0.15895558424853612</c:v>
              </c:pt>
              <c:pt idx="49">
                <c:v>0.15895558424853612</c:v>
              </c:pt>
              <c:pt idx="50">
                <c:v>0.15895558424853612</c:v>
              </c:pt>
              <c:pt idx="51">
                <c:v>0.15895558424853612</c:v>
              </c:pt>
              <c:pt idx="52">
                <c:v>0.15895558424853612</c:v>
              </c:pt>
              <c:pt idx="53">
                <c:v>0.15895558424853612</c:v>
              </c:pt>
              <c:pt idx="54">
                <c:v>0.15895558424853612</c:v>
              </c:pt>
              <c:pt idx="55">
                <c:v>0.15895558424853612</c:v>
              </c:pt>
              <c:pt idx="56">
                <c:v>0.15895558424853612</c:v>
              </c:pt>
              <c:pt idx="57">
                <c:v>0.15895558424853612</c:v>
              </c:pt>
              <c:pt idx="58">
                <c:v>0.15895558424853612</c:v>
              </c:pt>
              <c:pt idx="59">
                <c:v>0.15895558424853612</c:v>
              </c:pt>
              <c:pt idx="60">
                <c:v>0.15895558424853612</c:v>
              </c:pt>
              <c:pt idx="61">
                <c:v>0.15895558424853612</c:v>
              </c:pt>
              <c:pt idx="62">
                <c:v>0.15895558424853612</c:v>
              </c:pt>
              <c:pt idx="63">
                <c:v>0.15895558424853612</c:v>
              </c:pt>
              <c:pt idx="64">
                <c:v>0.15895558424853612</c:v>
              </c:pt>
              <c:pt idx="65">
                <c:v>0.15895558424853612</c:v>
              </c:pt>
              <c:pt idx="66">
                <c:v>0.15895558424853612</c:v>
              </c:pt>
              <c:pt idx="67">
                <c:v>0.15895558424853612</c:v>
              </c:pt>
              <c:pt idx="68">
                <c:v>0.15895558424853612</c:v>
              </c:pt>
              <c:pt idx="69">
                <c:v>0.15895558424853612</c:v>
              </c:pt>
              <c:pt idx="70">
                <c:v>0.15895558424853612</c:v>
              </c:pt>
              <c:pt idx="71">
                <c:v>0.15895558424853612</c:v>
              </c:pt>
              <c:pt idx="72">
                <c:v>0.15895558424853612</c:v>
              </c:pt>
              <c:pt idx="73">
                <c:v>0.15895558424853612</c:v>
              </c:pt>
              <c:pt idx="74">
                <c:v>0.15895558424853612</c:v>
              </c:pt>
              <c:pt idx="75">
                <c:v>0.15895558424853612</c:v>
              </c:pt>
              <c:pt idx="76">
                <c:v>0.15895558424853612</c:v>
              </c:pt>
              <c:pt idx="77">
                <c:v>0.15895558424853612</c:v>
              </c:pt>
              <c:pt idx="78">
                <c:v>0.15895558424853612</c:v>
              </c:pt>
              <c:pt idx="79">
                <c:v>0.15895558424853612</c:v>
              </c:pt>
              <c:pt idx="80">
                <c:v>0.15895558424853612</c:v>
              </c:pt>
              <c:pt idx="81">
                <c:v>0.15895558424853612</c:v>
              </c:pt>
              <c:pt idx="82">
                <c:v>0.15895558424853612</c:v>
              </c:pt>
              <c:pt idx="83">
                <c:v>0.15895558424853612</c:v>
              </c:pt>
              <c:pt idx="84">
                <c:v>0.15895558424853612</c:v>
              </c:pt>
              <c:pt idx="85">
                <c:v>0.15895558424853612</c:v>
              </c:pt>
              <c:pt idx="86">
                <c:v>0.15895558424853612</c:v>
              </c:pt>
              <c:pt idx="87">
                <c:v>0.15895558424853612</c:v>
              </c:pt>
              <c:pt idx="88">
                <c:v>0.15895558424853612</c:v>
              </c:pt>
              <c:pt idx="89">
                <c:v>0.15895558424853612</c:v>
              </c:pt>
              <c:pt idx="90">
                <c:v>0.15895558424853612</c:v>
              </c:pt>
              <c:pt idx="91">
                <c:v>0.15895558424853612</c:v>
              </c:pt>
              <c:pt idx="92">
                <c:v>0.15895558424853612</c:v>
              </c:pt>
              <c:pt idx="93">
                <c:v>0.15895558424853612</c:v>
              </c:pt>
              <c:pt idx="94">
                <c:v>0.15895558424853612</c:v>
              </c:pt>
              <c:pt idx="95">
                <c:v>0.15895558424853612</c:v>
              </c:pt>
              <c:pt idx="96">
                <c:v>0.15895558424853612</c:v>
              </c:pt>
              <c:pt idx="97">
                <c:v>0.15895558424853612</c:v>
              </c:pt>
              <c:pt idx="98">
                <c:v>0.15895558424853612</c:v>
              </c:pt>
              <c:pt idx="99">
                <c:v>0.15895558424853612</c:v>
              </c:pt>
              <c:pt idx="100">
                <c:v>0.15895558424853612</c:v>
              </c:pt>
              <c:pt idx="101">
                <c:v>0.15895558424853612</c:v>
              </c:pt>
              <c:pt idx="102">
                <c:v>0.15895558424853612</c:v>
              </c:pt>
              <c:pt idx="103">
                <c:v>0.15895558424853612</c:v>
              </c:pt>
              <c:pt idx="104">
                <c:v>0.15895558424853612</c:v>
              </c:pt>
              <c:pt idx="105">
                <c:v>0.15895558424853612</c:v>
              </c:pt>
              <c:pt idx="106">
                <c:v>0.15895558424853612</c:v>
              </c:pt>
              <c:pt idx="107">
                <c:v>0.15895558424853612</c:v>
              </c:pt>
              <c:pt idx="108">
                <c:v>0.15895558424853612</c:v>
              </c:pt>
              <c:pt idx="109">
                <c:v>0.15895558424853612</c:v>
              </c:pt>
              <c:pt idx="110">
                <c:v>0.15895558424853612</c:v>
              </c:pt>
              <c:pt idx="111">
                <c:v>0.15895558424853612</c:v>
              </c:pt>
              <c:pt idx="112">
                <c:v>0.15895558424853612</c:v>
              </c:pt>
              <c:pt idx="113">
                <c:v>0.15895558424853612</c:v>
              </c:pt>
              <c:pt idx="114">
                <c:v>0.15895558424853612</c:v>
              </c:pt>
              <c:pt idx="115">
                <c:v>0.15895558424853612</c:v>
              </c:pt>
              <c:pt idx="116">
                <c:v>0.15895558424853612</c:v>
              </c:pt>
              <c:pt idx="117">
                <c:v>0.15895558424853612</c:v>
              </c:pt>
              <c:pt idx="118">
                <c:v>0.15895558424853612</c:v>
              </c:pt>
              <c:pt idx="119">
                <c:v>0.15895558424853612</c:v>
              </c:pt>
              <c:pt idx="120">
                <c:v>0.15895558424853612</c:v>
              </c:pt>
              <c:pt idx="121">
                <c:v>0.15895558424853612</c:v>
              </c:pt>
              <c:pt idx="122">
                <c:v>0.15895558424853612</c:v>
              </c:pt>
              <c:pt idx="123">
                <c:v>0.15895558424853612</c:v>
              </c:pt>
              <c:pt idx="124">
                <c:v>0.15895558424853612</c:v>
              </c:pt>
              <c:pt idx="125">
                <c:v>0.15895558424853612</c:v>
              </c:pt>
              <c:pt idx="126">
                <c:v>0.15895558424853612</c:v>
              </c:pt>
              <c:pt idx="127">
                <c:v>0.15895558424853612</c:v>
              </c:pt>
              <c:pt idx="128">
                <c:v>0.15895558424853612</c:v>
              </c:pt>
              <c:pt idx="129">
                <c:v>0.15895558424853612</c:v>
              </c:pt>
              <c:pt idx="130">
                <c:v>0.15895558424853612</c:v>
              </c:pt>
              <c:pt idx="131">
                <c:v>0.15895558424853612</c:v>
              </c:pt>
              <c:pt idx="132">
                <c:v>0.15895558424853612</c:v>
              </c:pt>
              <c:pt idx="133">
                <c:v>0.15895558424853612</c:v>
              </c:pt>
              <c:pt idx="134">
                <c:v>0.15895558424853612</c:v>
              </c:pt>
              <c:pt idx="135">
                <c:v>0.15895558424853612</c:v>
              </c:pt>
              <c:pt idx="136">
                <c:v>0.15895558424853612</c:v>
              </c:pt>
              <c:pt idx="137">
                <c:v>0.15895558424853612</c:v>
              </c:pt>
              <c:pt idx="138">
                <c:v>0.15895558424853612</c:v>
              </c:pt>
              <c:pt idx="139">
                <c:v>0.15895558424853612</c:v>
              </c:pt>
              <c:pt idx="140">
                <c:v>0.15895558424853612</c:v>
              </c:pt>
              <c:pt idx="141">
                <c:v>0.15895558424853612</c:v>
              </c:pt>
              <c:pt idx="142">
                <c:v>0.15895558424853612</c:v>
              </c:pt>
              <c:pt idx="143">
                <c:v>0.15895558424853612</c:v>
              </c:pt>
              <c:pt idx="144">
                <c:v>0.15895558424853612</c:v>
              </c:pt>
              <c:pt idx="145">
                <c:v>0.15895558424853612</c:v>
              </c:pt>
              <c:pt idx="146">
                <c:v>0.15895558424853612</c:v>
              </c:pt>
              <c:pt idx="147">
                <c:v>0.15895558424853612</c:v>
              </c:pt>
              <c:pt idx="148">
                <c:v>0.15895558424853612</c:v>
              </c:pt>
              <c:pt idx="149">
                <c:v>0.15895558424853612</c:v>
              </c:pt>
              <c:pt idx="150">
                <c:v>0.15895558424853612</c:v>
              </c:pt>
              <c:pt idx="151">
                <c:v>0.15895558424853612</c:v>
              </c:pt>
              <c:pt idx="152">
                <c:v>0.15895558424853612</c:v>
              </c:pt>
              <c:pt idx="153">
                <c:v>0.15895558424853612</c:v>
              </c:pt>
              <c:pt idx="154">
                <c:v>0.15895558424853612</c:v>
              </c:pt>
              <c:pt idx="155">
                <c:v>0.15895558424853612</c:v>
              </c:pt>
              <c:pt idx="156">
                <c:v>0.15895558424853612</c:v>
              </c:pt>
              <c:pt idx="157">
                <c:v>0.15895558424853612</c:v>
              </c:pt>
              <c:pt idx="158">
                <c:v>0.15895558424853612</c:v>
              </c:pt>
              <c:pt idx="159">
                <c:v>0.15895558424853612</c:v>
              </c:pt>
              <c:pt idx="160">
                <c:v>0.15895558424853612</c:v>
              </c:pt>
              <c:pt idx="161">
                <c:v>0.15895558424853612</c:v>
              </c:pt>
              <c:pt idx="162">
                <c:v>0.15895558424853612</c:v>
              </c:pt>
              <c:pt idx="163">
                <c:v>0.15895558424853612</c:v>
              </c:pt>
              <c:pt idx="164">
                <c:v>0.15895558424853612</c:v>
              </c:pt>
              <c:pt idx="165">
                <c:v>0.15895558424853612</c:v>
              </c:pt>
              <c:pt idx="166">
                <c:v>0.15895558424853612</c:v>
              </c:pt>
              <c:pt idx="167">
                <c:v>0.15895558424853612</c:v>
              </c:pt>
              <c:pt idx="168">
                <c:v>0.15895558424853612</c:v>
              </c:pt>
              <c:pt idx="169">
                <c:v>0.15895558424853612</c:v>
              </c:pt>
              <c:pt idx="170">
                <c:v>0.15895558424853612</c:v>
              </c:pt>
              <c:pt idx="171">
                <c:v>0.15895558424853612</c:v>
              </c:pt>
              <c:pt idx="172">
                <c:v>0.15895558424853612</c:v>
              </c:pt>
              <c:pt idx="173">
                <c:v>0.15895558424853612</c:v>
              </c:pt>
              <c:pt idx="174">
                <c:v>0.15895558424853612</c:v>
              </c:pt>
              <c:pt idx="175">
                <c:v>0.15895558424853612</c:v>
              </c:pt>
              <c:pt idx="176">
                <c:v>0.15895558424853612</c:v>
              </c:pt>
              <c:pt idx="177">
                <c:v>0.15895558424853612</c:v>
              </c:pt>
              <c:pt idx="178">
                <c:v>0.15895558424853612</c:v>
              </c:pt>
              <c:pt idx="179">
                <c:v>0.15895558424853612</c:v>
              </c:pt>
              <c:pt idx="180">
                <c:v>0.15895558424853612</c:v>
              </c:pt>
              <c:pt idx="181">
                <c:v>0.15895558424853612</c:v>
              </c:pt>
              <c:pt idx="182">
                <c:v>0.15895558424853612</c:v>
              </c:pt>
              <c:pt idx="183">
                <c:v>0.15895558424853612</c:v>
              </c:pt>
              <c:pt idx="184">
                <c:v>0.15895558424853612</c:v>
              </c:pt>
              <c:pt idx="185">
                <c:v>0.15895558424853612</c:v>
              </c:pt>
              <c:pt idx="186">
                <c:v>0.15895558424853612</c:v>
              </c:pt>
              <c:pt idx="187">
                <c:v>0.15895558424853612</c:v>
              </c:pt>
              <c:pt idx="188">
                <c:v>0.15895558424853612</c:v>
              </c:pt>
              <c:pt idx="189">
                <c:v>0.15895558424853612</c:v>
              </c:pt>
              <c:pt idx="190">
                <c:v>0.15895558424853612</c:v>
              </c:pt>
              <c:pt idx="191">
                <c:v>0.15895558424853612</c:v>
              </c:pt>
              <c:pt idx="192">
                <c:v>0.15895558424853612</c:v>
              </c:pt>
              <c:pt idx="193">
                <c:v>0.15895558424853612</c:v>
              </c:pt>
              <c:pt idx="194">
                <c:v>0.15895558424853612</c:v>
              </c:pt>
              <c:pt idx="195">
                <c:v>0.15895558424853612</c:v>
              </c:pt>
              <c:pt idx="196">
                <c:v>0.15895558424853612</c:v>
              </c:pt>
              <c:pt idx="197">
                <c:v>0.15895558424853612</c:v>
              </c:pt>
              <c:pt idx="198">
                <c:v>0.15895558424853612</c:v>
              </c:pt>
              <c:pt idx="199">
                <c:v>0.15895558424853612</c:v>
              </c:pt>
              <c:pt idx="200">
                <c:v>0.15895558424853612</c:v>
              </c:pt>
              <c:pt idx="201">
                <c:v>0.15895558424853612</c:v>
              </c:pt>
              <c:pt idx="202">
                <c:v>0.15895558424853612</c:v>
              </c:pt>
              <c:pt idx="203">
                <c:v>0.15895558424853612</c:v>
              </c:pt>
              <c:pt idx="204">
                <c:v>0.15895558424853612</c:v>
              </c:pt>
              <c:pt idx="205">
                <c:v>0.15895558424853612</c:v>
              </c:pt>
              <c:pt idx="206">
                <c:v>0.15895558424853612</c:v>
              </c:pt>
              <c:pt idx="207">
                <c:v>0.15895558424853612</c:v>
              </c:pt>
              <c:pt idx="208">
                <c:v>0.15895558424853612</c:v>
              </c:pt>
              <c:pt idx="209">
                <c:v>0.15895558424853612</c:v>
              </c:pt>
              <c:pt idx="210">
                <c:v>0.15895558424853612</c:v>
              </c:pt>
              <c:pt idx="211">
                <c:v>0.15895558424853612</c:v>
              </c:pt>
              <c:pt idx="212">
                <c:v>0.15895558424853612</c:v>
              </c:pt>
              <c:pt idx="213">
                <c:v>0.15895558424853612</c:v>
              </c:pt>
              <c:pt idx="214">
                <c:v>0.15895558424853612</c:v>
              </c:pt>
              <c:pt idx="215">
                <c:v>0.15895558424853612</c:v>
              </c:pt>
              <c:pt idx="216">
                <c:v>0.15895558424853612</c:v>
              </c:pt>
              <c:pt idx="217">
                <c:v>0.15895558424853612</c:v>
              </c:pt>
              <c:pt idx="218">
                <c:v>0.15895558424853612</c:v>
              </c:pt>
              <c:pt idx="219">
                <c:v>0.15895558424853612</c:v>
              </c:pt>
              <c:pt idx="220">
                <c:v>0.15895558424853612</c:v>
              </c:pt>
              <c:pt idx="221">
                <c:v>0.15895558424853612</c:v>
              </c:pt>
              <c:pt idx="222">
                <c:v>0.15895558424853612</c:v>
              </c:pt>
              <c:pt idx="223">
                <c:v>0.15895558424853612</c:v>
              </c:pt>
              <c:pt idx="224">
                <c:v>0.15895558424853612</c:v>
              </c:pt>
              <c:pt idx="225">
                <c:v>0.15895558424853612</c:v>
              </c:pt>
              <c:pt idx="226">
                <c:v>0.15895558424853612</c:v>
              </c:pt>
              <c:pt idx="227">
                <c:v>0.15895558424853612</c:v>
              </c:pt>
              <c:pt idx="228">
                <c:v>0.15895558424853612</c:v>
              </c:pt>
              <c:pt idx="229">
                <c:v>0.15895558424853612</c:v>
              </c:pt>
              <c:pt idx="230">
                <c:v>0.15895558424853612</c:v>
              </c:pt>
              <c:pt idx="231">
                <c:v>0.15895558424853612</c:v>
              </c:pt>
              <c:pt idx="232">
                <c:v>0.15895558424853612</c:v>
              </c:pt>
              <c:pt idx="233">
                <c:v>0.15895558424853612</c:v>
              </c:pt>
              <c:pt idx="234">
                <c:v>0.15895558424853612</c:v>
              </c:pt>
              <c:pt idx="235">
                <c:v>0.15895558424853612</c:v>
              </c:pt>
              <c:pt idx="236">
                <c:v>0.15895558424853612</c:v>
              </c:pt>
              <c:pt idx="237">
                <c:v>0.15895558424853612</c:v>
              </c:pt>
              <c:pt idx="238">
                <c:v>0.15895558424853612</c:v>
              </c:pt>
              <c:pt idx="239">
                <c:v>0.15895558424853612</c:v>
              </c:pt>
              <c:pt idx="240">
                <c:v>0.15895558424853612</c:v>
              </c:pt>
              <c:pt idx="241">
                <c:v>0.15895558424853612</c:v>
              </c:pt>
              <c:pt idx="242">
                <c:v>0.15895558424853612</c:v>
              </c:pt>
              <c:pt idx="243">
                <c:v>0.15895558424853612</c:v>
              </c:pt>
              <c:pt idx="244">
                <c:v>0.15895558424853612</c:v>
              </c:pt>
              <c:pt idx="245">
                <c:v>0.15895558424853612</c:v>
              </c:pt>
              <c:pt idx="246">
                <c:v>0.15895558424853612</c:v>
              </c:pt>
              <c:pt idx="247">
                <c:v>0.15895558424853612</c:v>
              </c:pt>
              <c:pt idx="248">
                <c:v>0.15895558424853612</c:v>
              </c:pt>
              <c:pt idx="249">
                <c:v>0.15895558424853612</c:v>
              </c:pt>
              <c:pt idx="250">
                <c:v>0.15895558424853612</c:v>
              </c:pt>
              <c:pt idx="251">
                <c:v>0.15895558424853612</c:v>
              </c:pt>
              <c:pt idx="252">
                <c:v>0.15895558424853612</c:v>
              </c:pt>
              <c:pt idx="253">
                <c:v>0.15895558424853612</c:v>
              </c:pt>
              <c:pt idx="254">
                <c:v>0.15895558424853612</c:v>
              </c:pt>
              <c:pt idx="255">
                <c:v>0.15895558424853612</c:v>
              </c:pt>
              <c:pt idx="256">
                <c:v>0.15895558424853612</c:v>
              </c:pt>
              <c:pt idx="257">
                <c:v>0.15895558424853612</c:v>
              </c:pt>
              <c:pt idx="258">
                <c:v>0.15895558424853612</c:v>
              </c:pt>
              <c:pt idx="259">
                <c:v>0.15895558424853612</c:v>
              </c:pt>
              <c:pt idx="260">
                <c:v>0.15895558424853612</c:v>
              </c:pt>
              <c:pt idx="261">
                <c:v>0.15895558424853612</c:v>
              </c:pt>
              <c:pt idx="262">
                <c:v>0.15895558424853612</c:v>
              </c:pt>
              <c:pt idx="263">
                <c:v>0.15895558424853612</c:v>
              </c:pt>
              <c:pt idx="264">
                <c:v>0.15895558424853612</c:v>
              </c:pt>
              <c:pt idx="265">
                <c:v>0.15895558424853612</c:v>
              </c:pt>
              <c:pt idx="266">
                <c:v>0.15895558424853612</c:v>
              </c:pt>
              <c:pt idx="267">
                <c:v>0.15895558424853612</c:v>
              </c:pt>
              <c:pt idx="268">
                <c:v>0.15895558424853612</c:v>
              </c:pt>
              <c:pt idx="269">
                <c:v>0.15895558424853612</c:v>
              </c:pt>
              <c:pt idx="270">
                <c:v>0.15895558424853612</c:v>
              </c:pt>
              <c:pt idx="271">
                <c:v>0.15895558424853612</c:v>
              </c:pt>
              <c:pt idx="272">
                <c:v>0.15895558424853612</c:v>
              </c:pt>
              <c:pt idx="273">
                <c:v>0.15895558424853612</c:v>
              </c:pt>
              <c:pt idx="274">
                <c:v>0.15895558424853612</c:v>
              </c:pt>
              <c:pt idx="275">
                <c:v>0.15895558424853612</c:v>
              </c:pt>
              <c:pt idx="276">
                <c:v>0.15895558424853612</c:v>
              </c:pt>
              <c:pt idx="277">
                <c:v>0.15895558424853612</c:v>
              </c:pt>
              <c:pt idx="278">
                <c:v>0.15895558424853612</c:v>
              </c:pt>
              <c:pt idx="279">
                <c:v>0.15895558424853612</c:v>
              </c:pt>
              <c:pt idx="280">
                <c:v>0.15895558424853612</c:v>
              </c:pt>
              <c:pt idx="281">
                <c:v>0.15895558424853612</c:v>
              </c:pt>
              <c:pt idx="282">
                <c:v>0.15895558424853612</c:v>
              </c:pt>
              <c:pt idx="283">
                <c:v>0.15895558424853612</c:v>
              </c:pt>
              <c:pt idx="284">
                <c:v>0.15895558424853612</c:v>
              </c:pt>
              <c:pt idx="285">
                <c:v>0.15895558424853612</c:v>
              </c:pt>
              <c:pt idx="286">
                <c:v>0.15895558424853612</c:v>
              </c:pt>
              <c:pt idx="287">
                <c:v>0.15895558424853612</c:v>
              </c:pt>
              <c:pt idx="288">
                <c:v>0.15895558424853612</c:v>
              </c:pt>
              <c:pt idx="289">
                <c:v>0.15895558424853612</c:v>
              </c:pt>
              <c:pt idx="290">
                <c:v>0.15895558424853612</c:v>
              </c:pt>
              <c:pt idx="291">
                <c:v>0.15895558424853612</c:v>
              </c:pt>
              <c:pt idx="292">
                <c:v>0.15895558424853612</c:v>
              </c:pt>
              <c:pt idx="293">
                <c:v>0.15895558424853612</c:v>
              </c:pt>
              <c:pt idx="294">
                <c:v>0.15895558424853612</c:v>
              </c:pt>
              <c:pt idx="295">
                <c:v>0.15895558424853612</c:v>
              </c:pt>
              <c:pt idx="296">
                <c:v>0.15895558424853612</c:v>
              </c:pt>
              <c:pt idx="297">
                <c:v>0.15895558424853612</c:v>
              </c:pt>
              <c:pt idx="298">
                <c:v>0.15895558424853612</c:v>
              </c:pt>
              <c:pt idx="299">
                <c:v>0.15895558424853612</c:v>
              </c:pt>
              <c:pt idx="300">
                <c:v>0.15895558424853612</c:v>
              </c:pt>
              <c:pt idx="301">
                <c:v>0.15895558424853612</c:v>
              </c:pt>
              <c:pt idx="302">
                <c:v>0.15895558424853612</c:v>
              </c:pt>
              <c:pt idx="303">
                <c:v>0.15895558424853612</c:v>
              </c:pt>
              <c:pt idx="304">
                <c:v>0.15895558424853612</c:v>
              </c:pt>
              <c:pt idx="305">
                <c:v>0.15895558424853612</c:v>
              </c:pt>
              <c:pt idx="306">
                <c:v>0.15895558424853612</c:v>
              </c:pt>
              <c:pt idx="307">
                <c:v>0.15895558424853612</c:v>
              </c:pt>
              <c:pt idx="308">
                <c:v>0.15895558424853612</c:v>
              </c:pt>
              <c:pt idx="309">
                <c:v>0.15895558424853612</c:v>
              </c:pt>
              <c:pt idx="310">
                <c:v>0.15895558424853612</c:v>
              </c:pt>
              <c:pt idx="311">
                <c:v>0.15895558424853612</c:v>
              </c:pt>
              <c:pt idx="312">
                <c:v>0.15895558424853612</c:v>
              </c:pt>
              <c:pt idx="313">
                <c:v>0.15895558424853612</c:v>
              </c:pt>
              <c:pt idx="314">
                <c:v>0.15895558424853612</c:v>
              </c:pt>
              <c:pt idx="315">
                <c:v>0.15895558424853612</c:v>
              </c:pt>
              <c:pt idx="316">
                <c:v>0.15895558424853612</c:v>
              </c:pt>
              <c:pt idx="317">
                <c:v>0.15895558424853612</c:v>
              </c:pt>
              <c:pt idx="318">
                <c:v>0.15895558424853612</c:v>
              </c:pt>
              <c:pt idx="319">
                <c:v>0.15895558424853612</c:v>
              </c:pt>
              <c:pt idx="320">
                <c:v>0.15895558424853612</c:v>
              </c:pt>
              <c:pt idx="321">
                <c:v>0.15895558424853612</c:v>
              </c:pt>
              <c:pt idx="322">
                <c:v>0.15895558424853612</c:v>
              </c:pt>
              <c:pt idx="323">
                <c:v>0.15895558424853612</c:v>
              </c:pt>
              <c:pt idx="324">
                <c:v>0.15895558424853612</c:v>
              </c:pt>
              <c:pt idx="325">
                <c:v>0.15895558424853612</c:v>
              </c:pt>
              <c:pt idx="326">
                <c:v>0.15895558424853612</c:v>
              </c:pt>
              <c:pt idx="327">
                <c:v>0.15895558424853612</c:v>
              </c:pt>
              <c:pt idx="328">
                <c:v>0.15895558424853612</c:v>
              </c:pt>
              <c:pt idx="329">
                <c:v>0.15895558424853612</c:v>
              </c:pt>
              <c:pt idx="330">
                <c:v>0.15895558424853612</c:v>
              </c:pt>
              <c:pt idx="331">
                <c:v>0.15895558424853612</c:v>
              </c:pt>
              <c:pt idx="332">
                <c:v>0.15895558424853612</c:v>
              </c:pt>
              <c:pt idx="333">
                <c:v>0.15895558424853612</c:v>
              </c:pt>
              <c:pt idx="334">
                <c:v>0.15895558424853612</c:v>
              </c:pt>
              <c:pt idx="335">
                <c:v>0.15895558424853612</c:v>
              </c:pt>
              <c:pt idx="336">
                <c:v>0.15895558424853612</c:v>
              </c:pt>
              <c:pt idx="337">
                <c:v>0.15895558424853612</c:v>
              </c:pt>
              <c:pt idx="338">
                <c:v>0.15895558424853612</c:v>
              </c:pt>
              <c:pt idx="339">
                <c:v>0.15895558424853612</c:v>
              </c:pt>
              <c:pt idx="340">
                <c:v>0.15895558424853612</c:v>
              </c:pt>
              <c:pt idx="341">
                <c:v>0.15895558424853612</c:v>
              </c:pt>
              <c:pt idx="342">
                <c:v>0.15895558424853612</c:v>
              </c:pt>
              <c:pt idx="343">
                <c:v>0.15895558424853612</c:v>
              </c:pt>
              <c:pt idx="344">
                <c:v>0.15895558424853612</c:v>
              </c:pt>
              <c:pt idx="345">
                <c:v>0.15895558424853612</c:v>
              </c:pt>
              <c:pt idx="346">
                <c:v>0.15895558424853612</c:v>
              </c:pt>
              <c:pt idx="347">
                <c:v>0.15895558424853612</c:v>
              </c:pt>
              <c:pt idx="348">
                <c:v>0.15895558424853612</c:v>
              </c:pt>
              <c:pt idx="349">
                <c:v>0.15895558424853612</c:v>
              </c:pt>
              <c:pt idx="350">
                <c:v>0.15895558424853612</c:v>
              </c:pt>
              <c:pt idx="351">
                <c:v>0.15895558424853612</c:v>
              </c:pt>
              <c:pt idx="352">
                <c:v>0.15895558424853612</c:v>
              </c:pt>
              <c:pt idx="353">
                <c:v>0.15895558424853612</c:v>
              </c:pt>
              <c:pt idx="354">
                <c:v>0.15895558424853612</c:v>
              </c:pt>
              <c:pt idx="355">
                <c:v>0.15895558424853612</c:v>
              </c:pt>
              <c:pt idx="356">
                <c:v>0.15895558424853612</c:v>
              </c:pt>
              <c:pt idx="357">
                <c:v>0.15895558424853612</c:v>
              </c:pt>
              <c:pt idx="358">
                <c:v>0.15895558424853612</c:v>
              </c:pt>
              <c:pt idx="359">
                <c:v>0.15895558424853612</c:v>
              </c:pt>
              <c:pt idx="360">
                <c:v>0.15895558424853612</c:v>
              </c:pt>
              <c:pt idx="361">
                <c:v>0.15895558424853612</c:v>
              </c:pt>
              <c:pt idx="362">
                <c:v>0.15895558424853612</c:v>
              </c:pt>
              <c:pt idx="363">
                <c:v>0.15895558424853612</c:v>
              </c:pt>
              <c:pt idx="364">
                <c:v>0.15895558424853612</c:v>
              </c:pt>
              <c:pt idx="365">
                <c:v>0.15895558424853612</c:v>
              </c:pt>
              <c:pt idx="366">
                <c:v>0.15895558424853612</c:v>
              </c:pt>
              <c:pt idx="367">
                <c:v>0.15895558424853612</c:v>
              </c:pt>
              <c:pt idx="368">
                <c:v>0.15895558424853612</c:v>
              </c:pt>
              <c:pt idx="369">
                <c:v>0.15895558424853612</c:v>
              </c:pt>
              <c:pt idx="370">
                <c:v>0.15895558424853612</c:v>
              </c:pt>
              <c:pt idx="371">
                <c:v>0.15895558424853612</c:v>
              </c:pt>
              <c:pt idx="372">
                <c:v>0.15895558424853612</c:v>
              </c:pt>
              <c:pt idx="373">
                <c:v>0.15895558424853612</c:v>
              </c:pt>
              <c:pt idx="374">
                <c:v>0.15895558424853612</c:v>
              </c:pt>
              <c:pt idx="375">
                <c:v>0.15895558424853612</c:v>
              </c:pt>
              <c:pt idx="376">
                <c:v>0.15895558424853612</c:v>
              </c:pt>
              <c:pt idx="377">
                <c:v>0.15895558424853612</c:v>
              </c:pt>
              <c:pt idx="378">
                <c:v>0.15895558424853612</c:v>
              </c:pt>
              <c:pt idx="379">
                <c:v>0.15895558424853612</c:v>
              </c:pt>
              <c:pt idx="380">
                <c:v>0.15895558424853612</c:v>
              </c:pt>
              <c:pt idx="381">
                <c:v>0.15895558424853612</c:v>
              </c:pt>
              <c:pt idx="382">
                <c:v>0.15895558424853612</c:v>
              </c:pt>
              <c:pt idx="383">
                <c:v>0.15895558424853612</c:v>
              </c:pt>
              <c:pt idx="384">
                <c:v>0.15895558424853612</c:v>
              </c:pt>
              <c:pt idx="385">
                <c:v>0.15895558424853612</c:v>
              </c:pt>
              <c:pt idx="386">
                <c:v>0.15895558424853612</c:v>
              </c:pt>
              <c:pt idx="387">
                <c:v>0.15895558424853612</c:v>
              </c:pt>
              <c:pt idx="388">
                <c:v>0.15895558424853612</c:v>
              </c:pt>
              <c:pt idx="389">
                <c:v>0.15895558424853612</c:v>
              </c:pt>
              <c:pt idx="390">
                <c:v>0.15895558424853612</c:v>
              </c:pt>
              <c:pt idx="391">
                <c:v>0.15895558424853612</c:v>
              </c:pt>
              <c:pt idx="392">
                <c:v>0.15895558424853612</c:v>
              </c:pt>
              <c:pt idx="393">
                <c:v>0.15895558424853612</c:v>
              </c:pt>
              <c:pt idx="394">
                <c:v>0.15895558424853612</c:v>
              </c:pt>
              <c:pt idx="395">
                <c:v>0.15895558424853612</c:v>
              </c:pt>
              <c:pt idx="396">
                <c:v>0.15895558424853612</c:v>
              </c:pt>
              <c:pt idx="397">
                <c:v>0.15895558424853612</c:v>
              </c:pt>
              <c:pt idx="398">
                <c:v>0.15895558424853612</c:v>
              </c:pt>
              <c:pt idx="399">
                <c:v>0.15895558424853612</c:v>
              </c:pt>
              <c:pt idx="400">
                <c:v>0.15895558424853612</c:v>
              </c:pt>
              <c:pt idx="401">
                <c:v>0.15895558424853612</c:v>
              </c:pt>
              <c:pt idx="402">
                <c:v>0.15895558424853612</c:v>
              </c:pt>
              <c:pt idx="403">
                <c:v>0.15895558424853612</c:v>
              </c:pt>
              <c:pt idx="404">
                <c:v>0.15895558424853612</c:v>
              </c:pt>
              <c:pt idx="405">
                <c:v>0.15895558424853612</c:v>
              </c:pt>
              <c:pt idx="406">
                <c:v>0.15895558424853612</c:v>
              </c:pt>
              <c:pt idx="407">
                <c:v>0.15895558424853612</c:v>
              </c:pt>
              <c:pt idx="408">
                <c:v>0.15895558424853612</c:v>
              </c:pt>
              <c:pt idx="409">
                <c:v>0.15895558424853612</c:v>
              </c:pt>
              <c:pt idx="410">
                <c:v>0.15895558424853612</c:v>
              </c:pt>
              <c:pt idx="411">
                <c:v>0.15895558424853612</c:v>
              </c:pt>
              <c:pt idx="412">
                <c:v>0.15895558424853612</c:v>
              </c:pt>
              <c:pt idx="413">
                <c:v>0.15895558424853612</c:v>
              </c:pt>
              <c:pt idx="414">
                <c:v>0.15895558424853612</c:v>
              </c:pt>
              <c:pt idx="415">
                <c:v>0.15895558424853612</c:v>
              </c:pt>
              <c:pt idx="416">
                <c:v>0.15895558424853612</c:v>
              </c:pt>
              <c:pt idx="417">
                <c:v>0.15895558424853612</c:v>
              </c:pt>
              <c:pt idx="418">
                <c:v>0.15895558424853612</c:v>
              </c:pt>
              <c:pt idx="419">
                <c:v>0.15895558424853612</c:v>
              </c:pt>
              <c:pt idx="420">
                <c:v>0.15895558424853612</c:v>
              </c:pt>
              <c:pt idx="421">
                <c:v>0.15895558424853612</c:v>
              </c:pt>
              <c:pt idx="422">
                <c:v>0.15895558424853612</c:v>
              </c:pt>
              <c:pt idx="423">
                <c:v>0.15895558424853612</c:v>
              </c:pt>
              <c:pt idx="424">
                <c:v>0.15895558424853612</c:v>
              </c:pt>
              <c:pt idx="425">
                <c:v>0.15895558424853612</c:v>
              </c:pt>
              <c:pt idx="426">
                <c:v>0.15895558424853612</c:v>
              </c:pt>
              <c:pt idx="427">
                <c:v>0.15895558424853612</c:v>
              </c:pt>
              <c:pt idx="428">
                <c:v>0.15895558424853612</c:v>
              </c:pt>
              <c:pt idx="429">
                <c:v>0.15895558424853612</c:v>
              </c:pt>
              <c:pt idx="430">
                <c:v>0.15895558424853612</c:v>
              </c:pt>
              <c:pt idx="431">
                <c:v>0.15895558424853612</c:v>
              </c:pt>
              <c:pt idx="432">
                <c:v>0.15895558424853612</c:v>
              </c:pt>
              <c:pt idx="433">
                <c:v>0.15895558424853612</c:v>
              </c:pt>
              <c:pt idx="434">
                <c:v>0.15895558424853612</c:v>
              </c:pt>
              <c:pt idx="435">
                <c:v>0.15895558424853612</c:v>
              </c:pt>
              <c:pt idx="436">
                <c:v>0.15895558424853612</c:v>
              </c:pt>
              <c:pt idx="437">
                <c:v>0.15895558424853612</c:v>
              </c:pt>
              <c:pt idx="438">
                <c:v>0.15895558424853612</c:v>
              </c:pt>
              <c:pt idx="439">
                <c:v>0.15895558424853612</c:v>
              </c:pt>
              <c:pt idx="440">
                <c:v>0.15895558424853612</c:v>
              </c:pt>
              <c:pt idx="441">
                <c:v>0.15895558424853612</c:v>
              </c:pt>
              <c:pt idx="442">
                <c:v>0.15895558424853612</c:v>
              </c:pt>
              <c:pt idx="443">
                <c:v>0.15895558424853612</c:v>
              </c:pt>
              <c:pt idx="444">
                <c:v>0.15895558424853612</c:v>
              </c:pt>
              <c:pt idx="445">
                <c:v>0.15895558424853612</c:v>
              </c:pt>
              <c:pt idx="446">
                <c:v>0.15895558424853612</c:v>
              </c:pt>
              <c:pt idx="447">
                <c:v>0.15895558424853612</c:v>
              </c:pt>
            </c:numLit>
          </c:yVal>
          <c:smooth val="0"/>
        </c:ser>
        <c:ser>
          <c:idx val="10"/>
          <c:order val="10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4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  <c:pt idx="412">
                <c:v>0</c:v>
              </c:pt>
              <c:pt idx="413">
                <c:v>0</c:v>
              </c:pt>
              <c:pt idx="414">
                <c:v>0</c:v>
              </c:pt>
              <c:pt idx="415">
                <c:v>0</c:v>
              </c:pt>
              <c:pt idx="416">
                <c:v>0</c:v>
              </c:pt>
              <c:pt idx="417">
                <c:v>0</c:v>
              </c:pt>
              <c:pt idx="418">
                <c:v>0</c:v>
              </c:pt>
              <c:pt idx="419">
                <c:v>0</c:v>
              </c:pt>
              <c:pt idx="420">
                <c:v>0</c:v>
              </c:pt>
              <c:pt idx="421">
                <c:v>0</c:v>
              </c:pt>
              <c:pt idx="422">
                <c:v>0</c:v>
              </c:pt>
              <c:pt idx="423">
                <c:v>0</c:v>
              </c:pt>
              <c:pt idx="424">
                <c:v>0</c:v>
              </c:pt>
              <c:pt idx="425">
                <c:v>0</c:v>
              </c:pt>
              <c:pt idx="426">
                <c:v>0</c:v>
              </c:pt>
              <c:pt idx="427">
                <c:v>0</c:v>
              </c:pt>
              <c:pt idx="428">
                <c:v>0</c:v>
              </c:pt>
              <c:pt idx="429">
                <c:v>0</c:v>
              </c:pt>
              <c:pt idx="430">
                <c:v>0</c:v>
              </c:pt>
              <c:pt idx="431">
                <c:v>0</c:v>
              </c:pt>
              <c:pt idx="432">
                <c:v>0</c:v>
              </c:pt>
              <c:pt idx="433">
                <c:v>0</c:v>
              </c:pt>
              <c:pt idx="434">
                <c:v>0</c:v>
              </c:pt>
              <c:pt idx="435">
                <c:v>0</c:v>
              </c:pt>
              <c:pt idx="436">
                <c:v>0</c:v>
              </c:pt>
              <c:pt idx="437">
                <c:v>0</c:v>
              </c:pt>
              <c:pt idx="438">
                <c:v>0</c:v>
              </c:pt>
              <c:pt idx="439">
                <c:v>0</c:v>
              </c:pt>
              <c:pt idx="440">
                <c:v>0</c:v>
              </c:pt>
              <c:pt idx="441">
                <c:v>0</c:v>
              </c:pt>
              <c:pt idx="442">
                <c:v>0</c:v>
              </c:pt>
              <c:pt idx="443">
                <c:v>0</c:v>
              </c:pt>
              <c:pt idx="444">
                <c:v>0</c:v>
              </c:pt>
              <c:pt idx="445">
                <c:v>0</c:v>
              </c:pt>
              <c:pt idx="446">
                <c:v>0</c:v>
              </c:pt>
              <c:pt idx="447">
                <c:v>0</c:v>
              </c:pt>
            </c:numLit>
          </c:xVal>
          <c:yVal>
            <c:numLit>
              <c:formatCode>0.0</c:formatCode>
              <c:ptCount val="448"/>
              <c:pt idx="0">
                <c:v>6.202028524893199</c:v>
              </c:pt>
              <c:pt idx="1">
                <c:v>6.202028524893199</c:v>
              </c:pt>
              <c:pt idx="2">
                <c:v>6.202028524893199</c:v>
              </c:pt>
              <c:pt idx="3">
                <c:v>6.202028524893199</c:v>
              </c:pt>
              <c:pt idx="4">
                <c:v>6.202028524893199</c:v>
              </c:pt>
              <c:pt idx="5">
                <c:v>6.202028524893199</c:v>
              </c:pt>
              <c:pt idx="6">
                <c:v>6.202028524893199</c:v>
              </c:pt>
              <c:pt idx="7">
                <c:v>6.202028524893199</c:v>
              </c:pt>
              <c:pt idx="8">
                <c:v>6.202028524893199</c:v>
              </c:pt>
              <c:pt idx="9">
                <c:v>6.202028524893199</c:v>
              </c:pt>
              <c:pt idx="10">
                <c:v>6.202028524893199</c:v>
              </c:pt>
              <c:pt idx="11">
                <c:v>6.202028524893199</c:v>
              </c:pt>
              <c:pt idx="12">
                <c:v>6.202028524893199</c:v>
              </c:pt>
              <c:pt idx="13">
                <c:v>6.202028524893199</c:v>
              </c:pt>
              <c:pt idx="14">
                <c:v>6.202028524893199</c:v>
              </c:pt>
              <c:pt idx="15">
                <c:v>6.202028524893199</c:v>
              </c:pt>
              <c:pt idx="16">
                <c:v>6.202028524893199</c:v>
              </c:pt>
              <c:pt idx="17">
                <c:v>6.202028524893199</c:v>
              </c:pt>
              <c:pt idx="18">
                <c:v>6.202028524893199</c:v>
              </c:pt>
              <c:pt idx="19">
                <c:v>6.202028524893199</c:v>
              </c:pt>
              <c:pt idx="20">
                <c:v>6.202028524893199</c:v>
              </c:pt>
              <c:pt idx="21">
                <c:v>6.202028524893199</c:v>
              </c:pt>
              <c:pt idx="22">
                <c:v>6.202028524893199</c:v>
              </c:pt>
              <c:pt idx="23">
                <c:v>6.202028524893199</c:v>
              </c:pt>
              <c:pt idx="24">
                <c:v>6.202028524893199</c:v>
              </c:pt>
              <c:pt idx="25">
                <c:v>6.202028524893199</c:v>
              </c:pt>
              <c:pt idx="26">
                <c:v>6.202028524893199</c:v>
              </c:pt>
              <c:pt idx="27">
                <c:v>6.202028524893199</c:v>
              </c:pt>
              <c:pt idx="28">
                <c:v>6.202028524893199</c:v>
              </c:pt>
              <c:pt idx="29">
                <c:v>6.202028524893199</c:v>
              </c:pt>
              <c:pt idx="30">
                <c:v>6.202028524893199</c:v>
              </c:pt>
              <c:pt idx="31">
                <c:v>6.202028524893199</c:v>
              </c:pt>
              <c:pt idx="32">
                <c:v>6.202028524893199</c:v>
              </c:pt>
              <c:pt idx="33">
                <c:v>6.202028524893199</c:v>
              </c:pt>
              <c:pt idx="34">
                <c:v>6.202028524893199</c:v>
              </c:pt>
              <c:pt idx="35">
                <c:v>6.202028524893199</c:v>
              </c:pt>
              <c:pt idx="36">
                <c:v>6.202028524893199</c:v>
              </c:pt>
              <c:pt idx="37">
                <c:v>6.202028524893199</c:v>
              </c:pt>
              <c:pt idx="38">
                <c:v>6.202028524893199</c:v>
              </c:pt>
              <c:pt idx="39">
                <c:v>6.202028524893199</c:v>
              </c:pt>
              <c:pt idx="40">
                <c:v>6.202028524893199</c:v>
              </c:pt>
              <c:pt idx="41">
                <c:v>6.202028524893199</c:v>
              </c:pt>
              <c:pt idx="42">
                <c:v>6.202028524893199</c:v>
              </c:pt>
              <c:pt idx="43">
                <c:v>6.202028524893199</c:v>
              </c:pt>
              <c:pt idx="44">
                <c:v>6.202028524893199</c:v>
              </c:pt>
              <c:pt idx="45">
                <c:v>6.202028524893199</c:v>
              </c:pt>
              <c:pt idx="46">
                <c:v>6.202028524893199</c:v>
              </c:pt>
              <c:pt idx="47">
                <c:v>6.202028524893199</c:v>
              </c:pt>
              <c:pt idx="48">
                <c:v>6.202028524893199</c:v>
              </c:pt>
              <c:pt idx="49">
                <c:v>6.202028524893199</c:v>
              </c:pt>
              <c:pt idx="50">
                <c:v>6.202028524893199</c:v>
              </c:pt>
              <c:pt idx="51">
                <c:v>6.202028524893199</c:v>
              </c:pt>
              <c:pt idx="52">
                <c:v>6.202028524893199</c:v>
              </c:pt>
              <c:pt idx="53">
                <c:v>6.202028524893199</c:v>
              </c:pt>
              <c:pt idx="54">
                <c:v>6.202028524893199</c:v>
              </c:pt>
              <c:pt idx="55">
                <c:v>6.202028524893199</c:v>
              </c:pt>
              <c:pt idx="56">
                <c:v>6.202028524893199</c:v>
              </c:pt>
              <c:pt idx="57">
                <c:v>6.202028524893199</c:v>
              </c:pt>
              <c:pt idx="58">
                <c:v>6.202028524893199</c:v>
              </c:pt>
              <c:pt idx="59">
                <c:v>6.202028524893199</c:v>
              </c:pt>
              <c:pt idx="60">
                <c:v>6.202028524893199</c:v>
              </c:pt>
              <c:pt idx="61">
                <c:v>6.202028524893199</c:v>
              </c:pt>
              <c:pt idx="62">
                <c:v>6.202028524893199</c:v>
              </c:pt>
              <c:pt idx="63">
                <c:v>6.202028524893199</c:v>
              </c:pt>
              <c:pt idx="64">
                <c:v>6.202028524893199</c:v>
              </c:pt>
              <c:pt idx="65">
                <c:v>6.202028524893199</c:v>
              </c:pt>
              <c:pt idx="66">
                <c:v>6.202028524893199</c:v>
              </c:pt>
              <c:pt idx="67">
                <c:v>6.202028524893199</c:v>
              </c:pt>
              <c:pt idx="68">
                <c:v>6.202028524893199</c:v>
              </c:pt>
              <c:pt idx="69">
                <c:v>6.202028524893199</c:v>
              </c:pt>
              <c:pt idx="70">
                <c:v>6.202028524893199</c:v>
              </c:pt>
              <c:pt idx="71">
                <c:v>6.202028524893199</c:v>
              </c:pt>
              <c:pt idx="72">
                <c:v>6.202028524893199</c:v>
              </c:pt>
              <c:pt idx="73">
                <c:v>6.202028524893199</c:v>
              </c:pt>
              <c:pt idx="74">
                <c:v>6.202028524893199</c:v>
              </c:pt>
              <c:pt idx="75">
                <c:v>6.202028524893199</c:v>
              </c:pt>
              <c:pt idx="76">
                <c:v>6.202028524893199</c:v>
              </c:pt>
              <c:pt idx="77">
                <c:v>6.202028524893199</c:v>
              </c:pt>
              <c:pt idx="78">
                <c:v>6.202028524893199</c:v>
              </c:pt>
              <c:pt idx="79">
                <c:v>6.202028524893199</c:v>
              </c:pt>
              <c:pt idx="80">
                <c:v>6.202028524893199</c:v>
              </c:pt>
              <c:pt idx="81">
                <c:v>6.202028524893199</c:v>
              </c:pt>
              <c:pt idx="82">
                <c:v>6.202028524893199</c:v>
              </c:pt>
              <c:pt idx="83">
                <c:v>6.202028524893199</c:v>
              </c:pt>
              <c:pt idx="84">
                <c:v>6.202028524893199</c:v>
              </c:pt>
              <c:pt idx="85">
                <c:v>6.202028524893199</c:v>
              </c:pt>
              <c:pt idx="86">
                <c:v>6.202028524893199</c:v>
              </c:pt>
              <c:pt idx="87">
                <c:v>6.202028524893199</c:v>
              </c:pt>
              <c:pt idx="88">
                <c:v>6.202028524893199</c:v>
              </c:pt>
              <c:pt idx="89">
                <c:v>6.202028524893199</c:v>
              </c:pt>
              <c:pt idx="90">
                <c:v>6.202028524893199</c:v>
              </c:pt>
              <c:pt idx="91">
                <c:v>6.202028524893199</c:v>
              </c:pt>
              <c:pt idx="92">
                <c:v>6.202028524893199</c:v>
              </c:pt>
              <c:pt idx="93">
                <c:v>6.202028524893199</c:v>
              </c:pt>
              <c:pt idx="94">
                <c:v>6.202028524893199</c:v>
              </c:pt>
              <c:pt idx="95">
                <c:v>6.202028524893199</c:v>
              </c:pt>
              <c:pt idx="96">
                <c:v>6.202028524893199</c:v>
              </c:pt>
              <c:pt idx="97">
                <c:v>6.202028524893199</c:v>
              </c:pt>
              <c:pt idx="98">
                <c:v>6.202028524893199</c:v>
              </c:pt>
              <c:pt idx="99">
                <c:v>6.202028524893199</c:v>
              </c:pt>
              <c:pt idx="100">
                <c:v>6.202028524893199</c:v>
              </c:pt>
              <c:pt idx="101">
                <c:v>6.202028524893199</c:v>
              </c:pt>
              <c:pt idx="102">
                <c:v>6.202028524893199</c:v>
              </c:pt>
              <c:pt idx="103">
                <c:v>6.202028524893199</c:v>
              </c:pt>
              <c:pt idx="104">
                <c:v>6.202028524893199</c:v>
              </c:pt>
              <c:pt idx="105">
                <c:v>6.202028524893199</c:v>
              </c:pt>
              <c:pt idx="106">
                <c:v>6.202028524893199</c:v>
              </c:pt>
              <c:pt idx="107">
                <c:v>6.202028524893199</c:v>
              </c:pt>
              <c:pt idx="108">
                <c:v>6.202028524893199</c:v>
              </c:pt>
              <c:pt idx="109">
                <c:v>6.202028524893199</c:v>
              </c:pt>
              <c:pt idx="110">
                <c:v>6.202028524893199</c:v>
              </c:pt>
              <c:pt idx="111">
                <c:v>6.202028524893199</c:v>
              </c:pt>
              <c:pt idx="112">
                <c:v>6.202028524893199</c:v>
              </c:pt>
              <c:pt idx="113">
                <c:v>6.202028524893199</c:v>
              </c:pt>
              <c:pt idx="114">
                <c:v>6.202028524893199</c:v>
              </c:pt>
              <c:pt idx="115">
                <c:v>6.202028524893199</c:v>
              </c:pt>
              <c:pt idx="116">
                <c:v>6.202028524893199</c:v>
              </c:pt>
              <c:pt idx="117">
                <c:v>6.202028524893199</c:v>
              </c:pt>
              <c:pt idx="118">
                <c:v>6.202028524893199</c:v>
              </c:pt>
              <c:pt idx="119">
                <c:v>6.202028524893199</c:v>
              </c:pt>
              <c:pt idx="120">
                <c:v>6.202028524893199</c:v>
              </c:pt>
              <c:pt idx="121">
                <c:v>6.202028524893199</c:v>
              </c:pt>
              <c:pt idx="122">
                <c:v>6.202028524893199</c:v>
              </c:pt>
              <c:pt idx="123">
                <c:v>6.202028524893199</c:v>
              </c:pt>
              <c:pt idx="124">
                <c:v>6.202028524893199</c:v>
              </c:pt>
              <c:pt idx="125">
                <c:v>6.202028524893199</c:v>
              </c:pt>
              <c:pt idx="126">
                <c:v>6.202028524893199</c:v>
              </c:pt>
              <c:pt idx="127">
                <c:v>6.202028524893199</c:v>
              </c:pt>
              <c:pt idx="128">
                <c:v>6.202028524893199</c:v>
              </c:pt>
              <c:pt idx="129">
                <c:v>6.202028524893199</c:v>
              </c:pt>
              <c:pt idx="130">
                <c:v>6.202028524893199</c:v>
              </c:pt>
              <c:pt idx="131">
                <c:v>6.202028524893199</c:v>
              </c:pt>
              <c:pt idx="132">
                <c:v>6.202028524893199</c:v>
              </c:pt>
              <c:pt idx="133">
                <c:v>6.202028524893199</c:v>
              </c:pt>
              <c:pt idx="134">
                <c:v>6.202028524893199</c:v>
              </c:pt>
              <c:pt idx="135">
                <c:v>6.202028524893199</c:v>
              </c:pt>
              <c:pt idx="136">
                <c:v>6.202028524893199</c:v>
              </c:pt>
              <c:pt idx="137">
                <c:v>6.202028524893199</c:v>
              </c:pt>
              <c:pt idx="138">
                <c:v>6.202028524893199</c:v>
              </c:pt>
              <c:pt idx="139">
                <c:v>6.202028524893199</c:v>
              </c:pt>
              <c:pt idx="140">
                <c:v>6.202028524893199</c:v>
              </c:pt>
              <c:pt idx="141">
                <c:v>6.202028524893199</c:v>
              </c:pt>
              <c:pt idx="142">
                <c:v>6.202028524893199</c:v>
              </c:pt>
              <c:pt idx="143">
                <c:v>6.202028524893199</c:v>
              </c:pt>
              <c:pt idx="144">
                <c:v>6.202028524893199</c:v>
              </c:pt>
              <c:pt idx="145">
                <c:v>6.202028524893199</c:v>
              </c:pt>
              <c:pt idx="146">
                <c:v>6.202028524893199</c:v>
              </c:pt>
              <c:pt idx="147">
                <c:v>6.202028524893199</c:v>
              </c:pt>
              <c:pt idx="148">
                <c:v>6.202028524893199</c:v>
              </c:pt>
              <c:pt idx="149">
                <c:v>6.202028524893199</c:v>
              </c:pt>
              <c:pt idx="150">
                <c:v>6.202028524893199</c:v>
              </c:pt>
              <c:pt idx="151">
                <c:v>6.202028524893199</c:v>
              </c:pt>
              <c:pt idx="152">
                <c:v>6.202028524893199</c:v>
              </c:pt>
              <c:pt idx="153">
                <c:v>6.202028524893199</c:v>
              </c:pt>
              <c:pt idx="154">
                <c:v>6.202028524893199</c:v>
              </c:pt>
              <c:pt idx="155">
                <c:v>6.202028524893199</c:v>
              </c:pt>
              <c:pt idx="156">
                <c:v>6.202028524893199</c:v>
              </c:pt>
              <c:pt idx="157">
                <c:v>6.202028524893199</c:v>
              </c:pt>
              <c:pt idx="158">
                <c:v>6.202028524893199</c:v>
              </c:pt>
              <c:pt idx="159">
                <c:v>6.202028524893199</c:v>
              </c:pt>
              <c:pt idx="160">
                <c:v>6.202028524893199</c:v>
              </c:pt>
              <c:pt idx="161">
                <c:v>6.202028524893199</c:v>
              </c:pt>
              <c:pt idx="162">
                <c:v>6.202028524893199</c:v>
              </c:pt>
              <c:pt idx="163">
                <c:v>6.202028524893199</c:v>
              </c:pt>
              <c:pt idx="164">
                <c:v>6.202028524893199</c:v>
              </c:pt>
              <c:pt idx="165">
                <c:v>6.202028524893199</c:v>
              </c:pt>
              <c:pt idx="166">
                <c:v>6.202028524893199</c:v>
              </c:pt>
              <c:pt idx="167">
                <c:v>6.202028524893199</c:v>
              </c:pt>
              <c:pt idx="168">
                <c:v>6.202028524893199</c:v>
              </c:pt>
              <c:pt idx="169">
                <c:v>6.202028524893199</c:v>
              </c:pt>
              <c:pt idx="170">
                <c:v>6.202028524893199</c:v>
              </c:pt>
              <c:pt idx="171">
                <c:v>6.202028524893199</c:v>
              </c:pt>
              <c:pt idx="172">
                <c:v>6.202028524893199</c:v>
              </c:pt>
              <c:pt idx="173">
                <c:v>6.202028524893199</c:v>
              </c:pt>
              <c:pt idx="174">
                <c:v>6.202028524893199</c:v>
              </c:pt>
              <c:pt idx="175">
                <c:v>6.202028524893199</c:v>
              </c:pt>
              <c:pt idx="176">
                <c:v>6.202028524893199</c:v>
              </c:pt>
              <c:pt idx="177">
                <c:v>6.202028524893199</c:v>
              </c:pt>
              <c:pt idx="178">
                <c:v>6.202028524893199</c:v>
              </c:pt>
              <c:pt idx="179">
                <c:v>6.202028524893199</c:v>
              </c:pt>
              <c:pt idx="180">
                <c:v>6.202028524893199</c:v>
              </c:pt>
              <c:pt idx="181">
                <c:v>6.202028524893199</c:v>
              </c:pt>
              <c:pt idx="182">
                <c:v>6.202028524893199</c:v>
              </c:pt>
              <c:pt idx="183">
                <c:v>6.202028524893199</c:v>
              </c:pt>
              <c:pt idx="184">
                <c:v>6.202028524893199</c:v>
              </c:pt>
              <c:pt idx="185">
                <c:v>6.202028524893199</c:v>
              </c:pt>
              <c:pt idx="186">
                <c:v>6.202028524893199</c:v>
              </c:pt>
              <c:pt idx="187">
                <c:v>6.202028524893199</c:v>
              </c:pt>
              <c:pt idx="188">
                <c:v>6.202028524893199</c:v>
              </c:pt>
              <c:pt idx="189">
                <c:v>6.202028524893199</c:v>
              </c:pt>
              <c:pt idx="190">
                <c:v>6.202028524893199</c:v>
              </c:pt>
              <c:pt idx="191">
                <c:v>6.202028524893199</c:v>
              </c:pt>
              <c:pt idx="192">
                <c:v>6.202028524893199</c:v>
              </c:pt>
              <c:pt idx="193">
                <c:v>6.202028524893199</c:v>
              </c:pt>
              <c:pt idx="194">
                <c:v>6.202028524893199</c:v>
              </c:pt>
              <c:pt idx="195">
                <c:v>6.202028524893199</c:v>
              </c:pt>
              <c:pt idx="196">
                <c:v>6.202028524893199</c:v>
              </c:pt>
              <c:pt idx="197">
                <c:v>6.202028524893199</c:v>
              </c:pt>
              <c:pt idx="198">
                <c:v>6.202028524893199</c:v>
              </c:pt>
              <c:pt idx="199">
                <c:v>6.202028524893199</c:v>
              </c:pt>
              <c:pt idx="200">
                <c:v>6.202028524893199</c:v>
              </c:pt>
              <c:pt idx="201">
                <c:v>6.202028524893199</c:v>
              </c:pt>
              <c:pt idx="202">
                <c:v>6.202028524893199</c:v>
              </c:pt>
              <c:pt idx="203">
                <c:v>6.202028524893199</c:v>
              </c:pt>
              <c:pt idx="204">
                <c:v>6.202028524893199</c:v>
              </c:pt>
              <c:pt idx="205">
                <c:v>6.202028524893199</c:v>
              </c:pt>
              <c:pt idx="206">
                <c:v>6.202028524893199</c:v>
              </c:pt>
              <c:pt idx="207">
                <c:v>6.202028524893199</c:v>
              </c:pt>
              <c:pt idx="208">
                <c:v>6.202028524893199</c:v>
              </c:pt>
              <c:pt idx="209">
                <c:v>6.202028524893199</c:v>
              </c:pt>
              <c:pt idx="210">
                <c:v>6.202028524893199</c:v>
              </c:pt>
              <c:pt idx="211">
                <c:v>6.202028524893199</c:v>
              </c:pt>
              <c:pt idx="212">
                <c:v>6.202028524893199</c:v>
              </c:pt>
              <c:pt idx="213">
                <c:v>6.202028524893199</c:v>
              </c:pt>
              <c:pt idx="214">
                <c:v>6.202028524893199</c:v>
              </c:pt>
              <c:pt idx="215">
                <c:v>6.202028524893199</c:v>
              </c:pt>
              <c:pt idx="216">
                <c:v>6.202028524893199</c:v>
              </c:pt>
              <c:pt idx="217">
                <c:v>6.202028524893199</c:v>
              </c:pt>
              <c:pt idx="218">
                <c:v>6.202028524893199</c:v>
              </c:pt>
              <c:pt idx="219">
                <c:v>6.202028524893199</c:v>
              </c:pt>
              <c:pt idx="220">
                <c:v>6.202028524893199</c:v>
              </c:pt>
              <c:pt idx="221">
                <c:v>6.202028524893199</c:v>
              </c:pt>
              <c:pt idx="222">
                <c:v>6.202028524893199</c:v>
              </c:pt>
              <c:pt idx="223">
                <c:v>6.202028524893199</c:v>
              </c:pt>
              <c:pt idx="224">
                <c:v>6.202028524893199</c:v>
              </c:pt>
              <c:pt idx="225">
                <c:v>6.202028524893199</c:v>
              </c:pt>
              <c:pt idx="226">
                <c:v>6.202028524893199</c:v>
              </c:pt>
              <c:pt idx="227">
                <c:v>6.202028524893199</c:v>
              </c:pt>
              <c:pt idx="228">
                <c:v>6.202028524893199</c:v>
              </c:pt>
              <c:pt idx="229">
                <c:v>6.202028524893199</c:v>
              </c:pt>
              <c:pt idx="230">
                <c:v>6.202028524893199</c:v>
              </c:pt>
              <c:pt idx="231">
                <c:v>6.202028524893199</c:v>
              </c:pt>
              <c:pt idx="232">
                <c:v>6.202028524893199</c:v>
              </c:pt>
              <c:pt idx="233">
                <c:v>6.202028524893199</c:v>
              </c:pt>
              <c:pt idx="234">
                <c:v>6.202028524893199</c:v>
              </c:pt>
              <c:pt idx="235">
                <c:v>6.202028524893199</c:v>
              </c:pt>
              <c:pt idx="236">
                <c:v>6.202028524893199</c:v>
              </c:pt>
              <c:pt idx="237">
                <c:v>6.202028524893199</c:v>
              </c:pt>
              <c:pt idx="238">
                <c:v>6.202028524893199</c:v>
              </c:pt>
              <c:pt idx="239">
                <c:v>6.202028524893199</c:v>
              </c:pt>
              <c:pt idx="240">
                <c:v>6.202028524893199</c:v>
              </c:pt>
              <c:pt idx="241">
                <c:v>6.202028524893199</c:v>
              </c:pt>
              <c:pt idx="242">
                <c:v>6.202028524893199</c:v>
              </c:pt>
              <c:pt idx="243">
                <c:v>6.202028524893199</c:v>
              </c:pt>
              <c:pt idx="244">
                <c:v>6.202028524893199</c:v>
              </c:pt>
              <c:pt idx="245">
                <c:v>6.202028524893199</c:v>
              </c:pt>
              <c:pt idx="246">
                <c:v>6.202028524893199</c:v>
              </c:pt>
              <c:pt idx="247">
                <c:v>6.202028524893199</c:v>
              </c:pt>
              <c:pt idx="248">
                <c:v>6.202028524893199</c:v>
              </c:pt>
              <c:pt idx="249">
                <c:v>6.202028524893199</c:v>
              </c:pt>
              <c:pt idx="250">
                <c:v>6.202028524893199</c:v>
              </c:pt>
              <c:pt idx="251">
                <c:v>6.202028524893199</c:v>
              </c:pt>
              <c:pt idx="252">
                <c:v>6.202028524893199</c:v>
              </c:pt>
              <c:pt idx="253">
                <c:v>6.202028524893199</c:v>
              </c:pt>
              <c:pt idx="254">
                <c:v>6.202028524893199</c:v>
              </c:pt>
              <c:pt idx="255">
                <c:v>6.202028524893199</c:v>
              </c:pt>
              <c:pt idx="256">
                <c:v>6.202028524893199</c:v>
              </c:pt>
              <c:pt idx="257">
                <c:v>6.202028524893199</c:v>
              </c:pt>
              <c:pt idx="258">
                <c:v>6.202028524893199</c:v>
              </c:pt>
              <c:pt idx="259">
                <c:v>6.202028524893199</c:v>
              </c:pt>
              <c:pt idx="260">
                <c:v>6.202028524893199</c:v>
              </c:pt>
              <c:pt idx="261">
                <c:v>6.202028524893199</c:v>
              </c:pt>
              <c:pt idx="262">
                <c:v>6.202028524893199</c:v>
              </c:pt>
              <c:pt idx="263">
                <c:v>6.202028524893199</c:v>
              </c:pt>
              <c:pt idx="264">
                <c:v>6.202028524893199</c:v>
              </c:pt>
              <c:pt idx="265">
                <c:v>6.202028524893199</c:v>
              </c:pt>
              <c:pt idx="266">
                <c:v>6.202028524893199</c:v>
              </c:pt>
              <c:pt idx="267">
                <c:v>6.202028524893199</c:v>
              </c:pt>
              <c:pt idx="268">
                <c:v>6.202028524893199</c:v>
              </c:pt>
              <c:pt idx="269">
                <c:v>6.202028524893199</c:v>
              </c:pt>
              <c:pt idx="270">
                <c:v>6.202028524893199</c:v>
              </c:pt>
              <c:pt idx="271">
                <c:v>6.202028524893199</c:v>
              </c:pt>
              <c:pt idx="272">
                <c:v>6.202028524893199</c:v>
              </c:pt>
              <c:pt idx="273">
                <c:v>6.202028524893199</c:v>
              </c:pt>
              <c:pt idx="274">
                <c:v>6.202028524893199</c:v>
              </c:pt>
              <c:pt idx="275">
                <c:v>6.202028524893199</c:v>
              </c:pt>
              <c:pt idx="276">
                <c:v>6.202028524893199</c:v>
              </c:pt>
              <c:pt idx="277">
                <c:v>6.202028524893199</c:v>
              </c:pt>
              <c:pt idx="278">
                <c:v>6.202028524893199</c:v>
              </c:pt>
              <c:pt idx="279">
                <c:v>6.202028524893199</c:v>
              </c:pt>
              <c:pt idx="280">
                <c:v>6.202028524893199</c:v>
              </c:pt>
              <c:pt idx="281">
                <c:v>6.202028524893199</c:v>
              </c:pt>
              <c:pt idx="282">
                <c:v>6.202028524893199</c:v>
              </c:pt>
              <c:pt idx="283">
                <c:v>6.202028524893199</c:v>
              </c:pt>
              <c:pt idx="284">
                <c:v>6.202028524893199</c:v>
              </c:pt>
              <c:pt idx="285">
                <c:v>6.202028524893199</c:v>
              </c:pt>
              <c:pt idx="286">
                <c:v>6.202028524893199</c:v>
              </c:pt>
              <c:pt idx="287">
                <c:v>6.202028524893199</c:v>
              </c:pt>
              <c:pt idx="288">
                <c:v>6.202028524893199</c:v>
              </c:pt>
              <c:pt idx="289">
                <c:v>6.202028524893199</c:v>
              </c:pt>
              <c:pt idx="290">
                <c:v>6.202028524893199</c:v>
              </c:pt>
              <c:pt idx="291">
                <c:v>6.202028524893199</c:v>
              </c:pt>
              <c:pt idx="292">
                <c:v>6.202028524893199</c:v>
              </c:pt>
              <c:pt idx="293">
                <c:v>6.202028524893199</c:v>
              </c:pt>
              <c:pt idx="294">
                <c:v>6.202028524893199</c:v>
              </c:pt>
              <c:pt idx="295">
                <c:v>6.202028524893199</c:v>
              </c:pt>
              <c:pt idx="296">
                <c:v>6.202028524893199</c:v>
              </c:pt>
              <c:pt idx="297">
                <c:v>6.202028524893199</c:v>
              </c:pt>
              <c:pt idx="298">
                <c:v>6.202028524893199</c:v>
              </c:pt>
              <c:pt idx="299">
                <c:v>6.202028524893199</c:v>
              </c:pt>
              <c:pt idx="300">
                <c:v>6.202028524893199</c:v>
              </c:pt>
              <c:pt idx="301">
                <c:v>6.202028524893199</c:v>
              </c:pt>
              <c:pt idx="302">
                <c:v>6.202028524893199</c:v>
              </c:pt>
              <c:pt idx="303">
                <c:v>6.202028524893199</c:v>
              </c:pt>
              <c:pt idx="304">
                <c:v>6.202028524893199</c:v>
              </c:pt>
              <c:pt idx="305">
                <c:v>6.202028524893199</c:v>
              </c:pt>
              <c:pt idx="306">
                <c:v>6.202028524893199</c:v>
              </c:pt>
              <c:pt idx="307">
                <c:v>6.202028524893199</c:v>
              </c:pt>
              <c:pt idx="308">
                <c:v>6.202028524893199</c:v>
              </c:pt>
              <c:pt idx="309">
                <c:v>6.202028524893199</c:v>
              </c:pt>
              <c:pt idx="310">
                <c:v>6.202028524893199</c:v>
              </c:pt>
              <c:pt idx="311">
                <c:v>6.202028524893199</c:v>
              </c:pt>
              <c:pt idx="312">
                <c:v>6.202028524893199</c:v>
              </c:pt>
              <c:pt idx="313">
                <c:v>6.202028524893199</c:v>
              </c:pt>
              <c:pt idx="314">
                <c:v>6.202028524893199</c:v>
              </c:pt>
              <c:pt idx="315">
                <c:v>6.202028524893199</c:v>
              </c:pt>
              <c:pt idx="316">
                <c:v>6.202028524893199</c:v>
              </c:pt>
              <c:pt idx="317">
                <c:v>6.202028524893199</c:v>
              </c:pt>
              <c:pt idx="318">
                <c:v>6.202028524893199</c:v>
              </c:pt>
              <c:pt idx="319">
                <c:v>6.202028524893199</c:v>
              </c:pt>
              <c:pt idx="320">
                <c:v>6.202028524893199</c:v>
              </c:pt>
              <c:pt idx="321">
                <c:v>6.202028524893199</c:v>
              </c:pt>
              <c:pt idx="322">
                <c:v>6.202028524893199</c:v>
              </c:pt>
              <c:pt idx="323">
                <c:v>6.202028524893199</c:v>
              </c:pt>
              <c:pt idx="324">
                <c:v>6.202028524893199</c:v>
              </c:pt>
              <c:pt idx="325">
                <c:v>6.202028524893199</c:v>
              </c:pt>
              <c:pt idx="326">
                <c:v>6.202028524893199</c:v>
              </c:pt>
              <c:pt idx="327">
                <c:v>6.202028524893199</c:v>
              </c:pt>
              <c:pt idx="328">
                <c:v>6.202028524893199</c:v>
              </c:pt>
              <c:pt idx="329">
                <c:v>6.202028524893199</c:v>
              </c:pt>
              <c:pt idx="330">
                <c:v>6.202028524893199</c:v>
              </c:pt>
              <c:pt idx="331">
                <c:v>6.202028524893199</c:v>
              </c:pt>
              <c:pt idx="332">
                <c:v>6.202028524893199</c:v>
              </c:pt>
              <c:pt idx="333">
                <c:v>6.202028524893199</c:v>
              </c:pt>
              <c:pt idx="334">
                <c:v>6.202028524893199</c:v>
              </c:pt>
              <c:pt idx="335">
                <c:v>6.202028524893199</c:v>
              </c:pt>
              <c:pt idx="336">
                <c:v>6.202028524893199</c:v>
              </c:pt>
              <c:pt idx="337">
                <c:v>6.202028524893199</c:v>
              </c:pt>
              <c:pt idx="338">
                <c:v>6.202028524893199</c:v>
              </c:pt>
              <c:pt idx="339">
                <c:v>6.202028524893199</c:v>
              </c:pt>
              <c:pt idx="340">
                <c:v>6.202028524893199</c:v>
              </c:pt>
              <c:pt idx="341">
                <c:v>6.202028524893199</c:v>
              </c:pt>
              <c:pt idx="342">
                <c:v>6.202028524893199</c:v>
              </c:pt>
              <c:pt idx="343">
                <c:v>6.202028524893199</c:v>
              </c:pt>
              <c:pt idx="344">
                <c:v>6.202028524893199</c:v>
              </c:pt>
              <c:pt idx="345">
                <c:v>6.202028524893199</c:v>
              </c:pt>
              <c:pt idx="346">
                <c:v>6.202028524893199</c:v>
              </c:pt>
              <c:pt idx="347">
                <c:v>6.202028524893199</c:v>
              </c:pt>
              <c:pt idx="348">
                <c:v>6.202028524893199</c:v>
              </c:pt>
              <c:pt idx="349">
                <c:v>6.202028524893199</c:v>
              </c:pt>
              <c:pt idx="350">
                <c:v>6.202028524893199</c:v>
              </c:pt>
              <c:pt idx="351">
                <c:v>6.202028524893199</c:v>
              </c:pt>
              <c:pt idx="352">
                <c:v>6.202028524893199</c:v>
              </c:pt>
              <c:pt idx="353">
                <c:v>6.202028524893199</c:v>
              </c:pt>
              <c:pt idx="354">
                <c:v>6.202028524893199</c:v>
              </c:pt>
              <c:pt idx="355">
                <c:v>6.202028524893199</c:v>
              </c:pt>
              <c:pt idx="356">
                <c:v>6.202028524893199</c:v>
              </c:pt>
              <c:pt idx="357">
                <c:v>6.202028524893199</c:v>
              </c:pt>
              <c:pt idx="358">
                <c:v>6.202028524893199</c:v>
              </c:pt>
              <c:pt idx="359">
                <c:v>6.202028524893199</c:v>
              </c:pt>
              <c:pt idx="360">
                <c:v>6.202028524893199</c:v>
              </c:pt>
              <c:pt idx="361">
                <c:v>6.202028524893199</c:v>
              </c:pt>
              <c:pt idx="362">
                <c:v>6.202028524893199</c:v>
              </c:pt>
              <c:pt idx="363">
                <c:v>6.202028524893199</c:v>
              </c:pt>
              <c:pt idx="364">
                <c:v>6.202028524893199</c:v>
              </c:pt>
              <c:pt idx="365">
                <c:v>6.202028524893199</c:v>
              </c:pt>
              <c:pt idx="366">
                <c:v>6.202028524893199</c:v>
              </c:pt>
              <c:pt idx="367">
                <c:v>6.202028524893199</c:v>
              </c:pt>
              <c:pt idx="368">
                <c:v>6.202028524893199</c:v>
              </c:pt>
              <c:pt idx="369">
                <c:v>6.202028524893199</c:v>
              </c:pt>
              <c:pt idx="370">
                <c:v>6.202028524893199</c:v>
              </c:pt>
              <c:pt idx="371">
                <c:v>6.202028524893199</c:v>
              </c:pt>
              <c:pt idx="372">
                <c:v>6.202028524893199</c:v>
              </c:pt>
              <c:pt idx="373">
                <c:v>6.202028524893199</c:v>
              </c:pt>
              <c:pt idx="374">
                <c:v>6.202028524893199</c:v>
              </c:pt>
              <c:pt idx="375">
                <c:v>6.202028524893199</c:v>
              </c:pt>
              <c:pt idx="376">
                <c:v>6.202028524893199</c:v>
              </c:pt>
              <c:pt idx="377">
                <c:v>6.202028524893199</c:v>
              </c:pt>
              <c:pt idx="378">
                <c:v>6.202028524893199</c:v>
              </c:pt>
              <c:pt idx="379">
                <c:v>6.202028524893199</c:v>
              </c:pt>
              <c:pt idx="380">
                <c:v>6.202028524893199</c:v>
              </c:pt>
              <c:pt idx="381">
                <c:v>6.202028524893199</c:v>
              </c:pt>
              <c:pt idx="382">
                <c:v>6.202028524893199</c:v>
              </c:pt>
              <c:pt idx="383">
                <c:v>6.202028524893199</c:v>
              </c:pt>
              <c:pt idx="384">
                <c:v>6.202028524893199</c:v>
              </c:pt>
              <c:pt idx="385">
                <c:v>6.202028524893199</c:v>
              </c:pt>
              <c:pt idx="386">
                <c:v>6.202028524893199</c:v>
              </c:pt>
              <c:pt idx="387">
                <c:v>6.202028524893199</c:v>
              </c:pt>
              <c:pt idx="388">
                <c:v>6.202028524893199</c:v>
              </c:pt>
              <c:pt idx="389">
                <c:v>6.202028524893199</c:v>
              </c:pt>
              <c:pt idx="390">
                <c:v>6.202028524893199</c:v>
              </c:pt>
              <c:pt idx="391">
                <c:v>6.202028524893199</c:v>
              </c:pt>
              <c:pt idx="392">
                <c:v>6.202028524893199</c:v>
              </c:pt>
              <c:pt idx="393">
                <c:v>6.202028524893199</c:v>
              </c:pt>
              <c:pt idx="394">
                <c:v>6.202028524893199</c:v>
              </c:pt>
              <c:pt idx="395">
                <c:v>6.202028524893199</c:v>
              </c:pt>
              <c:pt idx="396">
                <c:v>6.202028524893199</c:v>
              </c:pt>
              <c:pt idx="397">
                <c:v>6.202028524893199</c:v>
              </c:pt>
              <c:pt idx="398">
                <c:v>6.202028524893199</c:v>
              </c:pt>
              <c:pt idx="399">
                <c:v>6.202028524893199</c:v>
              </c:pt>
              <c:pt idx="400">
                <c:v>6.202028524893199</c:v>
              </c:pt>
              <c:pt idx="401">
                <c:v>6.202028524893199</c:v>
              </c:pt>
              <c:pt idx="402">
                <c:v>6.202028524893199</c:v>
              </c:pt>
              <c:pt idx="403">
                <c:v>6.202028524893199</c:v>
              </c:pt>
              <c:pt idx="404">
                <c:v>6.202028524893199</c:v>
              </c:pt>
              <c:pt idx="405">
                <c:v>6.202028524893199</c:v>
              </c:pt>
              <c:pt idx="406">
                <c:v>6.202028524893199</c:v>
              </c:pt>
              <c:pt idx="407">
                <c:v>6.202028524893199</c:v>
              </c:pt>
              <c:pt idx="408">
                <c:v>6.202028524893199</c:v>
              </c:pt>
              <c:pt idx="409">
                <c:v>6.202028524893199</c:v>
              </c:pt>
              <c:pt idx="410">
                <c:v>6.202028524893199</c:v>
              </c:pt>
              <c:pt idx="411">
                <c:v>6.202028524893199</c:v>
              </c:pt>
              <c:pt idx="412">
                <c:v>6.202028524893199</c:v>
              </c:pt>
              <c:pt idx="413">
                <c:v>6.202028524893199</c:v>
              </c:pt>
              <c:pt idx="414">
                <c:v>6.202028524893199</c:v>
              </c:pt>
              <c:pt idx="415">
                <c:v>6.202028524893199</c:v>
              </c:pt>
              <c:pt idx="416">
                <c:v>6.202028524893199</c:v>
              </c:pt>
              <c:pt idx="417">
                <c:v>6.202028524893199</c:v>
              </c:pt>
              <c:pt idx="418">
                <c:v>6.202028524893199</c:v>
              </c:pt>
              <c:pt idx="419">
                <c:v>6.202028524893199</c:v>
              </c:pt>
              <c:pt idx="420">
                <c:v>6.202028524893199</c:v>
              </c:pt>
              <c:pt idx="421">
                <c:v>6.202028524893199</c:v>
              </c:pt>
              <c:pt idx="422">
                <c:v>6.202028524893199</c:v>
              </c:pt>
              <c:pt idx="423">
                <c:v>6.202028524893199</c:v>
              </c:pt>
              <c:pt idx="424">
                <c:v>6.202028524893199</c:v>
              </c:pt>
              <c:pt idx="425">
                <c:v>6.202028524893199</c:v>
              </c:pt>
              <c:pt idx="426">
                <c:v>6.202028524893199</c:v>
              </c:pt>
              <c:pt idx="427">
                <c:v>6.202028524893199</c:v>
              </c:pt>
              <c:pt idx="428">
                <c:v>6.202028524893199</c:v>
              </c:pt>
              <c:pt idx="429">
                <c:v>6.202028524893199</c:v>
              </c:pt>
              <c:pt idx="430">
                <c:v>6.202028524893199</c:v>
              </c:pt>
              <c:pt idx="431">
                <c:v>6.202028524893199</c:v>
              </c:pt>
              <c:pt idx="432">
                <c:v>6.202028524893199</c:v>
              </c:pt>
              <c:pt idx="433">
                <c:v>6.202028524893199</c:v>
              </c:pt>
              <c:pt idx="434">
                <c:v>6.202028524893199</c:v>
              </c:pt>
              <c:pt idx="435">
                <c:v>6.202028524893199</c:v>
              </c:pt>
              <c:pt idx="436">
                <c:v>6.202028524893199</c:v>
              </c:pt>
              <c:pt idx="437">
                <c:v>6.202028524893199</c:v>
              </c:pt>
              <c:pt idx="438">
                <c:v>6.202028524893199</c:v>
              </c:pt>
              <c:pt idx="439">
                <c:v>6.202028524893199</c:v>
              </c:pt>
              <c:pt idx="440">
                <c:v>6.202028524893199</c:v>
              </c:pt>
              <c:pt idx="441">
                <c:v>6.202028524893199</c:v>
              </c:pt>
              <c:pt idx="442">
                <c:v>6.202028524893199</c:v>
              </c:pt>
              <c:pt idx="443">
                <c:v>6.202028524893199</c:v>
              </c:pt>
              <c:pt idx="444">
                <c:v>6.202028524893199</c:v>
              </c:pt>
              <c:pt idx="445">
                <c:v>6.202028524893199</c:v>
              </c:pt>
              <c:pt idx="446">
                <c:v>6.202028524893199</c:v>
              </c:pt>
              <c:pt idx="447">
                <c:v>6.202028524893199</c:v>
              </c:pt>
            </c:numLit>
          </c:yVal>
          <c:smooth val="0"/>
        </c:ser>
        <c:ser>
          <c:idx val="11"/>
          <c:order val="11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48"/>
              <c:pt idx="0">
                <c:v>1.899731544736432</c:v>
              </c:pt>
              <c:pt idx="1">
                <c:v>1.899731544736432</c:v>
              </c:pt>
              <c:pt idx="2">
                <c:v>1.899731544736432</c:v>
              </c:pt>
              <c:pt idx="3">
                <c:v>1.899731544736432</c:v>
              </c:pt>
              <c:pt idx="4">
                <c:v>1.899731544736432</c:v>
              </c:pt>
              <c:pt idx="5">
                <c:v>1.899731544736432</c:v>
              </c:pt>
              <c:pt idx="6">
                <c:v>1.899731544736432</c:v>
              </c:pt>
              <c:pt idx="7">
                <c:v>1.899731544736432</c:v>
              </c:pt>
              <c:pt idx="8">
                <c:v>1.899731544736432</c:v>
              </c:pt>
              <c:pt idx="9">
                <c:v>1.899731544736432</c:v>
              </c:pt>
              <c:pt idx="10">
                <c:v>1.899731544736432</c:v>
              </c:pt>
              <c:pt idx="11">
                <c:v>1.899731544736432</c:v>
              </c:pt>
              <c:pt idx="12">
                <c:v>1.899731544736432</c:v>
              </c:pt>
              <c:pt idx="13">
                <c:v>1.899731544736432</c:v>
              </c:pt>
              <c:pt idx="14">
                <c:v>1.899731544736432</c:v>
              </c:pt>
              <c:pt idx="15">
                <c:v>1.899731544736432</c:v>
              </c:pt>
              <c:pt idx="16">
                <c:v>1.899731544736432</c:v>
              </c:pt>
              <c:pt idx="17">
                <c:v>1.899731544736432</c:v>
              </c:pt>
              <c:pt idx="18">
                <c:v>1.899731544736432</c:v>
              </c:pt>
              <c:pt idx="19">
                <c:v>1.899731544736432</c:v>
              </c:pt>
              <c:pt idx="20">
                <c:v>1.899731544736432</c:v>
              </c:pt>
              <c:pt idx="21">
                <c:v>1.899731544736432</c:v>
              </c:pt>
              <c:pt idx="22">
                <c:v>1.899731544736432</c:v>
              </c:pt>
              <c:pt idx="23">
                <c:v>1.899731544736432</c:v>
              </c:pt>
              <c:pt idx="24">
                <c:v>1.899731544736432</c:v>
              </c:pt>
              <c:pt idx="25">
                <c:v>1.899731544736432</c:v>
              </c:pt>
              <c:pt idx="26">
                <c:v>1.899731544736432</c:v>
              </c:pt>
              <c:pt idx="27">
                <c:v>1.899731544736432</c:v>
              </c:pt>
              <c:pt idx="28">
                <c:v>1.899731544736432</c:v>
              </c:pt>
              <c:pt idx="29">
                <c:v>1.899731544736432</c:v>
              </c:pt>
              <c:pt idx="30">
                <c:v>1.899731544736432</c:v>
              </c:pt>
              <c:pt idx="31">
                <c:v>1.899731544736432</c:v>
              </c:pt>
              <c:pt idx="32">
                <c:v>1.899731544736432</c:v>
              </c:pt>
              <c:pt idx="33">
                <c:v>1.899731544736432</c:v>
              </c:pt>
              <c:pt idx="34">
                <c:v>1.899731544736432</c:v>
              </c:pt>
              <c:pt idx="35">
                <c:v>1.899731544736432</c:v>
              </c:pt>
              <c:pt idx="36">
                <c:v>1.899731544736432</c:v>
              </c:pt>
              <c:pt idx="37">
                <c:v>1.899731544736432</c:v>
              </c:pt>
              <c:pt idx="38">
                <c:v>1.899731544736432</c:v>
              </c:pt>
              <c:pt idx="39">
                <c:v>1.899731544736432</c:v>
              </c:pt>
              <c:pt idx="40">
                <c:v>1.899731544736432</c:v>
              </c:pt>
              <c:pt idx="41">
                <c:v>1.899731544736432</c:v>
              </c:pt>
              <c:pt idx="42">
                <c:v>1.899731544736432</c:v>
              </c:pt>
              <c:pt idx="43">
                <c:v>1.899731544736432</c:v>
              </c:pt>
              <c:pt idx="44">
                <c:v>1.899731544736432</c:v>
              </c:pt>
              <c:pt idx="45">
                <c:v>1.899731544736432</c:v>
              </c:pt>
              <c:pt idx="46">
                <c:v>1.899731544736432</c:v>
              </c:pt>
              <c:pt idx="47">
                <c:v>1.899731544736432</c:v>
              </c:pt>
              <c:pt idx="48">
                <c:v>1.899731544736432</c:v>
              </c:pt>
              <c:pt idx="49">
                <c:v>1.899731544736432</c:v>
              </c:pt>
              <c:pt idx="50">
                <c:v>1.899731544736432</c:v>
              </c:pt>
              <c:pt idx="51">
                <c:v>1.899731544736432</c:v>
              </c:pt>
              <c:pt idx="52">
                <c:v>1.899731544736432</c:v>
              </c:pt>
              <c:pt idx="53">
                <c:v>1.899731544736432</c:v>
              </c:pt>
              <c:pt idx="54">
                <c:v>1.899731544736432</c:v>
              </c:pt>
              <c:pt idx="55">
                <c:v>1.899731544736432</c:v>
              </c:pt>
              <c:pt idx="56">
                <c:v>1.899731544736432</c:v>
              </c:pt>
              <c:pt idx="57">
                <c:v>1.899731544736432</c:v>
              </c:pt>
              <c:pt idx="58">
                <c:v>1.899731544736432</c:v>
              </c:pt>
              <c:pt idx="59">
                <c:v>1.899731544736432</c:v>
              </c:pt>
              <c:pt idx="60">
                <c:v>1.899731544736432</c:v>
              </c:pt>
              <c:pt idx="61">
                <c:v>1.899731544736432</c:v>
              </c:pt>
              <c:pt idx="62">
                <c:v>1.899731544736432</c:v>
              </c:pt>
              <c:pt idx="63">
                <c:v>1.899731544736432</c:v>
              </c:pt>
              <c:pt idx="64">
                <c:v>1.899731544736432</c:v>
              </c:pt>
              <c:pt idx="65">
                <c:v>1.899731544736432</c:v>
              </c:pt>
              <c:pt idx="66">
                <c:v>1.899731544736432</c:v>
              </c:pt>
              <c:pt idx="67">
                <c:v>1.899731544736432</c:v>
              </c:pt>
              <c:pt idx="68">
                <c:v>1.899731544736432</c:v>
              </c:pt>
              <c:pt idx="69">
                <c:v>1.899731544736432</c:v>
              </c:pt>
              <c:pt idx="70">
                <c:v>1.899731544736432</c:v>
              </c:pt>
              <c:pt idx="71">
                <c:v>1.899731544736432</c:v>
              </c:pt>
              <c:pt idx="72">
                <c:v>1.899731544736432</c:v>
              </c:pt>
              <c:pt idx="73">
                <c:v>1.899731544736432</c:v>
              </c:pt>
              <c:pt idx="74">
                <c:v>1.899731544736432</c:v>
              </c:pt>
              <c:pt idx="75">
                <c:v>1.899731544736432</c:v>
              </c:pt>
              <c:pt idx="76">
                <c:v>1.899731544736432</c:v>
              </c:pt>
              <c:pt idx="77">
                <c:v>1.899731544736432</c:v>
              </c:pt>
              <c:pt idx="78">
                <c:v>1.899731544736432</c:v>
              </c:pt>
              <c:pt idx="79">
                <c:v>1.899731544736432</c:v>
              </c:pt>
              <c:pt idx="80">
                <c:v>1.899731544736432</c:v>
              </c:pt>
              <c:pt idx="81">
                <c:v>1.899731544736432</c:v>
              </c:pt>
              <c:pt idx="82">
                <c:v>1.899731544736432</c:v>
              </c:pt>
              <c:pt idx="83">
                <c:v>1.899731544736432</c:v>
              </c:pt>
              <c:pt idx="84">
                <c:v>1.899731544736432</c:v>
              </c:pt>
              <c:pt idx="85">
                <c:v>1.899731544736432</c:v>
              </c:pt>
              <c:pt idx="86">
                <c:v>1.899731544736432</c:v>
              </c:pt>
              <c:pt idx="87">
                <c:v>1.899731544736432</c:v>
              </c:pt>
              <c:pt idx="88">
                <c:v>1.899731544736432</c:v>
              </c:pt>
              <c:pt idx="89">
                <c:v>1.899731544736432</c:v>
              </c:pt>
              <c:pt idx="90">
                <c:v>1.899731544736432</c:v>
              </c:pt>
              <c:pt idx="91">
                <c:v>1.899731544736432</c:v>
              </c:pt>
              <c:pt idx="92">
                <c:v>1.899731544736432</c:v>
              </c:pt>
              <c:pt idx="93">
                <c:v>1.899731544736432</c:v>
              </c:pt>
              <c:pt idx="94">
                <c:v>1.899731544736432</c:v>
              </c:pt>
              <c:pt idx="95">
                <c:v>1.899731544736432</c:v>
              </c:pt>
              <c:pt idx="96">
                <c:v>1.899731544736432</c:v>
              </c:pt>
              <c:pt idx="97">
                <c:v>1.899731544736432</c:v>
              </c:pt>
              <c:pt idx="98">
                <c:v>1.899731544736432</c:v>
              </c:pt>
              <c:pt idx="99">
                <c:v>1.899731544736432</c:v>
              </c:pt>
              <c:pt idx="100">
                <c:v>1.899731544736432</c:v>
              </c:pt>
              <c:pt idx="101">
                <c:v>1.899731544736432</c:v>
              </c:pt>
              <c:pt idx="102">
                <c:v>1.899731544736432</c:v>
              </c:pt>
              <c:pt idx="103">
                <c:v>1.899731544736432</c:v>
              </c:pt>
              <c:pt idx="104">
                <c:v>1.899731544736432</c:v>
              </c:pt>
              <c:pt idx="105">
                <c:v>1.899731544736432</c:v>
              </c:pt>
              <c:pt idx="106">
                <c:v>1.899731544736432</c:v>
              </c:pt>
              <c:pt idx="107">
                <c:v>1.899731544736432</c:v>
              </c:pt>
              <c:pt idx="108">
                <c:v>1.899731544736432</c:v>
              </c:pt>
              <c:pt idx="109">
                <c:v>1.899731544736432</c:v>
              </c:pt>
              <c:pt idx="110">
                <c:v>1.899731544736432</c:v>
              </c:pt>
              <c:pt idx="111">
                <c:v>1.899731544736432</c:v>
              </c:pt>
              <c:pt idx="112">
                <c:v>1.899731544736432</c:v>
              </c:pt>
              <c:pt idx="113">
                <c:v>1.899731544736432</c:v>
              </c:pt>
              <c:pt idx="114">
                <c:v>1.899731544736432</c:v>
              </c:pt>
              <c:pt idx="115">
                <c:v>1.899731544736432</c:v>
              </c:pt>
              <c:pt idx="116">
                <c:v>1.899731544736432</c:v>
              </c:pt>
              <c:pt idx="117">
                <c:v>1.899731544736432</c:v>
              </c:pt>
              <c:pt idx="118">
                <c:v>1.899731544736432</c:v>
              </c:pt>
              <c:pt idx="119">
                <c:v>1.899731544736432</c:v>
              </c:pt>
              <c:pt idx="120">
                <c:v>1.899731544736432</c:v>
              </c:pt>
              <c:pt idx="121">
                <c:v>1.899731544736432</c:v>
              </c:pt>
              <c:pt idx="122">
                <c:v>1.899731544736432</c:v>
              </c:pt>
              <c:pt idx="123">
                <c:v>1.899731544736432</c:v>
              </c:pt>
              <c:pt idx="124">
                <c:v>1.899731544736432</c:v>
              </c:pt>
              <c:pt idx="125">
                <c:v>1.899731544736432</c:v>
              </c:pt>
              <c:pt idx="126">
                <c:v>1.899731544736432</c:v>
              </c:pt>
              <c:pt idx="127">
                <c:v>1.899731544736432</c:v>
              </c:pt>
              <c:pt idx="128">
                <c:v>1.899731544736432</c:v>
              </c:pt>
              <c:pt idx="129">
                <c:v>1.899731544736432</c:v>
              </c:pt>
              <c:pt idx="130">
                <c:v>1.899731544736432</c:v>
              </c:pt>
              <c:pt idx="131">
                <c:v>1.899731544736432</c:v>
              </c:pt>
              <c:pt idx="132">
                <c:v>1.899731544736432</c:v>
              </c:pt>
              <c:pt idx="133">
                <c:v>1.899731544736432</c:v>
              </c:pt>
              <c:pt idx="134">
                <c:v>1.899731544736432</c:v>
              </c:pt>
              <c:pt idx="135">
                <c:v>1.899731544736432</c:v>
              </c:pt>
              <c:pt idx="136">
                <c:v>1.899731544736432</c:v>
              </c:pt>
              <c:pt idx="137">
                <c:v>1.899731544736432</c:v>
              </c:pt>
              <c:pt idx="138">
                <c:v>1.899731544736432</c:v>
              </c:pt>
              <c:pt idx="139">
                <c:v>1.899731544736432</c:v>
              </c:pt>
              <c:pt idx="140">
                <c:v>1.899731544736432</c:v>
              </c:pt>
              <c:pt idx="141">
                <c:v>1.899731544736432</c:v>
              </c:pt>
              <c:pt idx="142">
                <c:v>1.899731544736432</c:v>
              </c:pt>
              <c:pt idx="143">
                <c:v>1.899731544736432</c:v>
              </c:pt>
              <c:pt idx="144">
                <c:v>1.899731544736432</c:v>
              </c:pt>
              <c:pt idx="145">
                <c:v>1.899731544736432</c:v>
              </c:pt>
              <c:pt idx="146">
                <c:v>1.899731544736432</c:v>
              </c:pt>
              <c:pt idx="147">
                <c:v>1.899731544736432</c:v>
              </c:pt>
              <c:pt idx="148">
                <c:v>1.899731544736432</c:v>
              </c:pt>
              <c:pt idx="149">
                <c:v>1.899731544736432</c:v>
              </c:pt>
              <c:pt idx="150">
                <c:v>1.899731544736432</c:v>
              </c:pt>
              <c:pt idx="151">
                <c:v>1.899731544736432</c:v>
              </c:pt>
              <c:pt idx="152">
                <c:v>1.899731544736432</c:v>
              </c:pt>
              <c:pt idx="153">
                <c:v>1.899731544736432</c:v>
              </c:pt>
              <c:pt idx="154">
                <c:v>1.899731544736432</c:v>
              </c:pt>
              <c:pt idx="155">
                <c:v>1.899731544736432</c:v>
              </c:pt>
              <c:pt idx="156">
                <c:v>1.899731544736432</c:v>
              </c:pt>
              <c:pt idx="157">
                <c:v>1.899731544736432</c:v>
              </c:pt>
              <c:pt idx="158">
                <c:v>1.899731544736432</c:v>
              </c:pt>
              <c:pt idx="159">
                <c:v>1.899731544736432</c:v>
              </c:pt>
              <c:pt idx="160">
                <c:v>1.899731544736432</c:v>
              </c:pt>
              <c:pt idx="161">
                <c:v>1.899731544736432</c:v>
              </c:pt>
              <c:pt idx="162">
                <c:v>1.899731544736432</c:v>
              </c:pt>
              <c:pt idx="163">
                <c:v>1.899731544736432</c:v>
              </c:pt>
              <c:pt idx="164">
                <c:v>1.899731544736432</c:v>
              </c:pt>
              <c:pt idx="165">
                <c:v>1.899731544736432</c:v>
              </c:pt>
              <c:pt idx="166">
                <c:v>1.899731544736432</c:v>
              </c:pt>
              <c:pt idx="167">
                <c:v>1.899731544736432</c:v>
              </c:pt>
              <c:pt idx="168">
                <c:v>1.899731544736432</c:v>
              </c:pt>
              <c:pt idx="169">
                <c:v>1.899731544736432</c:v>
              </c:pt>
              <c:pt idx="170">
                <c:v>1.899731544736432</c:v>
              </c:pt>
              <c:pt idx="171">
                <c:v>1.899731544736432</c:v>
              </c:pt>
              <c:pt idx="172">
                <c:v>1.899731544736432</c:v>
              </c:pt>
              <c:pt idx="173">
                <c:v>1.899731544736432</c:v>
              </c:pt>
              <c:pt idx="174">
                <c:v>1.899731544736432</c:v>
              </c:pt>
              <c:pt idx="175">
                <c:v>1.899731544736432</c:v>
              </c:pt>
              <c:pt idx="176">
                <c:v>1.899731544736432</c:v>
              </c:pt>
              <c:pt idx="177">
                <c:v>1.899731544736432</c:v>
              </c:pt>
              <c:pt idx="178">
                <c:v>1.899731544736432</c:v>
              </c:pt>
              <c:pt idx="179">
                <c:v>1.899731544736432</c:v>
              </c:pt>
              <c:pt idx="180">
                <c:v>1.899731544736432</c:v>
              </c:pt>
              <c:pt idx="181">
                <c:v>1.899731544736432</c:v>
              </c:pt>
              <c:pt idx="182">
                <c:v>1.899731544736432</c:v>
              </c:pt>
              <c:pt idx="183">
                <c:v>1.899731544736432</c:v>
              </c:pt>
              <c:pt idx="184">
                <c:v>1.899731544736432</c:v>
              </c:pt>
              <c:pt idx="185">
                <c:v>1.899731544736432</c:v>
              </c:pt>
              <c:pt idx="186">
                <c:v>1.899731544736432</c:v>
              </c:pt>
              <c:pt idx="187">
                <c:v>1.899731544736432</c:v>
              </c:pt>
              <c:pt idx="188">
                <c:v>1.899731544736432</c:v>
              </c:pt>
              <c:pt idx="189">
                <c:v>1.899731544736432</c:v>
              </c:pt>
              <c:pt idx="190">
                <c:v>1.899731544736432</c:v>
              </c:pt>
              <c:pt idx="191">
                <c:v>1.899731544736432</c:v>
              </c:pt>
              <c:pt idx="192">
                <c:v>1.899731544736432</c:v>
              </c:pt>
              <c:pt idx="193">
                <c:v>1.899731544736432</c:v>
              </c:pt>
              <c:pt idx="194">
                <c:v>1.899731544736432</c:v>
              </c:pt>
              <c:pt idx="195">
                <c:v>1.899731544736432</c:v>
              </c:pt>
              <c:pt idx="196">
                <c:v>1.899731544736432</c:v>
              </c:pt>
              <c:pt idx="197">
                <c:v>1.899731544736432</c:v>
              </c:pt>
              <c:pt idx="198">
                <c:v>1.899731544736432</c:v>
              </c:pt>
              <c:pt idx="199">
                <c:v>1.899731544736432</c:v>
              </c:pt>
              <c:pt idx="200">
                <c:v>1.899731544736432</c:v>
              </c:pt>
              <c:pt idx="201">
                <c:v>1.899731544736432</c:v>
              </c:pt>
              <c:pt idx="202">
                <c:v>1.899731544736432</c:v>
              </c:pt>
              <c:pt idx="203">
                <c:v>1.899731544736432</c:v>
              </c:pt>
              <c:pt idx="204">
                <c:v>1.899731544736432</c:v>
              </c:pt>
              <c:pt idx="205">
                <c:v>1.899731544736432</c:v>
              </c:pt>
              <c:pt idx="206">
                <c:v>1.899731544736432</c:v>
              </c:pt>
              <c:pt idx="207">
                <c:v>1.899731544736432</c:v>
              </c:pt>
              <c:pt idx="208">
                <c:v>1.899731544736432</c:v>
              </c:pt>
              <c:pt idx="209">
                <c:v>1.899731544736432</c:v>
              </c:pt>
              <c:pt idx="210">
                <c:v>1.899731544736432</c:v>
              </c:pt>
              <c:pt idx="211">
                <c:v>1.899731544736432</c:v>
              </c:pt>
              <c:pt idx="212">
                <c:v>1.899731544736432</c:v>
              </c:pt>
              <c:pt idx="213">
                <c:v>1.899731544736432</c:v>
              </c:pt>
              <c:pt idx="214">
                <c:v>1.899731544736432</c:v>
              </c:pt>
              <c:pt idx="215">
                <c:v>1.899731544736432</c:v>
              </c:pt>
              <c:pt idx="216">
                <c:v>1.899731544736432</c:v>
              </c:pt>
              <c:pt idx="217">
                <c:v>1.899731544736432</c:v>
              </c:pt>
              <c:pt idx="218">
                <c:v>1.899731544736432</c:v>
              </c:pt>
              <c:pt idx="219">
                <c:v>1.899731544736432</c:v>
              </c:pt>
              <c:pt idx="220">
                <c:v>1.899731544736432</c:v>
              </c:pt>
              <c:pt idx="221">
                <c:v>1.899731544736432</c:v>
              </c:pt>
              <c:pt idx="222">
                <c:v>1.899731544736432</c:v>
              </c:pt>
              <c:pt idx="223">
                <c:v>1.899731544736432</c:v>
              </c:pt>
              <c:pt idx="224">
                <c:v>1.899731544736432</c:v>
              </c:pt>
              <c:pt idx="225">
                <c:v>1.899731544736432</c:v>
              </c:pt>
              <c:pt idx="226">
                <c:v>1.899731544736432</c:v>
              </c:pt>
              <c:pt idx="227">
                <c:v>1.899731544736432</c:v>
              </c:pt>
              <c:pt idx="228">
                <c:v>1.899731544736432</c:v>
              </c:pt>
              <c:pt idx="229">
                <c:v>1.899731544736432</c:v>
              </c:pt>
              <c:pt idx="230">
                <c:v>1.899731544736432</c:v>
              </c:pt>
              <c:pt idx="231">
                <c:v>1.899731544736432</c:v>
              </c:pt>
              <c:pt idx="232">
                <c:v>1.899731544736432</c:v>
              </c:pt>
              <c:pt idx="233">
                <c:v>1.899731544736432</c:v>
              </c:pt>
              <c:pt idx="234">
                <c:v>1.899731544736432</c:v>
              </c:pt>
              <c:pt idx="235">
                <c:v>1.899731544736432</c:v>
              </c:pt>
              <c:pt idx="236">
                <c:v>1.899731544736432</c:v>
              </c:pt>
              <c:pt idx="237">
                <c:v>1.899731544736432</c:v>
              </c:pt>
              <c:pt idx="238">
                <c:v>1.899731544736432</c:v>
              </c:pt>
              <c:pt idx="239">
                <c:v>1.899731544736432</c:v>
              </c:pt>
              <c:pt idx="240">
                <c:v>1.899731544736432</c:v>
              </c:pt>
              <c:pt idx="241">
                <c:v>1.899731544736432</c:v>
              </c:pt>
              <c:pt idx="242">
                <c:v>1.899731544736432</c:v>
              </c:pt>
              <c:pt idx="243">
                <c:v>1.899731544736432</c:v>
              </c:pt>
              <c:pt idx="244">
                <c:v>1.899731544736432</c:v>
              </c:pt>
              <c:pt idx="245">
                <c:v>1.899731544736432</c:v>
              </c:pt>
              <c:pt idx="246">
                <c:v>1.899731544736432</c:v>
              </c:pt>
              <c:pt idx="247">
                <c:v>1.899731544736432</c:v>
              </c:pt>
              <c:pt idx="248">
                <c:v>1.899731544736432</c:v>
              </c:pt>
              <c:pt idx="249">
                <c:v>1.899731544736432</c:v>
              </c:pt>
              <c:pt idx="250">
                <c:v>1.899731544736432</c:v>
              </c:pt>
              <c:pt idx="251">
                <c:v>1.899731544736432</c:v>
              </c:pt>
              <c:pt idx="252">
                <c:v>1.899731544736432</c:v>
              </c:pt>
              <c:pt idx="253">
                <c:v>1.899731544736432</c:v>
              </c:pt>
              <c:pt idx="254">
                <c:v>1.899731544736432</c:v>
              </c:pt>
              <c:pt idx="255">
                <c:v>1.899731544736432</c:v>
              </c:pt>
              <c:pt idx="256">
                <c:v>1.899731544736432</c:v>
              </c:pt>
              <c:pt idx="257">
                <c:v>1.899731544736432</c:v>
              </c:pt>
              <c:pt idx="258">
                <c:v>1.899731544736432</c:v>
              </c:pt>
              <c:pt idx="259">
                <c:v>1.899731544736432</c:v>
              </c:pt>
              <c:pt idx="260">
                <c:v>1.899731544736432</c:v>
              </c:pt>
              <c:pt idx="261">
                <c:v>1.899731544736432</c:v>
              </c:pt>
              <c:pt idx="262">
                <c:v>1.899731544736432</c:v>
              </c:pt>
              <c:pt idx="263">
                <c:v>1.899731544736432</c:v>
              </c:pt>
              <c:pt idx="264">
                <c:v>1.899731544736432</c:v>
              </c:pt>
              <c:pt idx="265">
                <c:v>1.899731544736432</c:v>
              </c:pt>
              <c:pt idx="266">
                <c:v>1.899731544736432</c:v>
              </c:pt>
              <c:pt idx="267">
                <c:v>1.899731544736432</c:v>
              </c:pt>
              <c:pt idx="268">
                <c:v>1.899731544736432</c:v>
              </c:pt>
              <c:pt idx="269">
                <c:v>1.899731544736432</c:v>
              </c:pt>
              <c:pt idx="270">
                <c:v>1.899731544736432</c:v>
              </c:pt>
              <c:pt idx="271">
                <c:v>1.899731544736432</c:v>
              </c:pt>
              <c:pt idx="272">
                <c:v>1.899731544736432</c:v>
              </c:pt>
              <c:pt idx="273">
                <c:v>1.899731544736432</c:v>
              </c:pt>
              <c:pt idx="274">
                <c:v>1.899731544736432</c:v>
              </c:pt>
              <c:pt idx="275">
                <c:v>1.899731544736432</c:v>
              </c:pt>
              <c:pt idx="276">
                <c:v>1.899731544736432</c:v>
              </c:pt>
              <c:pt idx="277">
                <c:v>1.899731544736432</c:v>
              </c:pt>
              <c:pt idx="278">
                <c:v>1.899731544736432</c:v>
              </c:pt>
              <c:pt idx="279">
                <c:v>1.899731544736432</c:v>
              </c:pt>
              <c:pt idx="280">
                <c:v>1.899731544736432</c:v>
              </c:pt>
              <c:pt idx="281">
                <c:v>1.899731544736432</c:v>
              </c:pt>
              <c:pt idx="282">
                <c:v>1.899731544736432</c:v>
              </c:pt>
              <c:pt idx="283">
                <c:v>1.899731544736432</c:v>
              </c:pt>
              <c:pt idx="284">
                <c:v>1.899731544736432</c:v>
              </c:pt>
              <c:pt idx="285">
                <c:v>1.899731544736432</c:v>
              </c:pt>
              <c:pt idx="286">
                <c:v>1.899731544736432</c:v>
              </c:pt>
              <c:pt idx="287">
                <c:v>1.899731544736432</c:v>
              </c:pt>
              <c:pt idx="288">
                <c:v>1.899731544736432</c:v>
              </c:pt>
              <c:pt idx="289">
                <c:v>1.899731544736432</c:v>
              </c:pt>
              <c:pt idx="290">
                <c:v>1.899731544736432</c:v>
              </c:pt>
              <c:pt idx="291">
                <c:v>1.899731544736432</c:v>
              </c:pt>
              <c:pt idx="292">
                <c:v>1.899731544736432</c:v>
              </c:pt>
              <c:pt idx="293">
                <c:v>1.899731544736432</c:v>
              </c:pt>
              <c:pt idx="294">
                <c:v>1.899731544736432</c:v>
              </c:pt>
              <c:pt idx="295">
                <c:v>1.899731544736432</c:v>
              </c:pt>
              <c:pt idx="296">
                <c:v>1.899731544736432</c:v>
              </c:pt>
              <c:pt idx="297">
                <c:v>1.899731544736432</c:v>
              </c:pt>
              <c:pt idx="298">
                <c:v>1.899731544736432</c:v>
              </c:pt>
              <c:pt idx="299">
                <c:v>1.899731544736432</c:v>
              </c:pt>
              <c:pt idx="300">
                <c:v>1.899731544736432</c:v>
              </c:pt>
              <c:pt idx="301">
                <c:v>1.899731544736432</c:v>
              </c:pt>
              <c:pt idx="302">
                <c:v>1.899731544736432</c:v>
              </c:pt>
              <c:pt idx="303">
                <c:v>1.899731544736432</c:v>
              </c:pt>
              <c:pt idx="304">
                <c:v>1.899731544736432</c:v>
              </c:pt>
              <c:pt idx="305">
                <c:v>1.899731544736432</c:v>
              </c:pt>
              <c:pt idx="306">
                <c:v>1.899731544736432</c:v>
              </c:pt>
              <c:pt idx="307">
                <c:v>1.899731544736432</c:v>
              </c:pt>
              <c:pt idx="308">
                <c:v>1.899731544736432</c:v>
              </c:pt>
              <c:pt idx="309">
                <c:v>1.899731544736432</c:v>
              </c:pt>
              <c:pt idx="310">
                <c:v>1.899731544736432</c:v>
              </c:pt>
              <c:pt idx="311">
                <c:v>1.899731544736432</c:v>
              </c:pt>
              <c:pt idx="312">
                <c:v>1.899731544736432</c:v>
              </c:pt>
              <c:pt idx="313">
                <c:v>1.899731544736432</c:v>
              </c:pt>
              <c:pt idx="314">
                <c:v>1.899731544736432</c:v>
              </c:pt>
              <c:pt idx="315">
                <c:v>1.899731544736432</c:v>
              </c:pt>
              <c:pt idx="316">
                <c:v>1.899731544736432</c:v>
              </c:pt>
              <c:pt idx="317">
                <c:v>1.899731544736432</c:v>
              </c:pt>
              <c:pt idx="318">
                <c:v>1.899731544736432</c:v>
              </c:pt>
              <c:pt idx="319">
                <c:v>1.899731544736432</c:v>
              </c:pt>
              <c:pt idx="320">
                <c:v>1.899731544736432</c:v>
              </c:pt>
              <c:pt idx="321">
                <c:v>1.899731544736432</c:v>
              </c:pt>
              <c:pt idx="322">
                <c:v>1.899731544736432</c:v>
              </c:pt>
              <c:pt idx="323">
                <c:v>1.899731544736432</c:v>
              </c:pt>
              <c:pt idx="324">
                <c:v>1.899731544736432</c:v>
              </c:pt>
              <c:pt idx="325">
                <c:v>1.899731544736432</c:v>
              </c:pt>
              <c:pt idx="326">
                <c:v>1.899731544736432</c:v>
              </c:pt>
              <c:pt idx="327">
                <c:v>1.899731544736432</c:v>
              </c:pt>
              <c:pt idx="328">
                <c:v>1.899731544736432</c:v>
              </c:pt>
              <c:pt idx="329">
                <c:v>1.899731544736432</c:v>
              </c:pt>
              <c:pt idx="330">
                <c:v>1.899731544736432</c:v>
              </c:pt>
              <c:pt idx="331">
                <c:v>1.899731544736432</c:v>
              </c:pt>
              <c:pt idx="332">
                <c:v>1.899731544736432</c:v>
              </c:pt>
              <c:pt idx="333">
                <c:v>1.899731544736432</c:v>
              </c:pt>
              <c:pt idx="334">
                <c:v>1.899731544736432</c:v>
              </c:pt>
              <c:pt idx="335">
                <c:v>1.899731544736432</c:v>
              </c:pt>
              <c:pt idx="336">
                <c:v>1.899731544736432</c:v>
              </c:pt>
              <c:pt idx="337">
                <c:v>1.899731544736432</c:v>
              </c:pt>
              <c:pt idx="338">
                <c:v>1.899731544736432</c:v>
              </c:pt>
              <c:pt idx="339">
                <c:v>1.899731544736432</c:v>
              </c:pt>
              <c:pt idx="340">
                <c:v>1.899731544736432</c:v>
              </c:pt>
              <c:pt idx="341">
                <c:v>1.899731544736432</c:v>
              </c:pt>
              <c:pt idx="342">
                <c:v>1.899731544736432</c:v>
              </c:pt>
              <c:pt idx="343">
                <c:v>1.899731544736432</c:v>
              </c:pt>
              <c:pt idx="344">
                <c:v>1.899731544736432</c:v>
              </c:pt>
              <c:pt idx="345">
                <c:v>1.899731544736432</c:v>
              </c:pt>
              <c:pt idx="346">
                <c:v>1.899731544736432</c:v>
              </c:pt>
              <c:pt idx="347">
                <c:v>1.899731544736432</c:v>
              </c:pt>
              <c:pt idx="348">
                <c:v>1.899731544736432</c:v>
              </c:pt>
              <c:pt idx="349">
                <c:v>1.899731544736432</c:v>
              </c:pt>
              <c:pt idx="350">
                <c:v>1.899731544736432</c:v>
              </c:pt>
              <c:pt idx="351">
                <c:v>1.899731544736432</c:v>
              </c:pt>
              <c:pt idx="352">
                <c:v>1.899731544736432</c:v>
              </c:pt>
              <c:pt idx="353">
                <c:v>1.899731544736432</c:v>
              </c:pt>
              <c:pt idx="354">
                <c:v>1.899731544736432</c:v>
              </c:pt>
              <c:pt idx="355">
                <c:v>1.899731544736432</c:v>
              </c:pt>
              <c:pt idx="356">
                <c:v>1.899731544736432</c:v>
              </c:pt>
              <c:pt idx="357">
                <c:v>1.899731544736432</c:v>
              </c:pt>
              <c:pt idx="358">
                <c:v>1.899731544736432</c:v>
              </c:pt>
              <c:pt idx="359">
                <c:v>1.899731544736432</c:v>
              </c:pt>
              <c:pt idx="360">
                <c:v>1.899731544736432</c:v>
              </c:pt>
              <c:pt idx="361">
                <c:v>1.899731544736432</c:v>
              </c:pt>
              <c:pt idx="362">
                <c:v>1.899731544736432</c:v>
              </c:pt>
              <c:pt idx="363">
                <c:v>1.899731544736432</c:v>
              </c:pt>
              <c:pt idx="364">
                <c:v>1.899731544736432</c:v>
              </c:pt>
              <c:pt idx="365">
                <c:v>1.899731544736432</c:v>
              </c:pt>
              <c:pt idx="366">
                <c:v>1.899731544736432</c:v>
              </c:pt>
              <c:pt idx="367">
                <c:v>1.899731544736432</c:v>
              </c:pt>
              <c:pt idx="368">
                <c:v>1.899731544736432</c:v>
              </c:pt>
              <c:pt idx="369">
                <c:v>1.899731544736432</c:v>
              </c:pt>
              <c:pt idx="370">
                <c:v>1.899731544736432</c:v>
              </c:pt>
              <c:pt idx="371">
                <c:v>1.899731544736432</c:v>
              </c:pt>
              <c:pt idx="372">
                <c:v>1.899731544736432</c:v>
              </c:pt>
              <c:pt idx="373">
                <c:v>1.899731544736432</c:v>
              </c:pt>
              <c:pt idx="374">
                <c:v>1.899731544736432</c:v>
              </c:pt>
              <c:pt idx="375">
                <c:v>1.899731544736432</c:v>
              </c:pt>
              <c:pt idx="376">
                <c:v>1.899731544736432</c:v>
              </c:pt>
              <c:pt idx="377">
                <c:v>1.899731544736432</c:v>
              </c:pt>
              <c:pt idx="378">
                <c:v>1.899731544736432</c:v>
              </c:pt>
              <c:pt idx="379">
                <c:v>1.899731544736432</c:v>
              </c:pt>
              <c:pt idx="380">
                <c:v>1.899731544736432</c:v>
              </c:pt>
              <c:pt idx="381">
                <c:v>1.899731544736432</c:v>
              </c:pt>
              <c:pt idx="382">
                <c:v>1.899731544736432</c:v>
              </c:pt>
              <c:pt idx="383">
                <c:v>1.899731544736432</c:v>
              </c:pt>
              <c:pt idx="384">
                <c:v>1.899731544736432</c:v>
              </c:pt>
              <c:pt idx="385">
                <c:v>1.899731544736432</c:v>
              </c:pt>
              <c:pt idx="386">
                <c:v>1.899731544736432</c:v>
              </c:pt>
              <c:pt idx="387">
                <c:v>1.899731544736432</c:v>
              </c:pt>
              <c:pt idx="388">
                <c:v>1.899731544736432</c:v>
              </c:pt>
              <c:pt idx="389">
                <c:v>1.899731544736432</c:v>
              </c:pt>
              <c:pt idx="390">
                <c:v>1.899731544736432</c:v>
              </c:pt>
              <c:pt idx="391">
                <c:v>1.899731544736432</c:v>
              </c:pt>
              <c:pt idx="392">
                <c:v>1.899731544736432</c:v>
              </c:pt>
              <c:pt idx="393">
                <c:v>1.899731544736432</c:v>
              </c:pt>
              <c:pt idx="394">
                <c:v>1.899731544736432</c:v>
              </c:pt>
              <c:pt idx="395">
                <c:v>1.899731544736432</c:v>
              </c:pt>
              <c:pt idx="396">
                <c:v>1.899731544736432</c:v>
              </c:pt>
              <c:pt idx="397">
                <c:v>1.899731544736432</c:v>
              </c:pt>
              <c:pt idx="398">
                <c:v>1.899731544736432</c:v>
              </c:pt>
              <c:pt idx="399">
                <c:v>1.899731544736432</c:v>
              </c:pt>
              <c:pt idx="400">
                <c:v>1.899731544736432</c:v>
              </c:pt>
              <c:pt idx="401">
                <c:v>1.899731544736432</c:v>
              </c:pt>
              <c:pt idx="402">
                <c:v>1.899731544736432</c:v>
              </c:pt>
              <c:pt idx="403">
                <c:v>1.899731544736432</c:v>
              </c:pt>
              <c:pt idx="404">
                <c:v>1.899731544736432</c:v>
              </c:pt>
              <c:pt idx="405">
                <c:v>1.899731544736432</c:v>
              </c:pt>
              <c:pt idx="406">
                <c:v>1.899731544736432</c:v>
              </c:pt>
              <c:pt idx="407">
                <c:v>1.899731544736432</c:v>
              </c:pt>
              <c:pt idx="408">
                <c:v>1.899731544736432</c:v>
              </c:pt>
              <c:pt idx="409">
                <c:v>1.899731544736432</c:v>
              </c:pt>
              <c:pt idx="410">
                <c:v>1.899731544736432</c:v>
              </c:pt>
              <c:pt idx="411">
                <c:v>1.899731544736432</c:v>
              </c:pt>
              <c:pt idx="412">
                <c:v>1.899731544736432</c:v>
              </c:pt>
              <c:pt idx="413">
                <c:v>1.899731544736432</c:v>
              </c:pt>
              <c:pt idx="414">
                <c:v>1.899731544736432</c:v>
              </c:pt>
              <c:pt idx="415">
                <c:v>1.899731544736432</c:v>
              </c:pt>
              <c:pt idx="416">
                <c:v>1.899731544736432</c:v>
              </c:pt>
              <c:pt idx="417">
                <c:v>1.899731544736432</c:v>
              </c:pt>
              <c:pt idx="418">
                <c:v>1.899731544736432</c:v>
              </c:pt>
              <c:pt idx="419">
                <c:v>1.899731544736432</c:v>
              </c:pt>
              <c:pt idx="420">
                <c:v>1.899731544736432</c:v>
              </c:pt>
              <c:pt idx="421">
                <c:v>1.899731544736432</c:v>
              </c:pt>
              <c:pt idx="422">
                <c:v>1.899731544736432</c:v>
              </c:pt>
              <c:pt idx="423">
                <c:v>1.899731544736432</c:v>
              </c:pt>
              <c:pt idx="424">
                <c:v>1.899731544736432</c:v>
              </c:pt>
              <c:pt idx="425">
                <c:v>1.899731544736432</c:v>
              </c:pt>
              <c:pt idx="426">
                <c:v>1.899731544736432</c:v>
              </c:pt>
              <c:pt idx="427">
                <c:v>1.899731544736432</c:v>
              </c:pt>
              <c:pt idx="428">
                <c:v>1.899731544736432</c:v>
              </c:pt>
              <c:pt idx="429">
                <c:v>1.899731544736432</c:v>
              </c:pt>
              <c:pt idx="430">
                <c:v>1.899731544736432</c:v>
              </c:pt>
              <c:pt idx="431">
                <c:v>1.899731544736432</c:v>
              </c:pt>
              <c:pt idx="432">
                <c:v>1.899731544736432</c:v>
              </c:pt>
              <c:pt idx="433">
                <c:v>1.899731544736432</c:v>
              </c:pt>
              <c:pt idx="434">
                <c:v>1.899731544736432</c:v>
              </c:pt>
              <c:pt idx="435">
                <c:v>1.899731544736432</c:v>
              </c:pt>
              <c:pt idx="436">
                <c:v>1.899731544736432</c:v>
              </c:pt>
              <c:pt idx="437">
                <c:v>1.899731544736432</c:v>
              </c:pt>
              <c:pt idx="438">
                <c:v>1.899731544736432</c:v>
              </c:pt>
              <c:pt idx="439">
                <c:v>1.899731544736432</c:v>
              </c:pt>
              <c:pt idx="440">
                <c:v>1.899731544736432</c:v>
              </c:pt>
              <c:pt idx="441">
                <c:v>1.899731544736432</c:v>
              </c:pt>
              <c:pt idx="442">
                <c:v>1.899731544736432</c:v>
              </c:pt>
              <c:pt idx="443">
                <c:v>1.899731544736432</c:v>
              </c:pt>
              <c:pt idx="444">
                <c:v>1.899731544736432</c:v>
              </c:pt>
              <c:pt idx="445">
                <c:v>1.899731544736432</c:v>
              </c:pt>
              <c:pt idx="446">
                <c:v>1.899731544736432</c:v>
              </c:pt>
              <c:pt idx="447">
                <c:v>1.899731544736432</c:v>
              </c:pt>
            </c:numLit>
          </c:xVal>
          <c:yVal>
            <c:numLit>
              <c:formatCode>0.0</c:formatCode>
              <c:ptCount val="448"/>
              <c:pt idx="0">
                <c:v>3.006659157404723</c:v>
              </c:pt>
              <c:pt idx="1">
                <c:v>3.006659157404723</c:v>
              </c:pt>
              <c:pt idx="2">
                <c:v>3.006659157404723</c:v>
              </c:pt>
              <c:pt idx="3">
                <c:v>3.006659157404723</c:v>
              </c:pt>
              <c:pt idx="4">
                <c:v>3.006659157404723</c:v>
              </c:pt>
              <c:pt idx="5">
                <c:v>3.006659157404723</c:v>
              </c:pt>
              <c:pt idx="6">
                <c:v>3.006659157404723</c:v>
              </c:pt>
              <c:pt idx="7">
                <c:v>3.006659157404723</c:v>
              </c:pt>
              <c:pt idx="8">
                <c:v>3.006659157404723</c:v>
              </c:pt>
              <c:pt idx="9">
                <c:v>3.006659157404723</c:v>
              </c:pt>
              <c:pt idx="10">
                <c:v>3.006659157404723</c:v>
              </c:pt>
              <c:pt idx="11">
                <c:v>3.006659157404723</c:v>
              </c:pt>
              <c:pt idx="12">
                <c:v>3.006659157404723</c:v>
              </c:pt>
              <c:pt idx="13">
                <c:v>3.006659157404723</c:v>
              </c:pt>
              <c:pt idx="14">
                <c:v>3.006659157404723</c:v>
              </c:pt>
              <c:pt idx="15">
                <c:v>3.006659157404723</c:v>
              </c:pt>
              <c:pt idx="16">
                <c:v>3.006659157404723</c:v>
              </c:pt>
              <c:pt idx="17">
                <c:v>3.006659157404723</c:v>
              </c:pt>
              <c:pt idx="18">
                <c:v>3.006659157404723</c:v>
              </c:pt>
              <c:pt idx="19">
                <c:v>3.006659157404723</c:v>
              </c:pt>
              <c:pt idx="20">
                <c:v>3.006659157404723</c:v>
              </c:pt>
              <c:pt idx="21">
                <c:v>3.006659157404723</c:v>
              </c:pt>
              <c:pt idx="22">
                <c:v>3.006659157404723</c:v>
              </c:pt>
              <c:pt idx="23">
                <c:v>3.006659157404723</c:v>
              </c:pt>
              <c:pt idx="24">
                <c:v>3.006659157404723</c:v>
              </c:pt>
              <c:pt idx="25">
                <c:v>3.006659157404723</c:v>
              </c:pt>
              <c:pt idx="26">
                <c:v>3.006659157404723</c:v>
              </c:pt>
              <c:pt idx="27">
                <c:v>3.006659157404723</c:v>
              </c:pt>
              <c:pt idx="28">
                <c:v>3.006659157404723</c:v>
              </c:pt>
              <c:pt idx="29">
                <c:v>3.006659157404723</c:v>
              </c:pt>
              <c:pt idx="30">
                <c:v>3.006659157404723</c:v>
              </c:pt>
              <c:pt idx="31">
                <c:v>3.006659157404723</c:v>
              </c:pt>
              <c:pt idx="32">
                <c:v>3.006659157404723</c:v>
              </c:pt>
              <c:pt idx="33">
                <c:v>3.006659157404723</c:v>
              </c:pt>
              <c:pt idx="34">
                <c:v>3.006659157404723</c:v>
              </c:pt>
              <c:pt idx="35">
                <c:v>3.006659157404723</c:v>
              </c:pt>
              <c:pt idx="36">
                <c:v>3.006659157404723</c:v>
              </c:pt>
              <c:pt idx="37">
                <c:v>3.006659157404723</c:v>
              </c:pt>
              <c:pt idx="38">
                <c:v>3.006659157404723</c:v>
              </c:pt>
              <c:pt idx="39">
                <c:v>3.006659157404723</c:v>
              </c:pt>
              <c:pt idx="40">
                <c:v>3.006659157404723</c:v>
              </c:pt>
              <c:pt idx="41">
                <c:v>3.006659157404723</c:v>
              </c:pt>
              <c:pt idx="42">
                <c:v>3.006659157404723</c:v>
              </c:pt>
              <c:pt idx="43">
                <c:v>3.006659157404723</c:v>
              </c:pt>
              <c:pt idx="44">
                <c:v>3.006659157404723</c:v>
              </c:pt>
              <c:pt idx="45">
                <c:v>3.006659157404723</c:v>
              </c:pt>
              <c:pt idx="46">
                <c:v>3.006659157404723</c:v>
              </c:pt>
              <c:pt idx="47">
                <c:v>3.006659157404723</c:v>
              </c:pt>
              <c:pt idx="48">
                <c:v>3.006659157404723</c:v>
              </c:pt>
              <c:pt idx="49">
                <c:v>3.006659157404723</c:v>
              </c:pt>
              <c:pt idx="50">
                <c:v>3.006659157404723</c:v>
              </c:pt>
              <c:pt idx="51">
                <c:v>3.006659157404723</c:v>
              </c:pt>
              <c:pt idx="52">
                <c:v>3.006659157404723</c:v>
              </c:pt>
              <c:pt idx="53">
                <c:v>3.006659157404723</c:v>
              </c:pt>
              <c:pt idx="54">
                <c:v>3.006659157404723</c:v>
              </c:pt>
              <c:pt idx="55">
                <c:v>3.006659157404723</c:v>
              </c:pt>
              <c:pt idx="56">
                <c:v>3.006659157404723</c:v>
              </c:pt>
              <c:pt idx="57">
                <c:v>3.006659157404723</c:v>
              </c:pt>
              <c:pt idx="58">
                <c:v>3.006659157404723</c:v>
              </c:pt>
              <c:pt idx="59">
                <c:v>3.006659157404723</c:v>
              </c:pt>
              <c:pt idx="60">
                <c:v>3.006659157404723</c:v>
              </c:pt>
              <c:pt idx="61">
                <c:v>3.006659157404723</c:v>
              </c:pt>
              <c:pt idx="62">
                <c:v>3.006659157404723</c:v>
              </c:pt>
              <c:pt idx="63">
                <c:v>3.006659157404723</c:v>
              </c:pt>
              <c:pt idx="64">
                <c:v>3.006659157404723</c:v>
              </c:pt>
              <c:pt idx="65">
                <c:v>3.006659157404723</c:v>
              </c:pt>
              <c:pt idx="66">
                <c:v>3.006659157404723</c:v>
              </c:pt>
              <c:pt idx="67">
                <c:v>3.006659157404723</c:v>
              </c:pt>
              <c:pt idx="68">
                <c:v>3.006659157404723</c:v>
              </c:pt>
              <c:pt idx="69">
                <c:v>3.006659157404723</c:v>
              </c:pt>
              <c:pt idx="70">
                <c:v>3.006659157404723</c:v>
              </c:pt>
              <c:pt idx="71">
                <c:v>3.006659157404723</c:v>
              </c:pt>
              <c:pt idx="72">
                <c:v>3.006659157404723</c:v>
              </c:pt>
              <c:pt idx="73">
                <c:v>3.006659157404723</c:v>
              </c:pt>
              <c:pt idx="74">
                <c:v>3.006659157404723</c:v>
              </c:pt>
              <c:pt idx="75">
                <c:v>3.006659157404723</c:v>
              </c:pt>
              <c:pt idx="76">
                <c:v>3.006659157404723</c:v>
              </c:pt>
              <c:pt idx="77">
                <c:v>3.006659157404723</c:v>
              </c:pt>
              <c:pt idx="78">
                <c:v>3.006659157404723</c:v>
              </c:pt>
              <c:pt idx="79">
                <c:v>3.006659157404723</c:v>
              </c:pt>
              <c:pt idx="80">
                <c:v>3.006659157404723</c:v>
              </c:pt>
              <c:pt idx="81">
                <c:v>3.006659157404723</c:v>
              </c:pt>
              <c:pt idx="82">
                <c:v>3.006659157404723</c:v>
              </c:pt>
              <c:pt idx="83">
                <c:v>3.006659157404723</c:v>
              </c:pt>
              <c:pt idx="84">
                <c:v>3.006659157404723</c:v>
              </c:pt>
              <c:pt idx="85">
                <c:v>3.006659157404723</c:v>
              </c:pt>
              <c:pt idx="86">
                <c:v>3.006659157404723</c:v>
              </c:pt>
              <c:pt idx="87">
                <c:v>3.006659157404723</c:v>
              </c:pt>
              <c:pt idx="88">
                <c:v>3.006659157404723</c:v>
              </c:pt>
              <c:pt idx="89">
                <c:v>3.006659157404723</c:v>
              </c:pt>
              <c:pt idx="90">
                <c:v>3.006659157404723</c:v>
              </c:pt>
              <c:pt idx="91">
                <c:v>3.006659157404723</c:v>
              </c:pt>
              <c:pt idx="92">
                <c:v>3.006659157404723</c:v>
              </c:pt>
              <c:pt idx="93">
                <c:v>3.006659157404723</c:v>
              </c:pt>
              <c:pt idx="94">
                <c:v>3.006659157404723</c:v>
              </c:pt>
              <c:pt idx="95">
                <c:v>3.006659157404723</c:v>
              </c:pt>
              <c:pt idx="96">
                <c:v>3.006659157404723</c:v>
              </c:pt>
              <c:pt idx="97">
                <c:v>3.006659157404723</c:v>
              </c:pt>
              <c:pt idx="98">
                <c:v>3.006659157404723</c:v>
              </c:pt>
              <c:pt idx="99">
                <c:v>3.006659157404723</c:v>
              </c:pt>
              <c:pt idx="100">
                <c:v>3.006659157404723</c:v>
              </c:pt>
              <c:pt idx="101">
                <c:v>3.006659157404723</c:v>
              </c:pt>
              <c:pt idx="102">
                <c:v>3.006659157404723</c:v>
              </c:pt>
              <c:pt idx="103">
                <c:v>3.006659157404723</c:v>
              </c:pt>
              <c:pt idx="104">
                <c:v>3.006659157404723</c:v>
              </c:pt>
              <c:pt idx="105">
                <c:v>3.006659157404723</c:v>
              </c:pt>
              <c:pt idx="106">
                <c:v>3.006659157404723</c:v>
              </c:pt>
              <c:pt idx="107">
                <c:v>3.006659157404723</c:v>
              </c:pt>
              <c:pt idx="108">
                <c:v>3.006659157404723</c:v>
              </c:pt>
              <c:pt idx="109">
                <c:v>3.006659157404723</c:v>
              </c:pt>
              <c:pt idx="110">
                <c:v>3.006659157404723</c:v>
              </c:pt>
              <c:pt idx="111">
                <c:v>3.006659157404723</c:v>
              </c:pt>
              <c:pt idx="112">
                <c:v>3.006659157404723</c:v>
              </c:pt>
              <c:pt idx="113">
                <c:v>3.006659157404723</c:v>
              </c:pt>
              <c:pt idx="114">
                <c:v>3.006659157404723</c:v>
              </c:pt>
              <c:pt idx="115">
                <c:v>3.006659157404723</c:v>
              </c:pt>
              <c:pt idx="116">
                <c:v>3.006659157404723</c:v>
              </c:pt>
              <c:pt idx="117">
                <c:v>3.006659157404723</c:v>
              </c:pt>
              <c:pt idx="118">
                <c:v>3.006659157404723</c:v>
              </c:pt>
              <c:pt idx="119">
                <c:v>3.006659157404723</c:v>
              </c:pt>
              <c:pt idx="120">
                <c:v>3.006659157404723</c:v>
              </c:pt>
              <c:pt idx="121">
                <c:v>3.006659157404723</c:v>
              </c:pt>
              <c:pt idx="122">
                <c:v>3.006659157404723</c:v>
              </c:pt>
              <c:pt idx="123">
                <c:v>3.006659157404723</c:v>
              </c:pt>
              <c:pt idx="124">
                <c:v>3.006659157404723</c:v>
              </c:pt>
              <c:pt idx="125">
                <c:v>3.006659157404723</c:v>
              </c:pt>
              <c:pt idx="126">
                <c:v>3.006659157404723</c:v>
              </c:pt>
              <c:pt idx="127">
                <c:v>3.006659157404723</c:v>
              </c:pt>
              <c:pt idx="128">
                <c:v>3.006659157404723</c:v>
              </c:pt>
              <c:pt idx="129">
                <c:v>3.006659157404723</c:v>
              </c:pt>
              <c:pt idx="130">
                <c:v>3.006659157404723</c:v>
              </c:pt>
              <c:pt idx="131">
                <c:v>3.006659157404723</c:v>
              </c:pt>
              <c:pt idx="132">
                <c:v>3.006659157404723</c:v>
              </c:pt>
              <c:pt idx="133">
                <c:v>3.006659157404723</c:v>
              </c:pt>
              <c:pt idx="134">
                <c:v>3.006659157404723</c:v>
              </c:pt>
              <c:pt idx="135">
                <c:v>3.006659157404723</c:v>
              </c:pt>
              <c:pt idx="136">
                <c:v>3.006659157404723</c:v>
              </c:pt>
              <c:pt idx="137">
                <c:v>3.006659157404723</c:v>
              </c:pt>
              <c:pt idx="138">
                <c:v>3.006659157404723</c:v>
              </c:pt>
              <c:pt idx="139">
                <c:v>3.006659157404723</c:v>
              </c:pt>
              <c:pt idx="140">
                <c:v>3.006659157404723</c:v>
              </c:pt>
              <c:pt idx="141">
                <c:v>3.006659157404723</c:v>
              </c:pt>
              <c:pt idx="142">
                <c:v>3.006659157404723</c:v>
              </c:pt>
              <c:pt idx="143">
                <c:v>3.006659157404723</c:v>
              </c:pt>
              <c:pt idx="144">
                <c:v>3.006659157404723</c:v>
              </c:pt>
              <c:pt idx="145">
                <c:v>3.006659157404723</c:v>
              </c:pt>
              <c:pt idx="146">
                <c:v>3.006659157404723</c:v>
              </c:pt>
              <c:pt idx="147">
                <c:v>3.006659157404723</c:v>
              </c:pt>
              <c:pt idx="148">
                <c:v>3.006659157404723</c:v>
              </c:pt>
              <c:pt idx="149">
                <c:v>3.006659157404723</c:v>
              </c:pt>
              <c:pt idx="150">
                <c:v>3.006659157404723</c:v>
              </c:pt>
              <c:pt idx="151">
                <c:v>3.006659157404723</c:v>
              </c:pt>
              <c:pt idx="152">
                <c:v>3.006659157404723</c:v>
              </c:pt>
              <c:pt idx="153">
                <c:v>3.006659157404723</c:v>
              </c:pt>
              <c:pt idx="154">
                <c:v>3.006659157404723</c:v>
              </c:pt>
              <c:pt idx="155">
                <c:v>3.006659157404723</c:v>
              </c:pt>
              <c:pt idx="156">
                <c:v>3.006659157404723</c:v>
              </c:pt>
              <c:pt idx="157">
                <c:v>3.006659157404723</c:v>
              </c:pt>
              <c:pt idx="158">
                <c:v>3.006659157404723</c:v>
              </c:pt>
              <c:pt idx="159">
                <c:v>3.006659157404723</c:v>
              </c:pt>
              <c:pt idx="160">
                <c:v>3.006659157404723</c:v>
              </c:pt>
              <c:pt idx="161">
                <c:v>3.006659157404723</c:v>
              </c:pt>
              <c:pt idx="162">
                <c:v>3.006659157404723</c:v>
              </c:pt>
              <c:pt idx="163">
                <c:v>3.006659157404723</c:v>
              </c:pt>
              <c:pt idx="164">
                <c:v>3.006659157404723</c:v>
              </c:pt>
              <c:pt idx="165">
                <c:v>3.006659157404723</c:v>
              </c:pt>
              <c:pt idx="166">
                <c:v>3.006659157404723</c:v>
              </c:pt>
              <c:pt idx="167">
                <c:v>3.006659157404723</c:v>
              </c:pt>
              <c:pt idx="168">
                <c:v>3.006659157404723</c:v>
              </c:pt>
              <c:pt idx="169">
                <c:v>3.006659157404723</c:v>
              </c:pt>
              <c:pt idx="170">
                <c:v>3.006659157404723</c:v>
              </c:pt>
              <c:pt idx="171">
                <c:v>3.006659157404723</c:v>
              </c:pt>
              <c:pt idx="172">
                <c:v>3.006659157404723</c:v>
              </c:pt>
              <c:pt idx="173">
                <c:v>3.006659157404723</c:v>
              </c:pt>
              <c:pt idx="174">
                <c:v>3.006659157404723</c:v>
              </c:pt>
              <c:pt idx="175">
                <c:v>3.006659157404723</c:v>
              </c:pt>
              <c:pt idx="176">
                <c:v>3.006659157404723</c:v>
              </c:pt>
              <c:pt idx="177">
                <c:v>3.006659157404723</c:v>
              </c:pt>
              <c:pt idx="178">
                <c:v>3.006659157404723</c:v>
              </c:pt>
              <c:pt idx="179">
                <c:v>3.006659157404723</c:v>
              </c:pt>
              <c:pt idx="180">
                <c:v>3.006659157404723</c:v>
              </c:pt>
              <c:pt idx="181">
                <c:v>3.006659157404723</c:v>
              </c:pt>
              <c:pt idx="182">
                <c:v>3.006659157404723</c:v>
              </c:pt>
              <c:pt idx="183">
                <c:v>3.006659157404723</c:v>
              </c:pt>
              <c:pt idx="184">
                <c:v>3.006659157404723</c:v>
              </c:pt>
              <c:pt idx="185">
                <c:v>3.006659157404723</c:v>
              </c:pt>
              <c:pt idx="186">
                <c:v>3.006659157404723</c:v>
              </c:pt>
              <c:pt idx="187">
                <c:v>3.006659157404723</c:v>
              </c:pt>
              <c:pt idx="188">
                <c:v>3.006659157404723</c:v>
              </c:pt>
              <c:pt idx="189">
                <c:v>3.006659157404723</c:v>
              </c:pt>
              <c:pt idx="190">
                <c:v>3.006659157404723</c:v>
              </c:pt>
              <c:pt idx="191">
                <c:v>3.006659157404723</c:v>
              </c:pt>
              <c:pt idx="192">
                <c:v>3.006659157404723</c:v>
              </c:pt>
              <c:pt idx="193">
                <c:v>3.006659157404723</c:v>
              </c:pt>
              <c:pt idx="194">
                <c:v>3.006659157404723</c:v>
              </c:pt>
              <c:pt idx="195">
                <c:v>3.006659157404723</c:v>
              </c:pt>
              <c:pt idx="196">
                <c:v>3.006659157404723</c:v>
              </c:pt>
              <c:pt idx="197">
                <c:v>3.006659157404723</c:v>
              </c:pt>
              <c:pt idx="198">
                <c:v>3.006659157404723</c:v>
              </c:pt>
              <c:pt idx="199">
                <c:v>3.006659157404723</c:v>
              </c:pt>
              <c:pt idx="200">
                <c:v>3.006659157404723</c:v>
              </c:pt>
              <c:pt idx="201">
                <c:v>3.006659157404723</c:v>
              </c:pt>
              <c:pt idx="202">
                <c:v>3.006659157404723</c:v>
              </c:pt>
              <c:pt idx="203">
                <c:v>3.006659157404723</c:v>
              </c:pt>
              <c:pt idx="204">
                <c:v>3.006659157404723</c:v>
              </c:pt>
              <c:pt idx="205">
                <c:v>3.006659157404723</c:v>
              </c:pt>
              <c:pt idx="206">
                <c:v>3.006659157404723</c:v>
              </c:pt>
              <c:pt idx="207">
                <c:v>3.006659157404723</c:v>
              </c:pt>
              <c:pt idx="208">
                <c:v>3.006659157404723</c:v>
              </c:pt>
              <c:pt idx="209">
                <c:v>3.006659157404723</c:v>
              </c:pt>
              <c:pt idx="210">
                <c:v>3.006659157404723</c:v>
              </c:pt>
              <c:pt idx="211">
                <c:v>3.006659157404723</c:v>
              </c:pt>
              <c:pt idx="212">
                <c:v>3.006659157404723</c:v>
              </c:pt>
              <c:pt idx="213">
                <c:v>3.006659157404723</c:v>
              </c:pt>
              <c:pt idx="214">
                <c:v>3.006659157404723</c:v>
              </c:pt>
              <c:pt idx="215">
                <c:v>3.006659157404723</c:v>
              </c:pt>
              <c:pt idx="216">
                <c:v>3.006659157404723</c:v>
              </c:pt>
              <c:pt idx="217">
                <c:v>3.006659157404723</c:v>
              </c:pt>
              <c:pt idx="218">
                <c:v>3.006659157404723</c:v>
              </c:pt>
              <c:pt idx="219">
                <c:v>3.006659157404723</c:v>
              </c:pt>
              <c:pt idx="220">
                <c:v>3.006659157404723</c:v>
              </c:pt>
              <c:pt idx="221">
                <c:v>3.006659157404723</c:v>
              </c:pt>
              <c:pt idx="222">
                <c:v>3.006659157404723</c:v>
              </c:pt>
              <c:pt idx="223">
                <c:v>3.006659157404723</c:v>
              </c:pt>
              <c:pt idx="224">
                <c:v>3.006659157404723</c:v>
              </c:pt>
              <c:pt idx="225">
                <c:v>3.006659157404723</c:v>
              </c:pt>
              <c:pt idx="226">
                <c:v>3.006659157404723</c:v>
              </c:pt>
              <c:pt idx="227">
                <c:v>3.006659157404723</c:v>
              </c:pt>
              <c:pt idx="228">
                <c:v>3.006659157404723</c:v>
              </c:pt>
              <c:pt idx="229">
                <c:v>3.006659157404723</c:v>
              </c:pt>
              <c:pt idx="230">
                <c:v>3.006659157404723</c:v>
              </c:pt>
              <c:pt idx="231">
                <c:v>3.006659157404723</c:v>
              </c:pt>
              <c:pt idx="232">
                <c:v>3.006659157404723</c:v>
              </c:pt>
              <c:pt idx="233">
                <c:v>3.006659157404723</c:v>
              </c:pt>
              <c:pt idx="234">
                <c:v>3.006659157404723</c:v>
              </c:pt>
              <c:pt idx="235">
                <c:v>3.006659157404723</c:v>
              </c:pt>
              <c:pt idx="236">
                <c:v>3.006659157404723</c:v>
              </c:pt>
              <c:pt idx="237">
                <c:v>3.006659157404723</c:v>
              </c:pt>
              <c:pt idx="238">
                <c:v>3.006659157404723</c:v>
              </c:pt>
              <c:pt idx="239">
                <c:v>3.006659157404723</c:v>
              </c:pt>
              <c:pt idx="240">
                <c:v>3.006659157404723</c:v>
              </c:pt>
              <c:pt idx="241">
                <c:v>3.006659157404723</c:v>
              </c:pt>
              <c:pt idx="242">
                <c:v>3.006659157404723</c:v>
              </c:pt>
              <c:pt idx="243">
                <c:v>3.006659157404723</c:v>
              </c:pt>
              <c:pt idx="244">
                <c:v>3.006659157404723</c:v>
              </c:pt>
              <c:pt idx="245">
                <c:v>3.006659157404723</c:v>
              </c:pt>
              <c:pt idx="246">
                <c:v>3.006659157404723</c:v>
              </c:pt>
              <c:pt idx="247">
                <c:v>3.006659157404723</c:v>
              </c:pt>
              <c:pt idx="248">
                <c:v>3.006659157404723</c:v>
              </c:pt>
              <c:pt idx="249">
                <c:v>3.006659157404723</c:v>
              </c:pt>
              <c:pt idx="250">
                <c:v>3.006659157404723</c:v>
              </c:pt>
              <c:pt idx="251">
                <c:v>3.006659157404723</c:v>
              </c:pt>
              <c:pt idx="252">
                <c:v>3.006659157404723</c:v>
              </c:pt>
              <c:pt idx="253">
                <c:v>3.006659157404723</c:v>
              </c:pt>
              <c:pt idx="254">
                <c:v>3.006659157404723</c:v>
              </c:pt>
              <c:pt idx="255">
                <c:v>3.006659157404723</c:v>
              </c:pt>
              <c:pt idx="256">
                <c:v>3.006659157404723</c:v>
              </c:pt>
              <c:pt idx="257">
                <c:v>3.006659157404723</c:v>
              </c:pt>
              <c:pt idx="258">
                <c:v>3.006659157404723</c:v>
              </c:pt>
              <c:pt idx="259">
                <c:v>3.006659157404723</c:v>
              </c:pt>
              <c:pt idx="260">
                <c:v>3.006659157404723</c:v>
              </c:pt>
              <c:pt idx="261">
                <c:v>3.006659157404723</c:v>
              </c:pt>
              <c:pt idx="262">
                <c:v>3.006659157404723</c:v>
              </c:pt>
              <c:pt idx="263">
                <c:v>3.006659157404723</c:v>
              </c:pt>
              <c:pt idx="264">
                <c:v>3.006659157404723</c:v>
              </c:pt>
              <c:pt idx="265">
                <c:v>3.006659157404723</c:v>
              </c:pt>
              <c:pt idx="266">
                <c:v>3.006659157404723</c:v>
              </c:pt>
              <c:pt idx="267">
                <c:v>3.006659157404723</c:v>
              </c:pt>
              <c:pt idx="268">
                <c:v>3.006659157404723</c:v>
              </c:pt>
              <c:pt idx="269">
                <c:v>3.006659157404723</c:v>
              </c:pt>
              <c:pt idx="270">
                <c:v>3.006659157404723</c:v>
              </c:pt>
              <c:pt idx="271">
                <c:v>3.006659157404723</c:v>
              </c:pt>
              <c:pt idx="272">
                <c:v>3.006659157404723</c:v>
              </c:pt>
              <c:pt idx="273">
                <c:v>3.006659157404723</c:v>
              </c:pt>
              <c:pt idx="274">
                <c:v>3.006659157404723</c:v>
              </c:pt>
              <c:pt idx="275">
                <c:v>3.006659157404723</c:v>
              </c:pt>
              <c:pt idx="276">
                <c:v>3.006659157404723</c:v>
              </c:pt>
              <c:pt idx="277">
                <c:v>3.006659157404723</c:v>
              </c:pt>
              <c:pt idx="278">
                <c:v>3.006659157404723</c:v>
              </c:pt>
              <c:pt idx="279">
                <c:v>3.006659157404723</c:v>
              </c:pt>
              <c:pt idx="280">
                <c:v>3.006659157404723</c:v>
              </c:pt>
              <c:pt idx="281">
                <c:v>3.006659157404723</c:v>
              </c:pt>
              <c:pt idx="282">
                <c:v>3.006659157404723</c:v>
              </c:pt>
              <c:pt idx="283">
                <c:v>3.006659157404723</c:v>
              </c:pt>
              <c:pt idx="284">
                <c:v>3.006659157404723</c:v>
              </c:pt>
              <c:pt idx="285">
                <c:v>3.006659157404723</c:v>
              </c:pt>
              <c:pt idx="286">
                <c:v>3.006659157404723</c:v>
              </c:pt>
              <c:pt idx="287">
                <c:v>3.006659157404723</c:v>
              </c:pt>
              <c:pt idx="288">
                <c:v>3.006659157404723</c:v>
              </c:pt>
              <c:pt idx="289">
                <c:v>3.006659157404723</c:v>
              </c:pt>
              <c:pt idx="290">
                <c:v>3.006659157404723</c:v>
              </c:pt>
              <c:pt idx="291">
                <c:v>3.006659157404723</c:v>
              </c:pt>
              <c:pt idx="292">
                <c:v>3.006659157404723</c:v>
              </c:pt>
              <c:pt idx="293">
                <c:v>3.006659157404723</c:v>
              </c:pt>
              <c:pt idx="294">
                <c:v>3.006659157404723</c:v>
              </c:pt>
              <c:pt idx="295">
                <c:v>3.006659157404723</c:v>
              </c:pt>
              <c:pt idx="296">
                <c:v>3.006659157404723</c:v>
              </c:pt>
              <c:pt idx="297">
                <c:v>3.006659157404723</c:v>
              </c:pt>
              <c:pt idx="298">
                <c:v>3.006659157404723</c:v>
              </c:pt>
              <c:pt idx="299">
                <c:v>3.006659157404723</c:v>
              </c:pt>
              <c:pt idx="300">
                <c:v>3.006659157404723</c:v>
              </c:pt>
              <c:pt idx="301">
                <c:v>3.006659157404723</c:v>
              </c:pt>
              <c:pt idx="302">
                <c:v>3.006659157404723</c:v>
              </c:pt>
              <c:pt idx="303">
                <c:v>3.006659157404723</c:v>
              </c:pt>
              <c:pt idx="304">
                <c:v>3.006659157404723</c:v>
              </c:pt>
              <c:pt idx="305">
                <c:v>3.006659157404723</c:v>
              </c:pt>
              <c:pt idx="306">
                <c:v>3.006659157404723</c:v>
              </c:pt>
              <c:pt idx="307">
                <c:v>3.006659157404723</c:v>
              </c:pt>
              <c:pt idx="308">
                <c:v>3.006659157404723</c:v>
              </c:pt>
              <c:pt idx="309">
                <c:v>3.006659157404723</c:v>
              </c:pt>
              <c:pt idx="310">
                <c:v>3.006659157404723</c:v>
              </c:pt>
              <c:pt idx="311">
                <c:v>3.006659157404723</c:v>
              </c:pt>
              <c:pt idx="312">
                <c:v>3.006659157404723</c:v>
              </c:pt>
              <c:pt idx="313">
                <c:v>3.006659157404723</c:v>
              </c:pt>
              <c:pt idx="314">
                <c:v>3.006659157404723</c:v>
              </c:pt>
              <c:pt idx="315">
                <c:v>3.006659157404723</c:v>
              </c:pt>
              <c:pt idx="316">
                <c:v>3.006659157404723</c:v>
              </c:pt>
              <c:pt idx="317">
                <c:v>3.006659157404723</c:v>
              </c:pt>
              <c:pt idx="318">
                <c:v>3.006659157404723</c:v>
              </c:pt>
              <c:pt idx="319">
                <c:v>3.006659157404723</c:v>
              </c:pt>
              <c:pt idx="320">
                <c:v>3.006659157404723</c:v>
              </c:pt>
              <c:pt idx="321">
                <c:v>3.006659157404723</c:v>
              </c:pt>
              <c:pt idx="322">
                <c:v>3.006659157404723</c:v>
              </c:pt>
              <c:pt idx="323">
                <c:v>3.006659157404723</c:v>
              </c:pt>
              <c:pt idx="324">
                <c:v>3.006659157404723</c:v>
              </c:pt>
              <c:pt idx="325">
                <c:v>3.006659157404723</c:v>
              </c:pt>
              <c:pt idx="326">
                <c:v>3.006659157404723</c:v>
              </c:pt>
              <c:pt idx="327">
                <c:v>3.006659157404723</c:v>
              </c:pt>
              <c:pt idx="328">
                <c:v>3.006659157404723</c:v>
              </c:pt>
              <c:pt idx="329">
                <c:v>3.006659157404723</c:v>
              </c:pt>
              <c:pt idx="330">
                <c:v>3.006659157404723</c:v>
              </c:pt>
              <c:pt idx="331">
                <c:v>3.006659157404723</c:v>
              </c:pt>
              <c:pt idx="332">
                <c:v>3.006659157404723</c:v>
              </c:pt>
              <c:pt idx="333">
                <c:v>3.006659157404723</c:v>
              </c:pt>
              <c:pt idx="334">
                <c:v>3.006659157404723</c:v>
              </c:pt>
              <c:pt idx="335">
                <c:v>3.006659157404723</c:v>
              </c:pt>
              <c:pt idx="336">
                <c:v>3.006659157404723</c:v>
              </c:pt>
              <c:pt idx="337">
                <c:v>3.006659157404723</c:v>
              </c:pt>
              <c:pt idx="338">
                <c:v>3.006659157404723</c:v>
              </c:pt>
              <c:pt idx="339">
                <c:v>3.006659157404723</c:v>
              </c:pt>
              <c:pt idx="340">
                <c:v>3.006659157404723</c:v>
              </c:pt>
              <c:pt idx="341">
                <c:v>3.006659157404723</c:v>
              </c:pt>
              <c:pt idx="342">
                <c:v>3.006659157404723</c:v>
              </c:pt>
              <c:pt idx="343">
                <c:v>3.006659157404723</c:v>
              </c:pt>
              <c:pt idx="344">
                <c:v>3.006659157404723</c:v>
              </c:pt>
              <c:pt idx="345">
                <c:v>3.006659157404723</c:v>
              </c:pt>
              <c:pt idx="346">
                <c:v>3.006659157404723</c:v>
              </c:pt>
              <c:pt idx="347">
                <c:v>3.006659157404723</c:v>
              </c:pt>
              <c:pt idx="348">
                <c:v>3.006659157404723</c:v>
              </c:pt>
              <c:pt idx="349">
                <c:v>3.006659157404723</c:v>
              </c:pt>
              <c:pt idx="350">
                <c:v>3.006659157404723</c:v>
              </c:pt>
              <c:pt idx="351">
                <c:v>3.006659157404723</c:v>
              </c:pt>
              <c:pt idx="352">
                <c:v>3.006659157404723</c:v>
              </c:pt>
              <c:pt idx="353">
                <c:v>3.006659157404723</c:v>
              </c:pt>
              <c:pt idx="354">
                <c:v>3.006659157404723</c:v>
              </c:pt>
              <c:pt idx="355">
                <c:v>3.006659157404723</c:v>
              </c:pt>
              <c:pt idx="356">
                <c:v>3.006659157404723</c:v>
              </c:pt>
              <c:pt idx="357">
                <c:v>3.006659157404723</c:v>
              </c:pt>
              <c:pt idx="358">
                <c:v>3.006659157404723</c:v>
              </c:pt>
              <c:pt idx="359">
                <c:v>3.006659157404723</c:v>
              </c:pt>
              <c:pt idx="360">
                <c:v>3.006659157404723</c:v>
              </c:pt>
              <c:pt idx="361">
                <c:v>3.006659157404723</c:v>
              </c:pt>
              <c:pt idx="362">
                <c:v>3.006659157404723</c:v>
              </c:pt>
              <c:pt idx="363">
                <c:v>3.006659157404723</c:v>
              </c:pt>
              <c:pt idx="364">
                <c:v>3.006659157404723</c:v>
              </c:pt>
              <c:pt idx="365">
                <c:v>3.006659157404723</c:v>
              </c:pt>
              <c:pt idx="366">
                <c:v>3.006659157404723</c:v>
              </c:pt>
              <c:pt idx="367">
                <c:v>3.006659157404723</c:v>
              </c:pt>
              <c:pt idx="368">
                <c:v>3.006659157404723</c:v>
              </c:pt>
              <c:pt idx="369">
                <c:v>3.006659157404723</c:v>
              </c:pt>
              <c:pt idx="370">
                <c:v>3.006659157404723</c:v>
              </c:pt>
              <c:pt idx="371">
                <c:v>3.006659157404723</c:v>
              </c:pt>
              <c:pt idx="372">
                <c:v>3.006659157404723</c:v>
              </c:pt>
              <c:pt idx="373">
                <c:v>3.006659157404723</c:v>
              </c:pt>
              <c:pt idx="374">
                <c:v>3.006659157404723</c:v>
              </c:pt>
              <c:pt idx="375">
                <c:v>3.006659157404723</c:v>
              </c:pt>
              <c:pt idx="376">
                <c:v>3.006659157404723</c:v>
              </c:pt>
              <c:pt idx="377">
                <c:v>3.006659157404723</c:v>
              </c:pt>
              <c:pt idx="378">
                <c:v>3.006659157404723</c:v>
              </c:pt>
              <c:pt idx="379">
                <c:v>3.006659157404723</c:v>
              </c:pt>
              <c:pt idx="380">
                <c:v>3.006659157404723</c:v>
              </c:pt>
              <c:pt idx="381">
                <c:v>3.006659157404723</c:v>
              </c:pt>
              <c:pt idx="382">
                <c:v>3.006659157404723</c:v>
              </c:pt>
              <c:pt idx="383">
                <c:v>3.006659157404723</c:v>
              </c:pt>
              <c:pt idx="384">
                <c:v>3.006659157404723</c:v>
              </c:pt>
              <c:pt idx="385">
                <c:v>3.006659157404723</c:v>
              </c:pt>
              <c:pt idx="386">
                <c:v>3.006659157404723</c:v>
              </c:pt>
              <c:pt idx="387">
                <c:v>3.006659157404723</c:v>
              </c:pt>
              <c:pt idx="388">
                <c:v>3.006659157404723</c:v>
              </c:pt>
              <c:pt idx="389">
                <c:v>3.006659157404723</c:v>
              </c:pt>
              <c:pt idx="390">
                <c:v>3.006659157404723</c:v>
              </c:pt>
              <c:pt idx="391">
                <c:v>3.006659157404723</c:v>
              </c:pt>
              <c:pt idx="392">
                <c:v>3.006659157404723</c:v>
              </c:pt>
              <c:pt idx="393">
                <c:v>3.006659157404723</c:v>
              </c:pt>
              <c:pt idx="394">
                <c:v>3.006659157404723</c:v>
              </c:pt>
              <c:pt idx="395">
                <c:v>3.006659157404723</c:v>
              </c:pt>
              <c:pt idx="396">
                <c:v>3.006659157404723</c:v>
              </c:pt>
              <c:pt idx="397">
                <c:v>3.006659157404723</c:v>
              </c:pt>
              <c:pt idx="398">
                <c:v>3.006659157404723</c:v>
              </c:pt>
              <c:pt idx="399">
                <c:v>3.006659157404723</c:v>
              </c:pt>
              <c:pt idx="400">
                <c:v>3.006659157404723</c:v>
              </c:pt>
              <c:pt idx="401">
                <c:v>3.006659157404723</c:v>
              </c:pt>
              <c:pt idx="402">
                <c:v>3.006659157404723</c:v>
              </c:pt>
              <c:pt idx="403">
                <c:v>3.006659157404723</c:v>
              </c:pt>
              <c:pt idx="404">
                <c:v>3.006659157404723</c:v>
              </c:pt>
              <c:pt idx="405">
                <c:v>3.006659157404723</c:v>
              </c:pt>
              <c:pt idx="406">
                <c:v>3.006659157404723</c:v>
              </c:pt>
              <c:pt idx="407">
                <c:v>3.006659157404723</c:v>
              </c:pt>
              <c:pt idx="408">
                <c:v>3.006659157404723</c:v>
              </c:pt>
              <c:pt idx="409">
                <c:v>3.006659157404723</c:v>
              </c:pt>
              <c:pt idx="410">
                <c:v>3.006659157404723</c:v>
              </c:pt>
              <c:pt idx="411">
                <c:v>3.006659157404723</c:v>
              </c:pt>
              <c:pt idx="412">
                <c:v>3.006659157404723</c:v>
              </c:pt>
              <c:pt idx="413">
                <c:v>3.006659157404723</c:v>
              </c:pt>
              <c:pt idx="414">
                <c:v>3.006659157404723</c:v>
              </c:pt>
              <c:pt idx="415">
                <c:v>3.006659157404723</c:v>
              </c:pt>
              <c:pt idx="416">
                <c:v>3.006659157404723</c:v>
              </c:pt>
              <c:pt idx="417">
                <c:v>3.006659157404723</c:v>
              </c:pt>
              <c:pt idx="418">
                <c:v>3.006659157404723</c:v>
              </c:pt>
              <c:pt idx="419">
                <c:v>3.006659157404723</c:v>
              </c:pt>
              <c:pt idx="420">
                <c:v>3.006659157404723</c:v>
              </c:pt>
              <c:pt idx="421">
                <c:v>3.006659157404723</c:v>
              </c:pt>
              <c:pt idx="422">
                <c:v>3.006659157404723</c:v>
              </c:pt>
              <c:pt idx="423">
                <c:v>3.006659157404723</c:v>
              </c:pt>
              <c:pt idx="424">
                <c:v>3.006659157404723</c:v>
              </c:pt>
              <c:pt idx="425">
                <c:v>3.006659157404723</c:v>
              </c:pt>
              <c:pt idx="426">
                <c:v>3.006659157404723</c:v>
              </c:pt>
              <c:pt idx="427">
                <c:v>3.006659157404723</c:v>
              </c:pt>
              <c:pt idx="428">
                <c:v>3.006659157404723</c:v>
              </c:pt>
              <c:pt idx="429">
                <c:v>3.006659157404723</c:v>
              </c:pt>
              <c:pt idx="430">
                <c:v>3.006659157404723</c:v>
              </c:pt>
              <c:pt idx="431">
                <c:v>3.006659157404723</c:v>
              </c:pt>
              <c:pt idx="432">
                <c:v>3.006659157404723</c:v>
              </c:pt>
              <c:pt idx="433">
                <c:v>3.006659157404723</c:v>
              </c:pt>
              <c:pt idx="434">
                <c:v>3.006659157404723</c:v>
              </c:pt>
              <c:pt idx="435">
                <c:v>3.006659157404723</c:v>
              </c:pt>
              <c:pt idx="436">
                <c:v>3.006659157404723</c:v>
              </c:pt>
              <c:pt idx="437">
                <c:v>3.006659157404723</c:v>
              </c:pt>
              <c:pt idx="438">
                <c:v>3.006659157404723</c:v>
              </c:pt>
              <c:pt idx="439">
                <c:v>3.006659157404723</c:v>
              </c:pt>
              <c:pt idx="440">
                <c:v>3.006659157404723</c:v>
              </c:pt>
              <c:pt idx="441">
                <c:v>3.006659157404723</c:v>
              </c:pt>
              <c:pt idx="442">
                <c:v>3.006659157404723</c:v>
              </c:pt>
              <c:pt idx="443">
                <c:v>3.006659157404723</c:v>
              </c:pt>
              <c:pt idx="444">
                <c:v>3.006659157404723</c:v>
              </c:pt>
              <c:pt idx="445">
                <c:v>3.006659157404723</c:v>
              </c:pt>
              <c:pt idx="446">
                <c:v>3.006659157404723</c:v>
              </c:pt>
              <c:pt idx="447">
                <c:v>3.006659157404723</c:v>
              </c:pt>
            </c:numLit>
          </c:yVal>
          <c:smooth val="0"/>
        </c:ser>
        <c:ser>
          <c:idx val="12"/>
          <c:order val="12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48"/>
              <c:pt idx="0">
                <c:v>19.649127471228862</c:v>
              </c:pt>
              <c:pt idx="1">
                <c:v>19.649127471228862</c:v>
              </c:pt>
              <c:pt idx="2">
                <c:v>19.649127471228862</c:v>
              </c:pt>
              <c:pt idx="3">
                <c:v>19.649127471228862</c:v>
              </c:pt>
              <c:pt idx="4">
                <c:v>19.649127471228862</c:v>
              </c:pt>
              <c:pt idx="5">
                <c:v>19.649127471228862</c:v>
              </c:pt>
              <c:pt idx="6">
                <c:v>19.649127471228862</c:v>
              </c:pt>
              <c:pt idx="7">
                <c:v>19.649127471228862</c:v>
              </c:pt>
              <c:pt idx="8">
                <c:v>19.649127471228862</c:v>
              </c:pt>
              <c:pt idx="9">
                <c:v>19.649127471228862</c:v>
              </c:pt>
              <c:pt idx="10">
                <c:v>19.649127471228862</c:v>
              </c:pt>
              <c:pt idx="11">
                <c:v>19.649127471228862</c:v>
              </c:pt>
              <c:pt idx="12">
                <c:v>19.649127471228862</c:v>
              </c:pt>
              <c:pt idx="13">
                <c:v>19.649127471228862</c:v>
              </c:pt>
              <c:pt idx="14">
                <c:v>19.649127471228862</c:v>
              </c:pt>
              <c:pt idx="15">
                <c:v>19.649127471228862</c:v>
              </c:pt>
              <c:pt idx="16">
                <c:v>19.649127471228862</c:v>
              </c:pt>
              <c:pt idx="17">
                <c:v>19.649127471228862</c:v>
              </c:pt>
              <c:pt idx="18">
                <c:v>19.649127471228862</c:v>
              </c:pt>
              <c:pt idx="19">
                <c:v>19.649127471228862</c:v>
              </c:pt>
              <c:pt idx="20">
                <c:v>19.649127471228862</c:v>
              </c:pt>
              <c:pt idx="21">
                <c:v>19.649127471228862</c:v>
              </c:pt>
              <c:pt idx="22">
                <c:v>19.649127471228862</c:v>
              </c:pt>
              <c:pt idx="23">
                <c:v>19.649127471228862</c:v>
              </c:pt>
              <c:pt idx="24">
                <c:v>19.649127471228862</c:v>
              </c:pt>
              <c:pt idx="25">
                <c:v>19.649127471228862</c:v>
              </c:pt>
              <c:pt idx="26">
                <c:v>19.649127471228862</c:v>
              </c:pt>
              <c:pt idx="27">
                <c:v>19.649127471228862</c:v>
              </c:pt>
              <c:pt idx="28">
                <c:v>19.649127471228862</c:v>
              </c:pt>
              <c:pt idx="29">
                <c:v>19.649127471228862</c:v>
              </c:pt>
              <c:pt idx="30">
                <c:v>19.649127471228862</c:v>
              </c:pt>
              <c:pt idx="31">
                <c:v>19.649127471228862</c:v>
              </c:pt>
              <c:pt idx="32">
                <c:v>19.649127471228862</c:v>
              </c:pt>
              <c:pt idx="33">
                <c:v>19.649127471228862</c:v>
              </c:pt>
              <c:pt idx="34">
                <c:v>19.649127471228862</c:v>
              </c:pt>
              <c:pt idx="35">
                <c:v>19.649127471228862</c:v>
              </c:pt>
              <c:pt idx="36">
                <c:v>19.649127471228862</c:v>
              </c:pt>
              <c:pt idx="37">
                <c:v>19.649127471228862</c:v>
              </c:pt>
              <c:pt idx="38">
                <c:v>19.649127471228862</c:v>
              </c:pt>
              <c:pt idx="39">
                <c:v>19.649127471228862</c:v>
              </c:pt>
              <c:pt idx="40">
                <c:v>19.649127471228862</c:v>
              </c:pt>
              <c:pt idx="41">
                <c:v>19.649127471228862</c:v>
              </c:pt>
              <c:pt idx="42">
                <c:v>19.649127471228862</c:v>
              </c:pt>
              <c:pt idx="43">
                <c:v>19.649127471228862</c:v>
              </c:pt>
              <c:pt idx="44">
                <c:v>19.649127471228862</c:v>
              </c:pt>
              <c:pt idx="45">
                <c:v>19.649127471228862</c:v>
              </c:pt>
              <c:pt idx="46">
                <c:v>19.649127471228862</c:v>
              </c:pt>
              <c:pt idx="47">
                <c:v>19.649127471228862</c:v>
              </c:pt>
              <c:pt idx="48">
                <c:v>19.649127471228862</c:v>
              </c:pt>
              <c:pt idx="49">
                <c:v>19.649127471228862</c:v>
              </c:pt>
              <c:pt idx="50">
                <c:v>19.649127471228862</c:v>
              </c:pt>
              <c:pt idx="51">
                <c:v>19.649127471228862</c:v>
              </c:pt>
              <c:pt idx="52">
                <c:v>19.649127471228862</c:v>
              </c:pt>
              <c:pt idx="53">
                <c:v>19.649127471228862</c:v>
              </c:pt>
              <c:pt idx="54">
                <c:v>19.649127471228862</c:v>
              </c:pt>
              <c:pt idx="55">
                <c:v>19.649127471228862</c:v>
              </c:pt>
              <c:pt idx="56">
                <c:v>19.649127471228862</c:v>
              </c:pt>
              <c:pt idx="57">
                <c:v>19.649127471228862</c:v>
              </c:pt>
              <c:pt idx="58">
                <c:v>19.649127471228862</c:v>
              </c:pt>
              <c:pt idx="59">
                <c:v>19.649127471228862</c:v>
              </c:pt>
              <c:pt idx="60">
                <c:v>19.649127471228862</c:v>
              </c:pt>
              <c:pt idx="61">
                <c:v>19.649127471228862</c:v>
              </c:pt>
              <c:pt idx="62">
                <c:v>19.649127471228862</c:v>
              </c:pt>
              <c:pt idx="63">
                <c:v>19.649127471228862</c:v>
              </c:pt>
              <c:pt idx="64">
                <c:v>19.649127471228862</c:v>
              </c:pt>
              <c:pt idx="65">
                <c:v>19.649127471228862</c:v>
              </c:pt>
              <c:pt idx="66">
                <c:v>19.649127471228862</c:v>
              </c:pt>
              <c:pt idx="67">
                <c:v>19.649127471228862</c:v>
              </c:pt>
              <c:pt idx="68">
                <c:v>19.649127471228862</c:v>
              </c:pt>
              <c:pt idx="69">
                <c:v>19.649127471228862</c:v>
              </c:pt>
              <c:pt idx="70">
                <c:v>19.649127471228862</c:v>
              </c:pt>
              <c:pt idx="71">
                <c:v>19.649127471228862</c:v>
              </c:pt>
              <c:pt idx="72">
                <c:v>19.649127471228862</c:v>
              </c:pt>
              <c:pt idx="73">
                <c:v>19.649127471228862</c:v>
              </c:pt>
              <c:pt idx="74">
                <c:v>19.649127471228862</c:v>
              </c:pt>
              <c:pt idx="75">
                <c:v>19.649127471228862</c:v>
              </c:pt>
              <c:pt idx="76">
                <c:v>19.649127471228862</c:v>
              </c:pt>
              <c:pt idx="77">
                <c:v>19.649127471228862</c:v>
              </c:pt>
              <c:pt idx="78">
                <c:v>19.649127471228862</c:v>
              </c:pt>
              <c:pt idx="79">
                <c:v>19.649127471228862</c:v>
              </c:pt>
              <c:pt idx="80">
                <c:v>19.649127471228862</c:v>
              </c:pt>
              <c:pt idx="81">
                <c:v>19.649127471228862</c:v>
              </c:pt>
              <c:pt idx="82">
                <c:v>19.649127471228862</c:v>
              </c:pt>
              <c:pt idx="83">
                <c:v>19.649127471228862</c:v>
              </c:pt>
              <c:pt idx="84">
                <c:v>19.649127471228862</c:v>
              </c:pt>
              <c:pt idx="85">
                <c:v>19.649127471228862</c:v>
              </c:pt>
              <c:pt idx="86">
                <c:v>19.649127471228862</c:v>
              </c:pt>
              <c:pt idx="87">
                <c:v>19.649127471228862</c:v>
              </c:pt>
              <c:pt idx="88">
                <c:v>19.649127471228862</c:v>
              </c:pt>
              <c:pt idx="89">
                <c:v>19.649127471228862</c:v>
              </c:pt>
              <c:pt idx="90">
                <c:v>19.649127471228862</c:v>
              </c:pt>
              <c:pt idx="91">
                <c:v>19.649127471228862</c:v>
              </c:pt>
              <c:pt idx="92">
                <c:v>19.649127471228862</c:v>
              </c:pt>
              <c:pt idx="93">
                <c:v>19.649127471228862</c:v>
              </c:pt>
              <c:pt idx="94">
                <c:v>19.649127471228862</c:v>
              </c:pt>
              <c:pt idx="95">
                <c:v>19.649127471228862</c:v>
              </c:pt>
              <c:pt idx="96">
                <c:v>19.649127471228862</c:v>
              </c:pt>
              <c:pt idx="97">
                <c:v>19.649127471228862</c:v>
              </c:pt>
              <c:pt idx="98">
                <c:v>19.649127471228862</c:v>
              </c:pt>
              <c:pt idx="99">
                <c:v>19.649127471228862</c:v>
              </c:pt>
              <c:pt idx="100">
                <c:v>19.649127471228862</c:v>
              </c:pt>
              <c:pt idx="101">
                <c:v>19.649127471228862</c:v>
              </c:pt>
              <c:pt idx="102">
                <c:v>19.649127471228862</c:v>
              </c:pt>
              <c:pt idx="103">
                <c:v>19.649127471228862</c:v>
              </c:pt>
              <c:pt idx="104">
                <c:v>19.649127471228862</c:v>
              </c:pt>
              <c:pt idx="105">
                <c:v>19.649127471228862</c:v>
              </c:pt>
              <c:pt idx="106">
                <c:v>19.649127471228862</c:v>
              </c:pt>
              <c:pt idx="107">
                <c:v>19.649127471228862</c:v>
              </c:pt>
              <c:pt idx="108">
                <c:v>19.649127471228862</c:v>
              </c:pt>
              <c:pt idx="109">
                <c:v>19.649127471228862</c:v>
              </c:pt>
              <c:pt idx="110">
                <c:v>19.649127471228862</c:v>
              </c:pt>
              <c:pt idx="111">
                <c:v>19.649127471228862</c:v>
              </c:pt>
              <c:pt idx="112">
                <c:v>19.649127471228862</c:v>
              </c:pt>
              <c:pt idx="113">
                <c:v>19.649127471228862</c:v>
              </c:pt>
              <c:pt idx="114">
                <c:v>19.649127471228862</c:v>
              </c:pt>
              <c:pt idx="115">
                <c:v>19.649127471228862</c:v>
              </c:pt>
              <c:pt idx="116">
                <c:v>19.649127471228862</c:v>
              </c:pt>
              <c:pt idx="117">
                <c:v>19.649127471228862</c:v>
              </c:pt>
              <c:pt idx="118">
                <c:v>19.649127471228862</c:v>
              </c:pt>
              <c:pt idx="119">
                <c:v>19.649127471228862</c:v>
              </c:pt>
              <c:pt idx="120">
                <c:v>19.649127471228862</c:v>
              </c:pt>
              <c:pt idx="121">
                <c:v>19.649127471228862</c:v>
              </c:pt>
              <c:pt idx="122">
                <c:v>19.649127471228862</c:v>
              </c:pt>
              <c:pt idx="123">
                <c:v>19.649127471228862</c:v>
              </c:pt>
              <c:pt idx="124">
                <c:v>19.649127471228862</c:v>
              </c:pt>
              <c:pt idx="125">
                <c:v>19.649127471228862</c:v>
              </c:pt>
              <c:pt idx="126">
                <c:v>19.649127471228862</c:v>
              </c:pt>
              <c:pt idx="127">
                <c:v>19.649127471228862</c:v>
              </c:pt>
              <c:pt idx="128">
                <c:v>19.649127471228862</c:v>
              </c:pt>
              <c:pt idx="129">
                <c:v>19.649127471228862</c:v>
              </c:pt>
              <c:pt idx="130">
                <c:v>19.649127471228862</c:v>
              </c:pt>
              <c:pt idx="131">
                <c:v>19.649127471228862</c:v>
              </c:pt>
              <c:pt idx="132">
                <c:v>19.649127471228862</c:v>
              </c:pt>
              <c:pt idx="133">
                <c:v>19.649127471228862</c:v>
              </c:pt>
              <c:pt idx="134">
                <c:v>19.649127471228862</c:v>
              </c:pt>
              <c:pt idx="135">
                <c:v>19.649127471228862</c:v>
              </c:pt>
              <c:pt idx="136">
                <c:v>19.649127471228862</c:v>
              </c:pt>
              <c:pt idx="137">
                <c:v>19.649127471228862</c:v>
              </c:pt>
              <c:pt idx="138">
                <c:v>19.649127471228862</c:v>
              </c:pt>
              <c:pt idx="139">
                <c:v>19.649127471228862</c:v>
              </c:pt>
              <c:pt idx="140">
                <c:v>19.649127471228862</c:v>
              </c:pt>
              <c:pt idx="141">
                <c:v>19.649127471228862</c:v>
              </c:pt>
              <c:pt idx="142">
                <c:v>19.649127471228862</c:v>
              </c:pt>
              <c:pt idx="143">
                <c:v>19.649127471228862</c:v>
              </c:pt>
              <c:pt idx="144">
                <c:v>19.649127471228862</c:v>
              </c:pt>
              <c:pt idx="145">
                <c:v>19.649127471228862</c:v>
              </c:pt>
              <c:pt idx="146">
                <c:v>19.649127471228862</c:v>
              </c:pt>
              <c:pt idx="147">
                <c:v>19.649127471228862</c:v>
              </c:pt>
              <c:pt idx="148">
                <c:v>19.649127471228862</c:v>
              </c:pt>
              <c:pt idx="149">
                <c:v>19.649127471228862</c:v>
              </c:pt>
              <c:pt idx="150">
                <c:v>19.649127471228862</c:v>
              </c:pt>
              <c:pt idx="151">
                <c:v>19.649127471228862</c:v>
              </c:pt>
              <c:pt idx="152">
                <c:v>19.649127471228862</c:v>
              </c:pt>
              <c:pt idx="153">
                <c:v>19.649127471228862</c:v>
              </c:pt>
              <c:pt idx="154">
                <c:v>19.649127471228862</c:v>
              </c:pt>
              <c:pt idx="155">
                <c:v>19.649127471228862</c:v>
              </c:pt>
              <c:pt idx="156">
                <c:v>19.649127471228862</c:v>
              </c:pt>
              <c:pt idx="157">
                <c:v>19.649127471228862</c:v>
              </c:pt>
              <c:pt idx="158">
                <c:v>19.649127471228862</c:v>
              </c:pt>
              <c:pt idx="159">
                <c:v>19.649127471228862</c:v>
              </c:pt>
              <c:pt idx="160">
                <c:v>19.649127471228862</c:v>
              </c:pt>
              <c:pt idx="161">
                <c:v>19.649127471228862</c:v>
              </c:pt>
              <c:pt idx="162">
                <c:v>19.649127471228862</c:v>
              </c:pt>
              <c:pt idx="163">
                <c:v>19.649127471228862</c:v>
              </c:pt>
              <c:pt idx="164">
                <c:v>19.649127471228862</c:v>
              </c:pt>
              <c:pt idx="165">
                <c:v>19.649127471228862</c:v>
              </c:pt>
              <c:pt idx="166">
                <c:v>19.649127471228862</c:v>
              </c:pt>
              <c:pt idx="167">
                <c:v>19.649127471228862</c:v>
              </c:pt>
              <c:pt idx="168">
                <c:v>19.649127471228862</c:v>
              </c:pt>
              <c:pt idx="169">
                <c:v>19.649127471228862</c:v>
              </c:pt>
              <c:pt idx="170">
                <c:v>19.649127471228862</c:v>
              </c:pt>
              <c:pt idx="171">
                <c:v>19.649127471228862</c:v>
              </c:pt>
              <c:pt idx="172">
                <c:v>19.649127471228862</c:v>
              </c:pt>
              <c:pt idx="173">
                <c:v>19.649127471228862</c:v>
              </c:pt>
              <c:pt idx="174">
                <c:v>19.649127471228862</c:v>
              </c:pt>
              <c:pt idx="175">
                <c:v>19.649127471228862</c:v>
              </c:pt>
              <c:pt idx="176">
                <c:v>19.649127471228862</c:v>
              </c:pt>
              <c:pt idx="177">
                <c:v>19.649127471228862</c:v>
              </c:pt>
              <c:pt idx="178">
                <c:v>19.649127471228862</c:v>
              </c:pt>
              <c:pt idx="179">
                <c:v>19.649127471228862</c:v>
              </c:pt>
              <c:pt idx="180">
                <c:v>19.649127471228862</c:v>
              </c:pt>
              <c:pt idx="181">
                <c:v>19.649127471228862</c:v>
              </c:pt>
              <c:pt idx="182">
                <c:v>19.649127471228862</c:v>
              </c:pt>
              <c:pt idx="183">
                <c:v>19.649127471228862</c:v>
              </c:pt>
              <c:pt idx="184">
                <c:v>19.649127471228862</c:v>
              </c:pt>
              <c:pt idx="185">
                <c:v>19.649127471228862</c:v>
              </c:pt>
              <c:pt idx="186">
                <c:v>19.649127471228862</c:v>
              </c:pt>
              <c:pt idx="187">
                <c:v>19.649127471228862</c:v>
              </c:pt>
              <c:pt idx="188">
                <c:v>19.649127471228862</c:v>
              </c:pt>
              <c:pt idx="189">
                <c:v>19.649127471228862</c:v>
              </c:pt>
              <c:pt idx="190">
                <c:v>19.649127471228862</c:v>
              </c:pt>
              <c:pt idx="191">
                <c:v>19.649127471228862</c:v>
              </c:pt>
              <c:pt idx="192">
                <c:v>19.649127471228862</c:v>
              </c:pt>
              <c:pt idx="193">
                <c:v>19.649127471228862</c:v>
              </c:pt>
              <c:pt idx="194">
                <c:v>19.649127471228862</c:v>
              </c:pt>
              <c:pt idx="195">
                <c:v>19.649127471228862</c:v>
              </c:pt>
              <c:pt idx="196">
                <c:v>19.649127471228862</c:v>
              </c:pt>
              <c:pt idx="197">
                <c:v>19.649127471228862</c:v>
              </c:pt>
              <c:pt idx="198">
                <c:v>19.649127471228862</c:v>
              </c:pt>
              <c:pt idx="199">
                <c:v>19.649127471228862</c:v>
              </c:pt>
              <c:pt idx="200">
                <c:v>19.649127471228862</c:v>
              </c:pt>
              <c:pt idx="201">
                <c:v>19.649127471228862</c:v>
              </c:pt>
              <c:pt idx="202">
                <c:v>19.649127471228862</c:v>
              </c:pt>
              <c:pt idx="203">
                <c:v>19.649127471228862</c:v>
              </c:pt>
              <c:pt idx="204">
                <c:v>19.649127471228862</c:v>
              </c:pt>
              <c:pt idx="205">
                <c:v>19.649127471228862</c:v>
              </c:pt>
              <c:pt idx="206">
                <c:v>19.649127471228862</c:v>
              </c:pt>
              <c:pt idx="207">
                <c:v>19.649127471228862</c:v>
              </c:pt>
              <c:pt idx="208">
                <c:v>19.649127471228862</c:v>
              </c:pt>
              <c:pt idx="209">
                <c:v>19.649127471228862</c:v>
              </c:pt>
              <c:pt idx="210">
                <c:v>19.649127471228862</c:v>
              </c:pt>
              <c:pt idx="211">
                <c:v>19.649127471228862</c:v>
              </c:pt>
              <c:pt idx="212">
                <c:v>19.649127471228862</c:v>
              </c:pt>
              <c:pt idx="213">
                <c:v>19.649127471228862</c:v>
              </c:pt>
              <c:pt idx="214">
                <c:v>19.649127471228862</c:v>
              </c:pt>
              <c:pt idx="215">
                <c:v>19.649127471228862</c:v>
              </c:pt>
              <c:pt idx="216">
                <c:v>19.649127471228862</c:v>
              </c:pt>
              <c:pt idx="217">
                <c:v>19.649127471228862</c:v>
              </c:pt>
              <c:pt idx="218">
                <c:v>19.649127471228862</c:v>
              </c:pt>
              <c:pt idx="219">
                <c:v>19.649127471228862</c:v>
              </c:pt>
              <c:pt idx="220">
                <c:v>19.649127471228862</c:v>
              </c:pt>
              <c:pt idx="221">
                <c:v>19.649127471228862</c:v>
              </c:pt>
              <c:pt idx="222">
                <c:v>19.649127471228862</c:v>
              </c:pt>
              <c:pt idx="223">
                <c:v>19.649127471228862</c:v>
              </c:pt>
              <c:pt idx="224">
                <c:v>19.649127471228862</c:v>
              </c:pt>
              <c:pt idx="225">
                <c:v>19.649127471228862</c:v>
              </c:pt>
              <c:pt idx="226">
                <c:v>19.649127471228862</c:v>
              </c:pt>
              <c:pt idx="227">
                <c:v>19.649127471228862</c:v>
              </c:pt>
              <c:pt idx="228">
                <c:v>19.649127471228862</c:v>
              </c:pt>
              <c:pt idx="229">
                <c:v>19.649127471228862</c:v>
              </c:pt>
              <c:pt idx="230">
                <c:v>19.649127471228862</c:v>
              </c:pt>
              <c:pt idx="231">
                <c:v>19.649127471228862</c:v>
              </c:pt>
              <c:pt idx="232">
                <c:v>19.649127471228862</c:v>
              </c:pt>
              <c:pt idx="233">
                <c:v>19.649127471228862</c:v>
              </c:pt>
              <c:pt idx="234">
                <c:v>19.649127471228862</c:v>
              </c:pt>
              <c:pt idx="235">
                <c:v>19.649127471228862</c:v>
              </c:pt>
              <c:pt idx="236">
                <c:v>19.649127471228862</c:v>
              </c:pt>
              <c:pt idx="237">
                <c:v>19.649127471228862</c:v>
              </c:pt>
              <c:pt idx="238">
                <c:v>19.649127471228862</c:v>
              </c:pt>
              <c:pt idx="239">
                <c:v>19.649127471228862</c:v>
              </c:pt>
              <c:pt idx="240">
                <c:v>19.649127471228862</c:v>
              </c:pt>
              <c:pt idx="241">
                <c:v>19.649127471228862</c:v>
              </c:pt>
              <c:pt idx="242">
                <c:v>19.649127471228862</c:v>
              </c:pt>
              <c:pt idx="243">
                <c:v>19.649127471228862</c:v>
              </c:pt>
              <c:pt idx="244">
                <c:v>19.649127471228862</c:v>
              </c:pt>
              <c:pt idx="245">
                <c:v>19.649127471228862</c:v>
              </c:pt>
              <c:pt idx="246">
                <c:v>19.649127471228862</c:v>
              </c:pt>
              <c:pt idx="247">
                <c:v>19.649127471228862</c:v>
              </c:pt>
              <c:pt idx="248">
                <c:v>19.649127471228862</c:v>
              </c:pt>
              <c:pt idx="249">
                <c:v>19.649127471228862</c:v>
              </c:pt>
              <c:pt idx="250">
                <c:v>19.649127471228862</c:v>
              </c:pt>
              <c:pt idx="251">
                <c:v>19.649127471228862</c:v>
              </c:pt>
              <c:pt idx="252">
                <c:v>19.649127471228862</c:v>
              </c:pt>
              <c:pt idx="253">
                <c:v>19.649127471228862</c:v>
              </c:pt>
              <c:pt idx="254">
                <c:v>19.649127471228862</c:v>
              </c:pt>
              <c:pt idx="255">
                <c:v>19.649127471228862</c:v>
              </c:pt>
              <c:pt idx="256">
                <c:v>19.649127471228862</c:v>
              </c:pt>
              <c:pt idx="257">
                <c:v>19.649127471228862</c:v>
              </c:pt>
              <c:pt idx="258">
                <c:v>19.649127471228862</c:v>
              </c:pt>
              <c:pt idx="259">
                <c:v>19.649127471228862</c:v>
              </c:pt>
              <c:pt idx="260">
                <c:v>19.649127471228862</c:v>
              </c:pt>
              <c:pt idx="261">
                <c:v>19.649127471228862</c:v>
              </c:pt>
              <c:pt idx="262">
                <c:v>19.649127471228862</c:v>
              </c:pt>
              <c:pt idx="263">
                <c:v>19.649127471228862</c:v>
              </c:pt>
              <c:pt idx="264">
                <c:v>19.649127471228862</c:v>
              </c:pt>
              <c:pt idx="265">
                <c:v>19.649127471228862</c:v>
              </c:pt>
              <c:pt idx="266">
                <c:v>19.649127471228862</c:v>
              </c:pt>
              <c:pt idx="267">
                <c:v>19.649127471228862</c:v>
              </c:pt>
              <c:pt idx="268">
                <c:v>19.649127471228862</c:v>
              </c:pt>
              <c:pt idx="269">
                <c:v>19.649127471228862</c:v>
              </c:pt>
              <c:pt idx="270">
                <c:v>19.649127471228862</c:v>
              </c:pt>
              <c:pt idx="271">
                <c:v>19.649127471228862</c:v>
              </c:pt>
              <c:pt idx="272">
                <c:v>19.649127471228862</c:v>
              </c:pt>
              <c:pt idx="273">
                <c:v>19.649127471228862</c:v>
              </c:pt>
              <c:pt idx="274">
                <c:v>19.649127471228862</c:v>
              </c:pt>
              <c:pt idx="275">
                <c:v>19.649127471228862</c:v>
              </c:pt>
              <c:pt idx="276">
                <c:v>19.649127471228862</c:v>
              </c:pt>
              <c:pt idx="277">
                <c:v>19.649127471228862</c:v>
              </c:pt>
              <c:pt idx="278">
                <c:v>19.649127471228862</c:v>
              </c:pt>
              <c:pt idx="279">
                <c:v>19.649127471228862</c:v>
              </c:pt>
              <c:pt idx="280">
                <c:v>19.649127471228862</c:v>
              </c:pt>
              <c:pt idx="281">
                <c:v>19.649127471228862</c:v>
              </c:pt>
              <c:pt idx="282">
                <c:v>19.649127471228862</c:v>
              </c:pt>
              <c:pt idx="283">
                <c:v>19.649127471228862</c:v>
              </c:pt>
              <c:pt idx="284">
                <c:v>19.649127471228862</c:v>
              </c:pt>
              <c:pt idx="285">
                <c:v>19.649127471228862</c:v>
              </c:pt>
              <c:pt idx="286">
                <c:v>19.649127471228862</c:v>
              </c:pt>
              <c:pt idx="287">
                <c:v>19.649127471228862</c:v>
              </c:pt>
              <c:pt idx="288">
                <c:v>19.649127471228862</c:v>
              </c:pt>
              <c:pt idx="289">
                <c:v>19.649127471228862</c:v>
              </c:pt>
              <c:pt idx="290">
                <c:v>19.649127471228862</c:v>
              </c:pt>
              <c:pt idx="291">
                <c:v>19.649127471228862</c:v>
              </c:pt>
              <c:pt idx="292">
                <c:v>19.649127471228862</c:v>
              </c:pt>
              <c:pt idx="293">
                <c:v>19.649127471228862</c:v>
              </c:pt>
              <c:pt idx="294">
                <c:v>19.649127471228862</c:v>
              </c:pt>
              <c:pt idx="295">
                <c:v>19.649127471228862</c:v>
              </c:pt>
              <c:pt idx="296">
                <c:v>19.649127471228862</c:v>
              </c:pt>
              <c:pt idx="297">
                <c:v>19.649127471228862</c:v>
              </c:pt>
              <c:pt idx="298">
                <c:v>19.649127471228862</c:v>
              </c:pt>
              <c:pt idx="299">
                <c:v>19.649127471228862</c:v>
              </c:pt>
              <c:pt idx="300">
                <c:v>19.649127471228862</c:v>
              </c:pt>
              <c:pt idx="301">
                <c:v>19.649127471228862</c:v>
              </c:pt>
              <c:pt idx="302">
                <c:v>19.649127471228862</c:v>
              </c:pt>
              <c:pt idx="303">
                <c:v>19.649127471228862</c:v>
              </c:pt>
              <c:pt idx="304">
                <c:v>19.649127471228862</c:v>
              </c:pt>
              <c:pt idx="305">
                <c:v>19.649127471228862</c:v>
              </c:pt>
              <c:pt idx="306">
                <c:v>19.649127471228862</c:v>
              </c:pt>
              <c:pt idx="307">
                <c:v>19.649127471228862</c:v>
              </c:pt>
              <c:pt idx="308">
                <c:v>19.649127471228862</c:v>
              </c:pt>
              <c:pt idx="309">
                <c:v>19.649127471228862</c:v>
              </c:pt>
              <c:pt idx="310">
                <c:v>19.649127471228862</c:v>
              </c:pt>
              <c:pt idx="311">
                <c:v>19.649127471228862</c:v>
              </c:pt>
              <c:pt idx="312">
                <c:v>19.649127471228862</c:v>
              </c:pt>
              <c:pt idx="313">
                <c:v>19.649127471228862</c:v>
              </c:pt>
              <c:pt idx="314">
                <c:v>19.649127471228862</c:v>
              </c:pt>
              <c:pt idx="315">
                <c:v>19.649127471228862</c:v>
              </c:pt>
              <c:pt idx="316">
                <c:v>19.649127471228862</c:v>
              </c:pt>
              <c:pt idx="317">
                <c:v>19.649127471228862</c:v>
              </c:pt>
              <c:pt idx="318">
                <c:v>19.649127471228862</c:v>
              </c:pt>
              <c:pt idx="319">
                <c:v>19.649127471228862</c:v>
              </c:pt>
              <c:pt idx="320">
                <c:v>19.649127471228862</c:v>
              </c:pt>
              <c:pt idx="321">
                <c:v>19.649127471228862</c:v>
              </c:pt>
              <c:pt idx="322">
                <c:v>19.649127471228862</c:v>
              </c:pt>
              <c:pt idx="323">
                <c:v>19.649127471228862</c:v>
              </c:pt>
              <c:pt idx="324">
                <c:v>19.649127471228862</c:v>
              </c:pt>
              <c:pt idx="325">
                <c:v>19.649127471228862</c:v>
              </c:pt>
              <c:pt idx="326">
                <c:v>19.649127471228862</c:v>
              </c:pt>
              <c:pt idx="327">
                <c:v>19.649127471228862</c:v>
              </c:pt>
              <c:pt idx="328">
                <c:v>19.649127471228862</c:v>
              </c:pt>
              <c:pt idx="329">
                <c:v>19.649127471228862</c:v>
              </c:pt>
              <c:pt idx="330">
                <c:v>19.649127471228862</c:v>
              </c:pt>
              <c:pt idx="331">
                <c:v>19.649127471228862</c:v>
              </c:pt>
              <c:pt idx="332">
                <c:v>19.649127471228862</c:v>
              </c:pt>
              <c:pt idx="333">
                <c:v>19.649127471228862</c:v>
              </c:pt>
              <c:pt idx="334">
                <c:v>19.649127471228862</c:v>
              </c:pt>
              <c:pt idx="335">
                <c:v>19.649127471228862</c:v>
              </c:pt>
              <c:pt idx="336">
                <c:v>19.649127471228862</c:v>
              </c:pt>
              <c:pt idx="337">
                <c:v>19.649127471228862</c:v>
              </c:pt>
              <c:pt idx="338">
                <c:v>19.649127471228862</c:v>
              </c:pt>
              <c:pt idx="339">
                <c:v>19.649127471228862</c:v>
              </c:pt>
              <c:pt idx="340">
                <c:v>19.649127471228862</c:v>
              </c:pt>
              <c:pt idx="341">
                <c:v>19.649127471228862</c:v>
              </c:pt>
              <c:pt idx="342">
                <c:v>19.649127471228862</c:v>
              </c:pt>
              <c:pt idx="343">
                <c:v>19.649127471228862</c:v>
              </c:pt>
              <c:pt idx="344">
                <c:v>19.649127471228862</c:v>
              </c:pt>
              <c:pt idx="345">
                <c:v>19.649127471228862</c:v>
              </c:pt>
              <c:pt idx="346">
                <c:v>19.649127471228862</c:v>
              </c:pt>
              <c:pt idx="347">
                <c:v>19.649127471228862</c:v>
              </c:pt>
              <c:pt idx="348">
                <c:v>19.649127471228862</c:v>
              </c:pt>
              <c:pt idx="349">
                <c:v>19.649127471228862</c:v>
              </c:pt>
              <c:pt idx="350">
                <c:v>19.649127471228862</c:v>
              </c:pt>
              <c:pt idx="351">
                <c:v>19.649127471228862</c:v>
              </c:pt>
              <c:pt idx="352">
                <c:v>19.649127471228862</c:v>
              </c:pt>
              <c:pt idx="353">
                <c:v>19.649127471228862</c:v>
              </c:pt>
              <c:pt idx="354">
                <c:v>19.649127471228862</c:v>
              </c:pt>
              <c:pt idx="355">
                <c:v>19.649127471228862</c:v>
              </c:pt>
              <c:pt idx="356">
                <c:v>19.649127471228862</c:v>
              </c:pt>
              <c:pt idx="357">
                <c:v>19.649127471228862</c:v>
              </c:pt>
              <c:pt idx="358">
                <c:v>19.649127471228862</c:v>
              </c:pt>
              <c:pt idx="359">
                <c:v>19.649127471228862</c:v>
              </c:pt>
              <c:pt idx="360">
                <c:v>19.649127471228862</c:v>
              </c:pt>
              <c:pt idx="361">
                <c:v>19.649127471228862</c:v>
              </c:pt>
              <c:pt idx="362">
                <c:v>19.649127471228862</c:v>
              </c:pt>
              <c:pt idx="363">
                <c:v>19.649127471228862</c:v>
              </c:pt>
              <c:pt idx="364">
                <c:v>19.649127471228862</c:v>
              </c:pt>
              <c:pt idx="365">
                <c:v>19.649127471228862</c:v>
              </c:pt>
              <c:pt idx="366">
                <c:v>19.649127471228862</c:v>
              </c:pt>
              <c:pt idx="367">
                <c:v>19.649127471228862</c:v>
              </c:pt>
              <c:pt idx="368">
                <c:v>19.649127471228862</c:v>
              </c:pt>
              <c:pt idx="369">
                <c:v>19.649127471228862</c:v>
              </c:pt>
              <c:pt idx="370">
                <c:v>19.649127471228862</c:v>
              </c:pt>
              <c:pt idx="371">
                <c:v>19.649127471228862</c:v>
              </c:pt>
              <c:pt idx="372">
                <c:v>19.649127471228862</c:v>
              </c:pt>
              <c:pt idx="373">
                <c:v>19.649127471228862</c:v>
              </c:pt>
              <c:pt idx="374">
                <c:v>19.649127471228862</c:v>
              </c:pt>
              <c:pt idx="375">
                <c:v>19.649127471228862</c:v>
              </c:pt>
              <c:pt idx="376">
                <c:v>19.649127471228862</c:v>
              </c:pt>
              <c:pt idx="377">
                <c:v>19.649127471228862</c:v>
              </c:pt>
              <c:pt idx="378">
                <c:v>19.649127471228862</c:v>
              </c:pt>
              <c:pt idx="379">
                <c:v>19.649127471228862</c:v>
              </c:pt>
              <c:pt idx="380">
                <c:v>19.649127471228862</c:v>
              </c:pt>
              <c:pt idx="381">
                <c:v>19.649127471228862</c:v>
              </c:pt>
              <c:pt idx="382">
                <c:v>19.649127471228862</c:v>
              </c:pt>
              <c:pt idx="383">
                <c:v>19.649127471228862</c:v>
              </c:pt>
              <c:pt idx="384">
                <c:v>19.649127471228862</c:v>
              </c:pt>
              <c:pt idx="385">
                <c:v>19.649127471228862</c:v>
              </c:pt>
              <c:pt idx="386">
                <c:v>19.649127471228862</c:v>
              </c:pt>
              <c:pt idx="387">
                <c:v>19.649127471228862</c:v>
              </c:pt>
              <c:pt idx="388">
                <c:v>19.649127471228862</c:v>
              </c:pt>
              <c:pt idx="389">
                <c:v>19.649127471228862</c:v>
              </c:pt>
              <c:pt idx="390">
                <c:v>19.649127471228862</c:v>
              </c:pt>
              <c:pt idx="391">
                <c:v>19.649127471228862</c:v>
              </c:pt>
              <c:pt idx="392">
                <c:v>19.649127471228862</c:v>
              </c:pt>
              <c:pt idx="393">
                <c:v>19.649127471228862</c:v>
              </c:pt>
              <c:pt idx="394">
                <c:v>19.649127471228862</c:v>
              </c:pt>
              <c:pt idx="395">
                <c:v>19.649127471228862</c:v>
              </c:pt>
              <c:pt idx="396">
                <c:v>19.649127471228862</c:v>
              </c:pt>
              <c:pt idx="397">
                <c:v>19.649127471228862</c:v>
              </c:pt>
              <c:pt idx="398">
                <c:v>19.649127471228862</c:v>
              </c:pt>
              <c:pt idx="399">
                <c:v>19.649127471228862</c:v>
              </c:pt>
              <c:pt idx="400">
                <c:v>19.649127471228862</c:v>
              </c:pt>
              <c:pt idx="401">
                <c:v>19.649127471228862</c:v>
              </c:pt>
              <c:pt idx="402">
                <c:v>19.649127471228862</c:v>
              </c:pt>
              <c:pt idx="403">
                <c:v>19.649127471228862</c:v>
              </c:pt>
              <c:pt idx="404">
                <c:v>19.649127471228862</c:v>
              </c:pt>
              <c:pt idx="405">
                <c:v>19.649127471228862</c:v>
              </c:pt>
              <c:pt idx="406">
                <c:v>19.649127471228862</c:v>
              </c:pt>
              <c:pt idx="407">
                <c:v>19.649127471228862</c:v>
              </c:pt>
              <c:pt idx="408">
                <c:v>19.649127471228862</c:v>
              </c:pt>
              <c:pt idx="409">
                <c:v>19.649127471228862</c:v>
              </c:pt>
              <c:pt idx="410">
                <c:v>19.649127471228862</c:v>
              </c:pt>
              <c:pt idx="411">
                <c:v>19.649127471228862</c:v>
              </c:pt>
              <c:pt idx="412">
                <c:v>19.649127471228862</c:v>
              </c:pt>
              <c:pt idx="413">
                <c:v>19.649127471228862</c:v>
              </c:pt>
              <c:pt idx="414">
                <c:v>19.649127471228862</c:v>
              </c:pt>
              <c:pt idx="415">
                <c:v>19.649127471228862</c:v>
              </c:pt>
              <c:pt idx="416">
                <c:v>19.649127471228862</c:v>
              </c:pt>
              <c:pt idx="417">
                <c:v>19.649127471228862</c:v>
              </c:pt>
              <c:pt idx="418">
                <c:v>19.649127471228862</c:v>
              </c:pt>
              <c:pt idx="419">
                <c:v>19.649127471228862</c:v>
              </c:pt>
              <c:pt idx="420">
                <c:v>19.649127471228862</c:v>
              </c:pt>
              <c:pt idx="421">
                <c:v>19.649127471228862</c:v>
              </c:pt>
              <c:pt idx="422">
                <c:v>19.649127471228862</c:v>
              </c:pt>
              <c:pt idx="423">
                <c:v>19.649127471228862</c:v>
              </c:pt>
              <c:pt idx="424">
                <c:v>19.649127471228862</c:v>
              </c:pt>
              <c:pt idx="425">
                <c:v>19.649127471228862</c:v>
              </c:pt>
              <c:pt idx="426">
                <c:v>19.649127471228862</c:v>
              </c:pt>
              <c:pt idx="427">
                <c:v>19.649127471228862</c:v>
              </c:pt>
              <c:pt idx="428">
                <c:v>19.649127471228862</c:v>
              </c:pt>
              <c:pt idx="429">
                <c:v>19.649127471228862</c:v>
              </c:pt>
              <c:pt idx="430">
                <c:v>19.649127471228862</c:v>
              </c:pt>
              <c:pt idx="431">
                <c:v>19.649127471228862</c:v>
              </c:pt>
              <c:pt idx="432">
                <c:v>19.649127471228862</c:v>
              </c:pt>
              <c:pt idx="433">
                <c:v>19.649127471228862</c:v>
              </c:pt>
              <c:pt idx="434">
                <c:v>19.649127471228862</c:v>
              </c:pt>
              <c:pt idx="435">
                <c:v>19.649127471228862</c:v>
              </c:pt>
              <c:pt idx="436">
                <c:v>19.649127471228862</c:v>
              </c:pt>
              <c:pt idx="437">
                <c:v>19.649127471228862</c:v>
              </c:pt>
              <c:pt idx="438">
                <c:v>19.649127471228862</c:v>
              </c:pt>
              <c:pt idx="439">
                <c:v>19.649127471228862</c:v>
              </c:pt>
              <c:pt idx="440">
                <c:v>19.649127471228862</c:v>
              </c:pt>
              <c:pt idx="441">
                <c:v>19.649127471228862</c:v>
              </c:pt>
              <c:pt idx="442">
                <c:v>19.649127471228862</c:v>
              </c:pt>
              <c:pt idx="443">
                <c:v>19.649127471228862</c:v>
              </c:pt>
              <c:pt idx="444">
                <c:v>19.649127471228862</c:v>
              </c:pt>
              <c:pt idx="445">
                <c:v>19.649127471228862</c:v>
              </c:pt>
              <c:pt idx="446">
                <c:v>19.649127471228862</c:v>
              </c:pt>
              <c:pt idx="447">
                <c:v>19.649127471228862</c:v>
              </c:pt>
            </c:numLit>
          </c:xVal>
          <c:yVal>
            <c:numLit>
              <c:formatCode>0.0</c:formatCode>
              <c:ptCount val="448"/>
              <c:pt idx="0">
                <c:v>0.4463912493185715</c:v>
              </c:pt>
              <c:pt idx="1">
                <c:v>0.4463912493185715</c:v>
              </c:pt>
              <c:pt idx="2">
                <c:v>0.4463912493185715</c:v>
              </c:pt>
              <c:pt idx="3">
                <c:v>0.4463912493185715</c:v>
              </c:pt>
              <c:pt idx="4">
                <c:v>0.4463912493185715</c:v>
              </c:pt>
              <c:pt idx="5">
                <c:v>0.4463912493185715</c:v>
              </c:pt>
              <c:pt idx="6">
                <c:v>0.4463912493185715</c:v>
              </c:pt>
              <c:pt idx="7">
                <c:v>0.4463912493185715</c:v>
              </c:pt>
              <c:pt idx="8">
                <c:v>0.4463912493185715</c:v>
              </c:pt>
              <c:pt idx="9">
                <c:v>0.4463912493185715</c:v>
              </c:pt>
              <c:pt idx="10">
                <c:v>0.4463912493185715</c:v>
              </c:pt>
              <c:pt idx="11">
                <c:v>0.4463912493185715</c:v>
              </c:pt>
              <c:pt idx="12">
                <c:v>0.4463912493185715</c:v>
              </c:pt>
              <c:pt idx="13">
                <c:v>0.4463912493185715</c:v>
              </c:pt>
              <c:pt idx="14">
                <c:v>0.4463912493185715</c:v>
              </c:pt>
              <c:pt idx="15">
                <c:v>0.4463912493185715</c:v>
              </c:pt>
              <c:pt idx="16">
                <c:v>0.4463912493185715</c:v>
              </c:pt>
              <c:pt idx="17">
                <c:v>0.4463912493185715</c:v>
              </c:pt>
              <c:pt idx="18">
                <c:v>0.4463912493185715</c:v>
              </c:pt>
              <c:pt idx="19">
                <c:v>0.4463912493185715</c:v>
              </c:pt>
              <c:pt idx="20">
                <c:v>0.4463912493185715</c:v>
              </c:pt>
              <c:pt idx="21">
                <c:v>0.4463912493185715</c:v>
              </c:pt>
              <c:pt idx="22">
                <c:v>0.4463912493185715</c:v>
              </c:pt>
              <c:pt idx="23">
                <c:v>0.4463912493185715</c:v>
              </c:pt>
              <c:pt idx="24">
                <c:v>0.4463912493185715</c:v>
              </c:pt>
              <c:pt idx="25">
                <c:v>0.4463912493185715</c:v>
              </c:pt>
              <c:pt idx="26">
                <c:v>0.4463912493185715</c:v>
              </c:pt>
              <c:pt idx="27">
                <c:v>0.4463912493185715</c:v>
              </c:pt>
              <c:pt idx="28">
                <c:v>0.4463912493185715</c:v>
              </c:pt>
              <c:pt idx="29">
                <c:v>0.4463912493185715</c:v>
              </c:pt>
              <c:pt idx="30">
                <c:v>0.4463912493185715</c:v>
              </c:pt>
              <c:pt idx="31">
                <c:v>0.4463912493185715</c:v>
              </c:pt>
              <c:pt idx="32">
                <c:v>0.4463912493185715</c:v>
              </c:pt>
              <c:pt idx="33">
                <c:v>0.4463912493185715</c:v>
              </c:pt>
              <c:pt idx="34">
                <c:v>0.4463912493185715</c:v>
              </c:pt>
              <c:pt idx="35">
                <c:v>0.4463912493185715</c:v>
              </c:pt>
              <c:pt idx="36">
                <c:v>0.4463912493185715</c:v>
              </c:pt>
              <c:pt idx="37">
                <c:v>0.4463912493185715</c:v>
              </c:pt>
              <c:pt idx="38">
                <c:v>0.4463912493185715</c:v>
              </c:pt>
              <c:pt idx="39">
                <c:v>0.4463912493185715</c:v>
              </c:pt>
              <c:pt idx="40">
                <c:v>0.4463912493185715</c:v>
              </c:pt>
              <c:pt idx="41">
                <c:v>0.4463912493185715</c:v>
              </c:pt>
              <c:pt idx="42">
                <c:v>0.4463912493185715</c:v>
              </c:pt>
              <c:pt idx="43">
                <c:v>0.4463912493185715</c:v>
              </c:pt>
              <c:pt idx="44">
                <c:v>0.4463912493185715</c:v>
              </c:pt>
              <c:pt idx="45">
                <c:v>0.4463912493185715</c:v>
              </c:pt>
              <c:pt idx="46">
                <c:v>0.4463912493185715</c:v>
              </c:pt>
              <c:pt idx="47">
                <c:v>0.4463912493185715</c:v>
              </c:pt>
              <c:pt idx="48">
                <c:v>0.4463912493185715</c:v>
              </c:pt>
              <c:pt idx="49">
                <c:v>0.4463912493185715</c:v>
              </c:pt>
              <c:pt idx="50">
                <c:v>0.4463912493185715</c:v>
              </c:pt>
              <c:pt idx="51">
                <c:v>0.4463912493185715</c:v>
              </c:pt>
              <c:pt idx="52">
                <c:v>0.4463912493185715</c:v>
              </c:pt>
              <c:pt idx="53">
                <c:v>0.4463912493185715</c:v>
              </c:pt>
              <c:pt idx="54">
                <c:v>0.4463912493185715</c:v>
              </c:pt>
              <c:pt idx="55">
                <c:v>0.4463912493185715</c:v>
              </c:pt>
              <c:pt idx="56">
                <c:v>0.4463912493185715</c:v>
              </c:pt>
              <c:pt idx="57">
                <c:v>0.4463912493185715</c:v>
              </c:pt>
              <c:pt idx="58">
                <c:v>0.4463912493185715</c:v>
              </c:pt>
              <c:pt idx="59">
                <c:v>0.4463912493185715</c:v>
              </c:pt>
              <c:pt idx="60">
                <c:v>0.4463912493185715</c:v>
              </c:pt>
              <c:pt idx="61">
                <c:v>0.4463912493185715</c:v>
              </c:pt>
              <c:pt idx="62">
                <c:v>0.4463912493185715</c:v>
              </c:pt>
              <c:pt idx="63">
                <c:v>0.4463912493185715</c:v>
              </c:pt>
              <c:pt idx="64">
                <c:v>0.4463912493185715</c:v>
              </c:pt>
              <c:pt idx="65">
                <c:v>0.4463912493185715</c:v>
              </c:pt>
              <c:pt idx="66">
                <c:v>0.4463912493185715</c:v>
              </c:pt>
              <c:pt idx="67">
                <c:v>0.4463912493185715</c:v>
              </c:pt>
              <c:pt idx="68">
                <c:v>0.4463912493185715</c:v>
              </c:pt>
              <c:pt idx="69">
                <c:v>0.4463912493185715</c:v>
              </c:pt>
              <c:pt idx="70">
                <c:v>0.4463912493185715</c:v>
              </c:pt>
              <c:pt idx="71">
                <c:v>0.4463912493185715</c:v>
              </c:pt>
              <c:pt idx="72">
                <c:v>0.4463912493185715</c:v>
              </c:pt>
              <c:pt idx="73">
                <c:v>0.4463912493185715</c:v>
              </c:pt>
              <c:pt idx="74">
                <c:v>0.4463912493185715</c:v>
              </c:pt>
              <c:pt idx="75">
                <c:v>0.4463912493185715</c:v>
              </c:pt>
              <c:pt idx="76">
                <c:v>0.4463912493185715</c:v>
              </c:pt>
              <c:pt idx="77">
                <c:v>0.4463912493185715</c:v>
              </c:pt>
              <c:pt idx="78">
                <c:v>0.4463912493185715</c:v>
              </c:pt>
              <c:pt idx="79">
                <c:v>0.4463912493185715</c:v>
              </c:pt>
              <c:pt idx="80">
                <c:v>0.4463912493185715</c:v>
              </c:pt>
              <c:pt idx="81">
                <c:v>0.4463912493185715</c:v>
              </c:pt>
              <c:pt idx="82">
                <c:v>0.4463912493185715</c:v>
              </c:pt>
              <c:pt idx="83">
                <c:v>0.4463912493185715</c:v>
              </c:pt>
              <c:pt idx="84">
                <c:v>0.4463912493185715</c:v>
              </c:pt>
              <c:pt idx="85">
                <c:v>0.4463912493185715</c:v>
              </c:pt>
              <c:pt idx="86">
                <c:v>0.4463912493185715</c:v>
              </c:pt>
              <c:pt idx="87">
                <c:v>0.4463912493185715</c:v>
              </c:pt>
              <c:pt idx="88">
                <c:v>0.4463912493185715</c:v>
              </c:pt>
              <c:pt idx="89">
                <c:v>0.4463912493185715</c:v>
              </c:pt>
              <c:pt idx="90">
                <c:v>0.4463912493185715</c:v>
              </c:pt>
              <c:pt idx="91">
                <c:v>0.4463912493185715</c:v>
              </c:pt>
              <c:pt idx="92">
                <c:v>0.4463912493185715</c:v>
              </c:pt>
              <c:pt idx="93">
                <c:v>0.4463912493185715</c:v>
              </c:pt>
              <c:pt idx="94">
                <c:v>0.4463912493185715</c:v>
              </c:pt>
              <c:pt idx="95">
                <c:v>0.4463912493185715</c:v>
              </c:pt>
              <c:pt idx="96">
                <c:v>0.4463912493185715</c:v>
              </c:pt>
              <c:pt idx="97">
                <c:v>0.4463912493185715</c:v>
              </c:pt>
              <c:pt idx="98">
                <c:v>0.4463912493185715</c:v>
              </c:pt>
              <c:pt idx="99">
                <c:v>0.4463912493185715</c:v>
              </c:pt>
              <c:pt idx="100">
                <c:v>0.4463912493185715</c:v>
              </c:pt>
              <c:pt idx="101">
                <c:v>0.4463912493185715</c:v>
              </c:pt>
              <c:pt idx="102">
                <c:v>0.4463912493185715</c:v>
              </c:pt>
              <c:pt idx="103">
                <c:v>0.4463912493185715</c:v>
              </c:pt>
              <c:pt idx="104">
                <c:v>0.4463912493185715</c:v>
              </c:pt>
              <c:pt idx="105">
                <c:v>0.4463912493185715</c:v>
              </c:pt>
              <c:pt idx="106">
                <c:v>0.4463912493185715</c:v>
              </c:pt>
              <c:pt idx="107">
                <c:v>0.4463912493185715</c:v>
              </c:pt>
              <c:pt idx="108">
                <c:v>0.4463912493185715</c:v>
              </c:pt>
              <c:pt idx="109">
                <c:v>0.4463912493185715</c:v>
              </c:pt>
              <c:pt idx="110">
                <c:v>0.4463912493185715</c:v>
              </c:pt>
              <c:pt idx="111">
                <c:v>0.4463912493185715</c:v>
              </c:pt>
              <c:pt idx="112">
                <c:v>0.4463912493185715</c:v>
              </c:pt>
              <c:pt idx="113">
                <c:v>0.4463912493185715</c:v>
              </c:pt>
              <c:pt idx="114">
                <c:v>0.4463912493185715</c:v>
              </c:pt>
              <c:pt idx="115">
                <c:v>0.4463912493185715</c:v>
              </c:pt>
              <c:pt idx="116">
                <c:v>0.4463912493185715</c:v>
              </c:pt>
              <c:pt idx="117">
                <c:v>0.4463912493185715</c:v>
              </c:pt>
              <c:pt idx="118">
                <c:v>0.4463912493185715</c:v>
              </c:pt>
              <c:pt idx="119">
                <c:v>0.4463912493185715</c:v>
              </c:pt>
              <c:pt idx="120">
                <c:v>0.4463912493185715</c:v>
              </c:pt>
              <c:pt idx="121">
                <c:v>0.4463912493185715</c:v>
              </c:pt>
              <c:pt idx="122">
                <c:v>0.4463912493185715</c:v>
              </c:pt>
              <c:pt idx="123">
                <c:v>0.4463912493185715</c:v>
              </c:pt>
              <c:pt idx="124">
                <c:v>0.4463912493185715</c:v>
              </c:pt>
              <c:pt idx="125">
                <c:v>0.4463912493185715</c:v>
              </c:pt>
              <c:pt idx="126">
                <c:v>0.4463912493185715</c:v>
              </c:pt>
              <c:pt idx="127">
                <c:v>0.4463912493185715</c:v>
              </c:pt>
              <c:pt idx="128">
                <c:v>0.4463912493185715</c:v>
              </c:pt>
              <c:pt idx="129">
                <c:v>0.4463912493185715</c:v>
              </c:pt>
              <c:pt idx="130">
                <c:v>0.4463912493185715</c:v>
              </c:pt>
              <c:pt idx="131">
                <c:v>0.4463912493185715</c:v>
              </c:pt>
              <c:pt idx="132">
                <c:v>0.4463912493185715</c:v>
              </c:pt>
              <c:pt idx="133">
                <c:v>0.4463912493185715</c:v>
              </c:pt>
              <c:pt idx="134">
                <c:v>0.4463912493185715</c:v>
              </c:pt>
              <c:pt idx="135">
                <c:v>0.4463912493185715</c:v>
              </c:pt>
              <c:pt idx="136">
                <c:v>0.4463912493185715</c:v>
              </c:pt>
              <c:pt idx="137">
                <c:v>0.4463912493185715</c:v>
              </c:pt>
              <c:pt idx="138">
                <c:v>0.4463912493185715</c:v>
              </c:pt>
              <c:pt idx="139">
                <c:v>0.4463912493185715</c:v>
              </c:pt>
              <c:pt idx="140">
                <c:v>0.4463912493185715</c:v>
              </c:pt>
              <c:pt idx="141">
                <c:v>0.4463912493185715</c:v>
              </c:pt>
              <c:pt idx="142">
                <c:v>0.4463912493185715</c:v>
              </c:pt>
              <c:pt idx="143">
                <c:v>0.4463912493185715</c:v>
              </c:pt>
              <c:pt idx="144">
                <c:v>0.4463912493185715</c:v>
              </c:pt>
              <c:pt idx="145">
                <c:v>0.4463912493185715</c:v>
              </c:pt>
              <c:pt idx="146">
                <c:v>0.4463912493185715</c:v>
              </c:pt>
              <c:pt idx="147">
                <c:v>0.4463912493185715</c:v>
              </c:pt>
              <c:pt idx="148">
                <c:v>0.4463912493185715</c:v>
              </c:pt>
              <c:pt idx="149">
                <c:v>0.4463912493185715</c:v>
              </c:pt>
              <c:pt idx="150">
                <c:v>0.4463912493185715</c:v>
              </c:pt>
              <c:pt idx="151">
                <c:v>0.4463912493185715</c:v>
              </c:pt>
              <c:pt idx="152">
                <c:v>0.4463912493185715</c:v>
              </c:pt>
              <c:pt idx="153">
                <c:v>0.4463912493185715</c:v>
              </c:pt>
              <c:pt idx="154">
                <c:v>0.4463912493185715</c:v>
              </c:pt>
              <c:pt idx="155">
                <c:v>0.4463912493185715</c:v>
              </c:pt>
              <c:pt idx="156">
                <c:v>0.4463912493185715</c:v>
              </c:pt>
              <c:pt idx="157">
                <c:v>0.4463912493185715</c:v>
              </c:pt>
              <c:pt idx="158">
                <c:v>0.4463912493185715</c:v>
              </c:pt>
              <c:pt idx="159">
                <c:v>0.4463912493185715</c:v>
              </c:pt>
              <c:pt idx="160">
                <c:v>0.4463912493185715</c:v>
              </c:pt>
              <c:pt idx="161">
                <c:v>0.4463912493185715</c:v>
              </c:pt>
              <c:pt idx="162">
                <c:v>0.4463912493185715</c:v>
              </c:pt>
              <c:pt idx="163">
                <c:v>0.4463912493185715</c:v>
              </c:pt>
              <c:pt idx="164">
                <c:v>0.4463912493185715</c:v>
              </c:pt>
              <c:pt idx="165">
                <c:v>0.4463912493185715</c:v>
              </c:pt>
              <c:pt idx="166">
                <c:v>0.4463912493185715</c:v>
              </c:pt>
              <c:pt idx="167">
                <c:v>0.4463912493185715</c:v>
              </c:pt>
              <c:pt idx="168">
                <c:v>0.4463912493185715</c:v>
              </c:pt>
              <c:pt idx="169">
                <c:v>0.4463912493185715</c:v>
              </c:pt>
              <c:pt idx="170">
                <c:v>0.4463912493185715</c:v>
              </c:pt>
              <c:pt idx="171">
                <c:v>0.4463912493185715</c:v>
              </c:pt>
              <c:pt idx="172">
                <c:v>0.4463912493185715</c:v>
              </c:pt>
              <c:pt idx="173">
                <c:v>0.4463912493185715</c:v>
              </c:pt>
              <c:pt idx="174">
                <c:v>0.4463912493185715</c:v>
              </c:pt>
              <c:pt idx="175">
                <c:v>0.4463912493185715</c:v>
              </c:pt>
              <c:pt idx="176">
                <c:v>0.4463912493185715</c:v>
              </c:pt>
              <c:pt idx="177">
                <c:v>0.4463912493185715</c:v>
              </c:pt>
              <c:pt idx="178">
                <c:v>0.4463912493185715</c:v>
              </c:pt>
              <c:pt idx="179">
                <c:v>0.4463912493185715</c:v>
              </c:pt>
              <c:pt idx="180">
                <c:v>0.4463912493185715</c:v>
              </c:pt>
              <c:pt idx="181">
                <c:v>0.4463912493185715</c:v>
              </c:pt>
              <c:pt idx="182">
                <c:v>0.4463912493185715</c:v>
              </c:pt>
              <c:pt idx="183">
                <c:v>0.4463912493185715</c:v>
              </c:pt>
              <c:pt idx="184">
                <c:v>0.4463912493185715</c:v>
              </c:pt>
              <c:pt idx="185">
                <c:v>0.4463912493185715</c:v>
              </c:pt>
              <c:pt idx="186">
                <c:v>0.4463912493185715</c:v>
              </c:pt>
              <c:pt idx="187">
                <c:v>0.4463912493185715</c:v>
              </c:pt>
              <c:pt idx="188">
                <c:v>0.4463912493185715</c:v>
              </c:pt>
              <c:pt idx="189">
                <c:v>0.4463912493185715</c:v>
              </c:pt>
              <c:pt idx="190">
                <c:v>0.4463912493185715</c:v>
              </c:pt>
              <c:pt idx="191">
                <c:v>0.4463912493185715</c:v>
              </c:pt>
              <c:pt idx="192">
                <c:v>0.4463912493185715</c:v>
              </c:pt>
              <c:pt idx="193">
                <c:v>0.4463912493185715</c:v>
              </c:pt>
              <c:pt idx="194">
                <c:v>0.4463912493185715</c:v>
              </c:pt>
              <c:pt idx="195">
                <c:v>0.4463912493185715</c:v>
              </c:pt>
              <c:pt idx="196">
                <c:v>0.4463912493185715</c:v>
              </c:pt>
              <c:pt idx="197">
                <c:v>0.4463912493185715</c:v>
              </c:pt>
              <c:pt idx="198">
                <c:v>0.4463912493185715</c:v>
              </c:pt>
              <c:pt idx="199">
                <c:v>0.4463912493185715</c:v>
              </c:pt>
              <c:pt idx="200">
                <c:v>0.4463912493185715</c:v>
              </c:pt>
              <c:pt idx="201">
                <c:v>0.4463912493185715</c:v>
              </c:pt>
              <c:pt idx="202">
                <c:v>0.4463912493185715</c:v>
              </c:pt>
              <c:pt idx="203">
                <c:v>0.4463912493185715</c:v>
              </c:pt>
              <c:pt idx="204">
                <c:v>0.4463912493185715</c:v>
              </c:pt>
              <c:pt idx="205">
                <c:v>0.4463912493185715</c:v>
              </c:pt>
              <c:pt idx="206">
                <c:v>0.4463912493185715</c:v>
              </c:pt>
              <c:pt idx="207">
                <c:v>0.4463912493185715</c:v>
              </c:pt>
              <c:pt idx="208">
                <c:v>0.4463912493185715</c:v>
              </c:pt>
              <c:pt idx="209">
                <c:v>0.4463912493185715</c:v>
              </c:pt>
              <c:pt idx="210">
                <c:v>0.4463912493185715</c:v>
              </c:pt>
              <c:pt idx="211">
                <c:v>0.4463912493185715</c:v>
              </c:pt>
              <c:pt idx="212">
                <c:v>0.4463912493185715</c:v>
              </c:pt>
              <c:pt idx="213">
                <c:v>0.4463912493185715</c:v>
              </c:pt>
              <c:pt idx="214">
                <c:v>0.4463912493185715</c:v>
              </c:pt>
              <c:pt idx="215">
                <c:v>0.4463912493185715</c:v>
              </c:pt>
              <c:pt idx="216">
                <c:v>0.4463912493185715</c:v>
              </c:pt>
              <c:pt idx="217">
                <c:v>0.4463912493185715</c:v>
              </c:pt>
              <c:pt idx="218">
                <c:v>0.4463912493185715</c:v>
              </c:pt>
              <c:pt idx="219">
                <c:v>0.4463912493185715</c:v>
              </c:pt>
              <c:pt idx="220">
                <c:v>0.4463912493185715</c:v>
              </c:pt>
              <c:pt idx="221">
                <c:v>0.4463912493185715</c:v>
              </c:pt>
              <c:pt idx="222">
                <c:v>0.4463912493185715</c:v>
              </c:pt>
              <c:pt idx="223">
                <c:v>0.4463912493185715</c:v>
              </c:pt>
              <c:pt idx="224">
                <c:v>0.4463912493185715</c:v>
              </c:pt>
              <c:pt idx="225">
                <c:v>0.4463912493185715</c:v>
              </c:pt>
              <c:pt idx="226">
                <c:v>0.4463912493185715</c:v>
              </c:pt>
              <c:pt idx="227">
                <c:v>0.4463912493185715</c:v>
              </c:pt>
              <c:pt idx="228">
                <c:v>0.4463912493185715</c:v>
              </c:pt>
              <c:pt idx="229">
                <c:v>0.4463912493185715</c:v>
              </c:pt>
              <c:pt idx="230">
                <c:v>0.4463912493185715</c:v>
              </c:pt>
              <c:pt idx="231">
                <c:v>0.4463912493185715</c:v>
              </c:pt>
              <c:pt idx="232">
                <c:v>0.4463912493185715</c:v>
              </c:pt>
              <c:pt idx="233">
                <c:v>0.4463912493185715</c:v>
              </c:pt>
              <c:pt idx="234">
                <c:v>0.4463912493185715</c:v>
              </c:pt>
              <c:pt idx="235">
                <c:v>0.4463912493185715</c:v>
              </c:pt>
              <c:pt idx="236">
                <c:v>0.4463912493185715</c:v>
              </c:pt>
              <c:pt idx="237">
                <c:v>0.4463912493185715</c:v>
              </c:pt>
              <c:pt idx="238">
                <c:v>0.4463912493185715</c:v>
              </c:pt>
              <c:pt idx="239">
                <c:v>0.4463912493185715</c:v>
              </c:pt>
              <c:pt idx="240">
                <c:v>0.4463912493185715</c:v>
              </c:pt>
              <c:pt idx="241">
                <c:v>0.4463912493185715</c:v>
              </c:pt>
              <c:pt idx="242">
                <c:v>0.4463912493185715</c:v>
              </c:pt>
              <c:pt idx="243">
                <c:v>0.4463912493185715</c:v>
              </c:pt>
              <c:pt idx="244">
                <c:v>0.4463912493185715</c:v>
              </c:pt>
              <c:pt idx="245">
                <c:v>0.4463912493185715</c:v>
              </c:pt>
              <c:pt idx="246">
                <c:v>0.4463912493185715</c:v>
              </c:pt>
              <c:pt idx="247">
                <c:v>0.4463912493185715</c:v>
              </c:pt>
              <c:pt idx="248">
                <c:v>0.4463912493185715</c:v>
              </c:pt>
              <c:pt idx="249">
                <c:v>0.4463912493185715</c:v>
              </c:pt>
              <c:pt idx="250">
                <c:v>0.4463912493185715</c:v>
              </c:pt>
              <c:pt idx="251">
                <c:v>0.4463912493185715</c:v>
              </c:pt>
              <c:pt idx="252">
                <c:v>0.4463912493185715</c:v>
              </c:pt>
              <c:pt idx="253">
                <c:v>0.4463912493185715</c:v>
              </c:pt>
              <c:pt idx="254">
                <c:v>0.4463912493185715</c:v>
              </c:pt>
              <c:pt idx="255">
                <c:v>0.4463912493185715</c:v>
              </c:pt>
              <c:pt idx="256">
                <c:v>0.4463912493185715</c:v>
              </c:pt>
              <c:pt idx="257">
                <c:v>0.4463912493185715</c:v>
              </c:pt>
              <c:pt idx="258">
                <c:v>0.4463912493185715</c:v>
              </c:pt>
              <c:pt idx="259">
                <c:v>0.4463912493185715</c:v>
              </c:pt>
              <c:pt idx="260">
                <c:v>0.4463912493185715</c:v>
              </c:pt>
              <c:pt idx="261">
                <c:v>0.4463912493185715</c:v>
              </c:pt>
              <c:pt idx="262">
                <c:v>0.4463912493185715</c:v>
              </c:pt>
              <c:pt idx="263">
                <c:v>0.4463912493185715</c:v>
              </c:pt>
              <c:pt idx="264">
                <c:v>0.4463912493185715</c:v>
              </c:pt>
              <c:pt idx="265">
                <c:v>0.4463912493185715</c:v>
              </c:pt>
              <c:pt idx="266">
                <c:v>0.4463912493185715</c:v>
              </c:pt>
              <c:pt idx="267">
                <c:v>0.4463912493185715</c:v>
              </c:pt>
              <c:pt idx="268">
                <c:v>0.4463912493185715</c:v>
              </c:pt>
              <c:pt idx="269">
                <c:v>0.4463912493185715</c:v>
              </c:pt>
              <c:pt idx="270">
                <c:v>0.4463912493185715</c:v>
              </c:pt>
              <c:pt idx="271">
                <c:v>0.4463912493185715</c:v>
              </c:pt>
              <c:pt idx="272">
                <c:v>0.4463912493185715</c:v>
              </c:pt>
              <c:pt idx="273">
                <c:v>0.4463912493185715</c:v>
              </c:pt>
              <c:pt idx="274">
                <c:v>0.4463912493185715</c:v>
              </c:pt>
              <c:pt idx="275">
                <c:v>0.4463912493185715</c:v>
              </c:pt>
              <c:pt idx="276">
                <c:v>0.4463912493185715</c:v>
              </c:pt>
              <c:pt idx="277">
                <c:v>0.4463912493185715</c:v>
              </c:pt>
              <c:pt idx="278">
                <c:v>0.4463912493185715</c:v>
              </c:pt>
              <c:pt idx="279">
                <c:v>0.4463912493185715</c:v>
              </c:pt>
              <c:pt idx="280">
                <c:v>0.4463912493185715</c:v>
              </c:pt>
              <c:pt idx="281">
                <c:v>0.4463912493185715</c:v>
              </c:pt>
              <c:pt idx="282">
                <c:v>0.4463912493185715</c:v>
              </c:pt>
              <c:pt idx="283">
                <c:v>0.4463912493185715</c:v>
              </c:pt>
              <c:pt idx="284">
                <c:v>0.4463912493185715</c:v>
              </c:pt>
              <c:pt idx="285">
                <c:v>0.4463912493185715</c:v>
              </c:pt>
              <c:pt idx="286">
                <c:v>0.4463912493185715</c:v>
              </c:pt>
              <c:pt idx="287">
                <c:v>0.4463912493185715</c:v>
              </c:pt>
              <c:pt idx="288">
                <c:v>0.4463912493185715</c:v>
              </c:pt>
              <c:pt idx="289">
                <c:v>0.4463912493185715</c:v>
              </c:pt>
              <c:pt idx="290">
                <c:v>0.4463912493185715</c:v>
              </c:pt>
              <c:pt idx="291">
                <c:v>0.4463912493185715</c:v>
              </c:pt>
              <c:pt idx="292">
                <c:v>0.4463912493185715</c:v>
              </c:pt>
              <c:pt idx="293">
                <c:v>0.4463912493185715</c:v>
              </c:pt>
              <c:pt idx="294">
                <c:v>0.4463912493185715</c:v>
              </c:pt>
              <c:pt idx="295">
                <c:v>0.4463912493185715</c:v>
              </c:pt>
              <c:pt idx="296">
                <c:v>0.4463912493185715</c:v>
              </c:pt>
              <c:pt idx="297">
                <c:v>0.4463912493185715</c:v>
              </c:pt>
              <c:pt idx="298">
                <c:v>0.4463912493185715</c:v>
              </c:pt>
              <c:pt idx="299">
                <c:v>0.4463912493185715</c:v>
              </c:pt>
              <c:pt idx="300">
                <c:v>0.4463912493185715</c:v>
              </c:pt>
              <c:pt idx="301">
                <c:v>0.4463912493185715</c:v>
              </c:pt>
              <c:pt idx="302">
                <c:v>0.4463912493185715</c:v>
              </c:pt>
              <c:pt idx="303">
                <c:v>0.4463912493185715</c:v>
              </c:pt>
              <c:pt idx="304">
                <c:v>0.4463912493185715</c:v>
              </c:pt>
              <c:pt idx="305">
                <c:v>0.4463912493185715</c:v>
              </c:pt>
              <c:pt idx="306">
                <c:v>0.4463912493185715</c:v>
              </c:pt>
              <c:pt idx="307">
                <c:v>0.4463912493185715</c:v>
              </c:pt>
              <c:pt idx="308">
                <c:v>0.4463912493185715</c:v>
              </c:pt>
              <c:pt idx="309">
                <c:v>0.4463912493185715</c:v>
              </c:pt>
              <c:pt idx="310">
                <c:v>0.4463912493185715</c:v>
              </c:pt>
              <c:pt idx="311">
                <c:v>0.4463912493185715</c:v>
              </c:pt>
              <c:pt idx="312">
                <c:v>0.4463912493185715</c:v>
              </c:pt>
              <c:pt idx="313">
                <c:v>0.4463912493185715</c:v>
              </c:pt>
              <c:pt idx="314">
                <c:v>0.4463912493185715</c:v>
              </c:pt>
              <c:pt idx="315">
                <c:v>0.4463912493185715</c:v>
              </c:pt>
              <c:pt idx="316">
                <c:v>0.4463912493185715</c:v>
              </c:pt>
              <c:pt idx="317">
                <c:v>0.4463912493185715</c:v>
              </c:pt>
              <c:pt idx="318">
                <c:v>0.4463912493185715</c:v>
              </c:pt>
              <c:pt idx="319">
                <c:v>0.4463912493185715</c:v>
              </c:pt>
              <c:pt idx="320">
                <c:v>0.4463912493185715</c:v>
              </c:pt>
              <c:pt idx="321">
                <c:v>0.4463912493185715</c:v>
              </c:pt>
              <c:pt idx="322">
                <c:v>0.4463912493185715</c:v>
              </c:pt>
              <c:pt idx="323">
                <c:v>0.4463912493185715</c:v>
              </c:pt>
              <c:pt idx="324">
                <c:v>0.4463912493185715</c:v>
              </c:pt>
              <c:pt idx="325">
                <c:v>0.4463912493185715</c:v>
              </c:pt>
              <c:pt idx="326">
                <c:v>0.4463912493185715</c:v>
              </c:pt>
              <c:pt idx="327">
                <c:v>0.4463912493185715</c:v>
              </c:pt>
              <c:pt idx="328">
                <c:v>0.4463912493185715</c:v>
              </c:pt>
              <c:pt idx="329">
                <c:v>0.4463912493185715</c:v>
              </c:pt>
              <c:pt idx="330">
                <c:v>0.4463912493185715</c:v>
              </c:pt>
              <c:pt idx="331">
                <c:v>0.4463912493185715</c:v>
              </c:pt>
              <c:pt idx="332">
                <c:v>0.4463912493185715</c:v>
              </c:pt>
              <c:pt idx="333">
                <c:v>0.4463912493185715</c:v>
              </c:pt>
              <c:pt idx="334">
                <c:v>0.4463912493185715</c:v>
              </c:pt>
              <c:pt idx="335">
                <c:v>0.4463912493185715</c:v>
              </c:pt>
              <c:pt idx="336">
                <c:v>0.4463912493185715</c:v>
              </c:pt>
              <c:pt idx="337">
                <c:v>0.4463912493185715</c:v>
              </c:pt>
              <c:pt idx="338">
                <c:v>0.4463912493185715</c:v>
              </c:pt>
              <c:pt idx="339">
                <c:v>0.4463912493185715</c:v>
              </c:pt>
              <c:pt idx="340">
                <c:v>0.4463912493185715</c:v>
              </c:pt>
              <c:pt idx="341">
                <c:v>0.4463912493185715</c:v>
              </c:pt>
              <c:pt idx="342">
                <c:v>0.4463912493185715</c:v>
              </c:pt>
              <c:pt idx="343">
                <c:v>0.4463912493185715</c:v>
              </c:pt>
              <c:pt idx="344">
                <c:v>0.4463912493185715</c:v>
              </c:pt>
              <c:pt idx="345">
                <c:v>0.4463912493185715</c:v>
              </c:pt>
              <c:pt idx="346">
                <c:v>0.4463912493185715</c:v>
              </c:pt>
              <c:pt idx="347">
                <c:v>0.4463912493185715</c:v>
              </c:pt>
              <c:pt idx="348">
                <c:v>0.4463912493185715</c:v>
              </c:pt>
              <c:pt idx="349">
                <c:v>0.4463912493185715</c:v>
              </c:pt>
              <c:pt idx="350">
                <c:v>0.4463912493185715</c:v>
              </c:pt>
              <c:pt idx="351">
                <c:v>0.4463912493185715</c:v>
              </c:pt>
              <c:pt idx="352">
                <c:v>0.4463912493185715</c:v>
              </c:pt>
              <c:pt idx="353">
                <c:v>0.4463912493185715</c:v>
              </c:pt>
              <c:pt idx="354">
                <c:v>0.4463912493185715</c:v>
              </c:pt>
              <c:pt idx="355">
                <c:v>0.4463912493185715</c:v>
              </c:pt>
              <c:pt idx="356">
                <c:v>0.4463912493185715</c:v>
              </c:pt>
              <c:pt idx="357">
                <c:v>0.4463912493185715</c:v>
              </c:pt>
              <c:pt idx="358">
                <c:v>0.4463912493185715</c:v>
              </c:pt>
              <c:pt idx="359">
                <c:v>0.4463912493185715</c:v>
              </c:pt>
              <c:pt idx="360">
                <c:v>0.4463912493185715</c:v>
              </c:pt>
              <c:pt idx="361">
                <c:v>0.4463912493185715</c:v>
              </c:pt>
              <c:pt idx="362">
                <c:v>0.4463912493185715</c:v>
              </c:pt>
              <c:pt idx="363">
                <c:v>0.4463912493185715</c:v>
              </c:pt>
              <c:pt idx="364">
                <c:v>0.4463912493185715</c:v>
              </c:pt>
              <c:pt idx="365">
                <c:v>0.4463912493185715</c:v>
              </c:pt>
              <c:pt idx="366">
                <c:v>0.4463912493185715</c:v>
              </c:pt>
              <c:pt idx="367">
                <c:v>0.4463912493185715</c:v>
              </c:pt>
              <c:pt idx="368">
                <c:v>0.4463912493185715</c:v>
              </c:pt>
              <c:pt idx="369">
                <c:v>0.4463912493185715</c:v>
              </c:pt>
              <c:pt idx="370">
                <c:v>0.4463912493185715</c:v>
              </c:pt>
              <c:pt idx="371">
                <c:v>0.4463912493185715</c:v>
              </c:pt>
              <c:pt idx="372">
                <c:v>0.4463912493185715</c:v>
              </c:pt>
              <c:pt idx="373">
                <c:v>0.4463912493185715</c:v>
              </c:pt>
              <c:pt idx="374">
                <c:v>0.4463912493185715</c:v>
              </c:pt>
              <c:pt idx="375">
                <c:v>0.4463912493185715</c:v>
              </c:pt>
              <c:pt idx="376">
                <c:v>0.4463912493185715</c:v>
              </c:pt>
              <c:pt idx="377">
                <c:v>0.4463912493185715</c:v>
              </c:pt>
              <c:pt idx="378">
                <c:v>0.4463912493185715</c:v>
              </c:pt>
              <c:pt idx="379">
                <c:v>0.4463912493185715</c:v>
              </c:pt>
              <c:pt idx="380">
                <c:v>0.4463912493185715</c:v>
              </c:pt>
              <c:pt idx="381">
                <c:v>0.4463912493185715</c:v>
              </c:pt>
              <c:pt idx="382">
                <c:v>0.4463912493185715</c:v>
              </c:pt>
              <c:pt idx="383">
                <c:v>0.4463912493185715</c:v>
              </c:pt>
              <c:pt idx="384">
                <c:v>0.4463912493185715</c:v>
              </c:pt>
              <c:pt idx="385">
                <c:v>0.4463912493185715</c:v>
              </c:pt>
              <c:pt idx="386">
                <c:v>0.4463912493185715</c:v>
              </c:pt>
              <c:pt idx="387">
                <c:v>0.4463912493185715</c:v>
              </c:pt>
              <c:pt idx="388">
                <c:v>0.4463912493185715</c:v>
              </c:pt>
              <c:pt idx="389">
                <c:v>0.4463912493185715</c:v>
              </c:pt>
              <c:pt idx="390">
                <c:v>0.4463912493185715</c:v>
              </c:pt>
              <c:pt idx="391">
                <c:v>0.4463912493185715</c:v>
              </c:pt>
              <c:pt idx="392">
                <c:v>0.4463912493185715</c:v>
              </c:pt>
              <c:pt idx="393">
                <c:v>0.4463912493185715</c:v>
              </c:pt>
              <c:pt idx="394">
                <c:v>0.4463912493185715</c:v>
              </c:pt>
              <c:pt idx="395">
                <c:v>0.4463912493185715</c:v>
              </c:pt>
              <c:pt idx="396">
                <c:v>0.4463912493185715</c:v>
              </c:pt>
              <c:pt idx="397">
                <c:v>0.4463912493185715</c:v>
              </c:pt>
              <c:pt idx="398">
                <c:v>0.4463912493185715</c:v>
              </c:pt>
              <c:pt idx="399">
                <c:v>0.4463912493185715</c:v>
              </c:pt>
              <c:pt idx="400">
                <c:v>0.4463912493185715</c:v>
              </c:pt>
              <c:pt idx="401">
                <c:v>0.4463912493185715</c:v>
              </c:pt>
              <c:pt idx="402">
                <c:v>0.4463912493185715</c:v>
              </c:pt>
              <c:pt idx="403">
                <c:v>0.4463912493185715</c:v>
              </c:pt>
              <c:pt idx="404">
                <c:v>0.4463912493185715</c:v>
              </c:pt>
              <c:pt idx="405">
                <c:v>0.4463912493185715</c:v>
              </c:pt>
              <c:pt idx="406">
                <c:v>0.4463912493185715</c:v>
              </c:pt>
              <c:pt idx="407">
                <c:v>0.4463912493185715</c:v>
              </c:pt>
              <c:pt idx="408">
                <c:v>0.4463912493185715</c:v>
              </c:pt>
              <c:pt idx="409">
                <c:v>0.4463912493185715</c:v>
              </c:pt>
              <c:pt idx="410">
                <c:v>0.4463912493185715</c:v>
              </c:pt>
              <c:pt idx="411">
                <c:v>0.4463912493185715</c:v>
              </c:pt>
              <c:pt idx="412">
                <c:v>0.4463912493185715</c:v>
              </c:pt>
              <c:pt idx="413">
                <c:v>0.4463912493185715</c:v>
              </c:pt>
              <c:pt idx="414">
                <c:v>0.4463912493185715</c:v>
              </c:pt>
              <c:pt idx="415">
                <c:v>0.4463912493185715</c:v>
              </c:pt>
              <c:pt idx="416">
                <c:v>0.4463912493185715</c:v>
              </c:pt>
              <c:pt idx="417">
                <c:v>0.4463912493185715</c:v>
              </c:pt>
              <c:pt idx="418">
                <c:v>0.4463912493185715</c:v>
              </c:pt>
              <c:pt idx="419">
                <c:v>0.4463912493185715</c:v>
              </c:pt>
              <c:pt idx="420">
                <c:v>0.4463912493185715</c:v>
              </c:pt>
              <c:pt idx="421">
                <c:v>0.4463912493185715</c:v>
              </c:pt>
              <c:pt idx="422">
                <c:v>0.4463912493185715</c:v>
              </c:pt>
              <c:pt idx="423">
                <c:v>0.4463912493185715</c:v>
              </c:pt>
              <c:pt idx="424">
                <c:v>0.4463912493185715</c:v>
              </c:pt>
              <c:pt idx="425">
                <c:v>0.4463912493185715</c:v>
              </c:pt>
              <c:pt idx="426">
                <c:v>0.4463912493185715</c:v>
              </c:pt>
              <c:pt idx="427">
                <c:v>0.4463912493185715</c:v>
              </c:pt>
              <c:pt idx="428">
                <c:v>0.4463912493185715</c:v>
              </c:pt>
              <c:pt idx="429">
                <c:v>0.4463912493185715</c:v>
              </c:pt>
              <c:pt idx="430">
                <c:v>0.4463912493185715</c:v>
              </c:pt>
              <c:pt idx="431">
                <c:v>0.4463912493185715</c:v>
              </c:pt>
              <c:pt idx="432">
                <c:v>0.4463912493185715</c:v>
              </c:pt>
              <c:pt idx="433">
                <c:v>0.4463912493185715</c:v>
              </c:pt>
              <c:pt idx="434">
                <c:v>0.4463912493185715</c:v>
              </c:pt>
              <c:pt idx="435">
                <c:v>0.4463912493185715</c:v>
              </c:pt>
              <c:pt idx="436">
                <c:v>0.4463912493185715</c:v>
              </c:pt>
              <c:pt idx="437">
                <c:v>0.4463912493185715</c:v>
              </c:pt>
              <c:pt idx="438">
                <c:v>0.4463912493185715</c:v>
              </c:pt>
              <c:pt idx="439">
                <c:v>0.4463912493185715</c:v>
              </c:pt>
              <c:pt idx="440">
                <c:v>0.4463912493185715</c:v>
              </c:pt>
              <c:pt idx="441">
                <c:v>0.4463912493185715</c:v>
              </c:pt>
              <c:pt idx="442">
                <c:v>0.4463912493185715</c:v>
              </c:pt>
              <c:pt idx="443">
                <c:v>0.4463912493185715</c:v>
              </c:pt>
              <c:pt idx="444">
                <c:v>0.4463912493185715</c:v>
              </c:pt>
              <c:pt idx="445">
                <c:v>0.4463912493185715</c:v>
              </c:pt>
              <c:pt idx="446">
                <c:v>0.4463912493185715</c:v>
              </c:pt>
              <c:pt idx="447">
                <c:v>0.4463912493185715</c:v>
              </c:pt>
            </c:numLit>
          </c:yVal>
          <c:smooth val="0"/>
        </c:ser>
        <c:ser>
          <c:idx val="13"/>
          <c:order val="13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48"/>
              <c:pt idx="0">
                <c:v>52.915805318924114</c:v>
              </c:pt>
              <c:pt idx="1">
                <c:v>52.915805318924114</c:v>
              </c:pt>
              <c:pt idx="2">
                <c:v>52.915805318924114</c:v>
              </c:pt>
              <c:pt idx="3">
                <c:v>52.915805318924114</c:v>
              </c:pt>
              <c:pt idx="4">
                <c:v>52.915805318924114</c:v>
              </c:pt>
              <c:pt idx="5">
                <c:v>52.915805318924114</c:v>
              </c:pt>
              <c:pt idx="6">
                <c:v>52.915805318924114</c:v>
              </c:pt>
              <c:pt idx="7">
                <c:v>52.915805318924114</c:v>
              </c:pt>
              <c:pt idx="8">
                <c:v>52.915805318924114</c:v>
              </c:pt>
              <c:pt idx="9">
                <c:v>52.915805318924114</c:v>
              </c:pt>
              <c:pt idx="10">
                <c:v>52.915805318924114</c:v>
              </c:pt>
              <c:pt idx="11">
                <c:v>52.915805318924114</c:v>
              </c:pt>
              <c:pt idx="12">
                <c:v>52.915805318924114</c:v>
              </c:pt>
              <c:pt idx="13">
                <c:v>52.915805318924114</c:v>
              </c:pt>
              <c:pt idx="14">
                <c:v>52.915805318924114</c:v>
              </c:pt>
              <c:pt idx="15">
                <c:v>52.915805318924114</c:v>
              </c:pt>
              <c:pt idx="16">
                <c:v>52.915805318924114</c:v>
              </c:pt>
              <c:pt idx="17">
                <c:v>52.915805318924114</c:v>
              </c:pt>
              <c:pt idx="18">
                <c:v>52.915805318924114</c:v>
              </c:pt>
              <c:pt idx="19">
                <c:v>52.915805318924114</c:v>
              </c:pt>
              <c:pt idx="20">
                <c:v>52.915805318924114</c:v>
              </c:pt>
              <c:pt idx="21">
                <c:v>52.915805318924114</c:v>
              </c:pt>
              <c:pt idx="22">
                <c:v>52.915805318924114</c:v>
              </c:pt>
              <c:pt idx="23">
                <c:v>52.915805318924114</c:v>
              </c:pt>
              <c:pt idx="24">
                <c:v>52.915805318924114</c:v>
              </c:pt>
              <c:pt idx="25">
                <c:v>52.915805318924114</c:v>
              </c:pt>
              <c:pt idx="26">
                <c:v>52.915805318924114</c:v>
              </c:pt>
              <c:pt idx="27">
                <c:v>52.915805318924114</c:v>
              </c:pt>
              <c:pt idx="28">
                <c:v>52.915805318924114</c:v>
              </c:pt>
              <c:pt idx="29">
                <c:v>52.915805318924114</c:v>
              </c:pt>
              <c:pt idx="30">
                <c:v>52.915805318924114</c:v>
              </c:pt>
              <c:pt idx="31">
                <c:v>52.915805318924114</c:v>
              </c:pt>
              <c:pt idx="32">
                <c:v>52.915805318924114</c:v>
              </c:pt>
              <c:pt idx="33">
                <c:v>52.915805318924114</c:v>
              </c:pt>
              <c:pt idx="34">
                <c:v>52.915805318924114</c:v>
              </c:pt>
              <c:pt idx="35">
                <c:v>52.915805318924114</c:v>
              </c:pt>
              <c:pt idx="36">
                <c:v>52.915805318924114</c:v>
              </c:pt>
              <c:pt idx="37">
                <c:v>52.915805318924114</c:v>
              </c:pt>
              <c:pt idx="38">
                <c:v>52.915805318924114</c:v>
              </c:pt>
              <c:pt idx="39">
                <c:v>52.915805318924114</c:v>
              </c:pt>
              <c:pt idx="40">
                <c:v>52.915805318924114</c:v>
              </c:pt>
              <c:pt idx="41">
                <c:v>52.915805318924114</c:v>
              </c:pt>
              <c:pt idx="42">
                <c:v>52.915805318924114</c:v>
              </c:pt>
              <c:pt idx="43">
                <c:v>52.915805318924114</c:v>
              </c:pt>
              <c:pt idx="44">
                <c:v>52.915805318924114</c:v>
              </c:pt>
              <c:pt idx="45">
                <c:v>52.915805318924114</c:v>
              </c:pt>
              <c:pt idx="46">
                <c:v>52.915805318924114</c:v>
              </c:pt>
              <c:pt idx="47">
                <c:v>52.915805318924114</c:v>
              </c:pt>
              <c:pt idx="48">
                <c:v>52.915805318924114</c:v>
              </c:pt>
              <c:pt idx="49">
                <c:v>52.915805318924114</c:v>
              </c:pt>
              <c:pt idx="50">
                <c:v>52.915805318924114</c:v>
              </c:pt>
              <c:pt idx="51">
                <c:v>52.915805318924114</c:v>
              </c:pt>
              <c:pt idx="52">
                <c:v>52.915805318924114</c:v>
              </c:pt>
              <c:pt idx="53">
                <c:v>52.915805318924114</c:v>
              </c:pt>
              <c:pt idx="54">
                <c:v>52.915805318924114</c:v>
              </c:pt>
              <c:pt idx="55">
                <c:v>52.915805318924114</c:v>
              </c:pt>
              <c:pt idx="56">
                <c:v>52.915805318924114</c:v>
              </c:pt>
              <c:pt idx="57">
                <c:v>52.915805318924114</c:v>
              </c:pt>
              <c:pt idx="58">
                <c:v>52.915805318924114</c:v>
              </c:pt>
              <c:pt idx="59">
                <c:v>52.915805318924114</c:v>
              </c:pt>
              <c:pt idx="60">
                <c:v>52.915805318924114</c:v>
              </c:pt>
              <c:pt idx="61">
                <c:v>52.915805318924114</c:v>
              </c:pt>
              <c:pt idx="62">
                <c:v>52.915805318924114</c:v>
              </c:pt>
              <c:pt idx="63">
                <c:v>52.915805318924114</c:v>
              </c:pt>
              <c:pt idx="64">
                <c:v>52.915805318924114</c:v>
              </c:pt>
              <c:pt idx="65">
                <c:v>52.915805318924114</c:v>
              </c:pt>
              <c:pt idx="66">
                <c:v>52.915805318924114</c:v>
              </c:pt>
              <c:pt idx="67">
                <c:v>52.915805318924114</c:v>
              </c:pt>
              <c:pt idx="68">
                <c:v>52.915805318924114</c:v>
              </c:pt>
              <c:pt idx="69">
                <c:v>52.915805318924114</c:v>
              </c:pt>
              <c:pt idx="70">
                <c:v>52.915805318924114</c:v>
              </c:pt>
              <c:pt idx="71">
                <c:v>52.915805318924114</c:v>
              </c:pt>
              <c:pt idx="72">
                <c:v>52.915805318924114</c:v>
              </c:pt>
              <c:pt idx="73">
                <c:v>52.915805318924114</c:v>
              </c:pt>
              <c:pt idx="74">
                <c:v>52.915805318924114</c:v>
              </c:pt>
              <c:pt idx="75">
                <c:v>52.915805318924114</c:v>
              </c:pt>
              <c:pt idx="76">
                <c:v>52.915805318924114</c:v>
              </c:pt>
              <c:pt idx="77">
                <c:v>52.915805318924114</c:v>
              </c:pt>
              <c:pt idx="78">
                <c:v>52.915805318924114</c:v>
              </c:pt>
              <c:pt idx="79">
                <c:v>52.915805318924114</c:v>
              </c:pt>
              <c:pt idx="80">
                <c:v>52.915805318924114</c:v>
              </c:pt>
              <c:pt idx="81">
                <c:v>52.915805318924114</c:v>
              </c:pt>
              <c:pt idx="82">
                <c:v>52.915805318924114</c:v>
              </c:pt>
              <c:pt idx="83">
                <c:v>52.915805318924114</c:v>
              </c:pt>
              <c:pt idx="84">
                <c:v>52.915805318924114</c:v>
              </c:pt>
              <c:pt idx="85">
                <c:v>52.915805318924114</c:v>
              </c:pt>
              <c:pt idx="86">
                <c:v>52.915805318924114</c:v>
              </c:pt>
              <c:pt idx="87">
                <c:v>52.915805318924114</c:v>
              </c:pt>
              <c:pt idx="88">
                <c:v>52.915805318924114</c:v>
              </c:pt>
              <c:pt idx="89">
                <c:v>52.915805318924114</c:v>
              </c:pt>
              <c:pt idx="90">
                <c:v>52.915805318924114</c:v>
              </c:pt>
              <c:pt idx="91">
                <c:v>52.915805318924114</c:v>
              </c:pt>
              <c:pt idx="92">
                <c:v>52.915805318924114</c:v>
              </c:pt>
              <c:pt idx="93">
                <c:v>52.915805318924114</c:v>
              </c:pt>
              <c:pt idx="94">
                <c:v>52.915805318924114</c:v>
              </c:pt>
              <c:pt idx="95">
                <c:v>52.915805318924114</c:v>
              </c:pt>
              <c:pt idx="96">
                <c:v>52.915805318924114</c:v>
              </c:pt>
              <c:pt idx="97">
                <c:v>52.915805318924114</c:v>
              </c:pt>
              <c:pt idx="98">
                <c:v>52.915805318924114</c:v>
              </c:pt>
              <c:pt idx="99">
                <c:v>52.915805318924114</c:v>
              </c:pt>
              <c:pt idx="100">
                <c:v>52.915805318924114</c:v>
              </c:pt>
              <c:pt idx="101">
                <c:v>52.915805318924114</c:v>
              </c:pt>
              <c:pt idx="102">
                <c:v>52.915805318924114</c:v>
              </c:pt>
              <c:pt idx="103">
                <c:v>52.915805318924114</c:v>
              </c:pt>
              <c:pt idx="104">
                <c:v>52.915805318924114</c:v>
              </c:pt>
              <c:pt idx="105">
                <c:v>52.915805318924114</c:v>
              </c:pt>
              <c:pt idx="106">
                <c:v>52.915805318924114</c:v>
              </c:pt>
              <c:pt idx="107">
                <c:v>52.915805318924114</c:v>
              </c:pt>
              <c:pt idx="108">
                <c:v>52.915805318924114</c:v>
              </c:pt>
              <c:pt idx="109">
                <c:v>52.915805318924114</c:v>
              </c:pt>
              <c:pt idx="110">
                <c:v>52.915805318924114</c:v>
              </c:pt>
              <c:pt idx="111">
                <c:v>52.915805318924114</c:v>
              </c:pt>
              <c:pt idx="112">
                <c:v>52.915805318924114</c:v>
              </c:pt>
              <c:pt idx="113">
                <c:v>52.915805318924114</c:v>
              </c:pt>
              <c:pt idx="114">
                <c:v>52.915805318924114</c:v>
              </c:pt>
              <c:pt idx="115">
                <c:v>52.915805318924114</c:v>
              </c:pt>
              <c:pt idx="116">
                <c:v>52.915805318924114</c:v>
              </c:pt>
              <c:pt idx="117">
                <c:v>52.915805318924114</c:v>
              </c:pt>
              <c:pt idx="118">
                <c:v>52.915805318924114</c:v>
              </c:pt>
              <c:pt idx="119">
                <c:v>52.915805318924114</c:v>
              </c:pt>
              <c:pt idx="120">
                <c:v>52.915805318924114</c:v>
              </c:pt>
              <c:pt idx="121">
                <c:v>52.915805318924114</c:v>
              </c:pt>
              <c:pt idx="122">
                <c:v>52.915805318924114</c:v>
              </c:pt>
              <c:pt idx="123">
                <c:v>52.915805318924114</c:v>
              </c:pt>
              <c:pt idx="124">
                <c:v>52.915805318924114</c:v>
              </c:pt>
              <c:pt idx="125">
                <c:v>52.915805318924114</c:v>
              </c:pt>
              <c:pt idx="126">
                <c:v>52.915805318924114</c:v>
              </c:pt>
              <c:pt idx="127">
                <c:v>52.915805318924114</c:v>
              </c:pt>
              <c:pt idx="128">
                <c:v>52.915805318924114</c:v>
              </c:pt>
              <c:pt idx="129">
                <c:v>52.915805318924114</c:v>
              </c:pt>
              <c:pt idx="130">
                <c:v>52.915805318924114</c:v>
              </c:pt>
              <c:pt idx="131">
                <c:v>52.915805318924114</c:v>
              </c:pt>
              <c:pt idx="132">
                <c:v>52.915805318924114</c:v>
              </c:pt>
              <c:pt idx="133">
                <c:v>52.915805318924114</c:v>
              </c:pt>
              <c:pt idx="134">
                <c:v>52.915805318924114</c:v>
              </c:pt>
              <c:pt idx="135">
                <c:v>52.915805318924114</c:v>
              </c:pt>
              <c:pt idx="136">
                <c:v>52.915805318924114</c:v>
              </c:pt>
              <c:pt idx="137">
                <c:v>52.915805318924114</c:v>
              </c:pt>
              <c:pt idx="138">
                <c:v>52.915805318924114</c:v>
              </c:pt>
              <c:pt idx="139">
                <c:v>52.915805318924114</c:v>
              </c:pt>
              <c:pt idx="140">
                <c:v>52.915805318924114</c:v>
              </c:pt>
              <c:pt idx="141">
                <c:v>52.915805318924114</c:v>
              </c:pt>
              <c:pt idx="142">
                <c:v>52.915805318924114</c:v>
              </c:pt>
              <c:pt idx="143">
                <c:v>52.915805318924114</c:v>
              </c:pt>
              <c:pt idx="144">
                <c:v>52.915805318924114</c:v>
              </c:pt>
              <c:pt idx="145">
                <c:v>52.915805318924114</c:v>
              </c:pt>
              <c:pt idx="146">
                <c:v>52.915805318924114</c:v>
              </c:pt>
              <c:pt idx="147">
                <c:v>52.915805318924114</c:v>
              </c:pt>
              <c:pt idx="148">
                <c:v>52.915805318924114</c:v>
              </c:pt>
              <c:pt idx="149">
                <c:v>52.915805318924114</c:v>
              </c:pt>
              <c:pt idx="150">
                <c:v>52.915805318924114</c:v>
              </c:pt>
              <c:pt idx="151">
                <c:v>52.915805318924114</c:v>
              </c:pt>
              <c:pt idx="152">
                <c:v>52.915805318924114</c:v>
              </c:pt>
              <c:pt idx="153">
                <c:v>52.915805318924114</c:v>
              </c:pt>
              <c:pt idx="154">
                <c:v>52.915805318924114</c:v>
              </c:pt>
              <c:pt idx="155">
                <c:v>52.915805318924114</c:v>
              </c:pt>
              <c:pt idx="156">
                <c:v>52.915805318924114</c:v>
              </c:pt>
              <c:pt idx="157">
                <c:v>52.915805318924114</c:v>
              </c:pt>
              <c:pt idx="158">
                <c:v>52.915805318924114</c:v>
              </c:pt>
              <c:pt idx="159">
                <c:v>52.915805318924114</c:v>
              </c:pt>
              <c:pt idx="160">
                <c:v>52.915805318924114</c:v>
              </c:pt>
              <c:pt idx="161">
                <c:v>52.915805318924114</c:v>
              </c:pt>
              <c:pt idx="162">
                <c:v>52.915805318924114</c:v>
              </c:pt>
              <c:pt idx="163">
                <c:v>52.915805318924114</c:v>
              </c:pt>
              <c:pt idx="164">
                <c:v>52.915805318924114</c:v>
              </c:pt>
              <c:pt idx="165">
                <c:v>52.915805318924114</c:v>
              </c:pt>
              <c:pt idx="166">
                <c:v>52.915805318924114</c:v>
              </c:pt>
              <c:pt idx="167">
                <c:v>52.915805318924114</c:v>
              </c:pt>
              <c:pt idx="168">
                <c:v>52.915805318924114</c:v>
              </c:pt>
              <c:pt idx="169">
                <c:v>52.915805318924114</c:v>
              </c:pt>
              <c:pt idx="170">
                <c:v>52.915805318924114</c:v>
              </c:pt>
              <c:pt idx="171">
                <c:v>52.915805318924114</c:v>
              </c:pt>
              <c:pt idx="172">
                <c:v>52.915805318924114</c:v>
              </c:pt>
              <c:pt idx="173">
                <c:v>52.915805318924114</c:v>
              </c:pt>
              <c:pt idx="174">
                <c:v>52.915805318924114</c:v>
              </c:pt>
              <c:pt idx="175">
                <c:v>52.915805318924114</c:v>
              </c:pt>
              <c:pt idx="176">
                <c:v>52.915805318924114</c:v>
              </c:pt>
              <c:pt idx="177">
                <c:v>52.915805318924114</c:v>
              </c:pt>
              <c:pt idx="178">
                <c:v>52.915805318924114</c:v>
              </c:pt>
              <c:pt idx="179">
                <c:v>52.915805318924114</c:v>
              </c:pt>
              <c:pt idx="180">
                <c:v>52.915805318924114</c:v>
              </c:pt>
              <c:pt idx="181">
                <c:v>52.915805318924114</c:v>
              </c:pt>
              <c:pt idx="182">
                <c:v>52.915805318924114</c:v>
              </c:pt>
              <c:pt idx="183">
                <c:v>52.915805318924114</c:v>
              </c:pt>
              <c:pt idx="184">
                <c:v>52.915805318924114</c:v>
              </c:pt>
              <c:pt idx="185">
                <c:v>52.915805318924114</c:v>
              </c:pt>
              <c:pt idx="186">
                <c:v>52.915805318924114</c:v>
              </c:pt>
              <c:pt idx="187">
                <c:v>52.915805318924114</c:v>
              </c:pt>
              <c:pt idx="188">
                <c:v>52.915805318924114</c:v>
              </c:pt>
              <c:pt idx="189">
                <c:v>52.915805318924114</c:v>
              </c:pt>
              <c:pt idx="190">
                <c:v>52.915805318924114</c:v>
              </c:pt>
              <c:pt idx="191">
                <c:v>52.915805318924114</c:v>
              </c:pt>
              <c:pt idx="192">
                <c:v>52.915805318924114</c:v>
              </c:pt>
              <c:pt idx="193">
                <c:v>52.915805318924114</c:v>
              </c:pt>
              <c:pt idx="194">
                <c:v>52.915805318924114</c:v>
              </c:pt>
              <c:pt idx="195">
                <c:v>52.915805318924114</c:v>
              </c:pt>
              <c:pt idx="196">
                <c:v>52.915805318924114</c:v>
              </c:pt>
              <c:pt idx="197">
                <c:v>52.915805318924114</c:v>
              </c:pt>
              <c:pt idx="198">
                <c:v>52.915805318924114</c:v>
              </c:pt>
              <c:pt idx="199">
                <c:v>52.915805318924114</c:v>
              </c:pt>
              <c:pt idx="200">
                <c:v>52.915805318924114</c:v>
              </c:pt>
              <c:pt idx="201">
                <c:v>52.915805318924114</c:v>
              </c:pt>
              <c:pt idx="202">
                <c:v>52.915805318924114</c:v>
              </c:pt>
              <c:pt idx="203">
                <c:v>52.915805318924114</c:v>
              </c:pt>
              <c:pt idx="204">
                <c:v>52.915805318924114</c:v>
              </c:pt>
              <c:pt idx="205">
                <c:v>52.915805318924114</c:v>
              </c:pt>
              <c:pt idx="206">
                <c:v>52.915805318924114</c:v>
              </c:pt>
              <c:pt idx="207">
                <c:v>52.915805318924114</c:v>
              </c:pt>
              <c:pt idx="208">
                <c:v>52.915805318924114</c:v>
              </c:pt>
              <c:pt idx="209">
                <c:v>52.915805318924114</c:v>
              </c:pt>
              <c:pt idx="210">
                <c:v>52.915805318924114</c:v>
              </c:pt>
              <c:pt idx="211">
                <c:v>52.915805318924114</c:v>
              </c:pt>
              <c:pt idx="212">
                <c:v>52.915805318924114</c:v>
              </c:pt>
              <c:pt idx="213">
                <c:v>52.915805318924114</c:v>
              </c:pt>
              <c:pt idx="214">
                <c:v>52.915805318924114</c:v>
              </c:pt>
              <c:pt idx="215">
                <c:v>52.915805318924114</c:v>
              </c:pt>
              <c:pt idx="216">
                <c:v>52.915805318924114</c:v>
              </c:pt>
              <c:pt idx="217">
                <c:v>52.915805318924114</c:v>
              </c:pt>
              <c:pt idx="218">
                <c:v>52.915805318924114</c:v>
              </c:pt>
              <c:pt idx="219">
                <c:v>52.915805318924114</c:v>
              </c:pt>
              <c:pt idx="220">
                <c:v>52.915805318924114</c:v>
              </c:pt>
              <c:pt idx="221">
                <c:v>52.915805318924114</c:v>
              </c:pt>
              <c:pt idx="222">
                <c:v>52.915805318924114</c:v>
              </c:pt>
              <c:pt idx="223">
                <c:v>52.915805318924114</c:v>
              </c:pt>
              <c:pt idx="224">
                <c:v>52.915805318924114</c:v>
              </c:pt>
              <c:pt idx="225">
                <c:v>52.915805318924114</c:v>
              </c:pt>
              <c:pt idx="226">
                <c:v>52.915805318924114</c:v>
              </c:pt>
              <c:pt idx="227">
                <c:v>52.915805318924114</c:v>
              </c:pt>
              <c:pt idx="228">
                <c:v>52.915805318924114</c:v>
              </c:pt>
              <c:pt idx="229">
                <c:v>52.915805318924114</c:v>
              </c:pt>
              <c:pt idx="230">
                <c:v>52.915805318924114</c:v>
              </c:pt>
              <c:pt idx="231">
                <c:v>52.915805318924114</c:v>
              </c:pt>
              <c:pt idx="232">
                <c:v>52.915805318924114</c:v>
              </c:pt>
              <c:pt idx="233">
                <c:v>52.915805318924114</c:v>
              </c:pt>
              <c:pt idx="234">
                <c:v>52.915805318924114</c:v>
              </c:pt>
              <c:pt idx="235">
                <c:v>52.915805318924114</c:v>
              </c:pt>
              <c:pt idx="236">
                <c:v>52.915805318924114</c:v>
              </c:pt>
              <c:pt idx="237">
                <c:v>52.915805318924114</c:v>
              </c:pt>
              <c:pt idx="238">
                <c:v>52.915805318924114</c:v>
              </c:pt>
              <c:pt idx="239">
                <c:v>52.915805318924114</c:v>
              </c:pt>
              <c:pt idx="240">
                <c:v>52.915805318924114</c:v>
              </c:pt>
              <c:pt idx="241">
                <c:v>52.915805318924114</c:v>
              </c:pt>
              <c:pt idx="242">
                <c:v>52.915805318924114</c:v>
              </c:pt>
              <c:pt idx="243">
                <c:v>52.915805318924114</c:v>
              </c:pt>
              <c:pt idx="244">
                <c:v>52.915805318924114</c:v>
              </c:pt>
              <c:pt idx="245">
                <c:v>52.915805318924114</c:v>
              </c:pt>
              <c:pt idx="246">
                <c:v>52.915805318924114</c:v>
              </c:pt>
              <c:pt idx="247">
                <c:v>52.915805318924114</c:v>
              </c:pt>
              <c:pt idx="248">
                <c:v>52.915805318924114</c:v>
              </c:pt>
              <c:pt idx="249">
                <c:v>52.915805318924114</c:v>
              </c:pt>
              <c:pt idx="250">
                <c:v>52.915805318924114</c:v>
              </c:pt>
              <c:pt idx="251">
                <c:v>52.915805318924114</c:v>
              </c:pt>
              <c:pt idx="252">
                <c:v>52.915805318924114</c:v>
              </c:pt>
              <c:pt idx="253">
                <c:v>52.915805318924114</c:v>
              </c:pt>
              <c:pt idx="254">
                <c:v>52.915805318924114</c:v>
              </c:pt>
              <c:pt idx="255">
                <c:v>52.915805318924114</c:v>
              </c:pt>
              <c:pt idx="256">
                <c:v>52.915805318924114</c:v>
              </c:pt>
              <c:pt idx="257">
                <c:v>52.915805318924114</c:v>
              </c:pt>
              <c:pt idx="258">
                <c:v>52.915805318924114</c:v>
              </c:pt>
              <c:pt idx="259">
                <c:v>52.915805318924114</c:v>
              </c:pt>
              <c:pt idx="260">
                <c:v>52.915805318924114</c:v>
              </c:pt>
              <c:pt idx="261">
                <c:v>52.915805318924114</c:v>
              </c:pt>
              <c:pt idx="262">
                <c:v>52.915805318924114</c:v>
              </c:pt>
              <c:pt idx="263">
                <c:v>52.915805318924114</c:v>
              </c:pt>
              <c:pt idx="264">
                <c:v>52.915805318924114</c:v>
              </c:pt>
              <c:pt idx="265">
                <c:v>52.915805318924114</c:v>
              </c:pt>
              <c:pt idx="266">
                <c:v>52.915805318924114</c:v>
              </c:pt>
              <c:pt idx="267">
                <c:v>52.915805318924114</c:v>
              </c:pt>
              <c:pt idx="268">
                <c:v>52.915805318924114</c:v>
              </c:pt>
              <c:pt idx="269">
                <c:v>52.915805318924114</c:v>
              </c:pt>
              <c:pt idx="270">
                <c:v>52.915805318924114</c:v>
              </c:pt>
              <c:pt idx="271">
                <c:v>52.915805318924114</c:v>
              </c:pt>
              <c:pt idx="272">
                <c:v>52.915805318924114</c:v>
              </c:pt>
              <c:pt idx="273">
                <c:v>52.915805318924114</c:v>
              </c:pt>
              <c:pt idx="274">
                <c:v>52.915805318924114</c:v>
              </c:pt>
              <c:pt idx="275">
                <c:v>52.915805318924114</c:v>
              </c:pt>
              <c:pt idx="276">
                <c:v>52.915805318924114</c:v>
              </c:pt>
              <c:pt idx="277">
                <c:v>52.915805318924114</c:v>
              </c:pt>
              <c:pt idx="278">
                <c:v>52.915805318924114</c:v>
              </c:pt>
              <c:pt idx="279">
                <c:v>52.915805318924114</c:v>
              </c:pt>
              <c:pt idx="280">
                <c:v>52.915805318924114</c:v>
              </c:pt>
              <c:pt idx="281">
                <c:v>52.915805318924114</c:v>
              </c:pt>
              <c:pt idx="282">
                <c:v>52.915805318924114</c:v>
              </c:pt>
              <c:pt idx="283">
                <c:v>52.915805318924114</c:v>
              </c:pt>
              <c:pt idx="284">
                <c:v>52.915805318924114</c:v>
              </c:pt>
              <c:pt idx="285">
                <c:v>52.915805318924114</c:v>
              </c:pt>
              <c:pt idx="286">
                <c:v>52.915805318924114</c:v>
              </c:pt>
              <c:pt idx="287">
                <c:v>52.915805318924114</c:v>
              </c:pt>
              <c:pt idx="288">
                <c:v>52.915805318924114</c:v>
              </c:pt>
              <c:pt idx="289">
                <c:v>52.915805318924114</c:v>
              </c:pt>
              <c:pt idx="290">
                <c:v>52.915805318924114</c:v>
              </c:pt>
              <c:pt idx="291">
                <c:v>52.915805318924114</c:v>
              </c:pt>
              <c:pt idx="292">
                <c:v>52.915805318924114</c:v>
              </c:pt>
              <c:pt idx="293">
                <c:v>52.915805318924114</c:v>
              </c:pt>
              <c:pt idx="294">
                <c:v>52.915805318924114</c:v>
              </c:pt>
              <c:pt idx="295">
                <c:v>52.915805318924114</c:v>
              </c:pt>
              <c:pt idx="296">
                <c:v>52.915805318924114</c:v>
              </c:pt>
              <c:pt idx="297">
                <c:v>52.915805318924114</c:v>
              </c:pt>
              <c:pt idx="298">
                <c:v>52.915805318924114</c:v>
              </c:pt>
              <c:pt idx="299">
                <c:v>52.915805318924114</c:v>
              </c:pt>
              <c:pt idx="300">
                <c:v>52.915805318924114</c:v>
              </c:pt>
              <c:pt idx="301">
                <c:v>52.915805318924114</c:v>
              </c:pt>
              <c:pt idx="302">
                <c:v>52.915805318924114</c:v>
              </c:pt>
              <c:pt idx="303">
                <c:v>52.915805318924114</c:v>
              </c:pt>
              <c:pt idx="304">
                <c:v>52.915805318924114</c:v>
              </c:pt>
              <c:pt idx="305">
                <c:v>52.915805318924114</c:v>
              </c:pt>
              <c:pt idx="306">
                <c:v>52.915805318924114</c:v>
              </c:pt>
              <c:pt idx="307">
                <c:v>52.915805318924114</c:v>
              </c:pt>
              <c:pt idx="308">
                <c:v>52.915805318924114</c:v>
              </c:pt>
              <c:pt idx="309">
                <c:v>52.915805318924114</c:v>
              </c:pt>
              <c:pt idx="310">
                <c:v>52.915805318924114</c:v>
              </c:pt>
              <c:pt idx="311">
                <c:v>52.915805318924114</c:v>
              </c:pt>
              <c:pt idx="312">
                <c:v>52.915805318924114</c:v>
              </c:pt>
              <c:pt idx="313">
                <c:v>52.915805318924114</c:v>
              </c:pt>
              <c:pt idx="314">
                <c:v>52.915805318924114</c:v>
              </c:pt>
              <c:pt idx="315">
                <c:v>52.915805318924114</c:v>
              </c:pt>
              <c:pt idx="316">
                <c:v>52.915805318924114</c:v>
              </c:pt>
              <c:pt idx="317">
                <c:v>52.915805318924114</c:v>
              </c:pt>
              <c:pt idx="318">
                <c:v>52.915805318924114</c:v>
              </c:pt>
              <c:pt idx="319">
                <c:v>52.915805318924114</c:v>
              </c:pt>
              <c:pt idx="320">
                <c:v>52.915805318924114</c:v>
              </c:pt>
              <c:pt idx="321">
                <c:v>52.915805318924114</c:v>
              </c:pt>
              <c:pt idx="322">
                <c:v>52.915805318924114</c:v>
              </c:pt>
              <c:pt idx="323">
                <c:v>52.915805318924114</c:v>
              </c:pt>
              <c:pt idx="324">
                <c:v>52.915805318924114</c:v>
              </c:pt>
              <c:pt idx="325">
                <c:v>52.915805318924114</c:v>
              </c:pt>
              <c:pt idx="326">
                <c:v>52.915805318924114</c:v>
              </c:pt>
              <c:pt idx="327">
                <c:v>52.915805318924114</c:v>
              </c:pt>
              <c:pt idx="328">
                <c:v>52.915805318924114</c:v>
              </c:pt>
              <c:pt idx="329">
                <c:v>52.915805318924114</c:v>
              </c:pt>
              <c:pt idx="330">
                <c:v>52.915805318924114</c:v>
              </c:pt>
              <c:pt idx="331">
                <c:v>52.915805318924114</c:v>
              </c:pt>
              <c:pt idx="332">
                <c:v>52.915805318924114</c:v>
              </c:pt>
              <c:pt idx="333">
                <c:v>52.915805318924114</c:v>
              </c:pt>
              <c:pt idx="334">
                <c:v>52.915805318924114</c:v>
              </c:pt>
              <c:pt idx="335">
                <c:v>52.915805318924114</c:v>
              </c:pt>
              <c:pt idx="336">
                <c:v>52.915805318924114</c:v>
              </c:pt>
              <c:pt idx="337">
                <c:v>52.915805318924114</c:v>
              </c:pt>
              <c:pt idx="338">
                <c:v>52.915805318924114</c:v>
              </c:pt>
              <c:pt idx="339">
                <c:v>52.915805318924114</c:v>
              </c:pt>
              <c:pt idx="340">
                <c:v>52.915805318924114</c:v>
              </c:pt>
              <c:pt idx="341">
                <c:v>52.915805318924114</c:v>
              </c:pt>
              <c:pt idx="342">
                <c:v>52.915805318924114</c:v>
              </c:pt>
              <c:pt idx="343">
                <c:v>52.915805318924114</c:v>
              </c:pt>
              <c:pt idx="344">
                <c:v>52.915805318924114</c:v>
              </c:pt>
              <c:pt idx="345">
                <c:v>52.915805318924114</c:v>
              </c:pt>
              <c:pt idx="346">
                <c:v>52.915805318924114</c:v>
              </c:pt>
              <c:pt idx="347">
                <c:v>52.915805318924114</c:v>
              </c:pt>
              <c:pt idx="348">
                <c:v>52.915805318924114</c:v>
              </c:pt>
              <c:pt idx="349">
                <c:v>52.915805318924114</c:v>
              </c:pt>
              <c:pt idx="350">
                <c:v>52.915805318924114</c:v>
              </c:pt>
              <c:pt idx="351">
                <c:v>52.915805318924114</c:v>
              </c:pt>
              <c:pt idx="352">
                <c:v>52.915805318924114</c:v>
              </c:pt>
              <c:pt idx="353">
                <c:v>52.915805318924114</c:v>
              </c:pt>
              <c:pt idx="354">
                <c:v>52.915805318924114</c:v>
              </c:pt>
              <c:pt idx="355">
                <c:v>52.915805318924114</c:v>
              </c:pt>
              <c:pt idx="356">
                <c:v>52.915805318924114</c:v>
              </c:pt>
              <c:pt idx="357">
                <c:v>52.915805318924114</c:v>
              </c:pt>
              <c:pt idx="358">
                <c:v>52.915805318924114</c:v>
              </c:pt>
              <c:pt idx="359">
                <c:v>52.915805318924114</c:v>
              </c:pt>
              <c:pt idx="360">
                <c:v>52.915805318924114</c:v>
              </c:pt>
              <c:pt idx="361">
                <c:v>52.915805318924114</c:v>
              </c:pt>
              <c:pt idx="362">
                <c:v>52.915805318924114</c:v>
              </c:pt>
              <c:pt idx="363">
                <c:v>52.915805318924114</c:v>
              </c:pt>
              <c:pt idx="364">
                <c:v>52.915805318924114</c:v>
              </c:pt>
              <c:pt idx="365">
                <c:v>52.915805318924114</c:v>
              </c:pt>
              <c:pt idx="366">
                <c:v>52.915805318924114</c:v>
              </c:pt>
              <c:pt idx="367">
                <c:v>52.915805318924114</c:v>
              </c:pt>
              <c:pt idx="368">
                <c:v>52.915805318924114</c:v>
              </c:pt>
              <c:pt idx="369">
                <c:v>52.915805318924114</c:v>
              </c:pt>
              <c:pt idx="370">
                <c:v>52.915805318924114</c:v>
              </c:pt>
              <c:pt idx="371">
                <c:v>52.915805318924114</c:v>
              </c:pt>
              <c:pt idx="372">
                <c:v>52.915805318924114</c:v>
              </c:pt>
              <c:pt idx="373">
                <c:v>52.915805318924114</c:v>
              </c:pt>
              <c:pt idx="374">
                <c:v>52.915805318924114</c:v>
              </c:pt>
              <c:pt idx="375">
                <c:v>52.915805318924114</c:v>
              </c:pt>
              <c:pt idx="376">
                <c:v>52.915805318924114</c:v>
              </c:pt>
              <c:pt idx="377">
                <c:v>52.915805318924114</c:v>
              </c:pt>
              <c:pt idx="378">
                <c:v>52.915805318924114</c:v>
              </c:pt>
              <c:pt idx="379">
                <c:v>52.915805318924114</c:v>
              </c:pt>
              <c:pt idx="380">
                <c:v>52.915805318924114</c:v>
              </c:pt>
              <c:pt idx="381">
                <c:v>52.915805318924114</c:v>
              </c:pt>
              <c:pt idx="382">
                <c:v>52.915805318924114</c:v>
              </c:pt>
              <c:pt idx="383">
                <c:v>52.915805318924114</c:v>
              </c:pt>
              <c:pt idx="384">
                <c:v>52.915805318924114</c:v>
              </c:pt>
              <c:pt idx="385">
                <c:v>52.915805318924114</c:v>
              </c:pt>
              <c:pt idx="386">
                <c:v>52.915805318924114</c:v>
              </c:pt>
              <c:pt idx="387">
                <c:v>52.915805318924114</c:v>
              </c:pt>
              <c:pt idx="388">
                <c:v>52.915805318924114</c:v>
              </c:pt>
              <c:pt idx="389">
                <c:v>52.915805318924114</c:v>
              </c:pt>
              <c:pt idx="390">
                <c:v>52.915805318924114</c:v>
              </c:pt>
              <c:pt idx="391">
                <c:v>52.915805318924114</c:v>
              </c:pt>
              <c:pt idx="392">
                <c:v>52.915805318924114</c:v>
              </c:pt>
              <c:pt idx="393">
                <c:v>52.915805318924114</c:v>
              </c:pt>
              <c:pt idx="394">
                <c:v>52.915805318924114</c:v>
              </c:pt>
              <c:pt idx="395">
                <c:v>52.915805318924114</c:v>
              </c:pt>
              <c:pt idx="396">
                <c:v>52.915805318924114</c:v>
              </c:pt>
              <c:pt idx="397">
                <c:v>52.915805318924114</c:v>
              </c:pt>
              <c:pt idx="398">
                <c:v>52.915805318924114</c:v>
              </c:pt>
              <c:pt idx="399">
                <c:v>52.915805318924114</c:v>
              </c:pt>
              <c:pt idx="400">
                <c:v>52.915805318924114</c:v>
              </c:pt>
              <c:pt idx="401">
                <c:v>52.915805318924114</c:v>
              </c:pt>
              <c:pt idx="402">
                <c:v>52.915805318924114</c:v>
              </c:pt>
              <c:pt idx="403">
                <c:v>52.915805318924114</c:v>
              </c:pt>
              <c:pt idx="404">
                <c:v>52.915805318924114</c:v>
              </c:pt>
              <c:pt idx="405">
                <c:v>52.915805318924114</c:v>
              </c:pt>
              <c:pt idx="406">
                <c:v>52.915805318924114</c:v>
              </c:pt>
              <c:pt idx="407">
                <c:v>52.915805318924114</c:v>
              </c:pt>
              <c:pt idx="408">
                <c:v>52.915805318924114</c:v>
              </c:pt>
              <c:pt idx="409">
                <c:v>52.915805318924114</c:v>
              </c:pt>
              <c:pt idx="410">
                <c:v>52.915805318924114</c:v>
              </c:pt>
              <c:pt idx="411">
                <c:v>52.915805318924114</c:v>
              </c:pt>
              <c:pt idx="412">
                <c:v>52.915805318924114</c:v>
              </c:pt>
              <c:pt idx="413">
                <c:v>52.915805318924114</c:v>
              </c:pt>
              <c:pt idx="414">
                <c:v>52.915805318924114</c:v>
              </c:pt>
              <c:pt idx="415">
                <c:v>52.915805318924114</c:v>
              </c:pt>
              <c:pt idx="416">
                <c:v>52.915805318924114</c:v>
              </c:pt>
              <c:pt idx="417">
                <c:v>52.915805318924114</c:v>
              </c:pt>
              <c:pt idx="418">
                <c:v>52.915805318924114</c:v>
              </c:pt>
              <c:pt idx="419">
                <c:v>52.915805318924114</c:v>
              </c:pt>
              <c:pt idx="420">
                <c:v>52.915805318924114</c:v>
              </c:pt>
              <c:pt idx="421">
                <c:v>52.915805318924114</c:v>
              </c:pt>
              <c:pt idx="422">
                <c:v>52.915805318924114</c:v>
              </c:pt>
              <c:pt idx="423">
                <c:v>52.915805318924114</c:v>
              </c:pt>
              <c:pt idx="424">
                <c:v>52.915805318924114</c:v>
              </c:pt>
              <c:pt idx="425">
                <c:v>52.915805318924114</c:v>
              </c:pt>
              <c:pt idx="426">
                <c:v>52.915805318924114</c:v>
              </c:pt>
              <c:pt idx="427">
                <c:v>52.915805318924114</c:v>
              </c:pt>
              <c:pt idx="428">
                <c:v>52.915805318924114</c:v>
              </c:pt>
              <c:pt idx="429">
                <c:v>52.915805318924114</c:v>
              </c:pt>
              <c:pt idx="430">
                <c:v>52.915805318924114</c:v>
              </c:pt>
              <c:pt idx="431">
                <c:v>52.915805318924114</c:v>
              </c:pt>
              <c:pt idx="432">
                <c:v>52.915805318924114</c:v>
              </c:pt>
              <c:pt idx="433">
                <c:v>52.915805318924114</c:v>
              </c:pt>
              <c:pt idx="434">
                <c:v>52.915805318924114</c:v>
              </c:pt>
              <c:pt idx="435">
                <c:v>52.915805318924114</c:v>
              </c:pt>
              <c:pt idx="436">
                <c:v>52.915805318924114</c:v>
              </c:pt>
              <c:pt idx="437">
                <c:v>52.915805318924114</c:v>
              </c:pt>
              <c:pt idx="438">
                <c:v>52.915805318924114</c:v>
              </c:pt>
              <c:pt idx="439">
                <c:v>52.915805318924114</c:v>
              </c:pt>
              <c:pt idx="440">
                <c:v>52.915805318924114</c:v>
              </c:pt>
              <c:pt idx="441">
                <c:v>52.915805318924114</c:v>
              </c:pt>
              <c:pt idx="442">
                <c:v>52.915805318924114</c:v>
              </c:pt>
              <c:pt idx="443">
                <c:v>52.915805318924114</c:v>
              </c:pt>
              <c:pt idx="444">
                <c:v>52.915805318924114</c:v>
              </c:pt>
              <c:pt idx="445">
                <c:v>52.915805318924114</c:v>
              </c:pt>
              <c:pt idx="446">
                <c:v>52.915805318924114</c:v>
              </c:pt>
              <c:pt idx="447">
                <c:v>52.915805318924114</c:v>
              </c:pt>
            </c:numLit>
          </c:xVal>
          <c:yVal>
            <c:numLit>
              <c:formatCode>0.0</c:formatCode>
              <c:ptCount val="448"/>
              <c:pt idx="0">
                <c:v>0.15895558424853612</c:v>
              </c:pt>
              <c:pt idx="1">
                <c:v>0.15895558424853612</c:v>
              </c:pt>
              <c:pt idx="2">
                <c:v>0.15895558424853612</c:v>
              </c:pt>
              <c:pt idx="3">
                <c:v>0.15895558424853612</c:v>
              </c:pt>
              <c:pt idx="4">
                <c:v>0.15895558424853612</c:v>
              </c:pt>
              <c:pt idx="5">
                <c:v>0.15895558424853612</c:v>
              </c:pt>
              <c:pt idx="6">
                <c:v>0.15895558424853612</c:v>
              </c:pt>
              <c:pt idx="7">
                <c:v>0.15895558424853612</c:v>
              </c:pt>
              <c:pt idx="8">
                <c:v>0.15895558424853612</c:v>
              </c:pt>
              <c:pt idx="9">
                <c:v>0.15895558424853612</c:v>
              </c:pt>
              <c:pt idx="10">
                <c:v>0.15895558424853612</c:v>
              </c:pt>
              <c:pt idx="11">
                <c:v>0.15895558424853612</c:v>
              </c:pt>
              <c:pt idx="12">
                <c:v>0.15895558424853612</c:v>
              </c:pt>
              <c:pt idx="13">
                <c:v>0.15895558424853612</c:v>
              </c:pt>
              <c:pt idx="14">
                <c:v>0.15895558424853612</c:v>
              </c:pt>
              <c:pt idx="15">
                <c:v>0.15895558424853612</c:v>
              </c:pt>
              <c:pt idx="16">
                <c:v>0.15895558424853612</c:v>
              </c:pt>
              <c:pt idx="17">
                <c:v>0.15895558424853612</c:v>
              </c:pt>
              <c:pt idx="18">
                <c:v>0.15895558424853612</c:v>
              </c:pt>
              <c:pt idx="19">
                <c:v>0.15895558424853612</c:v>
              </c:pt>
              <c:pt idx="20">
                <c:v>0.15895558424853612</c:v>
              </c:pt>
              <c:pt idx="21">
                <c:v>0.15895558424853612</c:v>
              </c:pt>
              <c:pt idx="22">
                <c:v>0.15895558424853612</c:v>
              </c:pt>
              <c:pt idx="23">
                <c:v>0.15895558424853612</c:v>
              </c:pt>
              <c:pt idx="24">
                <c:v>0.15895558424853612</c:v>
              </c:pt>
              <c:pt idx="25">
                <c:v>0.15895558424853612</c:v>
              </c:pt>
              <c:pt idx="26">
                <c:v>0.15895558424853612</c:v>
              </c:pt>
              <c:pt idx="27">
                <c:v>0.15895558424853612</c:v>
              </c:pt>
              <c:pt idx="28">
                <c:v>0.15895558424853612</c:v>
              </c:pt>
              <c:pt idx="29">
                <c:v>0.15895558424853612</c:v>
              </c:pt>
              <c:pt idx="30">
                <c:v>0.15895558424853612</c:v>
              </c:pt>
              <c:pt idx="31">
                <c:v>0.15895558424853612</c:v>
              </c:pt>
              <c:pt idx="32">
                <c:v>0.15895558424853612</c:v>
              </c:pt>
              <c:pt idx="33">
                <c:v>0.15895558424853612</c:v>
              </c:pt>
              <c:pt idx="34">
                <c:v>0.15895558424853612</c:v>
              </c:pt>
              <c:pt idx="35">
                <c:v>0.15895558424853612</c:v>
              </c:pt>
              <c:pt idx="36">
                <c:v>0.15895558424853612</c:v>
              </c:pt>
              <c:pt idx="37">
                <c:v>0.15895558424853612</c:v>
              </c:pt>
              <c:pt idx="38">
                <c:v>0.15895558424853612</c:v>
              </c:pt>
              <c:pt idx="39">
                <c:v>0.15895558424853612</c:v>
              </c:pt>
              <c:pt idx="40">
                <c:v>0.15895558424853612</c:v>
              </c:pt>
              <c:pt idx="41">
                <c:v>0.15895558424853612</c:v>
              </c:pt>
              <c:pt idx="42">
                <c:v>0.15895558424853612</c:v>
              </c:pt>
              <c:pt idx="43">
                <c:v>0.15895558424853612</c:v>
              </c:pt>
              <c:pt idx="44">
                <c:v>0.15895558424853612</c:v>
              </c:pt>
              <c:pt idx="45">
                <c:v>0.15895558424853612</c:v>
              </c:pt>
              <c:pt idx="46">
                <c:v>0.15895558424853612</c:v>
              </c:pt>
              <c:pt idx="47">
                <c:v>0.15895558424853612</c:v>
              </c:pt>
              <c:pt idx="48">
                <c:v>0.15895558424853612</c:v>
              </c:pt>
              <c:pt idx="49">
                <c:v>0.15895558424853612</c:v>
              </c:pt>
              <c:pt idx="50">
                <c:v>0.15895558424853612</c:v>
              </c:pt>
              <c:pt idx="51">
                <c:v>0.15895558424853612</c:v>
              </c:pt>
              <c:pt idx="52">
                <c:v>0.15895558424853612</c:v>
              </c:pt>
              <c:pt idx="53">
                <c:v>0.15895558424853612</c:v>
              </c:pt>
              <c:pt idx="54">
                <c:v>0.15895558424853612</c:v>
              </c:pt>
              <c:pt idx="55">
                <c:v>0.15895558424853612</c:v>
              </c:pt>
              <c:pt idx="56">
                <c:v>0.15895558424853612</c:v>
              </c:pt>
              <c:pt idx="57">
                <c:v>0.15895558424853612</c:v>
              </c:pt>
              <c:pt idx="58">
                <c:v>0.15895558424853612</c:v>
              </c:pt>
              <c:pt idx="59">
                <c:v>0.15895558424853612</c:v>
              </c:pt>
              <c:pt idx="60">
                <c:v>0.15895558424853612</c:v>
              </c:pt>
              <c:pt idx="61">
                <c:v>0.15895558424853612</c:v>
              </c:pt>
              <c:pt idx="62">
                <c:v>0.15895558424853612</c:v>
              </c:pt>
              <c:pt idx="63">
                <c:v>0.15895558424853612</c:v>
              </c:pt>
              <c:pt idx="64">
                <c:v>0.15895558424853612</c:v>
              </c:pt>
              <c:pt idx="65">
                <c:v>0.15895558424853612</c:v>
              </c:pt>
              <c:pt idx="66">
                <c:v>0.15895558424853612</c:v>
              </c:pt>
              <c:pt idx="67">
                <c:v>0.15895558424853612</c:v>
              </c:pt>
              <c:pt idx="68">
                <c:v>0.15895558424853612</c:v>
              </c:pt>
              <c:pt idx="69">
                <c:v>0.15895558424853612</c:v>
              </c:pt>
              <c:pt idx="70">
                <c:v>0.15895558424853612</c:v>
              </c:pt>
              <c:pt idx="71">
                <c:v>0.15895558424853612</c:v>
              </c:pt>
              <c:pt idx="72">
                <c:v>0.15895558424853612</c:v>
              </c:pt>
              <c:pt idx="73">
                <c:v>0.15895558424853612</c:v>
              </c:pt>
              <c:pt idx="74">
                <c:v>0.15895558424853612</c:v>
              </c:pt>
              <c:pt idx="75">
                <c:v>0.15895558424853612</c:v>
              </c:pt>
              <c:pt idx="76">
                <c:v>0.15895558424853612</c:v>
              </c:pt>
              <c:pt idx="77">
                <c:v>0.15895558424853612</c:v>
              </c:pt>
              <c:pt idx="78">
                <c:v>0.15895558424853612</c:v>
              </c:pt>
              <c:pt idx="79">
                <c:v>0.15895558424853612</c:v>
              </c:pt>
              <c:pt idx="80">
                <c:v>0.15895558424853612</c:v>
              </c:pt>
              <c:pt idx="81">
                <c:v>0.15895558424853612</c:v>
              </c:pt>
              <c:pt idx="82">
                <c:v>0.15895558424853612</c:v>
              </c:pt>
              <c:pt idx="83">
                <c:v>0.15895558424853612</c:v>
              </c:pt>
              <c:pt idx="84">
                <c:v>0.15895558424853612</c:v>
              </c:pt>
              <c:pt idx="85">
                <c:v>0.15895558424853612</c:v>
              </c:pt>
              <c:pt idx="86">
                <c:v>0.15895558424853612</c:v>
              </c:pt>
              <c:pt idx="87">
                <c:v>0.15895558424853612</c:v>
              </c:pt>
              <c:pt idx="88">
                <c:v>0.15895558424853612</c:v>
              </c:pt>
              <c:pt idx="89">
                <c:v>0.15895558424853612</c:v>
              </c:pt>
              <c:pt idx="90">
                <c:v>0.15895558424853612</c:v>
              </c:pt>
              <c:pt idx="91">
                <c:v>0.15895558424853612</c:v>
              </c:pt>
              <c:pt idx="92">
                <c:v>0.15895558424853612</c:v>
              </c:pt>
              <c:pt idx="93">
                <c:v>0.15895558424853612</c:v>
              </c:pt>
              <c:pt idx="94">
                <c:v>0.15895558424853612</c:v>
              </c:pt>
              <c:pt idx="95">
                <c:v>0.15895558424853612</c:v>
              </c:pt>
              <c:pt idx="96">
                <c:v>0.15895558424853612</c:v>
              </c:pt>
              <c:pt idx="97">
                <c:v>0.15895558424853612</c:v>
              </c:pt>
              <c:pt idx="98">
                <c:v>0.15895558424853612</c:v>
              </c:pt>
              <c:pt idx="99">
                <c:v>0.15895558424853612</c:v>
              </c:pt>
              <c:pt idx="100">
                <c:v>0.15895558424853612</c:v>
              </c:pt>
              <c:pt idx="101">
                <c:v>0.15895558424853612</c:v>
              </c:pt>
              <c:pt idx="102">
                <c:v>0.15895558424853612</c:v>
              </c:pt>
              <c:pt idx="103">
                <c:v>0.15895558424853612</c:v>
              </c:pt>
              <c:pt idx="104">
                <c:v>0.15895558424853612</c:v>
              </c:pt>
              <c:pt idx="105">
                <c:v>0.15895558424853612</c:v>
              </c:pt>
              <c:pt idx="106">
                <c:v>0.15895558424853612</c:v>
              </c:pt>
              <c:pt idx="107">
                <c:v>0.15895558424853612</c:v>
              </c:pt>
              <c:pt idx="108">
                <c:v>0.15895558424853612</c:v>
              </c:pt>
              <c:pt idx="109">
                <c:v>0.15895558424853612</c:v>
              </c:pt>
              <c:pt idx="110">
                <c:v>0.15895558424853612</c:v>
              </c:pt>
              <c:pt idx="111">
                <c:v>0.15895558424853612</c:v>
              </c:pt>
              <c:pt idx="112">
                <c:v>0.15895558424853612</c:v>
              </c:pt>
              <c:pt idx="113">
                <c:v>0.15895558424853612</c:v>
              </c:pt>
              <c:pt idx="114">
                <c:v>0.15895558424853612</c:v>
              </c:pt>
              <c:pt idx="115">
                <c:v>0.15895558424853612</c:v>
              </c:pt>
              <c:pt idx="116">
                <c:v>0.15895558424853612</c:v>
              </c:pt>
              <c:pt idx="117">
                <c:v>0.15895558424853612</c:v>
              </c:pt>
              <c:pt idx="118">
                <c:v>0.15895558424853612</c:v>
              </c:pt>
              <c:pt idx="119">
                <c:v>0.15895558424853612</c:v>
              </c:pt>
              <c:pt idx="120">
                <c:v>0.15895558424853612</c:v>
              </c:pt>
              <c:pt idx="121">
                <c:v>0.15895558424853612</c:v>
              </c:pt>
              <c:pt idx="122">
                <c:v>0.15895558424853612</c:v>
              </c:pt>
              <c:pt idx="123">
                <c:v>0.15895558424853612</c:v>
              </c:pt>
              <c:pt idx="124">
                <c:v>0.15895558424853612</c:v>
              </c:pt>
              <c:pt idx="125">
                <c:v>0.15895558424853612</c:v>
              </c:pt>
              <c:pt idx="126">
                <c:v>0.15895558424853612</c:v>
              </c:pt>
              <c:pt idx="127">
                <c:v>0.15895558424853612</c:v>
              </c:pt>
              <c:pt idx="128">
                <c:v>0.15895558424853612</c:v>
              </c:pt>
              <c:pt idx="129">
                <c:v>0.15895558424853612</c:v>
              </c:pt>
              <c:pt idx="130">
                <c:v>0.15895558424853612</c:v>
              </c:pt>
              <c:pt idx="131">
                <c:v>0.15895558424853612</c:v>
              </c:pt>
              <c:pt idx="132">
                <c:v>0.15895558424853612</c:v>
              </c:pt>
              <c:pt idx="133">
                <c:v>0.15895558424853612</c:v>
              </c:pt>
              <c:pt idx="134">
                <c:v>0.15895558424853612</c:v>
              </c:pt>
              <c:pt idx="135">
                <c:v>0.15895558424853612</c:v>
              </c:pt>
              <c:pt idx="136">
                <c:v>0.15895558424853612</c:v>
              </c:pt>
              <c:pt idx="137">
                <c:v>0.15895558424853612</c:v>
              </c:pt>
              <c:pt idx="138">
                <c:v>0.15895558424853612</c:v>
              </c:pt>
              <c:pt idx="139">
                <c:v>0.15895558424853612</c:v>
              </c:pt>
              <c:pt idx="140">
                <c:v>0.15895558424853612</c:v>
              </c:pt>
              <c:pt idx="141">
                <c:v>0.15895558424853612</c:v>
              </c:pt>
              <c:pt idx="142">
                <c:v>0.15895558424853612</c:v>
              </c:pt>
              <c:pt idx="143">
                <c:v>0.15895558424853612</c:v>
              </c:pt>
              <c:pt idx="144">
                <c:v>0.15895558424853612</c:v>
              </c:pt>
              <c:pt idx="145">
                <c:v>0.15895558424853612</c:v>
              </c:pt>
              <c:pt idx="146">
                <c:v>0.15895558424853612</c:v>
              </c:pt>
              <c:pt idx="147">
                <c:v>0.15895558424853612</c:v>
              </c:pt>
              <c:pt idx="148">
                <c:v>0.15895558424853612</c:v>
              </c:pt>
              <c:pt idx="149">
                <c:v>0.15895558424853612</c:v>
              </c:pt>
              <c:pt idx="150">
                <c:v>0.15895558424853612</c:v>
              </c:pt>
              <c:pt idx="151">
                <c:v>0.15895558424853612</c:v>
              </c:pt>
              <c:pt idx="152">
                <c:v>0.15895558424853612</c:v>
              </c:pt>
              <c:pt idx="153">
                <c:v>0.15895558424853612</c:v>
              </c:pt>
              <c:pt idx="154">
                <c:v>0.15895558424853612</c:v>
              </c:pt>
              <c:pt idx="155">
                <c:v>0.15895558424853612</c:v>
              </c:pt>
              <c:pt idx="156">
                <c:v>0.15895558424853612</c:v>
              </c:pt>
              <c:pt idx="157">
                <c:v>0.15895558424853612</c:v>
              </c:pt>
              <c:pt idx="158">
                <c:v>0.15895558424853612</c:v>
              </c:pt>
              <c:pt idx="159">
                <c:v>0.15895558424853612</c:v>
              </c:pt>
              <c:pt idx="160">
                <c:v>0.15895558424853612</c:v>
              </c:pt>
              <c:pt idx="161">
                <c:v>0.15895558424853612</c:v>
              </c:pt>
              <c:pt idx="162">
                <c:v>0.15895558424853612</c:v>
              </c:pt>
              <c:pt idx="163">
                <c:v>0.15895558424853612</c:v>
              </c:pt>
              <c:pt idx="164">
                <c:v>0.15895558424853612</c:v>
              </c:pt>
              <c:pt idx="165">
                <c:v>0.15895558424853612</c:v>
              </c:pt>
              <c:pt idx="166">
                <c:v>0.15895558424853612</c:v>
              </c:pt>
              <c:pt idx="167">
                <c:v>0.15895558424853612</c:v>
              </c:pt>
              <c:pt idx="168">
                <c:v>0.15895558424853612</c:v>
              </c:pt>
              <c:pt idx="169">
                <c:v>0.15895558424853612</c:v>
              </c:pt>
              <c:pt idx="170">
                <c:v>0.15895558424853612</c:v>
              </c:pt>
              <c:pt idx="171">
                <c:v>0.15895558424853612</c:v>
              </c:pt>
              <c:pt idx="172">
                <c:v>0.15895558424853612</c:v>
              </c:pt>
              <c:pt idx="173">
                <c:v>0.15895558424853612</c:v>
              </c:pt>
              <c:pt idx="174">
                <c:v>0.15895558424853612</c:v>
              </c:pt>
              <c:pt idx="175">
                <c:v>0.15895558424853612</c:v>
              </c:pt>
              <c:pt idx="176">
                <c:v>0.15895558424853612</c:v>
              </c:pt>
              <c:pt idx="177">
                <c:v>0.15895558424853612</c:v>
              </c:pt>
              <c:pt idx="178">
                <c:v>0.15895558424853612</c:v>
              </c:pt>
              <c:pt idx="179">
                <c:v>0.15895558424853612</c:v>
              </c:pt>
              <c:pt idx="180">
                <c:v>0.15895558424853612</c:v>
              </c:pt>
              <c:pt idx="181">
                <c:v>0.15895558424853612</c:v>
              </c:pt>
              <c:pt idx="182">
                <c:v>0.15895558424853612</c:v>
              </c:pt>
              <c:pt idx="183">
                <c:v>0.15895558424853612</c:v>
              </c:pt>
              <c:pt idx="184">
                <c:v>0.15895558424853612</c:v>
              </c:pt>
              <c:pt idx="185">
                <c:v>0.15895558424853612</c:v>
              </c:pt>
              <c:pt idx="186">
                <c:v>0.15895558424853612</c:v>
              </c:pt>
              <c:pt idx="187">
                <c:v>0.15895558424853612</c:v>
              </c:pt>
              <c:pt idx="188">
                <c:v>0.15895558424853612</c:v>
              </c:pt>
              <c:pt idx="189">
                <c:v>0.15895558424853612</c:v>
              </c:pt>
              <c:pt idx="190">
                <c:v>0.15895558424853612</c:v>
              </c:pt>
              <c:pt idx="191">
                <c:v>0.15895558424853612</c:v>
              </c:pt>
              <c:pt idx="192">
                <c:v>0.15895558424853612</c:v>
              </c:pt>
              <c:pt idx="193">
                <c:v>0.15895558424853612</c:v>
              </c:pt>
              <c:pt idx="194">
                <c:v>0.15895558424853612</c:v>
              </c:pt>
              <c:pt idx="195">
                <c:v>0.15895558424853612</c:v>
              </c:pt>
              <c:pt idx="196">
                <c:v>0.15895558424853612</c:v>
              </c:pt>
              <c:pt idx="197">
                <c:v>0.15895558424853612</c:v>
              </c:pt>
              <c:pt idx="198">
                <c:v>0.15895558424853612</c:v>
              </c:pt>
              <c:pt idx="199">
                <c:v>0.15895558424853612</c:v>
              </c:pt>
              <c:pt idx="200">
                <c:v>0.15895558424853612</c:v>
              </c:pt>
              <c:pt idx="201">
                <c:v>0.15895558424853612</c:v>
              </c:pt>
              <c:pt idx="202">
                <c:v>0.15895558424853612</c:v>
              </c:pt>
              <c:pt idx="203">
                <c:v>0.15895558424853612</c:v>
              </c:pt>
              <c:pt idx="204">
                <c:v>0.15895558424853612</c:v>
              </c:pt>
              <c:pt idx="205">
                <c:v>0.15895558424853612</c:v>
              </c:pt>
              <c:pt idx="206">
                <c:v>0.15895558424853612</c:v>
              </c:pt>
              <c:pt idx="207">
                <c:v>0.15895558424853612</c:v>
              </c:pt>
              <c:pt idx="208">
                <c:v>0.15895558424853612</c:v>
              </c:pt>
              <c:pt idx="209">
                <c:v>0.15895558424853612</c:v>
              </c:pt>
              <c:pt idx="210">
                <c:v>0.15895558424853612</c:v>
              </c:pt>
              <c:pt idx="211">
                <c:v>0.15895558424853612</c:v>
              </c:pt>
              <c:pt idx="212">
                <c:v>0.15895558424853612</c:v>
              </c:pt>
              <c:pt idx="213">
                <c:v>0.15895558424853612</c:v>
              </c:pt>
              <c:pt idx="214">
                <c:v>0.15895558424853612</c:v>
              </c:pt>
              <c:pt idx="215">
                <c:v>0.15895558424853612</c:v>
              </c:pt>
              <c:pt idx="216">
                <c:v>0.15895558424853612</c:v>
              </c:pt>
              <c:pt idx="217">
                <c:v>0.15895558424853612</c:v>
              </c:pt>
              <c:pt idx="218">
                <c:v>0.15895558424853612</c:v>
              </c:pt>
              <c:pt idx="219">
                <c:v>0.15895558424853612</c:v>
              </c:pt>
              <c:pt idx="220">
                <c:v>0.15895558424853612</c:v>
              </c:pt>
              <c:pt idx="221">
                <c:v>0.15895558424853612</c:v>
              </c:pt>
              <c:pt idx="222">
                <c:v>0.15895558424853612</c:v>
              </c:pt>
              <c:pt idx="223">
                <c:v>0.15895558424853612</c:v>
              </c:pt>
              <c:pt idx="224">
                <c:v>0.15895558424853612</c:v>
              </c:pt>
              <c:pt idx="225">
                <c:v>0.15895558424853612</c:v>
              </c:pt>
              <c:pt idx="226">
                <c:v>0.15895558424853612</c:v>
              </c:pt>
              <c:pt idx="227">
                <c:v>0.15895558424853612</c:v>
              </c:pt>
              <c:pt idx="228">
                <c:v>0.15895558424853612</c:v>
              </c:pt>
              <c:pt idx="229">
                <c:v>0.15895558424853612</c:v>
              </c:pt>
              <c:pt idx="230">
                <c:v>0.15895558424853612</c:v>
              </c:pt>
              <c:pt idx="231">
                <c:v>0.15895558424853612</c:v>
              </c:pt>
              <c:pt idx="232">
                <c:v>0.15895558424853612</c:v>
              </c:pt>
              <c:pt idx="233">
                <c:v>0.15895558424853612</c:v>
              </c:pt>
              <c:pt idx="234">
                <c:v>0.15895558424853612</c:v>
              </c:pt>
              <c:pt idx="235">
                <c:v>0.15895558424853612</c:v>
              </c:pt>
              <c:pt idx="236">
                <c:v>0.15895558424853612</c:v>
              </c:pt>
              <c:pt idx="237">
                <c:v>0.15895558424853612</c:v>
              </c:pt>
              <c:pt idx="238">
                <c:v>0.15895558424853612</c:v>
              </c:pt>
              <c:pt idx="239">
                <c:v>0.15895558424853612</c:v>
              </c:pt>
              <c:pt idx="240">
                <c:v>0.15895558424853612</c:v>
              </c:pt>
              <c:pt idx="241">
                <c:v>0.15895558424853612</c:v>
              </c:pt>
              <c:pt idx="242">
                <c:v>0.15895558424853612</c:v>
              </c:pt>
              <c:pt idx="243">
                <c:v>0.15895558424853612</c:v>
              </c:pt>
              <c:pt idx="244">
                <c:v>0.15895558424853612</c:v>
              </c:pt>
              <c:pt idx="245">
                <c:v>0.15895558424853612</c:v>
              </c:pt>
              <c:pt idx="246">
                <c:v>0.15895558424853612</c:v>
              </c:pt>
              <c:pt idx="247">
                <c:v>0.15895558424853612</c:v>
              </c:pt>
              <c:pt idx="248">
                <c:v>0.15895558424853612</c:v>
              </c:pt>
              <c:pt idx="249">
                <c:v>0.15895558424853612</c:v>
              </c:pt>
              <c:pt idx="250">
                <c:v>0.15895558424853612</c:v>
              </c:pt>
              <c:pt idx="251">
                <c:v>0.15895558424853612</c:v>
              </c:pt>
              <c:pt idx="252">
                <c:v>0.15895558424853612</c:v>
              </c:pt>
              <c:pt idx="253">
                <c:v>0.15895558424853612</c:v>
              </c:pt>
              <c:pt idx="254">
                <c:v>0.15895558424853612</c:v>
              </c:pt>
              <c:pt idx="255">
                <c:v>0.15895558424853612</c:v>
              </c:pt>
              <c:pt idx="256">
                <c:v>0.15895558424853612</c:v>
              </c:pt>
              <c:pt idx="257">
                <c:v>0.15895558424853612</c:v>
              </c:pt>
              <c:pt idx="258">
                <c:v>0.15895558424853612</c:v>
              </c:pt>
              <c:pt idx="259">
                <c:v>0.15895558424853612</c:v>
              </c:pt>
              <c:pt idx="260">
                <c:v>0.15895558424853612</c:v>
              </c:pt>
              <c:pt idx="261">
                <c:v>0.15895558424853612</c:v>
              </c:pt>
              <c:pt idx="262">
                <c:v>0.15895558424853612</c:v>
              </c:pt>
              <c:pt idx="263">
                <c:v>0.15895558424853612</c:v>
              </c:pt>
              <c:pt idx="264">
                <c:v>0.15895558424853612</c:v>
              </c:pt>
              <c:pt idx="265">
                <c:v>0.15895558424853612</c:v>
              </c:pt>
              <c:pt idx="266">
                <c:v>0.15895558424853612</c:v>
              </c:pt>
              <c:pt idx="267">
                <c:v>0.15895558424853612</c:v>
              </c:pt>
              <c:pt idx="268">
                <c:v>0.15895558424853612</c:v>
              </c:pt>
              <c:pt idx="269">
                <c:v>0.15895558424853612</c:v>
              </c:pt>
              <c:pt idx="270">
                <c:v>0.15895558424853612</c:v>
              </c:pt>
              <c:pt idx="271">
                <c:v>0.15895558424853612</c:v>
              </c:pt>
              <c:pt idx="272">
                <c:v>0.15895558424853612</c:v>
              </c:pt>
              <c:pt idx="273">
                <c:v>0.15895558424853612</c:v>
              </c:pt>
              <c:pt idx="274">
                <c:v>0.15895558424853612</c:v>
              </c:pt>
              <c:pt idx="275">
                <c:v>0.15895558424853612</c:v>
              </c:pt>
              <c:pt idx="276">
                <c:v>0.15895558424853612</c:v>
              </c:pt>
              <c:pt idx="277">
                <c:v>0.15895558424853612</c:v>
              </c:pt>
              <c:pt idx="278">
                <c:v>0.15895558424853612</c:v>
              </c:pt>
              <c:pt idx="279">
                <c:v>0.15895558424853612</c:v>
              </c:pt>
              <c:pt idx="280">
                <c:v>0.15895558424853612</c:v>
              </c:pt>
              <c:pt idx="281">
                <c:v>0.15895558424853612</c:v>
              </c:pt>
              <c:pt idx="282">
                <c:v>0.15895558424853612</c:v>
              </c:pt>
              <c:pt idx="283">
                <c:v>0.15895558424853612</c:v>
              </c:pt>
              <c:pt idx="284">
                <c:v>0.15895558424853612</c:v>
              </c:pt>
              <c:pt idx="285">
                <c:v>0.15895558424853612</c:v>
              </c:pt>
              <c:pt idx="286">
                <c:v>0.15895558424853612</c:v>
              </c:pt>
              <c:pt idx="287">
                <c:v>0.15895558424853612</c:v>
              </c:pt>
              <c:pt idx="288">
                <c:v>0.15895558424853612</c:v>
              </c:pt>
              <c:pt idx="289">
                <c:v>0.15895558424853612</c:v>
              </c:pt>
              <c:pt idx="290">
                <c:v>0.15895558424853612</c:v>
              </c:pt>
              <c:pt idx="291">
                <c:v>0.15895558424853612</c:v>
              </c:pt>
              <c:pt idx="292">
                <c:v>0.15895558424853612</c:v>
              </c:pt>
              <c:pt idx="293">
                <c:v>0.15895558424853612</c:v>
              </c:pt>
              <c:pt idx="294">
                <c:v>0.15895558424853612</c:v>
              </c:pt>
              <c:pt idx="295">
                <c:v>0.15895558424853612</c:v>
              </c:pt>
              <c:pt idx="296">
                <c:v>0.15895558424853612</c:v>
              </c:pt>
              <c:pt idx="297">
                <c:v>0.15895558424853612</c:v>
              </c:pt>
              <c:pt idx="298">
                <c:v>0.15895558424853612</c:v>
              </c:pt>
              <c:pt idx="299">
                <c:v>0.15895558424853612</c:v>
              </c:pt>
              <c:pt idx="300">
                <c:v>0.15895558424853612</c:v>
              </c:pt>
              <c:pt idx="301">
                <c:v>0.15895558424853612</c:v>
              </c:pt>
              <c:pt idx="302">
                <c:v>0.15895558424853612</c:v>
              </c:pt>
              <c:pt idx="303">
                <c:v>0.15895558424853612</c:v>
              </c:pt>
              <c:pt idx="304">
                <c:v>0.15895558424853612</c:v>
              </c:pt>
              <c:pt idx="305">
                <c:v>0.15895558424853612</c:v>
              </c:pt>
              <c:pt idx="306">
                <c:v>0.15895558424853612</c:v>
              </c:pt>
              <c:pt idx="307">
                <c:v>0.15895558424853612</c:v>
              </c:pt>
              <c:pt idx="308">
                <c:v>0.15895558424853612</c:v>
              </c:pt>
              <c:pt idx="309">
                <c:v>0.15895558424853612</c:v>
              </c:pt>
              <c:pt idx="310">
                <c:v>0.15895558424853612</c:v>
              </c:pt>
              <c:pt idx="311">
                <c:v>0.15895558424853612</c:v>
              </c:pt>
              <c:pt idx="312">
                <c:v>0.15895558424853612</c:v>
              </c:pt>
              <c:pt idx="313">
                <c:v>0.15895558424853612</c:v>
              </c:pt>
              <c:pt idx="314">
                <c:v>0.15895558424853612</c:v>
              </c:pt>
              <c:pt idx="315">
                <c:v>0.15895558424853612</c:v>
              </c:pt>
              <c:pt idx="316">
                <c:v>0.15895558424853612</c:v>
              </c:pt>
              <c:pt idx="317">
                <c:v>0.15895558424853612</c:v>
              </c:pt>
              <c:pt idx="318">
                <c:v>0.15895558424853612</c:v>
              </c:pt>
              <c:pt idx="319">
                <c:v>0.15895558424853612</c:v>
              </c:pt>
              <c:pt idx="320">
                <c:v>0.15895558424853612</c:v>
              </c:pt>
              <c:pt idx="321">
                <c:v>0.15895558424853612</c:v>
              </c:pt>
              <c:pt idx="322">
                <c:v>0.15895558424853612</c:v>
              </c:pt>
              <c:pt idx="323">
                <c:v>0.15895558424853612</c:v>
              </c:pt>
              <c:pt idx="324">
                <c:v>0.15895558424853612</c:v>
              </c:pt>
              <c:pt idx="325">
                <c:v>0.15895558424853612</c:v>
              </c:pt>
              <c:pt idx="326">
                <c:v>0.15895558424853612</c:v>
              </c:pt>
              <c:pt idx="327">
                <c:v>0.15895558424853612</c:v>
              </c:pt>
              <c:pt idx="328">
                <c:v>0.15895558424853612</c:v>
              </c:pt>
              <c:pt idx="329">
                <c:v>0.15895558424853612</c:v>
              </c:pt>
              <c:pt idx="330">
                <c:v>0.15895558424853612</c:v>
              </c:pt>
              <c:pt idx="331">
                <c:v>0.15895558424853612</c:v>
              </c:pt>
              <c:pt idx="332">
                <c:v>0.15895558424853612</c:v>
              </c:pt>
              <c:pt idx="333">
                <c:v>0.15895558424853612</c:v>
              </c:pt>
              <c:pt idx="334">
                <c:v>0.15895558424853612</c:v>
              </c:pt>
              <c:pt idx="335">
                <c:v>0.15895558424853612</c:v>
              </c:pt>
              <c:pt idx="336">
                <c:v>0.15895558424853612</c:v>
              </c:pt>
              <c:pt idx="337">
                <c:v>0.15895558424853612</c:v>
              </c:pt>
              <c:pt idx="338">
                <c:v>0.15895558424853612</c:v>
              </c:pt>
              <c:pt idx="339">
                <c:v>0.15895558424853612</c:v>
              </c:pt>
              <c:pt idx="340">
                <c:v>0.15895558424853612</c:v>
              </c:pt>
              <c:pt idx="341">
                <c:v>0.15895558424853612</c:v>
              </c:pt>
              <c:pt idx="342">
                <c:v>0.15895558424853612</c:v>
              </c:pt>
              <c:pt idx="343">
                <c:v>0.15895558424853612</c:v>
              </c:pt>
              <c:pt idx="344">
                <c:v>0.15895558424853612</c:v>
              </c:pt>
              <c:pt idx="345">
                <c:v>0.15895558424853612</c:v>
              </c:pt>
              <c:pt idx="346">
                <c:v>0.15895558424853612</c:v>
              </c:pt>
              <c:pt idx="347">
                <c:v>0.15895558424853612</c:v>
              </c:pt>
              <c:pt idx="348">
                <c:v>0.15895558424853612</c:v>
              </c:pt>
              <c:pt idx="349">
                <c:v>0.15895558424853612</c:v>
              </c:pt>
              <c:pt idx="350">
                <c:v>0.15895558424853612</c:v>
              </c:pt>
              <c:pt idx="351">
                <c:v>0.15895558424853612</c:v>
              </c:pt>
              <c:pt idx="352">
                <c:v>0.15895558424853612</c:v>
              </c:pt>
              <c:pt idx="353">
                <c:v>0.15895558424853612</c:v>
              </c:pt>
              <c:pt idx="354">
                <c:v>0.15895558424853612</c:v>
              </c:pt>
              <c:pt idx="355">
                <c:v>0.15895558424853612</c:v>
              </c:pt>
              <c:pt idx="356">
                <c:v>0.15895558424853612</c:v>
              </c:pt>
              <c:pt idx="357">
                <c:v>0.15895558424853612</c:v>
              </c:pt>
              <c:pt idx="358">
                <c:v>0.15895558424853612</c:v>
              </c:pt>
              <c:pt idx="359">
                <c:v>0.15895558424853612</c:v>
              </c:pt>
              <c:pt idx="360">
                <c:v>0.15895558424853612</c:v>
              </c:pt>
              <c:pt idx="361">
                <c:v>0.15895558424853612</c:v>
              </c:pt>
              <c:pt idx="362">
                <c:v>0.15895558424853612</c:v>
              </c:pt>
              <c:pt idx="363">
                <c:v>0.15895558424853612</c:v>
              </c:pt>
              <c:pt idx="364">
                <c:v>0.15895558424853612</c:v>
              </c:pt>
              <c:pt idx="365">
                <c:v>0.15895558424853612</c:v>
              </c:pt>
              <c:pt idx="366">
                <c:v>0.15895558424853612</c:v>
              </c:pt>
              <c:pt idx="367">
                <c:v>0.15895558424853612</c:v>
              </c:pt>
              <c:pt idx="368">
                <c:v>0.15895558424853612</c:v>
              </c:pt>
              <c:pt idx="369">
                <c:v>0.15895558424853612</c:v>
              </c:pt>
              <c:pt idx="370">
                <c:v>0.15895558424853612</c:v>
              </c:pt>
              <c:pt idx="371">
                <c:v>0.15895558424853612</c:v>
              </c:pt>
              <c:pt idx="372">
                <c:v>0.15895558424853612</c:v>
              </c:pt>
              <c:pt idx="373">
                <c:v>0.15895558424853612</c:v>
              </c:pt>
              <c:pt idx="374">
                <c:v>0.15895558424853612</c:v>
              </c:pt>
              <c:pt idx="375">
                <c:v>0.15895558424853612</c:v>
              </c:pt>
              <c:pt idx="376">
                <c:v>0.15895558424853612</c:v>
              </c:pt>
              <c:pt idx="377">
                <c:v>0.15895558424853612</c:v>
              </c:pt>
              <c:pt idx="378">
                <c:v>0.15895558424853612</c:v>
              </c:pt>
              <c:pt idx="379">
                <c:v>0.15895558424853612</c:v>
              </c:pt>
              <c:pt idx="380">
                <c:v>0.15895558424853612</c:v>
              </c:pt>
              <c:pt idx="381">
                <c:v>0.15895558424853612</c:v>
              </c:pt>
              <c:pt idx="382">
                <c:v>0.15895558424853612</c:v>
              </c:pt>
              <c:pt idx="383">
                <c:v>0.15895558424853612</c:v>
              </c:pt>
              <c:pt idx="384">
                <c:v>0.15895558424853612</c:v>
              </c:pt>
              <c:pt idx="385">
                <c:v>0.15895558424853612</c:v>
              </c:pt>
              <c:pt idx="386">
                <c:v>0.15895558424853612</c:v>
              </c:pt>
              <c:pt idx="387">
                <c:v>0.15895558424853612</c:v>
              </c:pt>
              <c:pt idx="388">
                <c:v>0.15895558424853612</c:v>
              </c:pt>
              <c:pt idx="389">
                <c:v>0.15895558424853612</c:v>
              </c:pt>
              <c:pt idx="390">
                <c:v>0.15895558424853612</c:v>
              </c:pt>
              <c:pt idx="391">
                <c:v>0.15895558424853612</c:v>
              </c:pt>
              <c:pt idx="392">
                <c:v>0.15895558424853612</c:v>
              </c:pt>
              <c:pt idx="393">
                <c:v>0.15895558424853612</c:v>
              </c:pt>
              <c:pt idx="394">
                <c:v>0.15895558424853612</c:v>
              </c:pt>
              <c:pt idx="395">
                <c:v>0.15895558424853612</c:v>
              </c:pt>
              <c:pt idx="396">
                <c:v>0.15895558424853612</c:v>
              </c:pt>
              <c:pt idx="397">
                <c:v>0.15895558424853612</c:v>
              </c:pt>
              <c:pt idx="398">
                <c:v>0.15895558424853612</c:v>
              </c:pt>
              <c:pt idx="399">
                <c:v>0.15895558424853612</c:v>
              </c:pt>
              <c:pt idx="400">
                <c:v>0.15895558424853612</c:v>
              </c:pt>
              <c:pt idx="401">
                <c:v>0.15895558424853612</c:v>
              </c:pt>
              <c:pt idx="402">
                <c:v>0.15895558424853612</c:v>
              </c:pt>
              <c:pt idx="403">
                <c:v>0.15895558424853612</c:v>
              </c:pt>
              <c:pt idx="404">
                <c:v>0.15895558424853612</c:v>
              </c:pt>
              <c:pt idx="405">
                <c:v>0.15895558424853612</c:v>
              </c:pt>
              <c:pt idx="406">
                <c:v>0.15895558424853612</c:v>
              </c:pt>
              <c:pt idx="407">
                <c:v>0.15895558424853612</c:v>
              </c:pt>
              <c:pt idx="408">
                <c:v>0.15895558424853612</c:v>
              </c:pt>
              <c:pt idx="409">
                <c:v>0.15895558424853612</c:v>
              </c:pt>
              <c:pt idx="410">
                <c:v>0.15895558424853612</c:v>
              </c:pt>
              <c:pt idx="411">
                <c:v>0.15895558424853612</c:v>
              </c:pt>
              <c:pt idx="412">
                <c:v>0.15895558424853612</c:v>
              </c:pt>
              <c:pt idx="413">
                <c:v>0.15895558424853612</c:v>
              </c:pt>
              <c:pt idx="414">
                <c:v>0.15895558424853612</c:v>
              </c:pt>
              <c:pt idx="415">
                <c:v>0.15895558424853612</c:v>
              </c:pt>
              <c:pt idx="416">
                <c:v>0.15895558424853612</c:v>
              </c:pt>
              <c:pt idx="417">
                <c:v>0.15895558424853612</c:v>
              </c:pt>
              <c:pt idx="418">
                <c:v>0.15895558424853612</c:v>
              </c:pt>
              <c:pt idx="419">
                <c:v>0.15895558424853612</c:v>
              </c:pt>
              <c:pt idx="420">
                <c:v>0.15895558424853612</c:v>
              </c:pt>
              <c:pt idx="421">
                <c:v>0.15895558424853612</c:v>
              </c:pt>
              <c:pt idx="422">
                <c:v>0.15895558424853612</c:v>
              </c:pt>
              <c:pt idx="423">
                <c:v>0.15895558424853612</c:v>
              </c:pt>
              <c:pt idx="424">
                <c:v>0.15895558424853612</c:v>
              </c:pt>
              <c:pt idx="425">
                <c:v>0.15895558424853612</c:v>
              </c:pt>
              <c:pt idx="426">
                <c:v>0.15895558424853612</c:v>
              </c:pt>
              <c:pt idx="427">
                <c:v>0.15895558424853612</c:v>
              </c:pt>
              <c:pt idx="428">
                <c:v>0.15895558424853612</c:v>
              </c:pt>
              <c:pt idx="429">
                <c:v>0.15895558424853612</c:v>
              </c:pt>
              <c:pt idx="430">
                <c:v>0.15895558424853612</c:v>
              </c:pt>
              <c:pt idx="431">
                <c:v>0.15895558424853612</c:v>
              </c:pt>
              <c:pt idx="432">
                <c:v>0.15895558424853612</c:v>
              </c:pt>
              <c:pt idx="433">
                <c:v>0.15895558424853612</c:v>
              </c:pt>
              <c:pt idx="434">
                <c:v>0.15895558424853612</c:v>
              </c:pt>
              <c:pt idx="435">
                <c:v>0.15895558424853612</c:v>
              </c:pt>
              <c:pt idx="436">
                <c:v>0.15895558424853612</c:v>
              </c:pt>
              <c:pt idx="437">
                <c:v>0.15895558424853612</c:v>
              </c:pt>
              <c:pt idx="438">
                <c:v>0.15895558424853612</c:v>
              </c:pt>
              <c:pt idx="439">
                <c:v>0.15895558424853612</c:v>
              </c:pt>
              <c:pt idx="440">
                <c:v>0.15895558424853612</c:v>
              </c:pt>
              <c:pt idx="441">
                <c:v>0.15895558424853612</c:v>
              </c:pt>
              <c:pt idx="442">
                <c:v>0.15895558424853612</c:v>
              </c:pt>
              <c:pt idx="443">
                <c:v>0.15895558424853612</c:v>
              </c:pt>
              <c:pt idx="444">
                <c:v>0.15895558424853612</c:v>
              </c:pt>
              <c:pt idx="445">
                <c:v>0.15895558424853612</c:v>
              </c:pt>
              <c:pt idx="446">
                <c:v>0.15895558424853612</c:v>
              </c:pt>
              <c:pt idx="447">
                <c:v>0.15895558424853612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.946271947880383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Mean τ (% axis)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d_top (% scalar range)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Exact frontier F</c:v>
          </c:tx>
          <c:spPr>
            <a:noFill xmlns:a="http://schemas.openxmlformats.org/drawingml/2006/main"/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324"/>
              <c:pt idx="0">
                <c:v>0</c:v>
              </c:pt>
              <c:pt idx="1">
                <c:v>0.00015111388520402483</c:v>
              </c:pt>
              <c:pt idx="2">
                <c:v>0.00015111388520402483</c:v>
              </c:pt>
              <c:pt idx="3">
                <c:v>0.004203918291160405</c:v>
              </c:pt>
              <c:pt idx="4">
                <c:v>0.004203918291160405</c:v>
              </c:pt>
              <c:pt idx="5">
                <c:v>0.0055513884840561484</c:v>
              </c:pt>
              <c:pt idx="6">
                <c:v>0.0055513884840561484</c:v>
              </c:pt>
              <c:pt idx="7">
                <c:v>0.011997738289471096</c:v>
              </c:pt>
              <c:pt idx="8">
                <c:v>0.011997738289471096</c:v>
              </c:pt>
              <c:pt idx="9">
                <c:v>0.01879632306328693</c:v>
              </c:pt>
              <c:pt idx="10">
                <c:v>0.01879632306328693</c:v>
              </c:pt>
              <c:pt idx="11">
                <c:v>0.020693011250991083</c:v>
              </c:pt>
              <c:pt idx="12">
                <c:v>0.020693011250991083</c:v>
              </c:pt>
              <c:pt idx="13">
                <c:v>0.03759137978492728</c:v>
              </c:pt>
              <c:pt idx="14">
                <c:v>0.03759137978492728</c:v>
              </c:pt>
              <c:pt idx="15">
                <c:v>0.06111098020389257</c:v>
              </c:pt>
              <c:pt idx="16">
                <c:v>0.06111098020389257</c:v>
              </c:pt>
              <c:pt idx="17">
                <c:v>0.0619676580927901</c:v>
              </c:pt>
              <c:pt idx="18">
                <c:v>0.0619676580927901</c:v>
              </c:pt>
              <c:pt idx="19">
                <c:v>0.06303584928042975</c:v>
              </c:pt>
              <c:pt idx="20">
                <c:v>0.06303584928042975</c:v>
              </c:pt>
              <c:pt idx="21">
                <c:v>0.06924156272888858</c:v>
              </c:pt>
              <c:pt idx="22">
                <c:v>0.06924156272888858</c:v>
              </c:pt>
              <c:pt idx="23">
                <c:v>0.09601557994714856</c:v>
              </c:pt>
              <c:pt idx="24">
                <c:v>0.09601557994714856</c:v>
              </c:pt>
              <c:pt idx="25">
                <c:v>0.09798446227799736</c:v>
              </c:pt>
              <c:pt idx="26">
                <c:v>0.09798446227799736</c:v>
              </c:pt>
              <c:pt idx="27">
                <c:v>0.10288347099038325</c:v>
              </c:pt>
              <c:pt idx="28">
                <c:v>0.10288347099038325</c:v>
              </c:pt>
              <c:pt idx="29">
                <c:v>0.10709303121910597</c:v>
              </c:pt>
              <c:pt idx="30">
                <c:v>0.10709303121910597</c:v>
              </c:pt>
              <c:pt idx="31">
                <c:v>0.1151851915987303</c:v>
              </c:pt>
              <c:pt idx="32">
                <c:v>0.1151851915987303</c:v>
              </c:pt>
              <c:pt idx="33">
                <c:v>0.1298870932344204</c:v>
              </c:pt>
              <c:pt idx="34">
                <c:v>0.1298870932344204</c:v>
              </c:pt>
              <c:pt idx="35">
                <c:v>0.15127315870108515</c:v>
              </c:pt>
              <c:pt idx="36">
                <c:v>0.15127315870108515</c:v>
              </c:pt>
              <c:pt idx="37">
                <c:v>0.15223837857438724</c:v>
              </c:pt>
              <c:pt idx="38">
                <c:v>0.15223837857438724</c:v>
              </c:pt>
              <c:pt idx="39">
                <c:v>0.21472560614380545</c:v>
              </c:pt>
              <c:pt idx="40">
                <c:v>0.21472560614380545</c:v>
              </c:pt>
              <c:pt idx="41">
                <c:v>0.21842478822666775</c:v>
              </c:pt>
              <c:pt idx="42">
                <c:v>0.21842478822666775</c:v>
              </c:pt>
              <c:pt idx="43">
                <c:v>0.2842628211335286</c:v>
              </c:pt>
              <c:pt idx="44">
                <c:v>0.2842628211335286</c:v>
              </c:pt>
              <c:pt idx="45">
                <c:v>0.3250371642058675</c:v>
              </c:pt>
              <c:pt idx="46">
                <c:v>0.3250371642058675</c:v>
              </c:pt>
              <c:pt idx="47">
                <c:v>0.3360640126462433</c:v>
              </c:pt>
              <c:pt idx="48">
                <c:v>0.3360640126462433</c:v>
              </c:pt>
              <c:pt idx="49">
                <c:v>0.39724549645144913</c:v>
              </c:pt>
              <c:pt idx="50">
                <c:v>0.39724549645144913</c:v>
              </c:pt>
              <c:pt idx="51">
                <c:v>0.39982161151641177</c:v>
              </c:pt>
              <c:pt idx="52">
                <c:v>0.39982161151641177</c:v>
              </c:pt>
              <c:pt idx="53">
                <c:v>0.406104487831488</c:v>
              </c:pt>
              <c:pt idx="54">
                <c:v>0.406104487831488</c:v>
              </c:pt>
              <c:pt idx="55">
                <c:v>0.44189571857053106</c:v>
              </c:pt>
              <c:pt idx="56">
                <c:v>0.44189571857053106</c:v>
              </c:pt>
              <c:pt idx="57">
                <c:v>0.5</c:v>
              </c:pt>
              <c:pt idx="58">
                <c:v>0.5</c:v>
              </c:pt>
              <c:pt idx="59">
                <c:v>0.5549898292884123</c:v>
              </c:pt>
              <c:pt idx="60">
                <c:v>0.5549898292884123</c:v>
              </c:pt>
              <c:pt idx="61">
                <c:v>0.6474785113794752</c:v>
              </c:pt>
              <c:pt idx="62">
                <c:v>0.6474785113794752</c:v>
              </c:pt>
              <c:pt idx="63">
                <c:v>0.660842950598233</c:v>
              </c:pt>
              <c:pt idx="64">
                <c:v>0.660842950598233</c:v>
              </c:pt>
              <c:pt idx="65">
                <c:v>0.6778011958174508</c:v>
              </c:pt>
              <c:pt idx="66">
                <c:v>0.6778011958174508</c:v>
              </c:pt>
              <c:pt idx="67">
                <c:v>0.7118869108750362</c:v>
              </c:pt>
              <c:pt idx="68">
                <c:v>0.7118869108750362</c:v>
              </c:pt>
              <c:pt idx="69">
                <c:v>0.7153220178559766</c:v>
              </c:pt>
              <c:pt idx="70">
                <c:v>0.7153220178559766</c:v>
              </c:pt>
              <c:pt idx="71">
                <c:v>0.7967712142284801</c:v>
              </c:pt>
              <c:pt idx="72">
                <c:v>0.7967712142284801</c:v>
              </c:pt>
              <c:pt idx="73">
                <c:v>0.7976904344155796</c:v>
              </c:pt>
              <c:pt idx="74">
                <c:v>0.7976904344155796</c:v>
              </c:pt>
              <c:pt idx="75">
                <c:v>0.8175005445188739</c:v>
              </c:pt>
              <c:pt idx="76">
                <c:v>0.8175005445188739</c:v>
              </c:pt>
              <c:pt idx="77">
                <c:v>0.8631761063486523</c:v>
              </c:pt>
              <c:pt idx="78">
                <c:v>0.8631761063486523</c:v>
              </c:pt>
              <c:pt idx="79">
                <c:v>0.9243016618459949</c:v>
              </c:pt>
              <c:pt idx="80">
                <c:v>0.9243016618459949</c:v>
              </c:pt>
              <c:pt idx="81">
                <c:v>0.9557137371304134</c:v>
              </c:pt>
              <c:pt idx="82">
                <c:v>0.9557137371304134</c:v>
              </c:pt>
              <c:pt idx="83">
                <c:v>1</c:v>
              </c:pt>
              <c:pt idx="84">
                <c:v>1</c:v>
              </c:pt>
              <c:pt idx="85">
                <c:v>1.000289432295881</c:v>
              </c:pt>
              <c:pt idx="86">
                <c:v>1.000289432295881</c:v>
              </c:pt>
              <c:pt idx="87">
                <c:v>1.0512410296868069</c:v>
              </c:pt>
              <c:pt idx="88">
                <c:v>1.0512410296868069</c:v>
              </c:pt>
              <c:pt idx="89">
                <c:v>1.1128414317502269</c:v>
              </c:pt>
              <c:pt idx="90">
                <c:v>1.1128414317502269</c:v>
              </c:pt>
              <c:pt idx="91">
                <c:v>1.1177988628596658</c:v>
              </c:pt>
              <c:pt idx="92">
                <c:v>1.1177988628596658</c:v>
              </c:pt>
              <c:pt idx="93">
                <c:v>1.1232009985377522</c:v>
              </c:pt>
              <c:pt idx="94">
                <c:v>1.1232009985377522</c:v>
              </c:pt>
              <c:pt idx="95">
                <c:v>1.1840181244992556</c:v>
              </c:pt>
              <c:pt idx="96">
                <c:v>1.1840181244992556</c:v>
              </c:pt>
              <c:pt idx="97">
                <c:v>1.2061624260055197</c:v>
              </c:pt>
              <c:pt idx="98">
                <c:v>1.2061624260055197</c:v>
              </c:pt>
              <c:pt idx="99">
                <c:v>1.315331744683065</c:v>
              </c:pt>
              <c:pt idx="100">
                <c:v>1.315331744683065</c:v>
              </c:pt>
              <c:pt idx="101">
                <c:v>1.3456754572894365</c:v>
              </c:pt>
              <c:pt idx="102">
                <c:v>1.3456754572894365</c:v>
              </c:pt>
              <c:pt idx="103">
                <c:v>1.3592377982859938</c:v>
              </c:pt>
              <c:pt idx="104">
                <c:v>1.3592377982859938</c:v>
              </c:pt>
              <c:pt idx="105">
                <c:v>1.3851663248366992</c:v>
              </c:pt>
              <c:pt idx="106">
                <c:v>1.3851663248366992</c:v>
              </c:pt>
              <c:pt idx="107">
                <c:v>1.3935454081086054</c:v>
              </c:pt>
              <c:pt idx="108">
                <c:v>1.3935454081086054</c:v>
              </c:pt>
              <c:pt idx="109">
                <c:v>1.4001810966796278</c:v>
              </c:pt>
              <c:pt idx="110">
                <c:v>1.4001810966796278</c:v>
              </c:pt>
              <c:pt idx="111">
                <c:v>1.444504370404768</c:v>
              </c:pt>
              <c:pt idx="112">
                <c:v>1.444504370404768</c:v>
              </c:pt>
              <c:pt idx="113">
                <c:v>1.4455543087844618</c:v>
              </c:pt>
              <c:pt idx="114">
                <c:v>1.4455543087844618</c:v>
              </c:pt>
              <c:pt idx="115">
                <c:v>1.4530746631674125</c:v>
              </c:pt>
              <c:pt idx="116">
                <c:v>1.4530746631674125</c:v>
              </c:pt>
              <c:pt idx="117">
                <c:v>1.5028679464967793</c:v>
              </c:pt>
              <c:pt idx="118">
                <c:v>1.5028679464967793</c:v>
              </c:pt>
              <c:pt idx="119">
                <c:v>1.531351013859408</c:v>
              </c:pt>
              <c:pt idx="120">
                <c:v>1.531351013859408</c:v>
              </c:pt>
              <c:pt idx="121">
                <c:v>1.5393426919480528</c:v>
              </c:pt>
              <c:pt idx="122">
                <c:v>1.5393426919480528</c:v>
              </c:pt>
              <c:pt idx="123">
                <c:v>1.5408854734172206</c:v>
              </c:pt>
              <c:pt idx="124">
                <c:v>1.5408854734172206</c:v>
              </c:pt>
              <c:pt idx="125">
                <c:v>1.633764400333853</c:v>
              </c:pt>
              <c:pt idx="126">
                <c:v>1.633764400333853</c:v>
              </c:pt>
              <c:pt idx="127">
                <c:v>1.6553002343162027</c:v>
              </c:pt>
              <c:pt idx="128">
                <c:v>1.6553002343162027</c:v>
              </c:pt>
              <c:pt idx="129">
                <c:v>1.6785159158282978</c:v>
              </c:pt>
              <c:pt idx="130">
                <c:v>1.6785159158282978</c:v>
              </c:pt>
              <c:pt idx="131">
                <c:v>1.6948753805377457</c:v>
              </c:pt>
              <c:pt idx="132">
                <c:v>1.6948753805377457</c:v>
              </c:pt>
              <c:pt idx="133">
                <c:v>1.7584844654465772</c:v>
              </c:pt>
              <c:pt idx="134">
                <c:v>1.7584844654465772</c:v>
              </c:pt>
              <c:pt idx="135">
                <c:v>1.7718183257357238</c:v>
              </c:pt>
              <c:pt idx="136">
                <c:v>1.7718183257357238</c:v>
              </c:pt>
              <c:pt idx="137">
                <c:v>1.7941219849936019</c:v>
              </c:pt>
              <c:pt idx="138">
                <c:v>1.7941219849936019</c:v>
              </c:pt>
              <c:pt idx="139">
                <c:v>1.8145682798881748</c:v>
              </c:pt>
              <c:pt idx="140">
                <c:v>1.8145682798881748</c:v>
              </c:pt>
              <c:pt idx="141">
                <c:v>1.82810497376606</c:v>
              </c:pt>
              <c:pt idx="142">
                <c:v>1.82810497376606</c:v>
              </c:pt>
              <c:pt idx="143">
                <c:v>2</c:v>
              </c:pt>
              <c:pt idx="144">
                <c:v>2</c:v>
              </c:pt>
              <c:pt idx="145">
                <c:v>2.0023043568010763</c:v>
              </c:pt>
              <c:pt idx="146">
                <c:v>2.0023043568010763</c:v>
              </c:pt>
              <c:pt idx="147">
                <c:v>2.019644019891745</c:v>
              </c:pt>
              <c:pt idx="148">
                <c:v>2.019644019891745</c:v>
              </c:pt>
              <c:pt idx="149">
                <c:v>2.0273946099891944</c:v>
              </c:pt>
              <c:pt idx="150">
                <c:v>2.0273946099891944</c:v>
              </c:pt>
              <c:pt idx="151">
                <c:v>2.1286448219488467</c:v>
              </c:pt>
              <c:pt idx="152">
                <c:v>2.1286448219488467</c:v>
              </c:pt>
              <c:pt idx="153">
                <c:v>2.142874899193884</c:v>
              </c:pt>
              <c:pt idx="154">
                <c:v>2.142874899193884</c:v>
              </c:pt>
              <c:pt idx="155">
                <c:v>2.1466188030835847</c:v>
              </c:pt>
              <c:pt idx="156">
                <c:v>2.1466188030835847</c:v>
              </c:pt>
              <c:pt idx="157">
                <c:v>2.180396530164073</c:v>
              </c:pt>
              <c:pt idx="158">
                <c:v>2.180396530164073</c:v>
              </c:pt>
              <c:pt idx="159">
                <c:v>2.217401591981884</c:v>
              </c:pt>
              <c:pt idx="160">
                <c:v>2.217401591981884</c:v>
              </c:pt>
              <c:pt idx="161">
                <c:v>2.2248582561780013</c:v>
              </c:pt>
              <c:pt idx="162">
                <c:v>2.2248582561780013</c:v>
              </c:pt>
              <c:pt idx="163">
                <c:v>2.249666022359145</c:v>
              </c:pt>
              <c:pt idx="164">
                <c:v>2.249666022359145</c:v>
              </c:pt>
              <c:pt idx="165">
                <c:v>2.2621915421291865</c:v>
              </c:pt>
              <c:pt idx="166">
                <c:v>2.2621915421291865</c:v>
              </c:pt>
              <c:pt idx="167">
                <c:v>2.368460459034046</c:v>
              </c:pt>
              <c:pt idx="168">
                <c:v>2.368460459034046</c:v>
              </c:pt>
              <c:pt idx="169">
                <c:v>2.431498247751393</c:v>
              </c:pt>
              <c:pt idx="170">
                <c:v>2.431498247751393</c:v>
              </c:pt>
              <c:pt idx="171">
                <c:v>2.4794983933067534</c:v>
              </c:pt>
              <c:pt idx="172">
                <c:v>2.4794983933067534</c:v>
              </c:pt>
              <c:pt idx="173">
                <c:v>2.4972685400549794</c:v>
              </c:pt>
              <c:pt idx="174">
                <c:v>2.4972685400549794</c:v>
              </c:pt>
              <c:pt idx="175">
                <c:v>2.6004488930753604</c:v>
              </c:pt>
              <c:pt idx="176">
                <c:v>2.6004488930753604</c:v>
              </c:pt>
              <c:pt idx="177">
                <c:v>2.609595990940967</c:v>
              </c:pt>
              <c:pt idx="178">
                <c:v>2.609595990940967</c:v>
              </c:pt>
              <c:pt idx="179">
                <c:v>2.613280680769558</c:v>
              </c:pt>
              <c:pt idx="180">
                <c:v>2.613280680769558</c:v>
              </c:pt>
              <c:pt idx="181">
                <c:v>2.7115540142350776</c:v>
              </c:pt>
              <c:pt idx="182">
                <c:v>2.7115540142350776</c:v>
              </c:pt>
              <c:pt idx="183">
                <c:v>3.085601206004607</c:v>
              </c:pt>
              <c:pt idx="184">
                <c:v>3.085601206004607</c:v>
              </c:pt>
              <c:pt idx="185">
                <c:v>3.101667528952116</c:v>
              </c:pt>
              <c:pt idx="186">
                <c:v>3.101667528952116</c:v>
              </c:pt>
              <c:pt idx="187">
                <c:v>3.103803775428357</c:v>
              </c:pt>
              <c:pt idx="188">
                <c:v>3.103803775428357</c:v>
              </c:pt>
              <c:pt idx="189">
                <c:v>3.106764755166443</c:v>
              </c:pt>
              <c:pt idx="190">
                <c:v>3.106764755166443</c:v>
              </c:pt>
              <c:pt idx="191">
                <c:v>3.480015519256061</c:v>
              </c:pt>
              <c:pt idx="192">
                <c:v>3.480015519256061</c:v>
              </c:pt>
              <c:pt idx="193">
                <c:v>3.7285407662781935</c:v>
              </c:pt>
              <c:pt idx="194">
                <c:v>3.7285407662781935</c:v>
              </c:pt>
              <c:pt idx="195">
                <c:v>3.8201887654812903</c:v>
              </c:pt>
              <c:pt idx="196">
                <c:v>3.8201887654812903</c:v>
              </c:pt>
              <c:pt idx="197">
                <c:v>3.936710278991065</c:v>
              </c:pt>
              <c:pt idx="198">
                <c:v>3.936710278991065</c:v>
              </c:pt>
              <c:pt idx="199">
                <c:v>4.035047841609898</c:v>
              </c:pt>
              <c:pt idx="200">
                <c:v>4.035047841609898</c:v>
              </c:pt>
              <c:pt idx="201">
                <c:v>4.0791124343871745</c:v>
              </c:pt>
              <c:pt idx="202">
                <c:v>4.0791124343871745</c:v>
              </c:pt>
              <c:pt idx="203">
                <c:v>4.257920102372476</c:v>
              </c:pt>
              <c:pt idx="204">
                <c:v>4.257920102372476</c:v>
              </c:pt>
              <c:pt idx="205">
                <c:v>4.325061804254402</c:v>
              </c:pt>
              <c:pt idx="206">
                <c:v>4.325061804254402</c:v>
              </c:pt>
              <c:pt idx="207">
                <c:v>4.387366087139888</c:v>
              </c:pt>
              <c:pt idx="208">
                <c:v>4.387366087139888</c:v>
              </c:pt>
              <c:pt idx="209">
                <c:v>4.4156204549717515</c:v>
              </c:pt>
              <c:pt idx="210">
                <c:v>4.4156204549717515</c:v>
              </c:pt>
              <c:pt idx="211">
                <c:v>4.578347203931111</c:v>
              </c:pt>
              <c:pt idx="212">
                <c:v>4.578347203931111</c:v>
              </c:pt>
              <c:pt idx="213">
                <c:v>4.6099909983561975</c:v>
              </c:pt>
              <c:pt idx="214">
                <c:v>4.6099909983561975</c:v>
              </c:pt>
              <c:pt idx="215">
                <c:v>4.73574535111436</c:v>
              </c:pt>
              <c:pt idx="216">
                <c:v>4.73574535111436</c:v>
              </c:pt>
              <c:pt idx="217">
                <c:v>4.773261275974323</c:v>
              </c:pt>
              <c:pt idx="218">
                <c:v>4.773261275974323</c:v>
              </c:pt>
              <c:pt idx="219">
                <c:v>5</c:v>
              </c:pt>
              <c:pt idx="220">
                <c:v>5</c:v>
              </c:pt>
              <c:pt idx="221">
                <c:v>5.066156149569525</c:v>
              </c:pt>
              <c:pt idx="222">
                <c:v>5.066156149569525</c:v>
              </c:pt>
              <c:pt idx="223">
                <c:v>5.06989171719019</c:v>
              </c:pt>
              <c:pt idx="224">
                <c:v>5.06989171719019</c:v>
              </c:pt>
              <c:pt idx="225">
                <c:v>5.088516630581974</c:v>
              </c:pt>
              <c:pt idx="226">
                <c:v>5.088516630581974</c:v>
              </c:pt>
              <c:pt idx="227">
                <c:v>5.139091507315685</c:v>
              </c:pt>
              <c:pt idx="228">
                <c:v>5.139091507315685</c:v>
              </c:pt>
              <c:pt idx="229">
                <c:v>5.153448259180709</c:v>
              </c:pt>
              <c:pt idx="230">
                <c:v>5.153448259180709</c:v>
              </c:pt>
              <c:pt idx="231">
                <c:v>5.535110471066339</c:v>
              </c:pt>
              <c:pt idx="232">
                <c:v>5.535110471066339</c:v>
              </c:pt>
              <c:pt idx="233">
                <c:v>6.0062824748553165</c:v>
              </c:pt>
              <c:pt idx="234">
                <c:v>6.0062824748553165</c:v>
              </c:pt>
              <c:pt idx="235">
                <c:v>6.0097878418767205</c:v>
              </c:pt>
              <c:pt idx="236">
                <c:v>6.0097878418767205</c:v>
              </c:pt>
              <c:pt idx="237">
                <c:v>6.090534328155278</c:v>
              </c:pt>
              <c:pt idx="238">
                <c:v>6.090534328155278</c:v>
              </c:pt>
              <c:pt idx="239">
                <c:v>6.178333815943852</c:v>
              </c:pt>
              <c:pt idx="240">
                <c:v>6.178333815943852</c:v>
              </c:pt>
              <c:pt idx="241">
                <c:v>6.180075569985474</c:v>
              </c:pt>
              <c:pt idx="242">
                <c:v>6.180075569985474</c:v>
              </c:pt>
              <c:pt idx="243">
                <c:v>6.310839989460868</c:v>
              </c:pt>
              <c:pt idx="244">
                <c:v>6.310839989460868</c:v>
              </c:pt>
              <c:pt idx="245">
                <c:v>6.63637013245907</c:v>
              </c:pt>
              <c:pt idx="246">
                <c:v>6.63637013245907</c:v>
              </c:pt>
              <c:pt idx="247">
                <c:v>6.764744887625756</c:v>
              </c:pt>
              <c:pt idx="248">
                <c:v>6.764744887625756</c:v>
              </c:pt>
              <c:pt idx="249">
                <c:v>6.941697908433644</c:v>
              </c:pt>
              <c:pt idx="250">
                <c:v>6.941697908433644</c:v>
              </c:pt>
              <c:pt idx="251">
                <c:v>6.9875723165675945</c:v>
              </c:pt>
              <c:pt idx="252">
                <c:v>6.9875723165675945</c:v>
              </c:pt>
              <c:pt idx="253">
                <c:v>7.329137288231428</c:v>
              </c:pt>
              <c:pt idx="254">
                <c:v>7.329137288231428</c:v>
              </c:pt>
              <c:pt idx="255">
                <c:v>7.422423045569182</c:v>
              </c:pt>
              <c:pt idx="256">
                <c:v>7.422423045569182</c:v>
              </c:pt>
              <c:pt idx="257">
                <c:v>7.42949757717184</c:v>
              </c:pt>
              <c:pt idx="258">
                <c:v>7.42949757717184</c:v>
              </c:pt>
              <c:pt idx="259">
                <c:v>7.439059446693584</c:v>
              </c:pt>
              <c:pt idx="260">
                <c:v>7.439059446693584</c:v>
              </c:pt>
              <c:pt idx="261">
                <c:v>7.610372856814535</c:v>
              </c:pt>
              <c:pt idx="262">
                <c:v>7.610372856814535</c:v>
              </c:pt>
              <c:pt idx="263">
                <c:v>7.618328661079604</c:v>
              </c:pt>
              <c:pt idx="264">
                <c:v>7.618328661079604</c:v>
              </c:pt>
              <c:pt idx="265">
                <c:v>7.833064978540843</c:v>
              </c:pt>
              <c:pt idx="266">
                <c:v>7.833064978540843</c:v>
              </c:pt>
              <c:pt idx="267">
                <c:v>8.053996082171789</c:v>
              </c:pt>
              <c:pt idx="268">
                <c:v>8.053996082171789</c:v>
              </c:pt>
              <c:pt idx="269">
                <c:v>8.066798678324854</c:v>
              </c:pt>
              <c:pt idx="270">
                <c:v>8.066798678324854</c:v>
              </c:pt>
              <c:pt idx="271">
                <c:v>8.351587409644011</c:v>
              </c:pt>
              <c:pt idx="272">
                <c:v>8.351587409644011</c:v>
              </c:pt>
              <c:pt idx="273">
                <c:v>8.417281237061692</c:v>
              </c:pt>
              <c:pt idx="274">
                <c:v>8.417281237061692</c:v>
              </c:pt>
              <c:pt idx="275">
                <c:v>8.548266319766393</c:v>
              </c:pt>
              <c:pt idx="276">
                <c:v>8.548266319766393</c:v>
              </c:pt>
              <c:pt idx="277">
                <c:v>9.198189525438586</c:v>
              </c:pt>
              <c:pt idx="278">
                <c:v>9.198189525438586</c:v>
              </c:pt>
              <c:pt idx="279">
                <c:v>10</c:v>
              </c:pt>
              <c:pt idx="280">
                <c:v>10</c:v>
              </c:pt>
              <c:pt idx="281">
                <c:v>10.330349279058767</c:v>
              </c:pt>
              <c:pt idx="282">
                <c:v>10.330349279058767</c:v>
              </c:pt>
              <c:pt idx="283">
                <c:v>10.427775150531565</c:v>
              </c:pt>
              <c:pt idx="284">
                <c:v>10.427775150531565</c:v>
              </c:pt>
              <c:pt idx="285">
                <c:v>10.907187411479741</c:v>
              </c:pt>
              <c:pt idx="286">
                <c:v>10.907187411479741</c:v>
              </c:pt>
              <c:pt idx="287">
                <c:v>11.2133792839196</c:v>
              </c:pt>
              <c:pt idx="288">
                <c:v>11.2133792839196</c:v>
              </c:pt>
              <c:pt idx="289">
                <c:v>11.393151589708818</c:v>
              </c:pt>
              <c:pt idx="290">
                <c:v>11.393151589708818</c:v>
              </c:pt>
              <c:pt idx="291">
                <c:v>11.492278519749553</c:v>
              </c:pt>
              <c:pt idx="292">
                <c:v>11.492278519749553</c:v>
              </c:pt>
              <c:pt idx="293">
                <c:v>11.842274256759449</c:v>
              </c:pt>
              <c:pt idx="294">
                <c:v>11.842274256759449</c:v>
              </c:pt>
              <c:pt idx="295">
                <c:v>13.240995002806844</c:v>
              </c:pt>
              <c:pt idx="296">
                <c:v>13.240995002806844</c:v>
              </c:pt>
              <c:pt idx="297">
                <c:v>13.644005289371187</c:v>
              </c:pt>
              <c:pt idx="298">
                <c:v>13.644005289371187</c:v>
              </c:pt>
              <c:pt idx="299">
                <c:v>14.27268237082065</c:v>
              </c:pt>
              <c:pt idx="300">
                <c:v>14.27268237082065</c:v>
              </c:pt>
              <c:pt idx="301">
                <c:v>15</c:v>
              </c:pt>
              <c:pt idx="302">
                <c:v>15</c:v>
              </c:pt>
              <c:pt idx="303">
                <c:v>15.52485215989029</c:v>
              </c:pt>
              <c:pt idx="304">
                <c:v>15.52485215989029</c:v>
              </c:pt>
              <c:pt idx="305">
                <c:v>15.931928066073597</c:v>
              </c:pt>
              <c:pt idx="306">
                <c:v>15.931928066073597</c:v>
              </c:pt>
              <c:pt idx="307">
                <c:v>16.55159547143925</c:v>
              </c:pt>
              <c:pt idx="308">
                <c:v>16.55159547143925</c:v>
              </c:pt>
              <c:pt idx="309">
                <c:v>19.77485564764</c:v>
              </c:pt>
              <c:pt idx="310">
                <c:v>19.77485564764</c:v>
              </c:pt>
              <c:pt idx="311">
                <c:v>20</c:v>
              </c:pt>
              <c:pt idx="312">
                <c:v>20</c:v>
              </c:pt>
              <c:pt idx="313">
                <c:v>21.752924296059124</c:v>
              </c:pt>
              <c:pt idx="314">
                <c:v>21.752924296059124</c:v>
              </c:pt>
              <c:pt idx="315">
                <c:v>24.008677003995636</c:v>
              </c:pt>
              <c:pt idx="316">
                <c:v>24.008677003995636</c:v>
              </c:pt>
              <c:pt idx="317">
                <c:v>30</c:v>
              </c:pt>
              <c:pt idx="318">
                <c:v>30</c:v>
              </c:pt>
              <c:pt idx="319">
                <c:v>33.555199555944284</c:v>
              </c:pt>
              <c:pt idx="320">
                <c:v>33.555199555944284</c:v>
              </c:pt>
              <c:pt idx="321">
                <c:v>50</c:v>
              </c:pt>
              <c:pt idx="322">
                <c:v>50</c:v>
              </c:pt>
              <c:pt idx="323">
                <c:v>70</c:v>
              </c:pt>
            </c:numLit>
          </c:xVal>
          <c:yVal>
            <c:numLit>
              <c:formatCode>0.0</c:formatCode>
              <c:ptCount val="324"/>
              <c:pt idx="0">
                <c:v>0.9602715269585541</c:v>
              </c:pt>
              <c:pt idx="1">
                <c:v>0.9602715269585541</c:v>
              </c:pt>
              <c:pt idx="2">
                <c:v>0.9602715269585541</c:v>
              </c:pt>
              <c:pt idx="3">
                <c:v>0.9602715269585541</c:v>
              </c:pt>
              <c:pt idx="4">
                <c:v>0.9602715269585541</c:v>
              </c:pt>
              <c:pt idx="5">
                <c:v>0.9602715269585541</c:v>
              </c:pt>
              <c:pt idx="6">
                <c:v>0.9602715269585541</c:v>
              </c:pt>
              <c:pt idx="7">
                <c:v>0.9602715269585541</c:v>
              </c:pt>
              <c:pt idx="8">
                <c:v>0.9602715269585541</c:v>
              </c:pt>
              <c:pt idx="9">
                <c:v>0.9602715269585541</c:v>
              </c:pt>
              <c:pt idx="10">
                <c:v>0.9602715269585541</c:v>
              </c:pt>
              <c:pt idx="11">
                <c:v>0.9602715269585541</c:v>
              </c:pt>
              <c:pt idx="12">
                <c:v>0.9602715269585541</c:v>
              </c:pt>
              <c:pt idx="13">
                <c:v>0.9602715269585541</c:v>
              </c:pt>
              <c:pt idx="14">
                <c:v>0.9602715269585541</c:v>
              </c:pt>
              <c:pt idx="15">
                <c:v>0.9602715269585541</c:v>
              </c:pt>
              <c:pt idx="16">
                <c:v>0.9602715269585541</c:v>
              </c:pt>
              <c:pt idx="17">
                <c:v>0.9602715269585541</c:v>
              </c:pt>
              <c:pt idx="18">
                <c:v>0.9602715269585541</c:v>
              </c:pt>
              <c:pt idx="19">
                <c:v>0.9602715269585541</c:v>
              </c:pt>
              <c:pt idx="20">
                <c:v>0.9602715269585541</c:v>
              </c:pt>
              <c:pt idx="21">
                <c:v>0.9602715269585541</c:v>
              </c:pt>
              <c:pt idx="22">
                <c:v>0.9602715269585541</c:v>
              </c:pt>
              <c:pt idx="23">
                <c:v>0.9602715269585541</c:v>
              </c:pt>
              <c:pt idx="24">
                <c:v>0.9602715269585541</c:v>
              </c:pt>
              <c:pt idx="25">
                <c:v>0.9602715269585541</c:v>
              </c:pt>
              <c:pt idx="26">
                <c:v>0.9602715269585541</c:v>
              </c:pt>
              <c:pt idx="27">
                <c:v>0.9602715269585541</c:v>
              </c:pt>
              <c:pt idx="28">
                <c:v>0.9602715269585541</c:v>
              </c:pt>
              <c:pt idx="29">
                <c:v>0.9602715269585541</c:v>
              </c:pt>
              <c:pt idx="30">
                <c:v>0.9602715269585541</c:v>
              </c:pt>
              <c:pt idx="31">
                <c:v>0.9602715269585541</c:v>
              </c:pt>
              <c:pt idx="32">
                <c:v>0.9602715269585541</c:v>
              </c:pt>
              <c:pt idx="33">
                <c:v>0.9602715269585541</c:v>
              </c:pt>
              <c:pt idx="34">
                <c:v>0.9602715269585541</c:v>
              </c:pt>
              <c:pt idx="35">
                <c:v>0.9602715269585541</c:v>
              </c:pt>
              <c:pt idx="36">
                <c:v>0.9602715269585541</c:v>
              </c:pt>
              <c:pt idx="37">
                <c:v>0.9602715269585541</c:v>
              </c:pt>
              <c:pt idx="38">
                <c:v>0.9602715269585541</c:v>
              </c:pt>
              <c:pt idx="39">
                <c:v>0.9602715269585541</c:v>
              </c:pt>
              <c:pt idx="40">
                <c:v>0.9602715269585541</c:v>
              </c:pt>
              <c:pt idx="41">
                <c:v>0.9602715269585541</c:v>
              </c:pt>
              <c:pt idx="42">
                <c:v>0.9602715269585541</c:v>
              </c:pt>
              <c:pt idx="43">
                <c:v>0.9602715269585541</c:v>
              </c:pt>
              <c:pt idx="44">
                <c:v>0.9602715269585541</c:v>
              </c:pt>
              <c:pt idx="45">
                <c:v>0.9602715269585541</c:v>
              </c:pt>
              <c:pt idx="46">
                <c:v>0.9602715269585541</c:v>
              </c:pt>
              <c:pt idx="47">
                <c:v>0.9602715269585541</c:v>
              </c:pt>
              <c:pt idx="48">
                <c:v>0.9602715269585541</c:v>
              </c:pt>
              <c:pt idx="49">
                <c:v>0.9602715269585541</c:v>
              </c:pt>
              <c:pt idx="50">
                <c:v>0.9602715269585541</c:v>
              </c:pt>
              <c:pt idx="51">
                <c:v>0.9602715269585541</c:v>
              </c:pt>
              <c:pt idx="52">
                <c:v>0.9602715269585541</c:v>
              </c:pt>
              <c:pt idx="53">
                <c:v>0.9602715269585541</c:v>
              </c:pt>
              <c:pt idx="54">
                <c:v>0.9602715269585541</c:v>
              </c:pt>
              <c:pt idx="55">
                <c:v>0.9602715269585541</c:v>
              </c:pt>
              <c:pt idx="56">
                <c:v>0.9602715269585541</c:v>
              </c:pt>
              <c:pt idx="57">
                <c:v>0.9602715269585541</c:v>
              </c:pt>
              <c:pt idx="58">
                <c:v>0.9602715269585541</c:v>
              </c:pt>
              <c:pt idx="59">
                <c:v>0.9602715269585541</c:v>
              </c:pt>
              <c:pt idx="60">
                <c:v>0.9602715269585541</c:v>
              </c:pt>
              <c:pt idx="61">
                <c:v>0.9602715269585541</c:v>
              </c:pt>
              <c:pt idx="62">
                <c:v>0.9602715269585541</c:v>
              </c:pt>
              <c:pt idx="63">
                <c:v>0.9602715269585541</c:v>
              </c:pt>
              <c:pt idx="64">
                <c:v>0.9602715269585541</c:v>
              </c:pt>
              <c:pt idx="65">
                <c:v>0.9602715269585541</c:v>
              </c:pt>
              <c:pt idx="66">
                <c:v>0.9602715269585541</c:v>
              </c:pt>
              <c:pt idx="67">
                <c:v>0.9602715269585541</c:v>
              </c:pt>
              <c:pt idx="68">
                <c:v>0.9602715269585541</c:v>
              </c:pt>
              <c:pt idx="69">
                <c:v>0.9602715269585541</c:v>
              </c:pt>
              <c:pt idx="70">
                <c:v>0.9602715269585541</c:v>
              </c:pt>
              <c:pt idx="71">
                <c:v>0.9602715269585541</c:v>
              </c:pt>
              <c:pt idx="72">
                <c:v>0.9602715269585541</c:v>
              </c:pt>
              <c:pt idx="73">
                <c:v>0.9602715269585541</c:v>
              </c:pt>
              <c:pt idx="74">
                <c:v>0.9602715269585541</c:v>
              </c:pt>
              <c:pt idx="75">
                <c:v>0.9602715269585541</c:v>
              </c:pt>
              <c:pt idx="76">
                <c:v>0.9602715269585541</c:v>
              </c:pt>
              <c:pt idx="77">
                <c:v>0.9602715269585541</c:v>
              </c:pt>
              <c:pt idx="78">
                <c:v>0.9602715269585541</c:v>
              </c:pt>
              <c:pt idx="79">
                <c:v>0.9602715269585541</c:v>
              </c:pt>
              <c:pt idx="80">
                <c:v>0.9602715269585541</c:v>
              </c:pt>
              <c:pt idx="81">
                <c:v>0.9602715269585541</c:v>
              </c:pt>
              <c:pt idx="82">
                <c:v>0.9602715269585541</c:v>
              </c:pt>
              <c:pt idx="83">
                <c:v>0.9602715269585541</c:v>
              </c:pt>
              <c:pt idx="84">
                <c:v>0.9602715269585541</c:v>
              </c:pt>
              <c:pt idx="85">
                <c:v>0.9602715269585541</c:v>
              </c:pt>
              <c:pt idx="86">
                <c:v>0.9602715269585541</c:v>
              </c:pt>
              <c:pt idx="87">
                <c:v>0.9602715269585541</c:v>
              </c:pt>
              <c:pt idx="88">
                <c:v>0.9602715269585541</c:v>
              </c:pt>
              <c:pt idx="89">
                <c:v>0.9602715269585541</c:v>
              </c:pt>
              <c:pt idx="90">
                <c:v>0.9602715269585541</c:v>
              </c:pt>
              <c:pt idx="91">
                <c:v>0.9602715269585541</c:v>
              </c:pt>
              <c:pt idx="92">
                <c:v>0.9602715269585541</c:v>
              </c:pt>
              <c:pt idx="93">
                <c:v>0.9602715269585541</c:v>
              </c:pt>
              <c:pt idx="94">
                <c:v>0.9602715269585541</c:v>
              </c:pt>
              <c:pt idx="95">
                <c:v>0.9602715269585541</c:v>
              </c:pt>
              <c:pt idx="96">
                <c:v>0.9602715269585541</c:v>
              </c:pt>
              <c:pt idx="97">
                <c:v>0.9602715269585541</c:v>
              </c:pt>
              <c:pt idx="98">
                <c:v>0.9602715269585541</c:v>
              </c:pt>
              <c:pt idx="99">
                <c:v>0.9602715269585541</c:v>
              </c:pt>
              <c:pt idx="100">
                <c:v>0.9602715269585541</c:v>
              </c:pt>
              <c:pt idx="101">
                <c:v>0.9602715269585541</c:v>
              </c:pt>
              <c:pt idx="102">
                <c:v>0.9602715269585541</c:v>
              </c:pt>
              <c:pt idx="103">
                <c:v>0.9602715269585541</c:v>
              </c:pt>
              <c:pt idx="104">
                <c:v>0.895512646074082</c:v>
              </c:pt>
              <c:pt idx="105">
                <c:v>0.895512646074082</c:v>
              </c:pt>
              <c:pt idx="106">
                <c:v>0.895512646074082</c:v>
              </c:pt>
              <c:pt idx="107">
                <c:v>0.895512646074082</c:v>
              </c:pt>
              <c:pt idx="108">
                <c:v>0.895512646074082</c:v>
              </c:pt>
              <c:pt idx="109">
                <c:v>0.895512646074082</c:v>
              </c:pt>
              <c:pt idx="110">
                <c:v>0.895512646074082</c:v>
              </c:pt>
              <c:pt idx="111">
                <c:v>0.895512646074082</c:v>
              </c:pt>
              <c:pt idx="112">
                <c:v>0.895512646074082</c:v>
              </c:pt>
              <c:pt idx="113">
                <c:v>0.895512646074082</c:v>
              </c:pt>
              <c:pt idx="114">
                <c:v>0.895512646074082</c:v>
              </c:pt>
              <c:pt idx="115">
                <c:v>0.895512646074082</c:v>
              </c:pt>
              <c:pt idx="116">
                <c:v>0.895512646074082</c:v>
              </c:pt>
              <c:pt idx="117">
                <c:v>0.895512646074082</c:v>
              </c:pt>
              <c:pt idx="118">
                <c:v>0.895512646074082</c:v>
              </c:pt>
              <c:pt idx="119">
                <c:v>0.895512646074082</c:v>
              </c:pt>
              <c:pt idx="120">
                <c:v>0.895512646074082</c:v>
              </c:pt>
              <c:pt idx="121">
                <c:v>0.895512646074082</c:v>
              </c:pt>
              <c:pt idx="122">
                <c:v>0.895512646074082</c:v>
              </c:pt>
              <c:pt idx="123">
                <c:v>0.895512646074082</c:v>
              </c:pt>
              <c:pt idx="124">
                <c:v>0.895512646074082</c:v>
              </c:pt>
              <c:pt idx="125">
                <c:v>0.895512646074082</c:v>
              </c:pt>
              <c:pt idx="126">
                <c:v>0.895512646074082</c:v>
              </c:pt>
              <c:pt idx="127">
                <c:v>0.895512646074082</c:v>
              </c:pt>
              <c:pt idx="128">
                <c:v>0.895512646074082</c:v>
              </c:pt>
              <c:pt idx="129">
                <c:v>0.895512646074082</c:v>
              </c:pt>
              <c:pt idx="130">
                <c:v>0.895512646074082</c:v>
              </c:pt>
              <c:pt idx="131">
                <c:v>0.895512646074082</c:v>
              </c:pt>
              <c:pt idx="132">
                <c:v>0.7999212867518236</c:v>
              </c:pt>
              <c:pt idx="133">
                <c:v>0.7999212867518236</c:v>
              </c:pt>
              <c:pt idx="134">
                <c:v>0.7999212867518236</c:v>
              </c:pt>
              <c:pt idx="135">
                <c:v>0.7999212867518236</c:v>
              </c:pt>
              <c:pt idx="136">
                <c:v>0.7999212867518236</c:v>
              </c:pt>
              <c:pt idx="137">
                <c:v>0.7999212867518236</c:v>
              </c:pt>
              <c:pt idx="138">
                <c:v>0.6392446011115812</c:v>
              </c:pt>
              <c:pt idx="139">
                <c:v>0.6392446011115812</c:v>
              </c:pt>
              <c:pt idx="140">
                <c:v>0.6392446011115812</c:v>
              </c:pt>
              <c:pt idx="141">
                <c:v>0.6392446011115812</c:v>
              </c:pt>
              <c:pt idx="142">
                <c:v>0.6392446011115812</c:v>
              </c:pt>
              <c:pt idx="143">
                <c:v>0.6392446011115812</c:v>
              </c:pt>
              <c:pt idx="144">
                <c:v>0.6392446011115812</c:v>
              </c:pt>
              <c:pt idx="145">
                <c:v>0.6392446011115812</c:v>
              </c:pt>
              <c:pt idx="146">
                <c:v>0.6392446011115812</c:v>
              </c:pt>
              <c:pt idx="147">
                <c:v>0.6392446011115812</c:v>
              </c:pt>
              <c:pt idx="148">
                <c:v>0.6392446011115812</c:v>
              </c:pt>
              <c:pt idx="149">
                <c:v>0.6392446011115812</c:v>
              </c:pt>
              <c:pt idx="150">
                <c:v>0.6392446011115812</c:v>
              </c:pt>
              <c:pt idx="151">
                <c:v>0.6392446011115812</c:v>
              </c:pt>
              <c:pt idx="152">
                <c:v>0.6392446011115812</c:v>
              </c:pt>
              <c:pt idx="153">
                <c:v>0.6392446011115812</c:v>
              </c:pt>
              <c:pt idx="154">
                <c:v>0.6392446011115812</c:v>
              </c:pt>
              <c:pt idx="155">
                <c:v>0.6392446011115812</c:v>
              </c:pt>
              <c:pt idx="156">
                <c:v>0.6392446011115812</c:v>
              </c:pt>
              <c:pt idx="157">
                <c:v>0.6392446011115812</c:v>
              </c:pt>
              <c:pt idx="158">
                <c:v>0.6392446011115812</c:v>
              </c:pt>
              <c:pt idx="159">
                <c:v>0.6392446011115812</c:v>
              </c:pt>
              <c:pt idx="160">
                <c:v>0.6392446011115812</c:v>
              </c:pt>
              <c:pt idx="161">
                <c:v>0.6392446011115812</c:v>
              </c:pt>
              <c:pt idx="162">
                <c:v>0.6392446011115812</c:v>
              </c:pt>
              <c:pt idx="163">
                <c:v>0.6392446011115812</c:v>
              </c:pt>
              <c:pt idx="164">
                <c:v>0.6392446011115812</c:v>
              </c:pt>
              <c:pt idx="165">
                <c:v>0.6392446011115812</c:v>
              </c:pt>
              <c:pt idx="166">
                <c:v>0.6392446011115812</c:v>
              </c:pt>
              <c:pt idx="167">
                <c:v>0.6392446011115812</c:v>
              </c:pt>
              <c:pt idx="168">
                <c:v>0.6392446011115812</c:v>
              </c:pt>
              <c:pt idx="169">
                <c:v>0.6392446011115812</c:v>
              </c:pt>
              <c:pt idx="170">
                <c:v>0.44904008452318805</c:v>
              </c:pt>
              <c:pt idx="171">
                <c:v>0.44904008452318805</c:v>
              </c:pt>
              <c:pt idx="172">
                <c:v>0.44904008452318805</c:v>
              </c:pt>
              <c:pt idx="173">
                <c:v>0.44904008452318805</c:v>
              </c:pt>
              <c:pt idx="174">
                <c:v>0.44904008452318805</c:v>
              </c:pt>
              <c:pt idx="175">
                <c:v>0.44904008452318805</c:v>
              </c:pt>
              <c:pt idx="176">
                <c:v>0.44904008452318805</c:v>
              </c:pt>
              <c:pt idx="177">
                <c:v>0.44904008452318805</c:v>
              </c:pt>
              <c:pt idx="178">
                <c:v>0.44904008452318805</c:v>
              </c:pt>
              <c:pt idx="179">
                <c:v>0.44904008452318805</c:v>
              </c:pt>
              <c:pt idx="180">
                <c:v>0.44904008452318805</c:v>
              </c:pt>
              <c:pt idx="181">
                <c:v>0.44904008452318805</c:v>
              </c:pt>
              <c:pt idx="182">
                <c:v>0.44904008452318805</c:v>
              </c:pt>
              <c:pt idx="183">
                <c:v>0.44904008452318805</c:v>
              </c:pt>
              <c:pt idx="184">
                <c:v>0.44904008452318805</c:v>
              </c:pt>
              <c:pt idx="185">
                <c:v>0.44904008452318805</c:v>
              </c:pt>
              <c:pt idx="186">
                <c:v>0.44904008452318805</c:v>
              </c:pt>
              <c:pt idx="187">
                <c:v>0.44904008452318805</c:v>
              </c:pt>
              <c:pt idx="188">
                <c:v>0.44904008452318805</c:v>
              </c:pt>
              <c:pt idx="189">
                <c:v>0.44904008452318805</c:v>
              </c:pt>
              <c:pt idx="190">
                <c:v>0.44904008452318805</c:v>
              </c:pt>
              <c:pt idx="191">
                <c:v>0.44904008452318805</c:v>
              </c:pt>
              <c:pt idx="192">
                <c:v>0.44904008452318805</c:v>
              </c:pt>
              <c:pt idx="193">
                <c:v>0.44904008452318805</c:v>
              </c:pt>
              <c:pt idx="194">
                <c:v>0.44904008452318805</c:v>
              </c:pt>
              <c:pt idx="195">
                <c:v>0.44904008452318805</c:v>
              </c:pt>
              <c:pt idx="196">
                <c:v>0.44904008452318805</c:v>
              </c:pt>
              <c:pt idx="197">
                <c:v>0.44904008452318805</c:v>
              </c:pt>
              <c:pt idx="198">
                <c:v>0.44904008452318805</c:v>
              </c:pt>
              <c:pt idx="199">
                <c:v>0.44904008452318805</c:v>
              </c:pt>
              <c:pt idx="200">
                <c:v>0.44904008452318805</c:v>
              </c:pt>
              <c:pt idx="201">
                <c:v>0.44904008452318805</c:v>
              </c:pt>
              <c:pt idx="202">
                <c:v>0.44904008452318805</c:v>
              </c:pt>
              <c:pt idx="203">
                <c:v>0.44904008452318805</c:v>
              </c:pt>
              <c:pt idx="204">
                <c:v>0.44904008452318805</c:v>
              </c:pt>
              <c:pt idx="205">
                <c:v>0.44904008452318805</c:v>
              </c:pt>
              <c:pt idx="206">
                <c:v>0.44904008452318805</c:v>
              </c:pt>
              <c:pt idx="207">
                <c:v>0.44904008452318805</c:v>
              </c:pt>
              <c:pt idx="208">
                <c:v>0.44904008452318805</c:v>
              </c:pt>
              <c:pt idx="209">
                <c:v>0.44904008452318805</c:v>
              </c:pt>
              <c:pt idx="210">
                <c:v>0.44904008452318805</c:v>
              </c:pt>
              <c:pt idx="211">
                <c:v>0.44904008452318805</c:v>
              </c:pt>
              <c:pt idx="212">
                <c:v>0.44904008452318805</c:v>
              </c:pt>
              <c:pt idx="213">
                <c:v>0.44904008452318805</c:v>
              </c:pt>
              <c:pt idx="214">
                <c:v>0.44904008452318805</c:v>
              </c:pt>
              <c:pt idx="215">
                <c:v>0.44904008452318805</c:v>
              </c:pt>
              <c:pt idx="216">
                <c:v>0.44904008452318805</c:v>
              </c:pt>
              <c:pt idx="217">
                <c:v>0.44904008452318805</c:v>
              </c:pt>
              <c:pt idx="218">
                <c:v>0.44904008452318805</c:v>
              </c:pt>
              <c:pt idx="219">
                <c:v>0.44904008452318805</c:v>
              </c:pt>
              <c:pt idx="220">
                <c:v>0.44904008452318805</c:v>
              </c:pt>
              <c:pt idx="221">
                <c:v>0.44904008452318805</c:v>
              </c:pt>
              <c:pt idx="222">
                <c:v>0.44904008452318805</c:v>
              </c:pt>
              <c:pt idx="223">
                <c:v>0.44904008452318805</c:v>
              </c:pt>
              <c:pt idx="224">
                <c:v>0.44904008452318805</c:v>
              </c:pt>
              <c:pt idx="225">
                <c:v>0.44904008452318805</c:v>
              </c:pt>
              <c:pt idx="226">
                <c:v>0.44904008452318805</c:v>
              </c:pt>
              <c:pt idx="227">
                <c:v>0.44904008452318805</c:v>
              </c:pt>
              <c:pt idx="228">
                <c:v>0.44904008452318805</c:v>
              </c:pt>
              <c:pt idx="229">
                <c:v>0.44904008452318805</c:v>
              </c:pt>
              <c:pt idx="230">
                <c:v>0.33197619589936445</c:v>
              </c:pt>
              <c:pt idx="231">
                <c:v>0.33197619589936445</c:v>
              </c:pt>
              <c:pt idx="232">
                <c:v>0.33197619589936445</c:v>
              </c:pt>
              <c:pt idx="233">
                <c:v>0.33197619589936445</c:v>
              </c:pt>
              <c:pt idx="234">
                <c:v>0.33197619589936445</c:v>
              </c:pt>
              <c:pt idx="235">
                <c:v>0.33197619589936445</c:v>
              </c:pt>
              <c:pt idx="236">
                <c:v>0.33197619589936445</c:v>
              </c:pt>
              <c:pt idx="237">
                <c:v>0.33197619589936445</c:v>
              </c:pt>
              <c:pt idx="238">
                <c:v>0.33197619589936445</c:v>
              </c:pt>
              <c:pt idx="239">
                <c:v>0.33197619589936445</c:v>
              </c:pt>
              <c:pt idx="240">
                <c:v>0.33197619589936445</c:v>
              </c:pt>
              <c:pt idx="241">
                <c:v>0.33197619589936445</c:v>
              </c:pt>
              <c:pt idx="242">
                <c:v>0.33197619589936445</c:v>
              </c:pt>
              <c:pt idx="243">
                <c:v>0.33197619589936445</c:v>
              </c:pt>
              <c:pt idx="244">
                <c:v>0.33197619589936445</c:v>
              </c:pt>
              <c:pt idx="245">
                <c:v>0.33197619589936445</c:v>
              </c:pt>
              <c:pt idx="246">
                <c:v>0.33197619589936445</c:v>
              </c:pt>
              <c:pt idx="247">
                <c:v>0.33197619589936445</c:v>
              </c:pt>
              <c:pt idx="248">
                <c:v>0.33197619589936445</c:v>
              </c:pt>
              <c:pt idx="249">
                <c:v>0.33197619589936445</c:v>
              </c:pt>
              <c:pt idx="250">
                <c:v>0.33197619589936445</c:v>
              </c:pt>
              <c:pt idx="251">
                <c:v>0.33197619589936445</c:v>
              </c:pt>
              <c:pt idx="252">
                <c:v>0.33197619589936445</c:v>
              </c:pt>
              <c:pt idx="253">
                <c:v>0.33197619589936445</c:v>
              </c:pt>
              <c:pt idx="254">
                <c:v>0.33197619589936445</c:v>
              </c:pt>
              <c:pt idx="255">
                <c:v>0.33197619589936445</c:v>
              </c:pt>
              <c:pt idx="256">
                <c:v>0.33197619589936445</c:v>
              </c:pt>
              <c:pt idx="257">
                <c:v>0.33197619589936445</c:v>
              </c:pt>
              <c:pt idx="258">
                <c:v>0.33197619589936445</c:v>
              </c:pt>
              <c:pt idx="259">
                <c:v>0.33197619589936445</c:v>
              </c:pt>
              <c:pt idx="260">
                <c:v>0.33197619589936445</c:v>
              </c:pt>
              <c:pt idx="261">
                <c:v>0.33197619589936445</c:v>
              </c:pt>
              <c:pt idx="262">
                <c:v>0.33197619589936445</c:v>
              </c:pt>
              <c:pt idx="263">
                <c:v>0.33197619589936445</c:v>
              </c:pt>
              <c:pt idx="264">
                <c:v>0.33197619589936445</c:v>
              </c:pt>
              <c:pt idx="265">
                <c:v>0.33197619589936445</c:v>
              </c:pt>
              <c:pt idx="266">
                <c:v>0.33197619589936445</c:v>
              </c:pt>
              <c:pt idx="267">
                <c:v>0.33197619589936445</c:v>
              </c:pt>
              <c:pt idx="268">
                <c:v>0.33197619589936445</c:v>
              </c:pt>
              <c:pt idx="269">
                <c:v>0.33197619589936445</c:v>
              </c:pt>
              <c:pt idx="270">
                <c:v>0.33197619589936445</c:v>
              </c:pt>
              <c:pt idx="271">
                <c:v>0.33197619589936445</c:v>
              </c:pt>
              <c:pt idx="272">
                <c:v>0.33197619589936445</c:v>
              </c:pt>
              <c:pt idx="273">
                <c:v>0.33197619589936445</c:v>
              </c:pt>
              <c:pt idx="274">
                <c:v>0.33197619589936445</c:v>
              </c:pt>
              <c:pt idx="275">
                <c:v>0.33197619589936445</c:v>
              </c:pt>
              <c:pt idx="276">
                <c:v>0.33197619589936445</c:v>
              </c:pt>
              <c:pt idx="277">
                <c:v>0.33197619589936445</c:v>
              </c:pt>
              <c:pt idx="278">
                <c:v>0.33197619589936445</c:v>
              </c:pt>
              <c:pt idx="279">
                <c:v>0.33197619589936445</c:v>
              </c:pt>
              <c:pt idx="280">
                <c:v>0.33197619589936445</c:v>
              </c:pt>
              <c:pt idx="281">
                <c:v>0.33197619589936445</c:v>
              </c:pt>
              <c:pt idx="282">
                <c:v>0.33197619589936445</c:v>
              </c:pt>
              <c:pt idx="283">
                <c:v>0.33197619589936445</c:v>
              </c:pt>
              <c:pt idx="284">
                <c:v>0.33197619589936445</c:v>
              </c:pt>
              <c:pt idx="285">
                <c:v>0.33197619589936445</c:v>
              </c:pt>
              <c:pt idx="286">
                <c:v>0.33197619589936445</c:v>
              </c:pt>
              <c:pt idx="287">
                <c:v>0.33197619589936445</c:v>
              </c:pt>
              <c:pt idx="288">
                <c:v>0.33197619589936445</c:v>
              </c:pt>
              <c:pt idx="289">
                <c:v>0.33197619589936445</c:v>
              </c:pt>
              <c:pt idx="290">
                <c:v>0.33197619589936445</c:v>
              </c:pt>
              <c:pt idx="291">
                <c:v>0.33197619589936445</c:v>
              </c:pt>
              <c:pt idx="292">
                <c:v>0.33197619589936445</c:v>
              </c:pt>
              <c:pt idx="293">
                <c:v>0.33197619589936445</c:v>
              </c:pt>
              <c:pt idx="294">
                <c:v>0.33197619589936445</c:v>
              </c:pt>
              <c:pt idx="295">
                <c:v>0.33197619589936445</c:v>
              </c:pt>
              <c:pt idx="296">
                <c:v>0.29806611889865636</c:v>
              </c:pt>
              <c:pt idx="297">
                <c:v>0.29806611889865636</c:v>
              </c:pt>
              <c:pt idx="298">
                <c:v>0.29806611889865636</c:v>
              </c:pt>
              <c:pt idx="299">
                <c:v>0.29806611889865636</c:v>
              </c:pt>
              <c:pt idx="300">
                <c:v>0.29806611889865636</c:v>
              </c:pt>
              <c:pt idx="301">
                <c:v>0.29806611889865636</c:v>
              </c:pt>
              <c:pt idx="302">
                <c:v>0.29806611889865636</c:v>
              </c:pt>
              <c:pt idx="303">
                <c:v>0.29806611889865636</c:v>
              </c:pt>
              <c:pt idx="304">
                <c:v>0.29806611889865636</c:v>
              </c:pt>
              <c:pt idx="305">
                <c:v>0.29806611889865636</c:v>
              </c:pt>
              <c:pt idx="306">
                <c:v>0.29806611889865636</c:v>
              </c:pt>
              <c:pt idx="307">
                <c:v>0.29806611889865636</c:v>
              </c:pt>
              <c:pt idx="308">
                <c:v>0.15102623083618344</c:v>
              </c:pt>
              <c:pt idx="309">
                <c:v>0.15102623083618344</c:v>
              </c:pt>
              <c:pt idx="310">
                <c:v>0.10931660777204763</c:v>
              </c:pt>
              <c:pt idx="311">
                <c:v>0.10931660777204763</c:v>
              </c:pt>
              <c:pt idx="312">
                <c:v>0.10931660777204763</c:v>
              </c:pt>
              <c:pt idx="313">
                <c:v>0.10931660777204763</c:v>
              </c:pt>
              <c:pt idx="314">
                <c:v>0.10931660777204763</c:v>
              </c:pt>
              <c:pt idx="315">
                <c:v>0.10931660777204763</c:v>
              </c:pt>
              <c:pt idx="316">
                <c:v>0.07585734568053278</c:v>
              </c:pt>
              <c:pt idx="317">
                <c:v>0.07585734568053278</c:v>
              </c:pt>
              <c:pt idx="318">
                <c:v>0.07585734568053278</c:v>
              </c:pt>
              <c:pt idx="319">
                <c:v>0.07585734568053278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ser>
          <c:idx val="1"/>
          <c:order val="1"/>
          <c:tx>
            <c:v>Certified bound Φ</c:v>
          </c:tx>
          <c:spPr>
            <a:noFill xmlns:a="http://schemas.openxmlformats.org/drawingml/2006/main"/>
            <a:ln xmlns:a="http://schemas.openxmlformats.org/drawingml/2006/main" w="13335">
              <a:solidFill>
                <a:srgbClr val="7B8790"/>
              </a:solidFill>
              <a:prstDash val="dash"/>
            </a:ln>
          </c:spPr>
          <c:marker>
            <c:symbol val="none"/>
            <c:size val="7"/>
            <c:spPr>
              <a:solidFill xmlns:a="http://schemas.openxmlformats.org/drawingml/2006/main">
                <a:srgbClr val="7B8790"/>
              </a:solidFill>
            </c:spPr>
          </c:marker>
          <c:xVal>
            <c:numLit>
              <c:formatCode>General</c:formatCode>
              <c:ptCount val="324"/>
              <c:pt idx="0">
                <c:v>0</c:v>
              </c:pt>
              <c:pt idx="1">
                <c:v>0.00015111388520402483</c:v>
              </c:pt>
              <c:pt idx="2">
                <c:v>0.00015111388520402483</c:v>
              </c:pt>
              <c:pt idx="3">
                <c:v>0.004203918291160405</c:v>
              </c:pt>
              <c:pt idx="4">
                <c:v>0.004203918291160405</c:v>
              </c:pt>
              <c:pt idx="5">
                <c:v>0.0055513884840561484</c:v>
              </c:pt>
              <c:pt idx="6">
                <c:v>0.0055513884840561484</c:v>
              </c:pt>
              <c:pt idx="7">
                <c:v>0.011997738289471096</c:v>
              </c:pt>
              <c:pt idx="8">
                <c:v>0.011997738289471096</c:v>
              </c:pt>
              <c:pt idx="9">
                <c:v>0.01879632306328693</c:v>
              </c:pt>
              <c:pt idx="10">
                <c:v>0.01879632306328693</c:v>
              </c:pt>
              <c:pt idx="11">
                <c:v>0.020693011250991083</c:v>
              </c:pt>
              <c:pt idx="12">
                <c:v>0.020693011250991083</c:v>
              </c:pt>
              <c:pt idx="13">
                <c:v>0.03759137978492728</c:v>
              </c:pt>
              <c:pt idx="14">
                <c:v>0.03759137978492728</c:v>
              </c:pt>
              <c:pt idx="15">
                <c:v>0.06111098020389257</c:v>
              </c:pt>
              <c:pt idx="16">
                <c:v>0.06111098020389257</c:v>
              </c:pt>
              <c:pt idx="17">
                <c:v>0.0619676580927901</c:v>
              </c:pt>
              <c:pt idx="18">
                <c:v>0.0619676580927901</c:v>
              </c:pt>
              <c:pt idx="19">
                <c:v>0.06303584928042975</c:v>
              </c:pt>
              <c:pt idx="20">
                <c:v>0.06303584928042975</c:v>
              </c:pt>
              <c:pt idx="21">
                <c:v>0.06924156272888858</c:v>
              </c:pt>
              <c:pt idx="22">
                <c:v>0.06924156272888858</c:v>
              </c:pt>
              <c:pt idx="23">
                <c:v>0.09601557994714856</c:v>
              </c:pt>
              <c:pt idx="24">
                <c:v>0.09601557994714856</c:v>
              </c:pt>
              <c:pt idx="25">
                <c:v>0.09798446227799736</c:v>
              </c:pt>
              <c:pt idx="26">
                <c:v>0.09798446227799736</c:v>
              </c:pt>
              <c:pt idx="27">
                <c:v>0.10288347099038325</c:v>
              </c:pt>
              <c:pt idx="28">
                <c:v>0.10288347099038325</c:v>
              </c:pt>
              <c:pt idx="29">
                <c:v>0.10709303121910597</c:v>
              </c:pt>
              <c:pt idx="30">
                <c:v>0.10709303121910597</c:v>
              </c:pt>
              <c:pt idx="31">
                <c:v>0.1151851915987303</c:v>
              </c:pt>
              <c:pt idx="32">
                <c:v>0.1151851915987303</c:v>
              </c:pt>
              <c:pt idx="33">
                <c:v>0.1298870932344204</c:v>
              </c:pt>
              <c:pt idx="34">
                <c:v>0.1298870932344204</c:v>
              </c:pt>
              <c:pt idx="35">
                <c:v>0.15127315870108515</c:v>
              </c:pt>
              <c:pt idx="36">
                <c:v>0.15127315870108515</c:v>
              </c:pt>
              <c:pt idx="37">
                <c:v>0.15223837857438724</c:v>
              </c:pt>
              <c:pt idx="38">
                <c:v>0.15223837857438724</c:v>
              </c:pt>
              <c:pt idx="39">
                <c:v>0.21472560614380545</c:v>
              </c:pt>
              <c:pt idx="40">
                <c:v>0.21472560614380545</c:v>
              </c:pt>
              <c:pt idx="41">
                <c:v>0.21842478822666775</c:v>
              </c:pt>
              <c:pt idx="42">
                <c:v>0.21842478822666775</c:v>
              </c:pt>
              <c:pt idx="43">
                <c:v>0.2842628211335286</c:v>
              </c:pt>
              <c:pt idx="44">
                <c:v>0.2842628211335286</c:v>
              </c:pt>
              <c:pt idx="45">
                <c:v>0.3250371642058675</c:v>
              </c:pt>
              <c:pt idx="46">
                <c:v>0.3250371642058675</c:v>
              </c:pt>
              <c:pt idx="47">
                <c:v>0.3360640126462433</c:v>
              </c:pt>
              <c:pt idx="48">
                <c:v>0.3360640126462433</c:v>
              </c:pt>
              <c:pt idx="49">
                <c:v>0.39724549645144913</c:v>
              </c:pt>
              <c:pt idx="50">
                <c:v>0.39724549645144913</c:v>
              </c:pt>
              <c:pt idx="51">
                <c:v>0.39982161151641177</c:v>
              </c:pt>
              <c:pt idx="52">
                <c:v>0.39982161151641177</c:v>
              </c:pt>
              <c:pt idx="53">
                <c:v>0.406104487831488</c:v>
              </c:pt>
              <c:pt idx="54">
                <c:v>0.406104487831488</c:v>
              </c:pt>
              <c:pt idx="55">
                <c:v>0.44189571857053106</c:v>
              </c:pt>
              <c:pt idx="56">
                <c:v>0.44189571857053106</c:v>
              </c:pt>
              <c:pt idx="57">
                <c:v>0.5</c:v>
              </c:pt>
              <c:pt idx="58">
                <c:v>0.5</c:v>
              </c:pt>
              <c:pt idx="59">
                <c:v>0.5549898292884123</c:v>
              </c:pt>
              <c:pt idx="60">
                <c:v>0.5549898292884123</c:v>
              </c:pt>
              <c:pt idx="61">
                <c:v>0.6474785113794752</c:v>
              </c:pt>
              <c:pt idx="62">
                <c:v>0.6474785113794752</c:v>
              </c:pt>
              <c:pt idx="63">
                <c:v>0.660842950598233</c:v>
              </c:pt>
              <c:pt idx="64">
                <c:v>0.660842950598233</c:v>
              </c:pt>
              <c:pt idx="65">
                <c:v>0.6778011958174508</c:v>
              </c:pt>
              <c:pt idx="66">
                <c:v>0.6778011958174508</c:v>
              </c:pt>
              <c:pt idx="67">
                <c:v>0.7118869108750362</c:v>
              </c:pt>
              <c:pt idx="68">
                <c:v>0.7118869108750362</c:v>
              </c:pt>
              <c:pt idx="69">
                <c:v>0.7153220178559766</c:v>
              </c:pt>
              <c:pt idx="70">
                <c:v>0.7153220178559766</c:v>
              </c:pt>
              <c:pt idx="71">
                <c:v>0.7967712142284801</c:v>
              </c:pt>
              <c:pt idx="72">
                <c:v>0.7967712142284801</c:v>
              </c:pt>
              <c:pt idx="73">
                <c:v>0.7976904344155796</c:v>
              </c:pt>
              <c:pt idx="74">
                <c:v>0.7976904344155796</c:v>
              </c:pt>
              <c:pt idx="75">
                <c:v>0.8175005445188739</c:v>
              </c:pt>
              <c:pt idx="76">
                <c:v>0.8175005445188739</c:v>
              </c:pt>
              <c:pt idx="77">
                <c:v>0.8631761063486523</c:v>
              </c:pt>
              <c:pt idx="78">
                <c:v>0.8631761063486523</c:v>
              </c:pt>
              <c:pt idx="79">
                <c:v>0.9243016618459949</c:v>
              </c:pt>
              <c:pt idx="80">
                <c:v>0.9243016618459949</c:v>
              </c:pt>
              <c:pt idx="81">
                <c:v>0.9557137371304134</c:v>
              </c:pt>
              <c:pt idx="82">
                <c:v>0.9557137371304134</c:v>
              </c:pt>
              <c:pt idx="83">
                <c:v>1</c:v>
              </c:pt>
              <c:pt idx="84">
                <c:v>1</c:v>
              </c:pt>
              <c:pt idx="85">
                <c:v>1.000289432295881</c:v>
              </c:pt>
              <c:pt idx="86">
                <c:v>1.000289432295881</c:v>
              </c:pt>
              <c:pt idx="87">
                <c:v>1.0512410296868069</c:v>
              </c:pt>
              <c:pt idx="88">
                <c:v>1.0512410296868069</c:v>
              </c:pt>
              <c:pt idx="89">
                <c:v>1.1128414317502269</c:v>
              </c:pt>
              <c:pt idx="90">
                <c:v>1.1128414317502269</c:v>
              </c:pt>
              <c:pt idx="91">
                <c:v>1.1177988628596658</c:v>
              </c:pt>
              <c:pt idx="92">
                <c:v>1.1177988628596658</c:v>
              </c:pt>
              <c:pt idx="93">
                <c:v>1.1232009985377522</c:v>
              </c:pt>
              <c:pt idx="94">
                <c:v>1.1232009985377522</c:v>
              </c:pt>
              <c:pt idx="95">
                <c:v>1.1840181244992556</c:v>
              </c:pt>
              <c:pt idx="96">
                <c:v>1.1840181244992556</c:v>
              </c:pt>
              <c:pt idx="97">
                <c:v>1.2061624260055197</c:v>
              </c:pt>
              <c:pt idx="98">
                <c:v>1.2061624260055197</c:v>
              </c:pt>
              <c:pt idx="99">
                <c:v>1.315331744683065</c:v>
              </c:pt>
              <c:pt idx="100">
                <c:v>1.315331744683065</c:v>
              </c:pt>
              <c:pt idx="101">
                <c:v>1.3456754572894365</c:v>
              </c:pt>
              <c:pt idx="102">
                <c:v>1.3456754572894365</c:v>
              </c:pt>
              <c:pt idx="103">
                <c:v>1.3592377982859938</c:v>
              </c:pt>
              <c:pt idx="104">
                <c:v>1.3592377982859938</c:v>
              </c:pt>
              <c:pt idx="105">
                <c:v>1.3851663248366992</c:v>
              </c:pt>
              <c:pt idx="106">
                <c:v>1.3851663248366992</c:v>
              </c:pt>
              <c:pt idx="107">
                <c:v>1.3935454081086054</c:v>
              </c:pt>
              <c:pt idx="108">
                <c:v>1.3935454081086054</c:v>
              </c:pt>
              <c:pt idx="109">
                <c:v>1.4001810966796278</c:v>
              </c:pt>
              <c:pt idx="110">
                <c:v>1.4001810966796278</c:v>
              </c:pt>
              <c:pt idx="111">
                <c:v>1.444504370404768</c:v>
              </c:pt>
              <c:pt idx="112">
                <c:v>1.444504370404768</c:v>
              </c:pt>
              <c:pt idx="113">
                <c:v>1.4455543087844618</c:v>
              </c:pt>
              <c:pt idx="114">
                <c:v>1.4455543087844618</c:v>
              </c:pt>
              <c:pt idx="115">
                <c:v>1.4530746631674125</c:v>
              </c:pt>
              <c:pt idx="116">
                <c:v>1.4530746631674125</c:v>
              </c:pt>
              <c:pt idx="117">
                <c:v>1.5028679464967793</c:v>
              </c:pt>
              <c:pt idx="118">
                <c:v>1.5028679464967793</c:v>
              </c:pt>
              <c:pt idx="119">
                <c:v>1.531351013859408</c:v>
              </c:pt>
              <c:pt idx="120">
                <c:v>1.531351013859408</c:v>
              </c:pt>
              <c:pt idx="121">
                <c:v>1.5393426919480528</c:v>
              </c:pt>
              <c:pt idx="122">
                <c:v>1.5393426919480528</c:v>
              </c:pt>
              <c:pt idx="123">
                <c:v>1.5408854734172206</c:v>
              </c:pt>
              <c:pt idx="124">
                <c:v>1.5408854734172206</c:v>
              </c:pt>
              <c:pt idx="125">
                <c:v>1.633764400333853</c:v>
              </c:pt>
              <c:pt idx="126">
                <c:v>1.633764400333853</c:v>
              </c:pt>
              <c:pt idx="127">
                <c:v>1.6553002343162027</c:v>
              </c:pt>
              <c:pt idx="128">
                <c:v>1.6553002343162027</c:v>
              </c:pt>
              <c:pt idx="129">
                <c:v>1.6785159158282978</c:v>
              </c:pt>
              <c:pt idx="130">
                <c:v>1.6785159158282978</c:v>
              </c:pt>
              <c:pt idx="131">
                <c:v>1.6948753805377457</c:v>
              </c:pt>
              <c:pt idx="132">
                <c:v>1.6948753805377457</c:v>
              </c:pt>
              <c:pt idx="133">
                <c:v>1.7584844654465772</c:v>
              </c:pt>
              <c:pt idx="134">
                <c:v>1.7584844654465772</c:v>
              </c:pt>
              <c:pt idx="135">
                <c:v>1.7718183257357238</c:v>
              </c:pt>
              <c:pt idx="136">
                <c:v>1.7718183257357238</c:v>
              </c:pt>
              <c:pt idx="137">
                <c:v>1.7941219849936019</c:v>
              </c:pt>
              <c:pt idx="138">
                <c:v>1.7941219849936019</c:v>
              </c:pt>
              <c:pt idx="139">
                <c:v>1.8145682798881748</c:v>
              </c:pt>
              <c:pt idx="140">
                <c:v>1.8145682798881748</c:v>
              </c:pt>
              <c:pt idx="141">
                <c:v>1.82810497376606</c:v>
              </c:pt>
              <c:pt idx="142">
                <c:v>1.82810497376606</c:v>
              </c:pt>
              <c:pt idx="143">
                <c:v>2</c:v>
              </c:pt>
              <c:pt idx="144">
                <c:v>2</c:v>
              </c:pt>
              <c:pt idx="145">
                <c:v>2.0023043568010763</c:v>
              </c:pt>
              <c:pt idx="146">
                <c:v>2.0023043568010763</c:v>
              </c:pt>
              <c:pt idx="147">
                <c:v>2.019644019891745</c:v>
              </c:pt>
              <c:pt idx="148">
                <c:v>2.019644019891745</c:v>
              </c:pt>
              <c:pt idx="149">
                <c:v>2.0273946099891944</c:v>
              </c:pt>
              <c:pt idx="150">
                <c:v>2.0273946099891944</c:v>
              </c:pt>
              <c:pt idx="151">
                <c:v>2.1286448219488467</c:v>
              </c:pt>
              <c:pt idx="152">
                <c:v>2.1286448219488467</c:v>
              </c:pt>
              <c:pt idx="153">
                <c:v>2.142874899193884</c:v>
              </c:pt>
              <c:pt idx="154">
                <c:v>2.142874899193884</c:v>
              </c:pt>
              <c:pt idx="155">
                <c:v>2.1466188030835847</c:v>
              </c:pt>
              <c:pt idx="156">
                <c:v>2.1466188030835847</c:v>
              </c:pt>
              <c:pt idx="157">
                <c:v>2.180396530164073</c:v>
              </c:pt>
              <c:pt idx="158">
                <c:v>2.180396530164073</c:v>
              </c:pt>
              <c:pt idx="159">
                <c:v>2.217401591981884</c:v>
              </c:pt>
              <c:pt idx="160">
                <c:v>2.217401591981884</c:v>
              </c:pt>
              <c:pt idx="161">
                <c:v>2.2248582561780013</c:v>
              </c:pt>
              <c:pt idx="162">
                <c:v>2.2248582561780013</c:v>
              </c:pt>
              <c:pt idx="163">
                <c:v>2.249666022359145</c:v>
              </c:pt>
              <c:pt idx="164">
                <c:v>2.249666022359145</c:v>
              </c:pt>
              <c:pt idx="165">
                <c:v>2.2621915421291865</c:v>
              </c:pt>
              <c:pt idx="166">
                <c:v>2.2621915421291865</c:v>
              </c:pt>
              <c:pt idx="167">
                <c:v>2.368460459034046</c:v>
              </c:pt>
              <c:pt idx="168">
                <c:v>2.368460459034046</c:v>
              </c:pt>
              <c:pt idx="169">
                <c:v>2.431498247751393</c:v>
              </c:pt>
              <c:pt idx="170">
                <c:v>2.431498247751393</c:v>
              </c:pt>
              <c:pt idx="171">
                <c:v>2.4794983933067534</c:v>
              </c:pt>
              <c:pt idx="172">
                <c:v>2.4794983933067534</c:v>
              </c:pt>
              <c:pt idx="173">
                <c:v>2.4972685400549794</c:v>
              </c:pt>
              <c:pt idx="174">
                <c:v>2.4972685400549794</c:v>
              </c:pt>
              <c:pt idx="175">
                <c:v>2.6004488930753604</c:v>
              </c:pt>
              <c:pt idx="176">
                <c:v>2.6004488930753604</c:v>
              </c:pt>
              <c:pt idx="177">
                <c:v>2.609595990940967</c:v>
              </c:pt>
              <c:pt idx="178">
                <c:v>2.609595990940967</c:v>
              </c:pt>
              <c:pt idx="179">
                <c:v>2.613280680769558</c:v>
              </c:pt>
              <c:pt idx="180">
                <c:v>2.613280680769558</c:v>
              </c:pt>
              <c:pt idx="181">
                <c:v>2.7115540142350776</c:v>
              </c:pt>
              <c:pt idx="182">
                <c:v>2.7115540142350776</c:v>
              </c:pt>
              <c:pt idx="183">
                <c:v>3.085601206004607</c:v>
              </c:pt>
              <c:pt idx="184">
                <c:v>3.085601206004607</c:v>
              </c:pt>
              <c:pt idx="185">
                <c:v>3.101667528952116</c:v>
              </c:pt>
              <c:pt idx="186">
                <c:v>3.101667528952116</c:v>
              </c:pt>
              <c:pt idx="187">
                <c:v>3.103803775428357</c:v>
              </c:pt>
              <c:pt idx="188">
                <c:v>3.103803775428357</c:v>
              </c:pt>
              <c:pt idx="189">
                <c:v>3.106764755166443</c:v>
              </c:pt>
              <c:pt idx="190">
                <c:v>3.106764755166443</c:v>
              </c:pt>
              <c:pt idx="191">
                <c:v>3.480015519256061</c:v>
              </c:pt>
              <c:pt idx="192">
                <c:v>3.480015519256061</c:v>
              </c:pt>
              <c:pt idx="193">
                <c:v>3.7285407662781935</c:v>
              </c:pt>
              <c:pt idx="194">
                <c:v>3.7285407662781935</c:v>
              </c:pt>
              <c:pt idx="195">
                <c:v>3.8201887654812903</c:v>
              </c:pt>
              <c:pt idx="196">
                <c:v>3.8201887654812903</c:v>
              </c:pt>
              <c:pt idx="197">
                <c:v>3.936710278991065</c:v>
              </c:pt>
              <c:pt idx="198">
                <c:v>3.936710278991065</c:v>
              </c:pt>
              <c:pt idx="199">
                <c:v>4.035047841609898</c:v>
              </c:pt>
              <c:pt idx="200">
                <c:v>4.035047841609898</c:v>
              </c:pt>
              <c:pt idx="201">
                <c:v>4.0791124343871745</c:v>
              </c:pt>
              <c:pt idx="202">
                <c:v>4.0791124343871745</c:v>
              </c:pt>
              <c:pt idx="203">
                <c:v>4.257920102372476</c:v>
              </c:pt>
              <c:pt idx="204">
                <c:v>4.257920102372476</c:v>
              </c:pt>
              <c:pt idx="205">
                <c:v>4.325061804254402</c:v>
              </c:pt>
              <c:pt idx="206">
                <c:v>4.325061804254402</c:v>
              </c:pt>
              <c:pt idx="207">
                <c:v>4.387366087139888</c:v>
              </c:pt>
              <c:pt idx="208">
                <c:v>4.387366087139888</c:v>
              </c:pt>
              <c:pt idx="209">
                <c:v>4.4156204549717515</c:v>
              </c:pt>
              <c:pt idx="210">
                <c:v>4.4156204549717515</c:v>
              </c:pt>
              <c:pt idx="211">
                <c:v>4.578347203931111</c:v>
              </c:pt>
              <c:pt idx="212">
                <c:v>4.578347203931111</c:v>
              </c:pt>
              <c:pt idx="213">
                <c:v>4.6099909983561975</c:v>
              </c:pt>
              <c:pt idx="214">
                <c:v>4.6099909983561975</c:v>
              </c:pt>
              <c:pt idx="215">
                <c:v>4.73574535111436</c:v>
              </c:pt>
              <c:pt idx="216">
                <c:v>4.73574535111436</c:v>
              </c:pt>
              <c:pt idx="217">
                <c:v>4.773261275974323</c:v>
              </c:pt>
              <c:pt idx="218">
                <c:v>4.773261275974323</c:v>
              </c:pt>
              <c:pt idx="219">
                <c:v>5</c:v>
              </c:pt>
              <c:pt idx="220">
                <c:v>5</c:v>
              </c:pt>
              <c:pt idx="221">
                <c:v>5.066156149569525</c:v>
              </c:pt>
              <c:pt idx="222">
                <c:v>5.066156149569525</c:v>
              </c:pt>
              <c:pt idx="223">
                <c:v>5.06989171719019</c:v>
              </c:pt>
              <c:pt idx="224">
                <c:v>5.06989171719019</c:v>
              </c:pt>
              <c:pt idx="225">
                <c:v>5.088516630581974</c:v>
              </c:pt>
              <c:pt idx="226">
                <c:v>5.088516630581974</c:v>
              </c:pt>
              <c:pt idx="227">
                <c:v>5.139091507315685</c:v>
              </c:pt>
              <c:pt idx="228">
                <c:v>5.139091507315685</c:v>
              </c:pt>
              <c:pt idx="229">
                <c:v>5.153448259180709</c:v>
              </c:pt>
              <c:pt idx="230">
                <c:v>5.153448259180709</c:v>
              </c:pt>
              <c:pt idx="231">
                <c:v>5.535110471066339</c:v>
              </c:pt>
              <c:pt idx="232">
                <c:v>5.535110471066339</c:v>
              </c:pt>
              <c:pt idx="233">
                <c:v>6.0062824748553165</c:v>
              </c:pt>
              <c:pt idx="234">
                <c:v>6.0062824748553165</c:v>
              </c:pt>
              <c:pt idx="235">
                <c:v>6.0097878418767205</c:v>
              </c:pt>
              <c:pt idx="236">
                <c:v>6.0097878418767205</c:v>
              </c:pt>
              <c:pt idx="237">
                <c:v>6.090534328155278</c:v>
              </c:pt>
              <c:pt idx="238">
                <c:v>6.090534328155278</c:v>
              </c:pt>
              <c:pt idx="239">
                <c:v>6.178333815943852</c:v>
              </c:pt>
              <c:pt idx="240">
                <c:v>6.178333815943852</c:v>
              </c:pt>
              <c:pt idx="241">
                <c:v>6.180075569985474</c:v>
              </c:pt>
              <c:pt idx="242">
                <c:v>6.180075569985474</c:v>
              </c:pt>
              <c:pt idx="243">
                <c:v>6.310839989460868</c:v>
              </c:pt>
              <c:pt idx="244">
                <c:v>6.310839989460868</c:v>
              </c:pt>
              <c:pt idx="245">
                <c:v>6.63637013245907</c:v>
              </c:pt>
              <c:pt idx="246">
                <c:v>6.63637013245907</c:v>
              </c:pt>
              <c:pt idx="247">
                <c:v>6.764744887625756</c:v>
              </c:pt>
              <c:pt idx="248">
                <c:v>6.764744887625756</c:v>
              </c:pt>
              <c:pt idx="249">
                <c:v>6.941697908433644</c:v>
              </c:pt>
              <c:pt idx="250">
                <c:v>6.941697908433644</c:v>
              </c:pt>
              <c:pt idx="251">
                <c:v>6.9875723165675945</c:v>
              </c:pt>
              <c:pt idx="252">
                <c:v>6.9875723165675945</c:v>
              </c:pt>
              <c:pt idx="253">
                <c:v>7.329137288231428</c:v>
              </c:pt>
              <c:pt idx="254">
                <c:v>7.329137288231428</c:v>
              </c:pt>
              <c:pt idx="255">
                <c:v>7.422423045569182</c:v>
              </c:pt>
              <c:pt idx="256">
                <c:v>7.422423045569182</c:v>
              </c:pt>
              <c:pt idx="257">
                <c:v>7.42949757717184</c:v>
              </c:pt>
              <c:pt idx="258">
                <c:v>7.42949757717184</c:v>
              </c:pt>
              <c:pt idx="259">
                <c:v>7.439059446693584</c:v>
              </c:pt>
              <c:pt idx="260">
                <c:v>7.439059446693584</c:v>
              </c:pt>
              <c:pt idx="261">
                <c:v>7.610372856814535</c:v>
              </c:pt>
              <c:pt idx="262">
                <c:v>7.610372856814535</c:v>
              </c:pt>
              <c:pt idx="263">
                <c:v>7.618328661079604</c:v>
              </c:pt>
              <c:pt idx="264">
                <c:v>7.618328661079604</c:v>
              </c:pt>
              <c:pt idx="265">
                <c:v>7.833064978540843</c:v>
              </c:pt>
              <c:pt idx="266">
                <c:v>7.833064978540843</c:v>
              </c:pt>
              <c:pt idx="267">
                <c:v>8.053996082171789</c:v>
              </c:pt>
              <c:pt idx="268">
                <c:v>8.053996082171789</c:v>
              </c:pt>
              <c:pt idx="269">
                <c:v>8.066798678324854</c:v>
              </c:pt>
              <c:pt idx="270">
                <c:v>8.066798678324854</c:v>
              </c:pt>
              <c:pt idx="271">
                <c:v>8.351587409644011</c:v>
              </c:pt>
              <c:pt idx="272">
                <c:v>8.351587409644011</c:v>
              </c:pt>
              <c:pt idx="273">
                <c:v>8.417281237061692</c:v>
              </c:pt>
              <c:pt idx="274">
                <c:v>8.417281237061692</c:v>
              </c:pt>
              <c:pt idx="275">
                <c:v>8.548266319766393</c:v>
              </c:pt>
              <c:pt idx="276">
                <c:v>8.548266319766393</c:v>
              </c:pt>
              <c:pt idx="277">
                <c:v>9.198189525438586</c:v>
              </c:pt>
              <c:pt idx="278">
                <c:v>9.198189525438586</c:v>
              </c:pt>
              <c:pt idx="279">
                <c:v>10</c:v>
              </c:pt>
              <c:pt idx="280">
                <c:v>10</c:v>
              </c:pt>
              <c:pt idx="281">
                <c:v>10.330349279058767</c:v>
              </c:pt>
              <c:pt idx="282">
                <c:v>10.330349279058767</c:v>
              </c:pt>
              <c:pt idx="283">
                <c:v>10.427775150531565</c:v>
              </c:pt>
              <c:pt idx="284">
                <c:v>10.427775150531565</c:v>
              </c:pt>
              <c:pt idx="285">
                <c:v>10.907187411479741</c:v>
              </c:pt>
              <c:pt idx="286">
                <c:v>10.907187411479741</c:v>
              </c:pt>
              <c:pt idx="287">
                <c:v>11.2133792839196</c:v>
              </c:pt>
              <c:pt idx="288">
                <c:v>11.2133792839196</c:v>
              </c:pt>
              <c:pt idx="289">
                <c:v>11.393151589708818</c:v>
              </c:pt>
              <c:pt idx="290">
                <c:v>11.393151589708818</c:v>
              </c:pt>
              <c:pt idx="291">
                <c:v>11.492278519749553</c:v>
              </c:pt>
              <c:pt idx="292">
                <c:v>11.492278519749553</c:v>
              </c:pt>
              <c:pt idx="293">
                <c:v>11.842274256759449</c:v>
              </c:pt>
              <c:pt idx="294">
                <c:v>11.842274256759449</c:v>
              </c:pt>
              <c:pt idx="295">
                <c:v>13.240995002806844</c:v>
              </c:pt>
              <c:pt idx="296">
                <c:v>13.240995002806844</c:v>
              </c:pt>
              <c:pt idx="297">
                <c:v>13.644005289371187</c:v>
              </c:pt>
              <c:pt idx="298">
                <c:v>13.644005289371187</c:v>
              </c:pt>
              <c:pt idx="299">
                <c:v>14.27268237082065</c:v>
              </c:pt>
              <c:pt idx="300">
                <c:v>14.27268237082065</c:v>
              </c:pt>
              <c:pt idx="301">
                <c:v>15</c:v>
              </c:pt>
              <c:pt idx="302">
                <c:v>15</c:v>
              </c:pt>
              <c:pt idx="303">
                <c:v>15.52485215989029</c:v>
              </c:pt>
              <c:pt idx="304">
                <c:v>15.52485215989029</c:v>
              </c:pt>
              <c:pt idx="305">
                <c:v>15.931928066073597</c:v>
              </c:pt>
              <c:pt idx="306">
                <c:v>15.931928066073597</c:v>
              </c:pt>
              <c:pt idx="307">
                <c:v>16.55159547143925</c:v>
              </c:pt>
              <c:pt idx="308">
                <c:v>16.55159547143925</c:v>
              </c:pt>
              <c:pt idx="309">
                <c:v>19.77485564764</c:v>
              </c:pt>
              <c:pt idx="310">
                <c:v>19.77485564764</c:v>
              </c:pt>
              <c:pt idx="311">
                <c:v>20</c:v>
              </c:pt>
              <c:pt idx="312">
                <c:v>20</c:v>
              </c:pt>
              <c:pt idx="313">
                <c:v>21.752924296059124</c:v>
              </c:pt>
              <c:pt idx="314">
                <c:v>21.752924296059124</c:v>
              </c:pt>
              <c:pt idx="315">
                <c:v>24.008677003995636</c:v>
              </c:pt>
              <c:pt idx="316">
                <c:v>24.008677003995636</c:v>
              </c:pt>
              <c:pt idx="317">
                <c:v>30</c:v>
              </c:pt>
              <c:pt idx="318">
                <c:v>30</c:v>
              </c:pt>
              <c:pt idx="319">
                <c:v>33.555199555944284</c:v>
              </c:pt>
              <c:pt idx="320">
                <c:v>33.555199555944284</c:v>
              </c:pt>
              <c:pt idx="321">
                <c:v>50</c:v>
              </c:pt>
              <c:pt idx="322">
                <c:v>50</c:v>
              </c:pt>
              <c:pt idx="323">
                <c:v>70</c:v>
              </c:pt>
            </c:numLit>
          </c:xVal>
          <c:yVal>
            <c:numLit>
              <c:formatCode>0.0</c:formatCode>
              <c:ptCount val="324"/>
              <c:pt idx="0">
                <c:v>0.951535629655941</c:v>
              </c:pt>
              <c:pt idx="1">
                <c:v>0.951535629655941</c:v>
              </c:pt>
              <c:pt idx="2">
                <c:v>0.951535629655941</c:v>
              </c:pt>
              <c:pt idx="3">
                <c:v>0.951535629655941</c:v>
              </c:pt>
              <c:pt idx="4">
                <c:v>0.951535629655941</c:v>
              </c:pt>
              <c:pt idx="5">
                <c:v>0.951535629655941</c:v>
              </c:pt>
              <c:pt idx="6">
                <c:v>0.951535629655941</c:v>
              </c:pt>
              <c:pt idx="7">
                <c:v>0.951535629655941</c:v>
              </c:pt>
              <c:pt idx="8">
                <c:v>0.951535629655941</c:v>
              </c:pt>
              <c:pt idx="9">
                <c:v>0.951535629655941</c:v>
              </c:pt>
              <c:pt idx="10">
                <c:v>0.951535629655941</c:v>
              </c:pt>
              <c:pt idx="11">
                <c:v>0.951535629655941</c:v>
              </c:pt>
              <c:pt idx="12">
                <c:v>0.951535629655941</c:v>
              </c:pt>
              <c:pt idx="13">
                <c:v>0.951535629655941</c:v>
              </c:pt>
              <c:pt idx="14">
                <c:v>0.951535629655941</c:v>
              </c:pt>
              <c:pt idx="15">
                <c:v>0.951535629655941</c:v>
              </c:pt>
              <c:pt idx="16">
                <c:v>0.951535629655941</c:v>
              </c:pt>
              <c:pt idx="17">
                <c:v>0.951535629655941</c:v>
              </c:pt>
              <c:pt idx="18">
                <c:v>0.951535629655941</c:v>
              </c:pt>
              <c:pt idx="19">
                <c:v>0.951535629655941</c:v>
              </c:pt>
              <c:pt idx="20">
                <c:v>0.951535629655941</c:v>
              </c:pt>
              <c:pt idx="21">
                <c:v>0.951535629655941</c:v>
              </c:pt>
              <c:pt idx="22">
                <c:v>0.951535629655941</c:v>
              </c:pt>
              <c:pt idx="23">
                <c:v>0.951535629655941</c:v>
              </c:pt>
              <c:pt idx="24">
                <c:v>0.951535629655941</c:v>
              </c:pt>
              <c:pt idx="25">
                <c:v>0.951535629655941</c:v>
              </c:pt>
              <c:pt idx="26">
                <c:v>0.951535629655941</c:v>
              </c:pt>
              <c:pt idx="27">
                <c:v>0.951535629655941</c:v>
              </c:pt>
              <c:pt idx="28">
                <c:v>0.951535629655941</c:v>
              </c:pt>
              <c:pt idx="29">
                <c:v>0.951535629655941</c:v>
              </c:pt>
              <c:pt idx="30">
                <c:v>0.951535629655941</c:v>
              </c:pt>
              <c:pt idx="31">
                <c:v>0.951535629655941</c:v>
              </c:pt>
              <c:pt idx="32">
                <c:v>0.951535629655941</c:v>
              </c:pt>
              <c:pt idx="33">
                <c:v>0.951535629655941</c:v>
              </c:pt>
              <c:pt idx="34">
                <c:v>0.951535629655941</c:v>
              </c:pt>
              <c:pt idx="35">
                <c:v>0.951535629655941</c:v>
              </c:pt>
              <c:pt idx="36">
                <c:v>0.951535629655941</c:v>
              </c:pt>
              <c:pt idx="37">
                <c:v>0.951535629655941</c:v>
              </c:pt>
              <c:pt idx="38">
                <c:v>0.951535629655941</c:v>
              </c:pt>
              <c:pt idx="39">
                <c:v>0.951535629655941</c:v>
              </c:pt>
              <c:pt idx="40">
                <c:v>0.951535629655941</c:v>
              </c:pt>
              <c:pt idx="41">
                <c:v>0.951535629655941</c:v>
              </c:pt>
              <c:pt idx="42">
                <c:v>0.951535629655941</c:v>
              </c:pt>
              <c:pt idx="43">
                <c:v>0.951535629655941</c:v>
              </c:pt>
              <c:pt idx="44">
                <c:v>0.951535629655941</c:v>
              </c:pt>
              <c:pt idx="45">
                <c:v>0.951535629655941</c:v>
              </c:pt>
              <c:pt idx="46">
                <c:v>0.951535629655941</c:v>
              </c:pt>
              <c:pt idx="47">
                <c:v>0.951535629655941</c:v>
              </c:pt>
              <c:pt idx="48">
                <c:v>0.951535629655941</c:v>
              </c:pt>
              <c:pt idx="49">
                <c:v>0.951535629655941</c:v>
              </c:pt>
              <c:pt idx="50">
                <c:v>0.951535629655941</c:v>
              </c:pt>
              <c:pt idx="51">
                <c:v>0.951535629655941</c:v>
              </c:pt>
              <c:pt idx="52">
                <c:v>0.951535629655941</c:v>
              </c:pt>
              <c:pt idx="53">
                <c:v>0.951535629655941</c:v>
              </c:pt>
              <c:pt idx="54">
                <c:v>0.951535629655941</c:v>
              </c:pt>
              <c:pt idx="55">
                <c:v>0.951535629655941</c:v>
              </c:pt>
              <c:pt idx="56">
                <c:v>0.951535629655941</c:v>
              </c:pt>
              <c:pt idx="57">
                <c:v>0.951535629655941</c:v>
              </c:pt>
              <c:pt idx="58">
                <c:v>0.951535629655941</c:v>
              </c:pt>
              <c:pt idx="59">
                <c:v>0.951535629655941</c:v>
              </c:pt>
              <c:pt idx="60">
                <c:v>0.951535629655941</c:v>
              </c:pt>
              <c:pt idx="61">
                <c:v>0.951535629655941</c:v>
              </c:pt>
              <c:pt idx="62">
                <c:v>0.951535629655941</c:v>
              </c:pt>
              <c:pt idx="63">
                <c:v>0.951535629655941</c:v>
              </c:pt>
              <c:pt idx="64">
                <c:v>0.951535629655941</c:v>
              </c:pt>
              <c:pt idx="65">
                <c:v>0.951535629655941</c:v>
              </c:pt>
              <c:pt idx="66">
                <c:v>0.951535629655941</c:v>
              </c:pt>
              <c:pt idx="67">
                <c:v>0.951535629655941</c:v>
              </c:pt>
              <c:pt idx="68">
                <c:v>0.951535629655941</c:v>
              </c:pt>
              <c:pt idx="69">
                <c:v>0.951535629655941</c:v>
              </c:pt>
              <c:pt idx="70">
                <c:v>0.951535629655941</c:v>
              </c:pt>
              <c:pt idx="71">
                <c:v>0.951535629655941</c:v>
              </c:pt>
              <c:pt idx="72">
                <c:v>0.951535629655941</c:v>
              </c:pt>
              <c:pt idx="73">
                <c:v>0.951535629655941</c:v>
              </c:pt>
              <c:pt idx="74">
                <c:v>0.951535629655941</c:v>
              </c:pt>
              <c:pt idx="75">
                <c:v>0.951535629655941</c:v>
              </c:pt>
              <c:pt idx="76">
                <c:v>0.951535629655941</c:v>
              </c:pt>
              <c:pt idx="77">
                <c:v>0.951535629655941</c:v>
              </c:pt>
              <c:pt idx="78">
                <c:v>0.951535629655941</c:v>
              </c:pt>
              <c:pt idx="79">
                <c:v>0.951535629655941</c:v>
              </c:pt>
              <c:pt idx="80">
                <c:v>0.7920982837234094</c:v>
              </c:pt>
              <c:pt idx="81">
                <c:v>0.7920982837234094</c:v>
              </c:pt>
              <c:pt idx="82">
                <c:v>0.7920982837234094</c:v>
              </c:pt>
              <c:pt idx="83">
                <c:v>0.7920982837234094</c:v>
              </c:pt>
              <c:pt idx="84">
                <c:v>0.7920982837234094</c:v>
              </c:pt>
              <c:pt idx="85">
                <c:v>0.7920982837234094</c:v>
              </c:pt>
              <c:pt idx="86">
                <c:v>0.7920982837234094</c:v>
              </c:pt>
              <c:pt idx="87">
                <c:v>0.7920982837234094</c:v>
              </c:pt>
              <c:pt idx="88">
                <c:v>0.7920982837234094</c:v>
              </c:pt>
              <c:pt idx="89">
                <c:v>0.7920982837234094</c:v>
              </c:pt>
              <c:pt idx="90">
                <c:v>0.7920982837234094</c:v>
              </c:pt>
              <c:pt idx="91">
                <c:v>0.7920982837234094</c:v>
              </c:pt>
              <c:pt idx="92">
                <c:v>0.7920982837234094</c:v>
              </c:pt>
              <c:pt idx="93">
                <c:v>0.7920982837234094</c:v>
              </c:pt>
              <c:pt idx="94">
                <c:v>0.7920982837234094</c:v>
              </c:pt>
              <c:pt idx="95">
                <c:v>0.7920982837234094</c:v>
              </c:pt>
              <c:pt idx="96">
                <c:v>0.7920982837234094</c:v>
              </c:pt>
              <c:pt idx="97">
                <c:v>0.7920982837234094</c:v>
              </c:pt>
              <c:pt idx="98">
                <c:v>0.7920982837234094</c:v>
              </c:pt>
              <c:pt idx="99">
                <c:v>0.7920982837234094</c:v>
              </c:pt>
              <c:pt idx="100">
                <c:v>0.7920982837234094</c:v>
              </c:pt>
              <c:pt idx="101">
                <c:v>0.7920982837234094</c:v>
              </c:pt>
              <c:pt idx="102">
                <c:v>0.7920982837234094</c:v>
              </c:pt>
              <c:pt idx="103">
                <c:v>0.7920982837234094</c:v>
              </c:pt>
              <c:pt idx="104">
                <c:v>0.7280860993100081</c:v>
              </c:pt>
              <c:pt idx="105">
                <c:v>0.7280860993100081</c:v>
              </c:pt>
              <c:pt idx="106">
                <c:v>0.7280860993100081</c:v>
              </c:pt>
              <c:pt idx="107">
                <c:v>0.7280860993100081</c:v>
              </c:pt>
              <c:pt idx="108">
                <c:v>0.7280860993100081</c:v>
              </c:pt>
              <c:pt idx="109">
                <c:v>0.7280860993100081</c:v>
              </c:pt>
              <c:pt idx="110">
                <c:v>0.7280860993100081</c:v>
              </c:pt>
              <c:pt idx="111">
                <c:v>0.7280860993100081</c:v>
              </c:pt>
              <c:pt idx="112">
                <c:v>0.7280860993100081</c:v>
              </c:pt>
              <c:pt idx="113">
                <c:v>0.7280860993100081</c:v>
              </c:pt>
              <c:pt idx="114">
                <c:v>0.7280860993100081</c:v>
              </c:pt>
              <c:pt idx="115">
                <c:v>0.7280860993100081</c:v>
              </c:pt>
              <c:pt idx="116">
                <c:v>0.7280860993100081</c:v>
              </c:pt>
              <c:pt idx="117">
                <c:v>0.7280860993100081</c:v>
              </c:pt>
              <c:pt idx="118">
                <c:v>0.7280860993100081</c:v>
              </c:pt>
              <c:pt idx="119">
                <c:v>0.7280860993100081</c:v>
              </c:pt>
              <c:pt idx="120">
                <c:v>0.7280860993100081</c:v>
              </c:pt>
              <c:pt idx="121">
                <c:v>0.7280860993100081</c:v>
              </c:pt>
              <c:pt idx="122">
                <c:v>0.7280860993100081</c:v>
              </c:pt>
              <c:pt idx="123">
                <c:v>0.7280860993100081</c:v>
              </c:pt>
              <c:pt idx="124">
                <c:v>0.7280860993100081</c:v>
              </c:pt>
              <c:pt idx="125">
                <c:v>0.7280860993100081</c:v>
              </c:pt>
              <c:pt idx="126">
                <c:v>0.6334310573401394</c:v>
              </c:pt>
              <c:pt idx="127">
                <c:v>0.6334310573401394</c:v>
              </c:pt>
              <c:pt idx="128">
                <c:v>0.6334310573401394</c:v>
              </c:pt>
              <c:pt idx="129">
                <c:v>0.6334310573401394</c:v>
              </c:pt>
              <c:pt idx="130">
                <c:v>0.6334310573401394</c:v>
              </c:pt>
              <c:pt idx="131">
                <c:v>0.6334310573401394</c:v>
              </c:pt>
              <c:pt idx="132">
                <c:v>0.6334310573401394</c:v>
              </c:pt>
              <c:pt idx="133">
                <c:v>0.6334310573401394</c:v>
              </c:pt>
              <c:pt idx="134">
                <c:v>0.6334310573401394</c:v>
              </c:pt>
              <c:pt idx="135">
                <c:v>0.6334310573401394</c:v>
              </c:pt>
              <c:pt idx="136">
                <c:v>0.6334310573401394</c:v>
              </c:pt>
              <c:pt idx="137">
                <c:v>0.6334310573401394</c:v>
              </c:pt>
              <c:pt idx="138">
                <c:v>0.6334310573401394</c:v>
              </c:pt>
              <c:pt idx="139">
                <c:v>0.6334310573401394</c:v>
              </c:pt>
              <c:pt idx="140">
                <c:v>0.6334310573401394</c:v>
              </c:pt>
              <c:pt idx="141">
                <c:v>0.6334310573401394</c:v>
              </c:pt>
              <c:pt idx="142">
                <c:v>0.6334310573401394</c:v>
              </c:pt>
              <c:pt idx="143">
                <c:v>0.6334310573401394</c:v>
              </c:pt>
              <c:pt idx="144">
                <c:v>0.6334310573401394</c:v>
              </c:pt>
              <c:pt idx="145">
                <c:v>0.6334310573401394</c:v>
              </c:pt>
              <c:pt idx="146">
                <c:v>0.6334310573401394</c:v>
              </c:pt>
              <c:pt idx="147">
                <c:v>0.6334310573401394</c:v>
              </c:pt>
              <c:pt idx="148">
                <c:v>0.6334310573401394</c:v>
              </c:pt>
              <c:pt idx="149">
                <c:v>0.6334310573401394</c:v>
              </c:pt>
              <c:pt idx="150">
                <c:v>0.6334310573401394</c:v>
              </c:pt>
              <c:pt idx="151">
                <c:v>0.6334310573401394</c:v>
              </c:pt>
              <c:pt idx="152">
                <c:v>0.6334310573401394</c:v>
              </c:pt>
              <c:pt idx="153">
                <c:v>0.6334310573401394</c:v>
              </c:pt>
              <c:pt idx="154">
                <c:v>0.6334310573401394</c:v>
              </c:pt>
              <c:pt idx="155">
                <c:v>0.6334310573401394</c:v>
              </c:pt>
              <c:pt idx="156">
                <c:v>0.6334310573401394</c:v>
              </c:pt>
              <c:pt idx="157">
                <c:v>0.6334310573401394</c:v>
              </c:pt>
              <c:pt idx="158">
                <c:v>0.6334310573401394</c:v>
              </c:pt>
              <c:pt idx="159">
                <c:v>0.6334310573401394</c:v>
              </c:pt>
              <c:pt idx="160">
                <c:v>0.6334310573401394</c:v>
              </c:pt>
              <c:pt idx="161">
                <c:v>0.6334310573401394</c:v>
              </c:pt>
              <c:pt idx="162">
                <c:v>0.6334310573401394</c:v>
              </c:pt>
              <c:pt idx="163">
                <c:v>0.6334310573401394</c:v>
              </c:pt>
              <c:pt idx="164">
                <c:v>0.6334310573401394</c:v>
              </c:pt>
              <c:pt idx="165">
                <c:v>0.6334310573401394</c:v>
              </c:pt>
              <c:pt idx="166">
                <c:v>0.6334310573401394</c:v>
              </c:pt>
              <c:pt idx="167">
                <c:v>0.6334310573401394</c:v>
              </c:pt>
              <c:pt idx="168">
                <c:v>0.6334310573401394</c:v>
              </c:pt>
              <c:pt idx="169">
                <c:v>0.6334310573401394</c:v>
              </c:pt>
              <c:pt idx="170">
                <c:v>0.44416867000459964</c:v>
              </c:pt>
              <c:pt idx="171">
                <c:v>0.44416867000459964</c:v>
              </c:pt>
              <c:pt idx="172">
                <c:v>0.44416867000459964</c:v>
              </c:pt>
              <c:pt idx="173">
                <c:v>0.44416867000459964</c:v>
              </c:pt>
              <c:pt idx="174">
                <c:v>0.44416867000459964</c:v>
              </c:pt>
              <c:pt idx="175">
                <c:v>0.44416867000459964</c:v>
              </c:pt>
              <c:pt idx="176">
                <c:v>0.44416867000459964</c:v>
              </c:pt>
              <c:pt idx="177">
                <c:v>0.44416867000459964</c:v>
              </c:pt>
              <c:pt idx="178">
                <c:v>0.44416867000459964</c:v>
              </c:pt>
              <c:pt idx="179">
                <c:v>0.44416867000459964</c:v>
              </c:pt>
              <c:pt idx="180">
                <c:v>0.44416867000459964</c:v>
              </c:pt>
              <c:pt idx="181">
                <c:v>0.44416867000459964</c:v>
              </c:pt>
              <c:pt idx="182">
                <c:v>0.44416867000459964</c:v>
              </c:pt>
              <c:pt idx="183">
                <c:v>0.44416867000459964</c:v>
              </c:pt>
              <c:pt idx="184">
                <c:v>0.44416867000459964</c:v>
              </c:pt>
              <c:pt idx="185">
                <c:v>0.44416867000459964</c:v>
              </c:pt>
              <c:pt idx="186">
                <c:v>0.44416867000459964</c:v>
              </c:pt>
              <c:pt idx="187">
                <c:v>0.44416867000459964</c:v>
              </c:pt>
              <c:pt idx="188">
                <c:v>0.44416867000459964</c:v>
              </c:pt>
              <c:pt idx="189">
                <c:v>0.44416867000459964</c:v>
              </c:pt>
              <c:pt idx="190">
                <c:v>0.44416867000459964</c:v>
              </c:pt>
              <c:pt idx="191">
                <c:v>0.44416867000459964</c:v>
              </c:pt>
              <c:pt idx="192">
                <c:v>0.44416867000459964</c:v>
              </c:pt>
              <c:pt idx="193">
                <c:v>0.44416867000459964</c:v>
              </c:pt>
              <c:pt idx="194">
                <c:v>0.44416867000459964</c:v>
              </c:pt>
              <c:pt idx="195">
                <c:v>0.44416867000459964</c:v>
              </c:pt>
              <c:pt idx="196">
                <c:v>0.44416867000459964</c:v>
              </c:pt>
              <c:pt idx="197">
                <c:v>0.44416867000459964</c:v>
              </c:pt>
              <c:pt idx="198">
                <c:v>0.44416867000459964</c:v>
              </c:pt>
              <c:pt idx="199">
                <c:v>0.44416867000459964</c:v>
              </c:pt>
              <c:pt idx="200">
                <c:v>0.44416867000459964</c:v>
              </c:pt>
              <c:pt idx="201">
                <c:v>0.44416867000459964</c:v>
              </c:pt>
              <c:pt idx="202">
                <c:v>0.44416867000459964</c:v>
              </c:pt>
              <c:pt idx="203">
                <c:v>0.44416867000459964</c:v>
              </c:pt>
              <c:pt idx="204">
                <c:v>0.44416867000459964</c:v>
              </c:pt>
              <c:pt idx="205">
                <c:v>0.44416867000459964</c:v>
              </c:pt>
              <c:pt idx="206">
                <c:v>0.44416867000459964</c:v>
              </c:pt>
              <c:pt idx="207">
                <c:v>0.44416867000459964</c:v>
              </c:pt>
              <c:pt idx="208">
                <c:v>0.44416867000459964</c:v>
              </c:pt>
              <c:pt idx="209">
                <c:v>0.44416867000459964</c:v>
              </c:pt>
              <c:pt idx="210">
                <c:v>0.44416867000459964</c:v>
              </c:pt>
              <c:pt idx="211">
                <c:v>0.44416867000459964</c:v>
              </c:pt>
              <c:pt idx="212">
                <c:v>0.44416867000459964</c:v>
              </c:pt>
              <c:pt idx="213">
                <c:v>0.44416867000459964</c:v>
              </c:pt>
              <c:pt idx="214">
                <c:v>0.44416867000459964</c:v>
              </c:pt>
              <c:pt idx="215">
                <c:v>0.44416867000459964</c:v>
              </c:pt>
              <c:pt idx="216">
                <c:v>0.44416867000459964</c:v>
              </c:pt>
              <c:pt idx="217">
                <c:v>0.44416867000459964</c:v>
              </c:pt>
              <c:pt idx="218">
                <c:v>0.44416867000459964</c:v>
              </c:pt>
              <c:pt idx="219">
                <c:v>0.44416867000459964</c:v>
              </c:pt>
              <c:pt idx="220">
                <c:v>0.44416867000459964</c:v>
              </c:pt>
              <c:pt idx="221">
                <c:v>0.44416867000459964</c:v>
              </c:pt>
              <c:pt idx="222">
                <c:v>0.44416867000459964</c:v>
              </c:pt>
              <c:pt idx="223">
                <c:v>0.44416867000459964</c:v>
              </c:pt>
              <c:pt idx="224">
                <c:v>0.44416867000459964</c:v>
              </c:pt>
              <c:pt idx="225">
                <c:v>0.44416867000459964</c:v>
              </c:pt>
              <c:pt idx="226">
                <c:v>0.44416867000459964</c:v>
              </c:pt>
              <c:pt idx="227">
                <c:v>0.44416867000459964</c:v>
              </c:pt>
              <c:pt idx="228">
                <c:v>0.3281466761950976</c:v>
              </c:pt>
              <c:pt idx="229">
                <c:v>0.3281466761950976</c:v>
              </c:pt>
              <c:pt idx="230">
                <c:v>0.3281466761950976</c:v>
              </c:pt>
              <c:pt idx="231">
                <c:v>0.3281466761950976</c:v>
              </c:pt>
              <c:pt idx="232">
                <c:v>0.3281466761950976</c:v>
              </c:pt>
              <c:pt idx="233">
                <c:v>0.3281466761950976</c:v>
              </c:pt>
              <c:pt idx="234">
                <c:v>0.3281466761950976</c:v>
              </c:pt>
              <c:pt idx="235">
                <c:v>0.3281466761950976</c:v>
              </c:pt>
              <c:pt idx="236">
                <c:v>0.3281466761950976</c:v>
              </c:pt>
              <c:pt idx="237">
                <c:v>0.3281466761950976</c:v>
              </c:pt>
              <c:pt idx="238">
                <c:v>0.3281466761950976</c:v>
              </c:pt>
              <c:pt idx="239">
                <c:v>0.3281466761950976</c:v>
              </c:pt>
              <c:pt idx="240">
                <c:v>0.3281466761950976</c:v>
              </c:pt>
              <c:pt idx="241">
                <c:v>0.3281466761950976</c:v>
              </c:pt>
              <c:pt idx="242">
                <c:v>0.3281466761950976</c:v>
              </c:pt>
              <c:pt idx="243">
                <c:v>0.3281466761950976</c:v>
              </c:pt>
              <c:pt idx="244">
                <c:v>0.3281466761950976</c:v>
              </c:pt>
              <c:pt idx="245">
                <c:v>0.3281466761950976</c:v>
              </c:pt>
              <c:pt idx="246">
                <c:v>0.05721705737962357</c:v>
              </c:pt>
              <c:pt idx="247">
                <c:v>0.05721705737962357</c:v>
              </c:pt>
              <c:pt idx="248">
                <c:v>0.05721705737962357</c:v>
              </c:pt>
              <c:pt idx="249">
                <c:v>0.05721705737962357</c:v>
              </c:pt>
              <c:pt idx="250">
                <c:v>0.05721705737962357</c:v>
              </c:pt>
              <c:pt idx="251">
                <c:v>0.05721705737962357</c:v>
              </c:pt>
              <c:pt idx="252">
                <c:v>0.05721705737962357</c:v>
              </c:pt>
              <c:pt idx="253">
                <c:v>0.05721705737962357</c:v>
              </c:pt>
              <c:pt idx="254">
                <c:v>0.05721705737962357</c:v>
              </c:pt>
              <c:pt idx="255">
                <c:v>0.05721705737962357</c:v>
              </c:pt>
              <c:pt idx="256">
                <c:v>0.05721705737962357</c:v>
              </c:pt>
              <c:pt idx="257">
                <c:v>0.05721705737962357</c:v>
              </c:pt>
              <c:pt idx="258">
                <c:v>0.05721705737962357</c:v>
              </c:pt>
              <c:pt idx="259">
                <c:v>0.05721705737962357</c:v>
              </c:pt>
              <c:pt idx="260">
                <c:v>0.05721705737962357</c:v>
              </c:pt>
              <c:pt idx="261">
                <c:v>0.05721705737962357</c:v>
              </c:pt>
              <c:pt idx="262">
                <c:v>0.05721705737962357</c:v>
              </c:pt>
              <c:pt idx="263">
                <c:v>0.05721705737962357</c:v>
              </c:pt>
              <c:pt idx="264">
                <c:v>0.05721705737962357</c:v>
              </c:pt>
              <c:pt idx="265">
                <c:v>0.05721705737962357</c:v>
              </c:pt>
              <c:pt idx="266">
                <c:v>0.05721705737962357</c:v>
              </c:pt>
              <c:pt idx="267">
                <c:v>0.05721705737962357</c:v>
              </c:pt>
              <c:pt idx="268">
                <c:v>0.05721705737962357</c:v>
              </c:pt>
              <c:pt idx="269">
                <c:v>0.05721705737962357</c:v>
              </c:pt>
              <c:pt idx="270">
                <c:v>0.05721705737962357</c:v>
              </c:pt>
              <c:pt idx="271">
                <c:v>0.05721705737962357</c:v>
              </c:pt>
              <c:pt idx="272">
                <c:v>0.05721705737962357</c:v>
              </c:pt>
              <c:pt idx="273">
                <c:v>0.05721705737962357</c:v>
              </c:pt>
              <c:pt idx="274">
                <c:v>0.05721705737962357</c:v>
              </c:pt>
              <c:pt idx="275">
                <c:v>0.05721705737962357</c:v>
              </c:pt>
              <c:pt idx="276">
                <c:v>0.016405738087778943</c:v>
              </c:pt>
              <c:pt idx="277">
                <c:v>0.016405738087778943</c:v>
              </c:pt>
              <c:pt idx="278">
                <c:v>0.016405738087778943</c:v>
              </c:pt>
              <c:pt idx="279">
                <c:v>0.016405738087778943</c:v>
              </c:pt>
              <c:pt idx="280">
                <c:v>0.016405738087778943</c:v>
              </c:pt>
              <c:pt idx="281">
                <c:v>0.016405738087778943</c:v>
              </c:pt>
              <c:pt idx="282">
                <c:v>0.016405738087778943</c:v>
              </c:pt>
              <c:pt idx="283">
                <c:v>0.016405738087778943</c:v>
              </c:pt>
              <c:pt idx="284">
                <c:v>0.016405738087778943</c:v>
              </c:pt>
              <c:pt idx="285">
                <c:v>0.016405738087778943</c:v>
              </c:pt>
              <c:pt idx="286">
                <c:v>0.016405738087778943</c:v>
              </c:pt>
              <c:pt idx="287">
                <c:v>0.016405738087778943</c:v>
              </c:pt>
              <c:pt idx="288">
                <c:v>0.016405738087778943</c:v>
              </c:pt>
              <c:pt idx="289">
                <c:v>0.016405738087778943</c:v>
              </c:pt>
              <c:pt idx="290">
                <c:v>0.016405738087778943</c:v>
              </c:pt>
              <c:pt idx="291">
                <c:v>0.016405738087778943</c:v>
              </c:pt>
              <c:pt idx="292">
                <c:v>0.016405738087778943</c:v>
              </c:pt>
              <c:pt idx="293">
                <c:v>0.016405738087778943</c:v>
              </c:pt>
              <c:pt idx="294">
                <c:v>0.016405738087778943</c:v>
              </c:pt>
              <c:pt idx="295">
                <c:v>0.016405738087778943</c:v>
              </c:pt>
              <c:pt idx="296">
                <c:v>0.016405738087778943</c:v>
              </c:pt>
              <c:pt idx="297">
                <c:v>0.016405738087778943</c:v>
              </c:pt>
              <c:pt idx="298">
                <c:v>0.016405738087778943</c:v>
              </c:pt>
              <c:pt idx="299">
                <c:v>0.016405738087778943</c:v>
              </c:pt>
              <c:pt idx="300">
                <c:v>0.016405738087778943</c:v>
              </c:pt>
              <c:pt idx="301">
                <c:v>0.016405738087778943</c:v>
              </c:pt>
              <c:pt idx="302">
                <c:v>0.016405738087778943</c:v>
              </c:pt>
              <c:pt idx="303">
                <c:v>0.016405738087778943</c:v>
              </c:pt>
              <c:pt idx="304">
                <c:v>0.016405738087778943</c:v>
              </c:pt>
              <c:pt idx="305">
                <c:v>0.016405738087778943</c:v>
              </c:pt>
              <c:pt idx="306">
                <c:v>0.016405738087778943</c:v>
              </c:pt>
              <c:pt idx="307">
                <c:v>0.016405738087778943</c:v>
              </c:pt>
              <c:pt idx="308">
                <c:v>0.016405738087778943</c:v>
              </c:pt>
              <c:pt idx="309">
                <c:v>0.016405738087778943</c:v>
              </c:pt>
              <c:pt idx="310">
                <c:v>0.016405738087778943</c:v>
              </c:pt>
              <c:pt idx="311">
                <c:v>0.016405738087778943</c:v>
              </c:pt>
              <c:pt idx="312">
                <c:v>0.016405738087778943</c:v>
              </c:pt>
              <c:pt idx="313">
                <c:v>0.016405738087778943</c:v>
              </c:pt>
              <c:pt idx="314">
                <c:v>0.016405738087778943</c:v>
              </c:pt>
              <c:pt idx="315">
                <c:v>0.016405738087778943</c:v>
              </c:pt>
              <c:pt idx="316">
                <c:v>0.016405738087778943</c:v>
              </c:pt>
              <c:pt idx="317">
                <c:v>0.016405738087778943</c:v>
              </c:pt>
              <c:pt idx="318">
                <c:v>0.016405738087778943</c:v>
              </c:pt>
              <c:pt idx="319">
                <c:v>0.016405738087778943</c:v>
              </c:pt>
              <c:pt idx="320">
                <c:v>0.016405738087778943</c:v>
              </c:pt>
              <c:pt idx="321">
                <c:v>0.016405738087778943</c:v>
              </c:pt>
              <c:pt idx="322">
                <c:v>0.016405738087778943</c:v>
              </c:pt>
              <c:pt idx="323">
                <c:v>0.016405738087778943</c:v>
              </c:pt>
            </c:numLit>
          </c:yVal>
          <c:smooth val="0"/>
        </c:ser>
        <c:ser>
          <c:idx val="2"/>
          <c:order val="2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</c:numLit>
          </c:xVal>
          <c:yVal>
            <c:numLit>
              <c:formatCode>0.0</c:formatCode>
              <c:ptCount val="324"/>
              <c:pt idx="0">
                <c:v>0.9602715269585541</c:v>
              </c:pt>
              <c:pt idx="1">
                <c:v>0.9602715269585541</c:v>
              </c:pt>
              <c:pt idx="2">
                <c:v>0.9602715269585541</c:v>
              </c:pt>
              <c:pt idx="3">
                <c:v>0.9602715269585541</c:v>
              </c:pt>
              <c:pt idx="4">
                <c:v>0.9602715269585541</c:v>
              </c:pt>
              <c:pt idx="5">
                <c:v>0.9602715269585541</c:v>
              </c:pt>
              <c:pt idx="6">
                <c:v>0.9602715269585541</c:v>
              </c:pt>
              <c:pt idx="7">
                <c:v>0.9602715269585541</c:v>
              </c:pt>
              <c:pt idx="8">
                <c:v>0.9602715269585541</c:v>
              </c:pt>
              <c:pt idx="9">
                <c:v>0.9602715269585541</c:v>
              </c:pt>
              <c:pt idx="10">
                <c:v>0.9602715269585541</c:v>
              </c:pt>
              <c:pt idx="11">
                <c:v>0.9602715269585541</c:v>
              </c:pt>
              <c:pt idx="12">
                <c:v>0.9602715269585541</c:v>
              </c:pt>
              <c:pt idx="13">
                <c:v>0.9602715269585541</c:v>
              </c:pt>
              <c:pt idx="14">
                <c:v>0.9602715269585541</c:v>
              </c:pt>
              <c:pt idx="15">
                <c:v>0.9602715269585541</c:v>
              </c:pt>
              <c:pt idx="16">
                <c:v>0.9602715269585541</c:v>
              </c:pt>
              <c:pt idx="17">
                <c:v>0.9602715269585541</c:v>
              </c:pt>
              <c:pt idx="18">
                <c:v>0.9602715269585541</c:v>
              </c:pt>
              <c:pt idx="19">
                <c:v>0.9602715269585541</c:v>
              </c:pt>
              <c:pt idx="20">
                <c:v>0.9602715269585541</c:v>
              </c:pt>
              <c:pt idx="21">
                <c:v>0.9602715269585541</c:v>
              </c:pt>
              <c:pt idx="22">
                <c:v>0.9602715269585541</c:v>
              </c:pt>
              <c:pt idx="23">
                <c:v>0.9602715269585541</c:v>
              </c:pt>
              <c:pt idx="24">
                <c:v>0.9602715269585541</c:v>
              </c:pt>
              <c:pt idx="25">
                <c:v>0.9602715269585541</c:v>
              </c:pt>
              <c:pt idx="26">
                <c:v>0.9602715269585541</c:v>
              </c:pt>
              <c:pt idx="27">
                <c:v>0.9602715269585541</c:v>
              </c:pt>
              <c:pt idx="28">
                <c:v>0.9602715269585541</c:v>
              </c:pt>
              <c:pt idx="29">
                <c:v>0.9602715269585541</c:v>
              </c:pt>
              <c:pt idx="30">
                <c:v>0.9602715269585541</c:v>
              </c:pt>
              <c:pt idx="31">
                <c:v>0.9602715269585541</c:v>
              </c:pt>
              <c:pt idx="32">
                <c:v>0.9602715269585541</c:v>
              </c:pt>
              <c:pt idx="33">
                <c:v>0.9602715269585541</c:v>
              </c:pt>
              <c:pt idx="34">
                <c:v>0.9602715269585541</c:v>
              </c:pt>
              <c:pt idx="35">
                <c:v>0.9602715269585541</c:v>
              </c:pt>
              <c:pt idx="36">
                <c:v>0.9602715269585541</c:v>
              </c:pt>
              <c:pt idx="37">
                <c:v>0.9602715269585541</c:v>
              </c:pt>
              <c:pt idx="38">
                <c:v>0.9602715269585541</c:v>
              </c:pt>
              <c:pt idx="39">
                <c:v>0.9602715269585541</c:v>
              </c:pt>
              <c:pt idx="40">
                <c:v>0.9602715269585541</c:v>
              </c:pt>
              <c:pt idx="41">
                <c:v>0.9602715269585541</c:v>
              </c:pt>
              <c:pt idx="42">
                <c:v>0.9602715269585541</c:v>
              </c:pt>
              <c:pt idx="43">
                <c:v>0.9602715269585541</c:v>
              </c:pt>
              <c:pt idx="44">
                <c:v>0.9602715269585541</c:v>
              </c:pt>
              <c:pt idx="45">
                <c:v>0.9602715269585541</c:v>
              </c:pt>
              <c:pt idx="46">
                <c:v>0.9602715269585541</c:v>
              </c:pt>
              <c:pt idx="47">
                <c:v>0.9602715269585541</c:v>
              </c:pt>
              <c:pt idx="48">
                <c:v>0.9602715269585541</c:v>
              </c:pt>
              <c:pt idx="49">
                <c:v>0.9602715269585541</c:v>
              </c:pt>
              <c:pt idx="50">
                <c:v>0.9602715269585541</c:v>
              </c:pt>
              <c:pt idx="51">
                <c:v>0.9602715269585541</c:v>
              </c:pt>
              <c:pt idx="52">
                <c:v>0.9602715269585541</c:v>
              </c:pt>
              <c:pt idx="53">
                <c:v>0.9602715269585541</c:v>
              </c:pt>
              <c:pt idx="54">
                <c:v>0.9602715269585541</c:v>
              </c:pt>
              <c:pt idx="55">
                <c:v>0.9602715269585541</c:v>
              </c:pt>
              <c:pt idx="56">
                <c:v>0.9602715269585541</c:v>
              </c:pt>
              <c:pt idx="57">
                <c:v>0.9602715269585541</c:v>
              </c:pt>
              <c:pt idx="58">
                <c:v>0.9602715269585541</c:v>
              </c:pt>
              <c:pt idx="59">
                <c:v>0.9602715269585541</c:v>
              </c:pt>
              <c:pt idx="60">
                <c:v>0.9602715269585541</c:v>
              </c:pt>
              <c:pt idx="61">
                <c:v>0.9602715269585541</c:v>
              </c:pt>
              <c:pt idx="62">
                <c:v>0.9602715269585541</c:v>
              </c:pt>
              <c:pt idx="63">
                <c:v>0.9602715269585541</c:v>
              </c:pt>
              <c:pt idx="64">
                <c:v>0.9602715269585541</c:v>
              </c:pt>
              <c:pt idx="65">
                <c:v>0.9602715269585541</c:v>
              </c:pt>
              <c:pt idx="66">
                <c:v>0.9602715269585541</c:v>
              </c:pt>
              <c:pt idx="67">
                <c:v>0.9602715269585541</c:v>
              </c:pt>
              <c:pt idx="68">
                <c:v>0.9602715269585541</c:v>
              </c:pt>
              <c:pt idx="69">
                <c:v>0.9602715269585541</c:v>
              </c:pt>
              <c:pt idx="70">
                <c:v>0.9602715269585541</c:v>
              </c:pt>
              <c:pt idx="71">
                <c:v>0.9602715269585541</c:v>
              </c:pt>
              <c:pt idx="72">
                <c:v>0.9602715269585541</c:v>
              </c:pt>
              <c:pt idx="73">
                <c:v>0.9602715269585541</c:v>
              </c:pt>
              <c:pt idx="74">
                <c:v>0.9602715269585541</c:v>
              </c:pt>
              <c:pt idx="75">
                <c:v>0.9602715269585541</c:v>
              </c:pt>
              <c:pt idx="76">
                <c:v>0.9602715269585541</c:v>
              </c:pt>
              <c:pt idx="77">
                <c:v>0.9602715269585541</c:v>
              </c:pt>
              <c:pt idx="78">
                <c:v>0.9602715269585541</c:v>
              </c:pt>
              <c:pt idx="79">
                <c:v>0.9602715269585541</c:v>
              </c:pt>
              <c:pt idx="80">
                <c:v>0.9602715269585541</c:v>
              </c:pt>
              <c:pt idx="81">
                <c:v>0.9602715269585541</c:v>
              </c:pt>
              <c:pt idx="82">
                <c:v>0.9602715269585541</c:v>
              </c:pt>
              <c:pt idx="83">
                <c:v>0.9602715269585541</c:v>
              </c:pt>
              <c:pt idx="84">
                <c:v>0.9602715269585541</c:v>
              </c:pt>
              <c:pt idx="85">
                <c:v>0.9602715269585541</c:v>
              </c:pt>
              <c:pt idx="86">
                <c:v>0.9602715269585541</c:v>
              </c:pt>
              <c:pt idx="87">
                <c:v>0.9602715269585541</c:v>
              </c:pt>
              <c:pt idx="88">
                <c:v>0.9602715269585541</c:v>
              </c:pt>
              <c:pt idx="89">
                <c:v>0.9602715269585541</c:v>
              </c:pt>
              <c:pt idx="90">
                <c:v>0.9602715269585541</c:v>
              </c:pt>
              <c:pt idx="91">
                <c:v>0.9602715269585541</c:v>
              </c:pt>
              <c:pt idx="92">
                <c:v>0.9602715269585541</c:v>
              </c:pt>
              <c:pt idx="93">
                <c:v>0.9602715269585541</c:v>
              </c:pt>
              <c:pt idx="94">
                <c:v>0.9602715269585541</c:v>
              </c:pt>
              <c:pt idx="95">
                <c:v>0.9602715269585541</c:v>
              </c:pt>
              <c:pt idx="96">
                <c:v>0.9602715269585541</c:v>
              </c:pt>
              <c:pt idx="97">
                <c:v>0.9602715269585541</c:v>
              </c:pt>
              <c:pt idx="98">
                <c:v>0.9602715269585541</c:v>
              </c:pt>
              <c:pt idx="99">
                <c:v>0.9602715269585541</c:v>
              </c:pt>
              <c:pt idx="100">
                <c:v>0.9602715269585541</c:v>
              </c:pt>
              <c:pt idx="101">
                <c:v>0.9602715269585541</c:v>
              </c:pt>
              <c:pt idx="102">
                <c:v>0.9602715269585541</c:v>
              </c:pt>
              <c:pt idx="103">
                <c:v>0.9602715269585541</c:v>
              </c:pt>
              <c:pt idx="104">
                <c:v>0.9602715269585541</c:v>
              </c:pt>
              <c:pt idx="105">
                <c:v>0.9602715269585541</c:v>
              </c:pt>
              <c:pt idx="106">
                <c:v>0.9602715269585541</c:v>
              </c:pt>
              <c:pt idx="107">
                <c:v>0.9602715269585541</c:v>
              </c:pt>
              <c:pt idx="108">
                <c:v>0.9602715269585541</c:v>
              </c:pt>
              <c:pt idx="109">
                <c:v>0.9602715269585541</c:v>
              </c:pt>
              <c:pt idx="110">
                <c:v>0.9602715269585541</c:v>
              </c:pt>
              <c:pt idx="111">
                <c:v>0.9602715269585541</c:v>
              </c:pt>
              <c:pt idx="112">
                <c:v>0.9602715269585541</c:v>
              </c:pt>
              <c:pt idx="113">
                <c:v>0.9602715269585541</c:v>
              </c:pt>
              <c:pt idx="114">
                <c:v>0.9602715269585541</c:v>
              </c:pt>
              <c:pt idx="115">
                <c:v>0.9602715269585541</c:v>
              </c:pt>
              <c:pt idx="116">
                <c:v>0.9602715269585541</c:v>
              </c:pt>
              <c:pt idx="117">
                <c:v>0.9602715269585541</c:v>
              </c:pt>
              <c:pt idx="118">
                <c:v>0.9602715269585541</c:v>
              </c:pt>
              <c:pt idx="119">
                <c:v>0.9602715269585541</c:v>
              </c:pt>
              <c:pt idx="120">
                <c:v>0.9602715269585541</c:v>
              </c:pt>
              <c:pt idx="121">
                <c:v>0.9602715269585541</c:v>
              </c:pt>
              <c:pt idx="122">
                <c:v>0.9602715269585541</c:v>
              </c:pt>
              <c:pt idx="123">
                <c:v>0.9602715269585541</c:v>
              </c:pt>
              <c:pt idx="124">
                <c:v>0.9602715269585541</c:v>
              </c:pt>
              <c:pt idx="125">
                <c:v>0.9602715269585541</c:v>
              </c:pt>
              <c:pt idx="126">
                <c:v>0.9602715269585541</c:v>
              </c:pt>
              <c:pt idx="127">
                <c:v>0.9602715269585541</c:v>
              </c:pt>
              <c:pt idx="128">
                <c:v>0.9602715269585541</c:v>
              </c:pt>
              <c:pt idx="129">
                <c:v>0.9602715269585541</c:v>
              </c:pt>
              <c:pt idx="130">
                <c:v>0.9602715269585541</c:v>
              </c:pt>
              <c:pt idx="131">
                <c:v>0.9602715269585541</c:v>
              </c:pt>
              <c:pt idx="132">
                <c:v>0.9602715269585541</c:v>
              </c:pt>
              <c:pt idx="133">
                <c:v>0.9602715269585541</c:v>
              </c:pt>
              <c:pt idx="134">
                <c:v>0.9602715269585541</c:v>
              </c:pt>
              <c:pt idx="135">
                <c:v>0.9602715269585541</c:v>
              </c:pt>
              <c:pt idx="136">
                <c:v>0.9602715269585541</c:v>
              </c:pt>
              <c:pt idx="137">
                <c:v>0.9602715269585541</c:v>
              </c:pt>
              <c:pt idx="138">
                <c:v>0.9602715269585541</c:v>
              </c:pt>
              <c:pt idx="139">
                <c:v>0.9602715269585541</c:v>
              </c:pt>
              <c:pt idx="140">
                <c:v>0.9602715269585541</c:v>
              </c:pt>
              <c:pt idx="141">
                <c:v>0.9602715269585541</c:v>
              </c:pt>
              <c:pt idx="142">
                <c:v>0.9602715269585541</c:v>
              </c:pt>
              <c:pt idx="143">
                <c:v>0.9602715269585541</c:v>
              </c:pt>
              <c:pt idx="144">
                <c:v>0.9602715269585541</c:v>
              </c:pt>
              <c:pt idx="145">
                <c:v>0.9602715269585541</c:v>
              </c:pt>
              <c:pt idx="146">
                <c:v>0.9602715269585541</c:v>
              </c:pt>
              <c:pt idx="147">
                <c:v>0.9602715269585541</c:v>
              </c:pt>
              <c:pt idx="148">
                <c:v>0.9602715269585541</c:v>
              </c:pt>
              <c:pt idx="149">
                <c:v>0.9602715269585541</c:v>
              </c:pt>
              <c:pt idx="150">
                <c:v>0.9602715269585541</c:v>
              </c:pt>
              <c:pt idx="151">
                <c:v>0.9602715269585541</c:v>
              </c:pt>
              <c:pt idx="152">
                <c:v>0.9602715269585541</c:v>
              </c:pt>
              <c:pt idx="153">
                <c:v>0.9602715269585541</c:v>
              </c:pt>
              <c:pt idx="154">
                <c:v>0.9602715269585541</c:v>
              </c:pt>
              <c:pt idx="155">
                <c:v>0.9602715269585541</c:v>
              </c:pt>
              <c:pt idx="156">
                <c:v>0.9602715269585541</c:v>
              </c:pt>
              <c:pt idx="157">
                <c:v>0.9602715269585541</c:v>
              </c:pt>
              <c:pt idx="158">
                <c:v>0.9602715269585541</c:v>
              </c:pt>
              <c:pt idx="159">
                <c:v>0.9602715269585541</c:v>
              </c:pt>
              <c:pt idx="160">
                <c:v>0.9602715269585541</c:v>
              </c:pt>
              <c:pt idx="161">
                <c:v>0.9602715269585541</c:v>
              </c:pt>
              <c:pt idx="162">
                <c:v>0.9602715269585541</c:v>
              </c:pt>
              <c:pt idx="163">
                <c:v>0.9602715269585541</c:v>
              </c:pt>
              <c:pt idx="164">
                <c:v>0.9602715269585541</c:v>
              </c:pt>
              <c:pt idx="165">
                <c:v>0.9602715269585541</c:v>
              </c:pt>
              <c:pt idx="166">
                <c:v>0.9602715269585541</c:v>
              </c:pt>
              <c:pt idx="167">
                <c:v>0.9602715269585541</c:v>
              </c:pt>
              <c:pt idx="168">
                <c:v>0.9602715269585541</c:v>
              </c:pt>
              <c:pt idx="169">
                <c:v>0.9602715269585541</c:v>
              </c:pt>
              <c:pt idx="170">
                <c:v>0.9602715269585541</c:v>
              </c:pt>
              <c:pt idx="171">
                <c:v>0.9602715269585541</c:v>
              </c:pt>
              <c:pt idx="172">
                <c:v>0.9602715269585541</c:v>
              </c:pt>
              <c:pt idx="173">
                <c:v>0.9602715269585541</c:v>
              </c:pt>
              <c:pt idx="174">
                <c:v>0.9602715269585541</c:v>
              </c:pt>
              <c:pt idx="175">
                <c:v>0.9602715269585541</c:v>
              </c:pt>
              <c:pt idx="176">
                <c:v>0.9602715269585541</c:v>
              </c:pt>
              <c:pt idx="177">
                <c:v>0.9602715269585541</c:v>
              </c:pt>
              <c:pt idx="178">
                <c:v>0.9602715269585541</c:v>
              </c:pt>
              <c:pt idx="179">
                <c:v>0.9602715269585541</c:v>
              </c:pt>
              <c:pt idx="180">
                <c:v>0.9602715269585541</c:v>
              </c:pt>
              <c:pt idx="181">
                <c:v>0.9602715269585541</c:v>
              </c:pt>
              <c:pt idx="182">
                <c:v>0.9602715269585541</c:v>
              </c:pt>
              <c:pt idx="183">
                <c:v>0.9602715269585541</c:v>
              </c:pt>
              <c:pt idx="184">
                <c:v>0.9602715269585541</c:v>
              </c:pt>
              <c:pt idx="185">
                <c:v>0.9602715269585541</c:v>
              </c:pt>
              <c:pt idx="186">
                <c:v>0.9602715269585541</c:v>
              </c:pt>
              <c:pt idx="187">
                <c:v>0.9602715269585541</c:v>
              </c:pt>
              <c:pt idx="188">
                <c:v>0.9602715269585541</c:v>
              </c:pt>
              <c:pt idx="189">
                <c:v>0.9602715269585541</c:v>
              </c:pt>
              <c:pt idx="190">
                <c:v>0.9602715269585541</c:v>
              </c:pt>
              <c:pt idx="191">
                <c:v>0.9602715269585541</c:v>
              </c:pt>
              <c:pt idx="192">
                <c:v>0.9602715269585541</c:v>
              </c:pt>
              <c:pt idx="193">
                <c:v>0.9602715269585541</c:v>
              </c:pt>
              <c:pt idx="194">
                <c:v>0.9602715269585541</c:v>
              </c:pt>
              <c:pt idx="195">
                <c:v>0.9602715269585541</c:v>
              </c:pt>
              <c:pt idx="196">
                <c:v>0.9602715269585541</c:v>
              </c:pt>
              <c:pt idx="197">
                <c:v>0.9602715269585541</c:v>
              </c:pt>
              <c:pt idx="198">
                <c:v>0.9602715269585541</c:v>
              </c:pt>
              <c:pt idx="199">
                <c:v>0.9602715269585541</c:v>
              </c:pt>
              <c:pt idx="200">
                <c:v>0.9602715269585541</c:v>
              </c:pt>
              <c:pt idx="201">
                <c:v>0.9602715269585541</c:v>
              </c:pt>
              <c:pt idx="202">
                <c:v>0.9602715269585541</c:v>
              </c:pt>
              <c:pt idx="203">
                <c:v>0.9602715269585541</c:v>
              </c:pt>
              <c:pt idx="204">
                <c:v>0.9602715269585541</c:v>
              </c:pt>
              <c:pt idx="205">
                <c:v>0.9602715269585541</c:v>
              </c:pt>
              <c:pt idx="206">
                <c:v>0.9602715269585541</c:v>
              </c:pt>
              <c:pt idx="207">
                <c:v>0.9602715269585541</c:v>
              </c:pt>
              <c:pt idx="208">
                <c:v>0.9602715269585541</c:v>
              </c:pt>
              <c:pt idx="209">
                <c:v>0.9602715269585541</c:v>
              </c:pt>
              <c:pt idx="210">
                <c:v>0.9602715269585541</c:v>
              </c:pt>
              <c:pt idx="211">
                <c:v>0.9602715269585541</c:v>
              </c:pt>
              <c:pt idx="212">
                <c:v>0.9602715269585541</c:v>
              </c:pt>
              <c:pt idx="213">
                <c:v>0.9602715269585541</c:v>
              </c:pt>
              <c:pt idx="214">
                <c:v>0.9602715269585541</c:v>
              </c:pt>
              <c:pt idx="215">
                <c:v>0.9602715269585541</c:v>
              </c:pt>
              <c:pt idx="216">
                <c:v>0.9602715269585541</c:v>
              </c:pt>
              <c:pt idx="217">
                <c:v>0.9602715269585541</c:v>
              </c:pt>
              <c:pt idx="218">
                <c:v>0.9602715269585541</c:v>
              </c:pt>
              <c:pt idx="219">
                <c:v>0.9602715269585541</c:v>
              </c:pt>
              <c:pt idx="220">
                <c:v>0.9602715269585541</c:v>
              </c:pt>
              <c:pt idx="221">
                <c:v>0.9602715269585541</c:v>
              </c:pt>
              <c:pt idx="222">
                <c:v>0.9602715269585541</c:v>
              </c:pt>
              <c:pt idx="223">
                <c:v>0.9602715269585541</c:v>
              </c:pt>
              <c:pt idx="224">
                <c:v>0.9602715269585541</c:v>
              </c:pt>
              <c:pt idx="225">
                <c:v>0.9602715269585541</c:v>
              </c:pt>
              <c:pt idx="226">
                <c:v>0.9602715269585541</c:v>
              </c:pt>
              <c:pt idx="227">
                <c:v>0.9602715269585541</c:v>
              </c:pt>
              <c:pt idx="228">
                <c:v>0.9602715269585541</c:v>
              </c:pt>
              <c:pt idx="229">
                <c:v>0.9602715269585541</c:v>
              </c:pt>
              <c:pt idx="230">
                <c:v>0.9602715269585541</c:v>
              </c:pt>
              <c:pt idx="231">
                <c:v>0.9602715269585541</c:v>
              </c:pt>
              <c:pt idx="232">
                <c:v>0.9602715269585541</c:v>
              </c:pt>
              <c:pt idx="233">
                <c:v>0.9602715269585541</c:v>
              </c:pt>
              <c:pt idx="234">
                <c:v>0.9602715269585541</c:v>
              </c:pt>
              <c:pt idx="235">
                <c:v>0.9602715269585541</c:v>
              </c:pt>
              <c:pt idx="236">
                <c:v>0.9602715269585541</c:v>
              </c:pt>
              <c:pt idx="237">
                <c:v>0.9602715269585541</c:v>
              </c:pt>
              <c:pt idx="238">
                <c:v>0.9602715269585541</c:v>
              </c:pt>
              <c:pt idx="239">
                <c:v>0.9602715269585541</c:v>
              </c:pt>
              <c:pt idx="240">
                <c:v>0.9602715269585541</c:v>
              </c:pt>
              <c:pt idx="241">
                <c:v>0.9602715269585541</c:v>
              </c:pt>
              <c:pt idx="242">
                <c:v>0.9602715269585541</c:v>
              </c:pt>
              <c:pt idx="243">
                <c:v>0.9602715269585541</c:v>
              </c:pt>
              <c:pt idx="244">
                <c:v>0.9602715269585541</c:v>
              </c:pt>
              <c:pt idx="245">
                <c:v>0.9602715269585541</c:v>
              </c:pt>
              <c:pt idx="246">
                <c:v>0.9602715269585541</c:v>
              </c:pt>
              <c:pt idx="247">
                <c:v>0.9602715269585541</c:v>
              </c:pt>
              <c:pt idx="248">
                <c:v>0.9602715269585541</c:v>
              </c:pt>
              <c:pt idx="249">
                <c:v>0.9602715269585541</c:v>
              </c:pt>
              <c:pt idx="250">
                <c:v>0.9602715269585541</c:v>
              </c:pt>
              <c:pt idx="251">
                <c:v>0.9602715269585541</c:v>
              </c:pt>
              <c:pt idx="252">
                <c:v>0.9602715269585541</c:v>
              </c:pt>
              <c:pt idx="253">
                <c:v>0.9602715269585541</c:v>
              </c:pt>
              <c:pt idx="254">
                <c:v>0.9602715269585541</c:v>
              </c:pt>
              <c:pt idx="255">
                <c:v>0.9602715269585541</c:v>
              </c:pt>
              <c:pt idx="256">
                <c:v>0.9602715269585541</c:v>
              </c:pt>
              <c:pt idx="257">
                <c:v>0.9602715269585541</c:v>
              </c:pt>
              <c:pt idx="258">
                <c:v>0.9602715269585541</c:v>
              </c:pt>
              <c:pt idx="259">
                <c:v>0.9602715269585541</c:v>
              </c:pt>
              <c:pt idx="260">
                <c:v>0.9602715269585541</c:v>
              </c:pt>
              <c:pt idx="261">
                <c:v>0.9602715269585541</c:v>
              </c:pt>
              <c:pt idx="262">
                <c:v>0.9602715269585541</c:v>
              </c:pt>
              <c:pt idx="263">
                <c:v>0.9602715269585541</c:v>
              </c:pt>
              <c:pt idx="264">
                <c:v>0.9602715269585541</c:v>
              </c:pt>
              <c:pt idx="265">
                <c:v>0.9602715269585541</c:v>
              </c:pt>
              <c:pt idx="266">
                <c:v>0.9602715269585541</c:v>
              </c:pt>
              <c:pt idx="267">
                <c:v>0.9602715269585541</c:v>
              </c:pt>
              <c:pt idx="268">
                <c:v>0.9602715269585541</c:v>
              </c:pt>
              <c:pt idx="269">
                <c:v>0.9602715269585541</c:v>
              </c:pt>
              <c:pt idx="270">
                <c:v>0.9602715269585541</c:v>
              </c:pt>
              <c:pt idx="271">
                <c:v>0.9602715269585541</c:v>
              </c:pt>
              <c:pt idx="272">
                <c:v>0.9602715269585541</c:v>
              </c:pt>
              <c:pt idx="273">
                <c:v>0.9602715269585541</c:v>
              </c:pt>
              <c:pt idx="274">
                <c:v>0.9602715269585541</c:v>
              </c:pt>
              <c:pt idx="275">
                <c:v>0.9602715269585541</c:v>
              </c:pt>
              <c:pt idx="276">
                <c:v>0.9602715269585541</c:v>
              </c:pt>
              <c:pt idx="277">
                <c:v>0.9602715269585541</c:v>
              </c:pt>
              <c:pt idx="278">
                <c:v>0.9602715269585541</c:v>
              </c:pt>
              <c:pt idx="279">
                <c:v>0.9602715269585541</c:v>
              </c:pt>
              <c:pt idx="280">
                <c:v>0.9602715269585541</c:v>
              </c:pt>
              <c:pt idx="281">
                <c:v>0.9602715269585541</c:v>
              </c:pt>
              <c:pt idx="282">
                <c:v>0.9602715269585541</c:v>
              </c:pt>
              <c:pt idx="283">
                <c:v>0.9602715269585541</c:v>
              </c:pt>
              <c:pt idx="284">
                <c:v>0.9602715269585541</c:v>
              </c:pt>
              <c:pt idx="285">
                <c:v>0.9602715269585541</c:v>
              </c:pt>
              <c:pt idx="286">
                <c:v>0.9602715269585541</c:v>
              </c:pt>
              <c:pt idx="287">
                <c:v>0.9602715269585541</c:v>
              </c:pt>
              <c:pt idx="288">
                <c:v>0.9602715269585541</c:v>
              </c:pt>
              <c:pt idx="289">
                <c:v>0.9602715269585541</c:v>
              </c:pt>
              <c:pt idx="290">
                <c:v>0.9602715269585541</c:v>
              </c:pt>
              <c:pt idx="291">
                <c:v>0.9602715269585541</c:v>
              </c:pt>
              <c:pt idx="292">
                <c:v>0.9602715269585541</c:v>
              </c:pt>
              <c:pt idx="293">
                <c:v>0.9602715269585541</c:v>
              </c:pt>
              <c:pt idx="294">
                <c:v>0.9602715269585541</c:v>
              </c:pt>
              <c:pt idx="295">
                <c:v>0.9602715269585541</c:v>
              </c:pt>
              <c:pt idx="296">
                <c:v>0.9602715269585541</c:v>
              </c:pt>
              <c:pt idx="297">
                <c:v>0.9602715269585541</c:v>
              </c:pt>
              <c:pt idx="298">
                <c:v>0.9602715269585541</c:v>
              </c:pt>
              <c:pt idx="299">
                <c:v>0.9602715269585541</c:v>
              </c:pt>
              <c:pt idx="300">
                <c:v>0.9602715269585541</c:v>
              </c:pt>
              <c:pt idx="301">
                <c:v>0.9602715269585541</c:v>
              </c:pt>
              <c:pt idx="302">
                <c:v>0.9602715269585541</c:v>
              </c:pt>
              <c:pt idx="303">
                <c:v>0.9602715269585541</c:v>
              </c:pt>
              <c:pt idx="304">
                <c:v>0.9602715269585541</c:v>
              </c:pt>
              <c:pt idx="305">
                <c:v>0.9602715269585541</c:v>
              </c:pt>
              <c:pt idx="306">
                <c:v>0.9602715269585541</c:v>
              </c:pt>
              <c:pt idx="307">
                <c:v>0.9602715269585541</c:v>
              </c:pt>
              <c:pt idx="308">
                <c:v>0.9602715269585541</c:v>
              </c:pt>
              <c:pt idx="309">
                <c:v>0.9602715269585541</c:v>
              </c:pt>
              <c:pt idx="310">
                <c:v>0.9602715269585541</c:v>
              </c:pt>
              <c:pt idx="311">
                <c:v>0.9602715269585541</c:v>
              </c:pt>
              <c:pt idx="312">
                <c:v>0.9602715269585541</c:v>
              </c:pt>
              <c:pt idx="313">
                <c:v>0.9602715269585541</c:v>
              </c:pt>
              <c:pt idx="314">
                <c:v>0.9602715269585541</c:v>
              </c:pt>
              <c:pt idx="315">
                <c:v>0.9602715269585541</c:v>
              </c:pt>
              <c:pt idx="316">
                <c:v>0.9602715269585541</c:v>
              </c:pt>
              <c:pt idx="317">
                <c:v>0.9602715269585541</c:v>
              </c:pt>
              <c:pt idx="318">
                <c:v>0.9602715269585541</c:v>
              </c:pt>
              <c:pt idx="319">
                <c:v>0.9602715269585541</c:v>
              </c:pt>
              <c:pt idx="320">
                <c:v>0.9602715269585541</c:v>
              </c:pt>
              <c:pt idx="321">
                <c:v>0.9602715269585541</c:v>
              </c:pt>
              <c:pt idx="322">
                <c:v>0.9602715269585541</c:v>
              </c:pt>
              <c:pt idx="323">
                <c:v>0.9602715269585541</c:v>
              </c:pt>
            </c:numLit>
          </c:yVal>
          <c:smooth val="0"/>
        </c:ser>
        <c:ser>
          <c:idx val="3"/>
          <c:order val="3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1.7941219849936019</c:v>
              </c:pt>
              <c:pt idx="1">
                <c:v>1.8486033236919899</c:v>
              </c:pt>
              <c:pt idx="2">
                <c:v>1.8486033236919899</c:v>
              </c:pt>
              <c:pt idx="3">
                <c:v>1.8486033236919899</c:v>
              </c:pt>
              <c:pt idx="4">
                <c:v>1.8486033236919899</c:v>
              </c:pt>
              <c:pt idx="5">
                <c:v>1.8486033236919899</c:v>
              </c:pt>
              <c:pt idx="6">
                <c:v>1.8486033236919899</c:v>
              </c:pt>
              <c:pt idx="7">
                <c:v>1.8486033236919899</c:v>
              </c:pt>
              <c:pt idx="8">
                <c:v>1.8486033236919899</c:v>
              </c:pt>
              <c:pt idx="9">
                <c:v>1.8486033236919899</c:v>
              </c:pt>
              <c:pt idx="10">
                <c:v>1.8486033236919899</c:v>
              </c:pt>
              <c:pt idx="11">
                <c:v>1.8486033236919899</c:v>
              </c:pt>
              <c:pt idx="12">
                <c:v>1.8486033236919899</c:v>
              </c:pt>
              <c:pt idx="13">
                <c:v>1.8486033236919899</c:v>
              </c:pt>
              <c:pt idx="14">
                <c:v>1.8486033236919899</c:v>
              </c:pt>
              <c:pt idx="15">
                <c:v>1.8486033236919899</c:v>
              </c:pt>
              <c:pt idx="16">
                <c:v>1.8486033236919899</c:v>
              </c:pt>
              <c:pt idx="17">
                <c:v>1.8486033236919899</c:v>
              </c:pt>
              <c:pt idx="18">
                <c:v>1.8486033236919899</c:v>
              </c:pt>
              <c:pt idx="19">
                <c:v>1.8486033236919899</c:v>
              </c:pt>
              <c:pt idx="20">
                <c:v>1.8486033236919899</c:v>
              </c:pt>
              <c:pt idx="21">
                <c:v>1.8486033236919899</c:v>
              </c:pt>
              <c:pt idx="22">
                <c:v>1.8486033236919899</c:v>
              </c:pt>
              <c:pt idx="23">
                <c:v>1.8486033236919899</c:v>
              </c:pt>
              <c:pt idx="24">
                <c:v>1.8486033236919899</c:v>
              </c:pt>
              <c:pt idx="25">
                <c:v>1.8486033236919899</c:v>
              </c:pt>
              <c:pt idx="26">
                <c:v>1.8486033236919899</c:v>
              </c:pt>
              <c:pt idx="27">
                <c:v>1.8486033236919899</c:v>
              </c:pt>
              <c:pt idx="28">
                <c:v>1.8486033236919899</c:v>
              </c:pt>
              <c:pt idx="29">
                <c:v>1.8486033236919899</c:v>
              </c:pt>
              <c:pt idx="30">
                <c:v>1.8486033236919899</c:v>
              </c:pt>
              <c:pt idx="31">
                <c:v>1.8486033236919899</c:v>
              </c:pt>
              <c:pt idx="32">
                <c:v>1.8486033236919899</c:v>
              </c:pt>
              <c:pt idx="33">
                <c:v>1.8486033236919899</c:v>
              </c:pt>
              <c:pt idx="34">
                <c:v>1.8486033236919899</c:v>
              </c:pt>
              <c:pt idx="35">
                <c:v>1.8486033236919899</c:v>
              </c:pt>
              <c:pt idx="36">
                <c:v>1.8486033236919899</c:v>
              </c:pt>
              <c:pt idx="37">
                <c:v>1.8486033236919899</c:v>
              </c:pt>
              <c:pt idx="38">
                <c:v>1.8486033236919899</c:v>
              </c:pt>
              <c:pt idx="39">
                <c:v>1.8486033236919899</c:v>
              </c:pt>
              <c:pt idx="40">
                <c:v>1.8486033236919899</c:v>
              </c:pt>
              <c:pt idx="41">
                <c:v>1.8486033236919899</c:v>
              </c:pt>
              <c:pt idx="42">
                <c:v>1.8486033236919899</c:v>
              </c:pt>
              <c:pt idx="43">
                <c:v>1.8486033236919899</c:v>
              </c:pt>
              <c:pt idx="44">
                <c:v>1.8486033236919899</c:v>
              </c:pt>
              <c:pt idx="45">
                <c:v>1.8486033236919899</c:v>
              </c:pt>
              <c:pt idx="46">
                <c:v>1.8486033236919899</c:v>
              </c:pt>
              <c:pt idx="47">
                <c:v>1.8486033236919899</c:v>
              </c:pt>
              <c:pt idx="48">
                <c:v>1.8486033236919899</c:v>
              </c:pt>
              <c:pt idx="49">
                <c:v>1.8486033236919899</c:v>
              </c:pt>
              <c:pt idx="50">
                <c:v>1.8486033236919899</c:v>
              </c:pt>
              <c:pt idx="51">
                <c:v>1.8486033236919899</c:v>
              </c:pt>
              <c:pt idx="52">
                <c:v>1.8486033236919899</c:v>
              </c:pt>
              <c:pt idx="53">
                <c:v>1.8486033236919899</c:v>
              </c:pt>
              <c:pt idx="54">
                <c:v>1.8486033236919899</c:v>
              </c:pt>
              <c:pt idx="55">
                <c:v>1.8486033236919899</c:v>
              </c:pt>
              <c:pt idx="56">
                <c:v>1.8486033236919899</c:v>
              </c:pt>
              <c:pt idx="57">
                <c:v>1.8486033236919899</c:v>
              </c:pt>
              <c:pt idx="58">
                <c:v>1.8486033236919899</c:v>
              </c:pt>
              <c:pt idx="59">
                <c:v>1.8486033236919899</c:v>
              </c:pt>
              <c:pt idx="60">
                <c:v>1.8486033236919899</c:v>
              </c:pt>
              <c:pt idx="61">
                <c:v>1.8486033236919899</c:v>
              </c:pt>
              <c:pt idx="62">
                <c:v>1.8486033236919899</c:v>
              </c:pt>
              <c:pt idx="63">
                <c:v>1.8486033236919899</c:v>
              </c:pt>
              <c:pt idx="64">
                <c:v>1.8486033236919899</c:v>
              </c:pt>
              <c:pt idx="65">
                <c:v>1.8486033236919899</c:v>
              </c:pt>
              <c:pt idx="66">
                <c:v>1.8486033236919899</c:v>
              </c:pt>
              <c:pt idx="67">
                <c:v>1.8486033236919899</c:v>
              </c:pt>
              <c:pt idx="68">
                <c:v>1.8486033236919899</c:v>
              </c:pt>
              <c:pt idx="69">
                <c:v>1.8486033236919899</c:v>
              </c:pt>
              <c:pt idx="70">
                <c:v>1.8486033236919899</c:v>
              </c:pt>
              <c:pt idx="71">
                <c:v>1.8486033236919899</c:v>
              </c:pt>
              <c:pt idx="72">
                <c:v>1.8486033236919899</c:v>
              </c:pt>
              <c:pt idx="73">
                <c:v>1.8486033236919899</c:v>
              </c:pt>
              <c:pt idx="74">
                <c:v>1.8486033236919899</c:v>
              </c:pt>
              <c:pt idx="75">
                <c:v>1.8486033236919899</c:v>
              </c:pt>
              <c:pt idx="76">
                <c:v>1.8486033236919899</c:v>
              </c:pt>
              <c:pt idx="77">
                <c:v>1.8486033236919899</c:v>
              </c:pt>
              <c:pt idx="78">
                <c:v>1.8486033236919899</c:v>
              </c:pt>
              <c:pt idx="79">
                <c:v>1.8486033236919899</c:v>
              </c:pt>
              <c:pt idx="80">
                <c:v>1.8486033236919899</c:v>
              </c:pt>
              <c:pt idx="81">
                <c:v>1.8486033236919899</c:v>
              </c:pt>
              <c:pt idx="82">
                <c:v>1.8486033236919899</c:v>
              </c:pt>
              <c:pt idx="83">
                <c:v>1.8486033236919899</c:v>
              </c:pt>
              <c:pt idx="84">
                <c:v>1.8486033236919899</c:v>
              </c:pt>
              <c:pt idx="85">
                <c:v>1.8486033236919899</c:v>
              </c:pt>
              <c:pt idx="86">
                <c:v>1.8486033236919899</c:v>
              </c:pt>
              <c:pt idx="87">
                <c:v>1.8486033236919899</c:v>
              </c:pt>
              <c:pt idx="88">
                <c:v>1.8486033236919899</c:v>
              </c:pt>
              <c:pt idx="89">
                <c:v>1.8486033236919899</c:v>
              </c:pt>
              <c:pt idx="90">
                <c:v>1.8486033236919899</c:v>
              </c:pt>
              <c:pt idx="91">
                <c:v>1.8486033236919899</c:v>
              </c:pt>
              <c:pt idx="92">
                <c:v>1.8486033236919899</c:v>
              </c:pt>
              <c:pt idx="93">
                <c:v>1.8486033236919899</c:v>
              </c:pt>
              <c:pt idx="94">
                <c:v>1.8486033236919899</c:v>
              </c:pt>
              <c:pt idx="95">
                <c:v>1.8486033236919899</c:v>
              </c:pt>
              <c:pt idx="96">
                <c:v>1.8486033236919899</c:v>
              </c:pt>
              <c:pt idx="97">
                <c:v>1.8486033236919899</c:v>
              </c:pt>
              <c:pt idx="98">
                <c:v>1.8486033236919899</c:v>
              </c:pt>
              <c:pt idx="99">
                <c:v>1.8486033236919899</c:v>
              </c:pt>
              <c:pt idx="100">
                <c:v>1.8486033236919899</c:v>
              </c:pt>
              <c:pt idx="101">
                <c:v>1.8486033236919899</c:v>
              </c:pt>
              <c:pt idx="102">
                <c:v>1.8486033236919899</c:v>
              </c:pt>
              <c:pt idx="103">
                <c:v>1.8486033236919899</c:v>
              </c:pt>
              <c:pt idx="104">
                <c:v>1.8486033236919899</c:v>
              </c:pt>
              <c:pt idx="105">
                <c:v>1.8486033236919899</c:v>
              </c:pt>
              <c:pt idx="106">
                <c:v>1.8486033236919899</c:v>
              </c:pt>
              <c:pt idx="107">
                <c:v>1.8486033236919899</c:v>
              </c:pt>
              <c:pt idx="108">
                <c:v>1.8486033236919899</c:v>
              </c:pt>
              <c:pt idx="109">
                <c:v>1.8486033236919899</c:v>
              </c:pt>
              <c:pt idx="110">
                <c:v>1.8486033236919899</c:v>
              </c:pt>
              <c:pt idx="111">
                <c:v>1.8486033236919899</c:v>
              </c:pt>
              <c:pt idx="112">
                <c:v>1.8486033236919899</c:v>
              </c:pt>
              <c:pt idx="113">
                <c:v>1.8486033236919899</c:v>
              </c:pt>
              <c:pt idx="114">
                <c:v>1.8486033236919899</c:v>
              </c:pt>
              <c:pt idx="115">
                <c:v>1.8486033236919899</c:v>
              </c:pt>
              <c:pt idx="116">
                <c:v>1.8486033236919899</c:v>
              </c:pt>
              <c:pt idx="117">
                <c:v>1.8486033236919899</c:v>
              </c:pt>
              <c:pt idx="118">
                <c:v>1.8486033236919899</c:v>
              </c:pt>
              <c:pt idx="119">
                <c:v>1.8486033236919899</c:v>
              </c:pt>
              <c:pt idx="120">
                <c:v>1.8486033236919899</c:v>
              </c:pt>
              <c:pt idx="121">
                <c:v>1.8486033236919899</c:v>
              </c:pt>
              <c:pt idx="122">
                <c:v>1.8486033236919899</c:v>
              </c:pt>
              <c:pt idx="123">
                <c:v>1.8486033236919899</c:v>
              </c:pt>
              <c:pt idx="124">
                <c:v>1.8486033236919899</c:v>
              </c:pt>
              <c:pt idx="125">
                <c:v>1.8486033236919899</c:v>
              </c:pt>
              <c:pt idx="126">
                <c:v>1.8486033236919899</c:v>
              </c:pt>
              <c:pt idx="127">
                <c:v>1.8486033236919899</c:v>
              </c:pt>
              <c:pt idx="128">
                <c:v>1.8486033236919899</c:v>
              </c:pt>
              <c:pt idx="129">
                <c:v>1.8486033236919899</c:v>
              </c:pt>
              <c:pt idx="130">
                <c:v>1.8486033236919899</c:v>
              </c:pt>
              <c:pt idx="131">
                <c:v>1.8486033236919899</c:v>
              </c:pt>
              <c:pt idx="132">
                <c:v>1.8486033236919899</c:v>
              </c:pt>
              <c:pt idx="133">
                <c:v>1.8486033236919899</c:v>
              </c:pt>
              <c:pt idx="134">
                <c:v>1.8486033236919899</c:v>
              </c:pt>
              <c:pt idx="135">
                <c:v>1.8486033236919899</c:v>
              </c:pt>
              <c:pt idx="136">
                <c:v>1.8486033236919899</c:v>
              </c:pt>
              <c:pt idx="137">
                <c:v>1.8486033236919899</c:v>
              </c:pt>
              <c:pt idx="138">
                <c:v>1.8486033236919899</c:v>
              </c:pt>
              <c:pt idx="139">
                <c:v>1.8486033236919899</c:v>
              </c:pt>
              <c:pt idx="140">
                <c:v>1.8486033236919899</c:v>
              </c:pt>
              <c:pt idx="141">
                <c:v>1.8486033236919899</c:v>
              </c:pt>
              <c:pt idx="142">
                <c:v>1.8486033236919899</c:v>
              </c:pt>
              <c:pt idx="143">
                <c:v>1.8486033236919899</c:v>
              </c:pt>
              <c:pt idx="144">
                <c:v>1.8486033236919899</c:v>
              </c:pt>
              <c:pt idx="145">
                <c:v>1.8486033236919899</c:v>
              </c:pt>
              <c:pt idx="146">
                <c:v>1.8486033236919899</c:v>
              </c:pt>
              <c:pt idx="147">
                <c:v>1.8486033236919899</c:v>
              </c:pt>
              <c:pt idx="148">
                <c:v>1.8486033236919899</c:v>
              </c:pt>
              <c:pt idx="149">
                <c:v>1.8486033236919899</c:v>
              </c:pt>
              <c:pt idx="150">
                <c:v>1.8486033236919899</c:v>
              </c:pt>
              <c:pt idx="151">
                <c:v>1.8486033236919899</c:v>
              </c:pt>
              <c:pt idx="152">
                <c:v>1.8486033236919899</c:v>
              </c:pt>
              <c:pt idx="153">
                <c:v>1.8486033236919899</c:v>
              </c:pt>
              <c:pt idx="154">
                <c:v>1.8486033236919899</c:v>
              </c:pt>
              <c:pt idx="155">
                <c:v>1.8486033236919899</c:v>
              </c:pt>
              <c:pt idx="156">
                <c:v>1.8486033236919899</c:v>
              </c:pt>
              <c:pt idx="157">
                <c:v>1.8486033236919899</c:v>
              </c:pt>
              <c:pt idx="158">
                <c:v>1.8486033236919899</c:v>
              </c:pt>
              <c:pt idx="159">
                <c:v>1.8486033236919899</c:v>
              </c:pt>
              <c:pt idx="160">
                <c:v>1.8486033236919899</c:v>
              </c:pt>
              <c:pt idx="161">
                <c:v>1.8486033236919899</c:v>
              </c:pt>
              <c:pt idx="162">
                <c:v>1.8486033236919899</c:v>
              </c:pt>
              <c:pt idx="163">
                <c:v>1.8486033236919899</c:v>
              </c:pt>
              <c:pt idx="164">
                <c:v>1.8486033236919899</c:v>
              </c:pt>
              <c:pt idx="165">
                <c:v>1.8486033236919899</c:v>
              </c:pt>
              <c:pt idx="166">
                <c:v>1.8486033236919899</c:v>
              </c:pt>
              <c:pt idx="167">
                <c:v>1.8486033236919899</c:v>
              </c:pt>
              <c:pt idx="168">
                <c:v>1.8486033236919899</c:v>
              </c:pt>
              <c:pt idx="169">
                <c:v>1.8486033236919899</c:v>
              </c:pt>
              <c:pt idx="170">
                <c:v>1.8486033236919899</c:v>
              </c:pt>
              <c:pt idx="171">
                <c:v>1.8486033236919899</c:v>
              </c:pt>
              <c:pt idx="172">
                <c:v>1.8486033236919899</c:v>
              </c:pt>
              <c:pt idx="173">
                <c:v>1.8486033236919899</c:v>
              </c:pt>
              <c:pt idx="174">
                <c:v>1.8486033236919899</c:v>
              </c:pt>
              <c:pt idx="175">
                <c:v>1.8486033236919899</c:v>
              </c:pt>
              <c:pt idx="176">
                <c:v>1.8486033236919899</c:v>
              </c:pt>
              <c:pt idx="177">
                <c:v>1.8486033236919899</c:v>
              </c:pt>
              <c:pt idx="178">
                <c:v>1.8486033236919899</c:v>
              </c:pt>
              <c:pt idx="179">
                <c:v>1.8486033236919899</c:v>
              </c:pt>
              <c:pt idx="180">
                <c:v>1.8486033236919899</c:v>
              </c:pt>
              <c:pt idx="181">
                <c:v>1.8486033236919899</c:v>
              </c:pt>
              <c:pt idx="182">
                <c:v>1.8486033236919899</c:v>
              </c:pt>
              <c:pt idx="183">
                <c:v>1.8486033236919899</c:v>
              </c:pt>
              <c:pt idx="184">
                <c:v>1.8486033236919899</c:v>
              </c:pt>
              <c:pt idx="185">
                <c:v>1.8486033236919899</c:v>
              </c:pt>
              <c:pt idx="186">
                <c:v>1.8486033236919899</c:v>
              </c:pt>
              <c:pt idx="187">
                <c:v>1.8486033236919899</c:v>
              </c:pt>
              <c:pt idx="188">
                <c:v>1.8486033236919899</c:v>
              </c:pt>
              <c:pt idx="189">
                <c:v>1.8486033236919899</c:v>
              </c:pt>
              <c:pt idx="190">
                <c:v>1.8486033236919899</c:v>
              </c:pt>
              <c:pt idx="191">
                <c:v>1.8486033236919899</c:v>
              </c:pt>
              <c:pt idx="192">
                <c:v>1.8486033236919899</c:v>
              </c:pt>
              <c:pt idx="193">
                <c:v>1.8486033236919899</c:v>
              </c:pt>
              <c:pt idx="194">
                <c:v>1.8486033236919899</c:v>
              </c:pt>
              <c:pt idx="195">
                <c:v>1.8486033236919899</c:v>
              </c:pt>
              <c:pt idx="196">
                <c:v>1.8486033236919899</c:v>
              </c:pt>
              <c:pt idx="197">
                <c:v>1.8486033236919899</c:v>
              </c:pt>
              <c:pt idx="198">
                <c:v>1.8486033236919899</c:v>
              </c:pt>
              <c:pt idx="199">
                <c:v>1.8486033236919899</c:v>
              </c:pt>
              <c:pt idx="200">
                <c:v>1.8486033236919899</c:v>
              </c:pt>
              <c:pt idx="201">
                <c:v>1.8486033236919899</c:v>
              </c:pt>
              <c:pt idx="202">
                <c:v>1.8486033236919899</c:v>
              </c:pt>
              <c:pt idx="203">
                <c:v>1.8486033236919899</c:v>
              </c:pt>
              <c:pt idx="204">
                <c:v>1.8486033236919899</c:v>
              </c:pt>
              <c:pt idx="205">
                <c:v>1.8486033236919899</c:v>
              </c:pt>
              <c:pt idx="206">
                <c:v>1.8486033236919899</c:v>
              </c:pt>
              <c:pt idx="207">
                <c:v>1.8486033236919899</c:v>
              </c:pt>
              <c:pt idx="208">
                <c:v>1.8486033236919899</c:v>
              </c:pt>
              <c:pt idx="209">
                <c:v>1.8486033236919899</c:v>
              </c:pt>
              <c:pt idx="210">
                <c:v>1.8486033236919899</c:v>
              </c:pt>
              <c:pt idx="211">
                <c:v>1.8486033236919899</c:v>
              </c:pt>
              <c:pt idx="212">
                <c:v>1.8486033236919899</c:v>
              </c:pt>
              <c:pt idx="213">
                <c:v>1.8486033236919899</c:v>
              </c:pt>
              <c:pt idx="214">
                <c:v>1.8486033236919899</c:v>
              </c:pt>
              <c:pt idx="215">
                <c:v>1.8486033236919899</c:v>
              </c:pt>
              <c:pt idx="216">
                <c:v>1.8486033236919899</c:v>
              </c:pt>
              <c:pt idx="217">
                <c:v>1.8486033236919899</c:v>
              </c:pt>
              <c:pt idx="218">
                <c:v>1.8486033236919899</c:v>
              </c:pt>
              <c:pt idx="219">
                <c:v>1.8486033236919899</c:v>
              </c:pt>
              <c:pt idx="220">
                <c:v>1.8486033236919899</c:v>
              </c:pt>
              <c:pt idx="221">
                <c:v>1.8486033236919899</c:v>
              </c:pt>
              <c:pt idx="222">
                <c:v>1.8486033236919899</c:v>
              </c:pt>
              <c:pt idx="223">
                <c:v>1.8486033236919899</c:v>
              </c:pt>
              <c:pt idx="224">
                <c:v>1.8486033236919899</c:v>
              </c:pt>
              <c:pt idx="225">
                <c:v>1.8486033236919899</c:v>
              </c:pt>
              <c:pt idx="226">
                <c:v>1.8486033236919899</c:v>
              </c:pt>
              <c:pt idx="227">
                <c:v>1.8486033236919899</c:v>
              </c:pt>
              <c:pt idx="228">
                <c:v>1.8486033236919899</c:v>
              </c:pt>
              <c:pt idx="229">
                <c:v>1.8486033236919899</c:v>
              </c:pt>
              <c:pt idx="230">
                <c:v>1.8486033236919899</c:v>
              </c:pt>
              <c:pt idx="231">
                <c:v>1.8486033236919899</c:v>
              </c:pt>
              <c:pt idx="232">
                <c:v>1.8486033236919899</c:v>
              </c:pt>
              <c:pt idx="233">
                <c:v>1.8486033236919899</c:v>
              </c:pt>
              <c:pt idx="234">
                <c:v>1.8486033236919899</c:v>
              </c:pt>
              <c:pt idx="235">
                <c:v>1.8486033236919899</c:v>
              </c:pt>
              <c:pt idx="236">
                <c:v>1.8486033236919899</c:v>
              </c:pt>
              <c:pt idx="237">
                <c:v>1.8486033236919899</c:v>
              </c:pt>
              <c:pt idx="238">
                <c:v>1.8486033236919899</c:v>
              </c:pt>
              <c:pt idx="239">
                <c:v>1.8486033236919899</c:v>
              </c:pt>
              <c:pt idx="240">
                <c:v>1.8486033236919899</c:v>
              </c:pt>
              <c:pt idx="241">
                <c:v>1.8486033236919899</c:v>
              </c:pt>
              <c:pt idx="242">
                <c:v>1.8486033236919899</c:v>
              </c:pt>
              <c:pt idx="243">
                <c:v>1.8486033236919899</c:v>
              </c:pt>
              <c:pt idx="244">
                <c:v>1.8486033236919899</c:v>
              </c:pt>
              <c:pt idx="245">
                <c:v>1.8486033236919899</c:v>
              </c:pt>
              <c:pt idx="246">
                <c:v>1.8486033236919899</c:v>
              </c:pt>
              <c:pt idx="247">
                <c:v>1.8486033236919899</c:v>
              </c:pt>
              <c:pt idx="248">
                <c:v>1.8486033236919899</c:v>
              </c:pt>
              <c:pt idx="249">
                <c:v>1.8486033236919899</c:v>
              </c:pt>
              <c:pt idx="250">
                <c:v>1.8486033236919899</c:v>
              </c:pt>
              <c:pt idx="251">
                <c:v>1.8486033236919899</c:v>
              </c:pt>
              <c:pt idx="252">
                <c:v>1.8486033236919899</c:v>
              </c:pt>
              <c:pt idx="253">
                <c:v>1.8486033236919899</c:v>
              </c:pt>
              <c:pt idx="254">
                <c:v>1.8486033236919899</c:v>
              </c:pt>
              <c:pt idx="255">
                <c:v>1.8486033236919899</c:v>
              </c:pt>
              <c:pt idx="256">
                <c:v>1.8486033236919899</c:v>
              </c:pt>
              <c:pt idx="257">
                <c:v>1.8486033236919899</c:v>
              </c:pt>
              <c:pt idx="258">
                <c:v>1.8486033236919899</c:v>
              </c:pt>
              <c:pt idx="259">
                <c:v>1.8486033236919899</c:v>
              </c:pt>
              <c:pt idx="260">
                <c:v>1.8486033236919899</c:v>
              </c:pt>
              <c:pt idx="261">
                <c:v>1.8486033236919899</c:v>
              </c:pt>
              <c:pt idx="262">
                <c:v>1.8486033236919899</c:v>
              </c:pt>
              <c:pt idx="263">
                <c:v>1.8486033236919899</c:v>
              </c:pt>
              <c:pt idx="264">
                <c:v>1.8486033236919899</c:v>
              </c:pt>
              <c:pt idx="265">
                <c:v>1.8486033236919899</c:v>
              </c:pt>
              <c:pt idx="266">
                <c:v>1.8486033236919899</c:v>
              </c:pt>
              <c:pt idx="267">
                <c:v>1.8486033236919899</c:v>
              </c:pt>
              <c:pt idx="268">
                <c:v>1.8486033236919899</c:v>
              </c:pt>
              <c:pt idx="269">
                <c:v>1.8486033236919899</c:v>
              </c:pt>
              <c:pt idx="270">
                <c:v>1.8486033236919899</c:v>
              </c:pt>
              <c:pt idx="271">
                <c:v>1.8486033236919899</c:v>
              </c:pt>
              <c:pt idx="272">
                <c:v>1.8486033236919899</c:v>
              </c:pt>
              <c:pt idx="273">
                <c:v>1.8486033236919899</c:v>
              </c:pt>
              <c:pt idx="274">
                <c:v>1.8486033236919899</c:v>
              </c:pt>
              <c:pt idx="275">
                <c:v>1.8486033236919899</c:v>
              </c:pt>
              <c:pt idx="276">
                <c:v>1.8486033236919899</c:v>
              </c:pt>
              <c:pt idx="277">
                <c:v>1.8486033236919899</c:v>
              </c:pt>
              <c:pt idx="278">
                <c:v>1.8486033236919899</c:v>
              </c:pt>
              <c:pt idx="279">
                <c:v>1.8486033236919899</c:v>
              </c:pt>
              <c:pt idx="280">
                <c:v>1.8486033236919899</c:v>
              </c:pt>
              <c:pt idx="281">
                <c:v>1.8486033236919899</c:v>
              </c:pt>
              <c:pt idx="282">
                <c:v>1.8486033236919899</c:v>
              </c:pt>
              <c:pt idx="283">
                <c:v>1.8486033236919899</c:v>
              </c:pt>
              <c:pt idx="284">
                <c:v>1.8486033236919899</c:v>
              </c:pt>
              <c:pt idx="285">
                <c:v>1.8486033236919899</c:v>
              </c:pt>
              <c:pt idx="286">
                <c:v>1.8486033236919899</c:v>
              </c:pt>
              <c:pt idx="287">
                <c:v>1.8486033236919899</c:v>
              </c:pt>
              <c:pt idx="288">
                <c:v>1.8486033236919899</c:v>
              </c:pt>
              <c:pt idx="289">
                <c:v>1.8486033236919899</c:v>
              </c:pt>
              <c:pt idx="290">
                <c:v>1.8486033236919899</c:v>
              </c:pt>
              <c:pt idx="291">
                <c:v>1.8486033236919899</c:v>
              </c:pt>
              <c:pt idx="292">
                <c:v>1.8486033236919899</c:v>
              </c:pt>
              <c:pt idx="293">
                <c:v>1.8486033236919899</c:v>
              </c:pt>
              <c:pt idx="294">
                <c:v>1.8486033236919899</c:v>
              </c:pt>
              <c:pt idx="295">
                <c:v>1.8486033236919899</c:v>
              </c:pt>
              <c:pt idx="296">
                <c:v>1.8486033236919899</c:v>
              </c:pt>
              <c:pt idx="297">
                <c:v>1.8486033236919899</c:v>
              </c:pt>
              <c:pt idx="298">
                <c:v>1.8486033236919899</c:v>
              </c:pt>
              <c:pt idx="299">
                <c:v>1.8486033236919899</c:v>
              </c:pt>
              <c:pt idx="300">
                <c:v>1.8486033236919899</c:v>
              </c:pt>
              <c:pt idx="301">
                <c:v>1.8486033236919899</c:v>
              </c:pt>
              <c:pt idx="302">
                <c:v>1.8486033236919899</c:v>
              </c:pt>
              <c:pt idx="303">
                <c:v>1.8486033236919899</c:v>
              </c:pt>
              <c:pt idx="304">
                <c:v>1.8486033236919899</c:v>
              </c:pt>
              <c:pt idx="305">
                <c:v>1.8486033236919899</c:v>
              </c:pt>
              <c:pt idx="306">
                <c:v>1.8486033236919899</c:v>
              </c:pt>
              <c:pt idx="307">
                <c:v>1.8486033236919899</c:v>
              </c:pt>
              <c:pt idx="308">
                <c:v>1.8486033236919899</c:v>
              </c:pt>
              <c:pt idx="309">
                <c:v>1.8486033236919899</c:v>
              </c:pt>
              <c:pt idx="310">
                <c:v>1.8486033236919899</c:v>
              </c:pt>
              <c:pt idx="311">
                <c:v>1.8486033236919899</c:v>
              </c:pt>
              <c:pt idx="312">
                <c:v>1.8486033236919899</c:v>
              </c:pt>
              <c:pt idx="313">
                <c:v>1.8486033236919899</c:v>
              </c:pt>
              <c:pt idx="314">
                <c:v>1.8486033236919899</c:v>
              </c:pt>
              <c:pt idx="315">
                <c:v>1.8486033236919899</c:v>
              </c:pt>
              <c:pt idx="316">
                <c:v>1.8486033236919899</c:v>
              </c:pt>
              <c:pt idx="317">
                <c:v>1.8486033236919899</c:v>
              </c:pt>
              <c:pt idx="318">
                <c:v>1.8486033236919899</c:v>
              </c:pt>
              <c:pt idx="319">
                <c:v>1.8486033236919899</c:v>
              </c:pt>
              <c:pt idx="320">
                <c:v>1.8486033236919899</c:v>
              </c:pt>
              <c:pt idx="321">
                <c:v>1.8486033236919899</c:v>
              </c:pt>
              <c:pt idx="322">
                <c:v>1.8486033236919899</c:v>
              </c:pt>
              <c:pt idx="323">
                <c:v>1.8486033236919899</c:v>
              </c:pt>
            </c:numLit>
          </c:xVal>
          <c:yVal>
            <c:numLit>
              <c:formatCode>0.0</c:formatCode>
              <c:ptCount val="324"/>
              <c:pt idx="0">
                <c:v>0.7995948413183116</c:v>
              </c:pt>
              <c:pt idx="1">
                <c:v>0.7995948413183116</c:v>
              </c:pt>
              <c:pt idx="2">
                <c:v>0.7995948413183116</c:v>
              </c:pt>
              <c:pt idx="3">
                <c:v>0.7995948413183116</c:v>
              </c:pt>
              <c:pt idx="4">
                <c:v>0.7995948413183116</c:v>
              </c:pt>
              <c:pt idx="5">
                <c:v>0.7995948413183116</c:v>
              </c:pt>
              <c:pt idx="6">
                <c:v>0.7995948413183116</c:v>
              </c:pt>
              <c:pt idx="7">
                <c:v>0.7995948413183116</c:v>
              </c:pt>
              <c:pt idx="8">
                <c:v>0.7995948413183116</c:v>
              </c:pt>
              <c:pt idx="9">
                <c:v>0.7995948413183116</c:v>
              </c:pt>
              <c:pt idx="10">
                <c:v>0.7995948413183116</c:v>
              </c:pt>
              <c:pt idx="11">
                <c:v>0.7995948413183116</c:v>
              </c:pt>
              <c:pt idx="12">
                <c:v>0.7995948413183116</c:v>
              </c:pt>
              <c:pt idx="13">
                <c:v>0.7995948413183116</c:v>
              </c:pt>
              <c:pt idx="14">
                <c:v>0.7995948413183116</c:v>
              </c:pt>
              <c:pt idx="15">
                <c:v>0.7995948413183116</c:v>
              </c:pt>
              <c:pt idx="16">
                <c:v>0.7995948413183116</c:v>
              </c:pt>
              <c:pt idx="17">
                <c:v>0.7995948413183116</c:v>
              </c:pt>
              <c:pt idx="18">
                <c:v>0.7995948413183116</c:v>
              </c:pt>
              <c:pt idx="19">
                <c:v>0.7995948413183116</c:v>
              </c:pt>
              <c:pt idx="20">
                <c:v>0.7995948413183116</c:v>
              </c:pt>
              <c:pt idx="21">
                <c:v>0.7995948413183116</c:v>
              </c:pt>
              <c:pt idx="22">
                <c:v>0.7995948413183116</c:v>
              </c:pt>
              <c:pt idx="23">
                <c:v>0.7995948413183116</c:v>
              </c:pt>
              <c:pt idx="24">
                <c:v>0.7995948413183116</c:v>
              </c:pt>
              <c:pt idx="25">
                <c:v>0.7995948413183116</c:v>
              </c:pt>
              <c:pt idx="26">
                <c:v>0.7995948413183116</c:v>
              </c:pt>
              <c:pt idx="27">
                <c:v>0.7995948413183116</c:v>
              </c:pt>
              <c:pt idx="28">
                <c:v>0.7995948413183116</c:v>
              </c:pt>
              <c:pt idx="29">
                <c:v>0.7995948413183116</c:v>
              </c:pt>
              <c:pt idx="30">
                <c:v>0.7995948413183116</c:v>
              </c:pt>
              <c:pt idx="31">
                <c:v>0.7995948413183116</c:v>
              </c:pt>
              <c:pt idx="32">
                <c:v>0.7995948413183116</c:v>
              </c:pt>
              <c:pt idx="33">
                <c:v>0.7995948413183116</c:v>
              </c:pt>
              <c:pt idx="34">
                <c:v>0.7995948413183116</c:v>
              </c:pt>
              <c:pt idx="35">
                <c:v>0.7995948413183116</c:v>
              </c:pt>
              <c:pt idx="36">
                <c:v>0.7995948413183116</c:v>
              </c:pt>
              <c:pt idx="37">
                <c:v>0.7995948413183116</c:v>
              </c:pt>
              <c:pt idx="38">
                <c:v>0.7995948413183116</c:v>
              </c:pt>
              <c:pt idx="39">
                <c:v>0.7995948413183116</c:v>
              </c:pt>
              <c:pt idx="40">
                <c:v>0.7995948413183116</c:v>
              </c:pt>
              <c:pt idx="41">
                <c:v>0.7995948413183116</c:v>
              </c:pt>
              <c:pt idx="42">
                <c:v>0.7995948413183116</c:v>
              </c:pt>
              <c:pt idx="43">
                <c:v>0.7995948413183116</c:v>
              </c:pt>
              <c:pt idx="44">
                <c:v>0.7995948413183116</c:v>
              </c:pt>
              <c:pt idx="45">
                <c:v>0.7995948413183116</c:v>
              </c:pt>
              <c:pt idx="46">
                <c:v>0.7995948413183116</c:v>
              </c:pt>
              <c:pt idx="47">
                <c:v>0.7995948413183116</c:v>
              </c:pt>
              <c:pt idx="48">
                <c:v>0.7995948413183116</c:v>
              </c:pt>
              <c:pt idx="49">
                <c:v>0.7995948413183116</c:v>
              </c:pt>
              <c:pt idx="50">
                <c:v>0.7995948413183116</c:v>
              </c:pt>
              <c:pt idx="51">
                <c:v>0.7995948413183116</c:v>
              </c:pt>
              <c:pt idx="52">
                <c:v>0.7995948413183116</c:v>
              </c:pt>
              <c:pt idx="53">
                <c:v>0.7995948413183116</c:v>
              </c:pt>
              <c:pt idx="54">
                <c:v>0.7995948413183116</c:v>
              </c:pt>
              <c:pt idx="55">
                <c:v>0.7995948413183116</c:v>
              </c:pt>
              <c:pt idx="56">
                <c:v>0.7995948413183116</c:v>
              </c:pt>
              <c:pt idx="57">
                <c:v>0.7995948413183116</c:v>
              </c:pt>
              <c:pt idx="58">
                <c:v>0.7995948413183116</c:v>
              </c:pt>
              <c:pt idx="59">
                <c:v>0.7995948413183116</c:v>
              </c:pt>
              <c:pt idx="60">
                <c:v>0.7995948413183116</c:v>
              </c:pt>
              <c:pt idx="61">
                <c:v>0.7995948413183116</c:v>
              </c:pt>
              <c:pt idx="62">
                <c:v>0.7995948413183116</c:v>
              </c:pt>
              <c:pt idx="63">
                <c:v>0.7995948413183116</c:v>
              </c:pt>
              <c:pt idx="64">
                <c:v>0.7995948413183116</c:v>
              </c:pt>
              <c:pt idx="65">
                <c:v>0.7995948413183116</c:v>
              </c:pt>
              <c:pt idx="66">
                <c:v>0.7995948413183116</c:v>
              </c:pt>
              <c:pt idx="67">
                <c:v>0.7995948413183116</c:v>
              </c:pt>
              <c:pt idx="68">
                <c:v>0.7995948413183116</c:v>
              </c:pt>
              <c:pt idx="69">
                <c:v>0.7995948413183116</c:v>
              </c:pt>
              <c:pt idx="70">
                <c:v>0.7995948413183116</c:v>
              </c:pt>
              <c:pt idx="71">
                <c:v>0.7995948413183116</c:v>
              </c:pt>
              <c:pt idx="72">
                <c:v>0.7995948413183116</c:v>
              </c:pt>
              <c:pt idx="73">
                <c:v>0.7995948413183116</c:v>
              </c:pt>
              <c:pt idx="74">
                <c:v>0.7995948413183116</c:v>
              </c:pt>
              <c:pt idx="75">
                <c:v>0.7995948413183116</c:v>
              </c:pt>
              <c:pt idx="76">
                <c:v>0.7995948413183116</c:v>
              </c:pt>
              <c:pt idx="77">
                <c:v>0.7995948413183116</c:v>
              </c:pt>
              <c:pt idx="78">
                <c:v>0.7995948413183116</c:v>
              </c:pt>
              <c:pt idx="79">
                <c:v>0.7995948413183116</c:v>
              </c:pt>
              <c:pt idx="80">
                <c:v>0.7995948413183116</c:v>
              </c:pt>
              <c:pt idx="81">
                <c:v>0.7995948413183116</c:v>
              </c:pt>
              <c:pt idx="82">
                <c:v>0.7995948413183116</c:v>
              </c:pt>
              <c:pt idx="83">
                <c:v>0.7995948413183116</c:v>
              </c:pt>
              <c:pt idx="84">
                <c:v>0.7995948413183116</c:v>
              </c:pt>
              <c:pt idx="85">
                <c:v>0.7995948413183116</c:v>
              </c:pt>
              <c:pt idx="86">
                <c:v>0.7995948413183116</c:v>
              </c:pt>
              <c:pt idx="87">
                <c:v>0.7995948413183116</c:v>
              </c:pt>
              <c:pt idx="88">
                <c:v>0.7995948413183116</c:v>
              </c:pt>
              <c:pt idx="89">
                <c:v>0.7995948413183116</c:v>
              </c:pt>
              <c:pt idx="90">
                <c:v>0.7995948413183116</c:v>
              </c:pt>
              <c:pt idx="91">
                <c:v>0.7995948413183116</c:v>
              </c:pt>
              <c:pt idx="92">
                <c:v>0.7995948413183116</c:v>
              </c:pt>
              <c:pt idx="93">
                <c:v>0.7995948413183116</c:v>
              </c:pt>
              <c:pt idx="94">
                <c:v>0.7995948413183116</c:v>
              </c:pt>
              <c:pt idx="95">
                <c:v>0.7995948413183116</c:v>
              </c:pt>
              <c:pt idx="96">
                <c:v>0.7995948413183116</c:v>
              </c:pt>
              <c:pt idx="97">
                <c:v>0.7995948413183116</c:v>
              </c:pt>
              <c:pt idx="98">
                <c:v>0.7995948413183116</c:v>
              </c:pt>
              <c:pt idx="99">
                <c:v>0.7995948413183116</c:v>
              </c:pt>
              <c:pt idx="100">
                <c:v>0.7995948413183116</c:v>
              </c:pt>
              <c:pt idx="101">
                <c:v>0.7995948413183116</c:v>
              </c:pt>
              <c:pt idx="102">
                <c:v>0.7995948413183116</c:v>
              </c:pt>
              <c:pt idx="103">
                <c:v>0.7995948413183116</c:v>
              </c:pt>
              <c:pt idx="104">
                <c:v>0.7995948413183116</c:v>
              </c:pt>
              <c:pt idx="105">
                <c:v>0.7995948413183116</c:v>
              </c:pt>
              <c:pt idx="106">
                <c:v>0.7995948413183116</c:v>
              </c:pt>
              <c:pt idx="107">
                <c:v>0.7995948413183116</c:v>
              </c:pt>
              <c:pt idx="108">
                <c:v>0.7995948413183116</c:v>
              </c:pt>
              <c:pt idx="109">
                <c:v>0.7995948413183116</c:v>
              </c:pt>
              <c:pt idx="110">
                <c:v>0.7995948413183116</c:v>
              </c:pt>
              <c:pt idx="111">
                <c:v>0.7995948413183116</c:v>
              </c:pt>
              <c:pt idx="112">
                <c:v>0.7995948413183116</c:v>
              </c:pt>
              <c:pt idx="113">
                <c:v>0.7995948413183116</c:v>
              </c:pt>
              <c:pt idx="114">
                <c:v>0.7995948413183116</c:v>
              </c:pt>
              <c:pt idx="115">
                <c:v>0.7995948413183116</c:v>
              </c:pt>
              <c:pt idx="116">
                <c:v>0.7995948413183116</c:v>
              </c:pt>
              <c:pt idx="117">
                <c:v>0.7995948413183116</c:v>
              </c:pt>
              <c:pt idx="118">
                <c:v>0.7995948413183116</c:v>
              </c:pt>
              <c:pt idx="119">
                <c:v>0.7995948413183116</c:v>
              </c:pt>
              <c:pt idx="120">
                <c:v>0.7995948413183116</c:v>
              </c:pt>
              <c:pt idx="121">
                <c:v>0.7995948413183116</c:v>
              </c:pt>
              <c:pt idx="122">
                <c:v>0.7995948413183116</c:v>
              </c:pt>
              <c:pt idx="123">
                <c:v>0.7995948413183116</c:v>
              </c:pt>
              <c:pt idx="124">
                <c:v>0.7995948413183116</c:v>
              </c:pt>
              <c:pt idx="125">
                <c:v>0.7995948413183116</c:v>
              </c:pt>
              <c:pt idx="126">
                <c:v>0.7995948413183116</c:v>
              </c:pt>
              <c:pt idx="127">
                <c:v>0.7995948413183116</c:v>
              </c:pt>
              <c:pt idx="128">
                <c:v>0.7995948413183116</c:v>
              </c:pt>
              <c:pt idx="129">
                <c:v>0.7995948413183116</c:v>
              </c:pt>
              <c:pt idx="130">
                <c:v>0.7995948413183116</c:v>
              </c:pt>
              <c:pt idx="131">
                <c:v>0.7995948413183116</c:v>
              </c:pt>
              <c:pt idx="132">
                <c:v>0.7995948413183116</c:v>
              </c:pt>
              <c:pt idx="133">
                <c:v>0.7995948413183116</c:v>
              </c:pt>
              <c:pt idx="134">
                <c:v>0.7995948413183116</c:v>
              </c:pt>
              <c:pt idx="135">
                <c:v>0.7995948413183116</c:v>
              </c:pt>
              <c:pt idx="136">
                <c:v>0.7995948413183116</c:v>
              </c:pt>
              <c:pt idx="137">
                <c:v>0.7995948413183116</c:v>
              </c:pt>
              <c:pt idx="138">
                <c:v>0.7995948413183116</c:v>
              </c:pt>
              <c:pt idx="139">
                <c:v>0.7995948413183116</c:v>
              </c:pt>
              <c:pt idx="140">
                <c:v>0.7995948413183116</c:v>
              </c:pt>
              <c:pt idx="141">
                <c:v>0.7995948413183116</c:v>
              </c:pt>
              <c:pt idx="142">
                <c:v>0.7995948413183116</c:v>
              </c:pt>
              <c:pt idx="143">
                <c:v>0.7995948413183116</c:v>
              </c:pt>
              <c:pt idx="144">
                <c:v>0.7995948413183116</c:v>
              </c:pt>
              <c:pt idx="145">
                <c:v>0.7995948413183116</c:v>
              </c:pt>
              <c:pt idx="146">
                <c:v>0.7995948413183116</c:v>
              </c:pt>
              <c:pt idx="147">
                <c:v>0.7995948413183116</c:v>
              </c:pt>
              <c:pt idx="148">
                <c:v>0.7995948413183116</c:v>
              </c:pt>
              <c:pt idx="149">
                <c:v>0.7995948413183116</c:v>
              </c:pt>
              <c:pt idx="150">
                <c:v>0.7995948413183116</c:v>
              </c:pt>
              <c:pt idx="151">
                <c:v>0.7995948413183116</c:v>
              </c:pt>
              <c:pt idx="152">
                <c:v>0.7995948413183116</c:v>
              </c:pt>
              <c:pt idx="153">
                <c:v>0.7995948413183116</c:v>
              </c:pt>
              <c:pt idx="154">
                <c:v>0.7995948413183116</c:v>
              </c:pt>
              <c:pt idx="155">
                <c:v>0.7995948413183116</c:v>
              </c:pt>
              <c:pt idx="156">
                <c:v>0.7995948413183116</c:v>
              </c:pt>
              <c:pt idx="157">
                <c:v>0.7995948413183116</c:v>
              </c:pt>
              <c:pt idx="158">
                <c:v>0.7995948413183116</c:v>
              </c:pt>
              <c:pt idx="159">
                <c:v>0.7995948413183116</c:v>
              </c:pt>
              <c:pt idx="160">
                <c:v>0.7995948413183116</c:v>
              </c:pt>
              <c:pt idx="161">
                <c:v>0.7995948413183116</c:v>
              </c:pt>
              <c:pt idx="162">
                <c:v>0.7995948413183116</c:v>
              </c:pt>
              <c:pt idx="163">
                <c:v>0.7995948413183116</c:v>
              </c:pt>
              <c:pt idx="164">
                <c:v>0.7995948413183116</c:v>
              </c:pt>
              <c:pt idx="165">
                <c:v>0.7995948413183116</c:v>
              </c:pt>
              <c:pt idx="166">
                <c:v>0.7995948413183116</c:v>
              </c:pt>
              <c:pt idx="167">
                <c:v>0.7995948413183116</c:v>
              </c:pt>
              <c:pt idx="168">
                <c:v>0.7995948413183116</c:v>
              </c:pt>
              <c:pt idx="169">
                <c:v>0.7995948413183116</c:v>
              </c:pt>
              <c:pt idx="170">
                <c:v>0.7995948413183116</c:v>
              </c:pt>
              <c:pt idx="171">
                <c:v>0.7995948413183116</c:v>
              </c:pt>
              <c:pt idx="172">
                <c:v>0.7995948413183116</c:v>
              </c:pt>
              <c:pt idx="173">
                <c:v>0.7995948413183116</c:v>
              </c:pt>
              <c:pt idx="174">
                <c:v>0.7995948413183116</c:v>
              </c:pt>
              <c:pt idx="175">
                <c:v>0.7995948413183116</c:v>
              </c:pt>
              <c:pt idx="176">
                <c:v>0.7995948413183116</c:v>
              </c:pt>
              <c:pt idx="177">
                <c:v>0.7995948413183116</c:v>
              </c:pt>
              <c:pt idx="178">
                <c:v>0.7995948413183116</c:v>
              </c:pt>
              <c:pt idx="179">
                <c:v>0.7995948413183116</c:v>
              </c:pt>
              <c:pt idx="180">
                <c:v>0.7995948413183116</c:v>
              </c:pt>
              <c:pt idx="181">
                <c:v>0.7995948413183116</c:v>
              </c:pt>
              <c:pt idx="182">
                <c:v>0.7995948413183116</c:v>
              </c:pt>
              <c:pt idx="183">
                <c:v>0.7995948413183116</c:v>
              </c:pt>
              <c:pt idx="184">
                <c:v>0.7995948413183116</c:v>
              </c:pt>
              <c:pt idx="185">
                <c:v>0.7995948413183116</c:v>
              </c:pt>
              <c:pt idx="186">
                <c:v>0.7995948413183116</c:v>
              </c:pt>
              <c:pt idx="187">
                <c:v>0.7995948413183116</c:v>
              </c:pt>
              <c:pt idx="188">
                <c:v>0.7995948413183116</c:v>
              </c:pt>
              <c:pt idx="189">
                <c:v>0.7995948413183116</c:v>
              </c:pt>
              <c:pt idx="190">
                <c:v>0.7995948413183116</c:v>
              </c:pt>
              <c:pt idx="191">
                <c:v>0.7995948413183116</c:v>
              </c:pt>
              <c:pt idx="192">
                <c:v>0.7995948413183116</c:v>
              </c:pt>
              <c:pt idx="193">
                <c:v>0.7995948413183116</c:v>
              </c:pt>
              <c:pt idx="194">
                <c:v>0.7995948413183116</c:v>
              </c:pt>
              <c:pt idx="195">
                <c:v>0.7995948413183116</c:v>
              </c:pt>
              <c:pt idx="196">
                <c:v>0.7995948413183116</c:v>
              </c:pt>
              <c:pt idx="197">
                <c:v>0.7995948413183116</c:v>
              </c:pt>
              <c:pt idx="198">
                <c:v>0.7995948413183116</c:v>
              </c:pt>
              <c:pt idx="199">
                <c:v>0.7995948413183116</c:v>
              </c:pt>
              <c:pt idx="200">
                <c:v>0.7995948413183116</c:v>
              </c:pt>
              <c:pt idx="201">
                <c:v>0.7995948413183116</c:v>
              </c:pt>
              <c:pt idx="202">
                <c:v>0.7995948413183116</c:v>
              </c:pt>
              <c:pt idx="203">
                <c:v>0.7995948413183116</c:v>
              </c:pt>
              <c:pt idx="204">
                <c:v>0.7995948413183116</c:v>
              </c:pt>
              <c:pt idx="205">
                <c:v>0.7995948413183116</c:v>
              </c:pt>
              <c:pt idx="206">
                <c:v>0.7995948413183116</c:v>
              </c:pt>
              <c:pt idx="207">
                <c:v>0.7995948413183116</c:v>
              </c:pt>
              <c:pt idx="208">
                <c:v>0.7995948413183116</c:v>
              </c:pt>
              <c:pt idx="209">
                <c:v>0.7995948413183116</c:v>
              </c:pt>
              <c:pt idx="210">
                <c:v>0.7995948413183116</c:v>
              </c:pt>
              <c:pt idx="211">
                <c:v>0.7995948413183116</c:v>
              </c:pt>
              <c:pt idx="212">
                <c:v>0.7995948413183116</c:v>
              </c:pt>
              <c:pt idx="213">
                <c:v>0.7995948413183116</c:v>
              </c:pt>
              <c:pt idx="214">
                <c:v>0.7995948413183116</c:v>
              </c:pt>
              <c:pt idx="215">
                <c:v>0.7995948413183116</c:v>
              </c:pt>
              <c:pt idx="216">
                <c:v>0.7995948413183116</c:v>
              </c:pt>
              <c:pt idx="217">
                <c:v>0.7995948413183116</c:v>
              </c:pt>
              <c:pt idx="218">
                <c:v>0.7995948413183116</c:v>
              </c:pt>
              <c:pt idx="219">
                <c:v>0.7995948413183116</c:v>
              </c:pt>
              <c:pt idx="220">
                <c:v>0.7995948413183116</c:v>
              </c:pt>
              <c:pt idx="221">
                <c:v>0.7995948413183116</c:v>
              </c:pt>
              <c:pt idx="222">
                <c:v>0.7995948413183116</c:v>
              </c:pt>
              <c:pt idx="223">
                <c:v>0.7995948413183116</c:v>
              </c:pt>
              <c:pt idx="224">
                <c:v>0.7995948413183116</c:v>
              </c:pt>
              <c:pt idx="225">
                <c:v>0.7995948413183116</c:v>
              </c:pt>
              <c:pt idx="226">
                <c:v>0.7995948413183116</c:v>
              </c:pt>
              <c:pt idx="227">
                <c:v>0.7995948413183116</c:v>
              </c:pt>
              <c:pt idx="228">
                <c:v>0.7995948413183116</c:v>
              </c:pt>
              <c:pt idx="229">
                <c:v>0.7995948413183116</c:v>
              </c:pt>
              <c:pt idx="230">
                <c:v>0.7995948413183116</c:v>
              </c:pt>
              <c:pt idx="231">
                <c:v>0.7995948413183116</c:v>
              </c:pt>
              <c:pt idx="232">
                <c:v>0.7995948413183116</c:v>
              </c:pt>
              <c:pt idx="233">
                <c:v>0.7995948413183116</c:v>
              </c:pt>
              <c:pt idx="234">
                <c:v>0.7995948413183116</c:v>
              </c:pt>
              <c:pt idx="235">
                <c:v>0.7995948413183116</c:v>
              </c:pt>
              <c:pt idx="236">
                <c:v>0.7995948413183116</c:v>
              </c:pt>
              <c:pt idx="237">
                <c:v>0.7995948413183116</c:v>
              </c:pt>
              <c:pt idx="238">
                <c:v>0.7995948413183116</c:v>
              </c:pt>
              <c:pt idx="239">
                <c:v>0.7995948413183116</c:v>
              </c:pt>
              <c:pt idx="240">
                <c:v>0.7995948413183116</c:v>
              </c:pt>
              <c:pt idx="241">
                <c:v>0.7995948413183116</c:v>
              </c:pt>
              <c:pt idx="242">
                <c:v>0.7995948413183116</c:v>
              </c:pt>
              <c:pt idx="243">
                <c:v>0.7995948413183116</c:v>
              </c:pt>
              <c:pt idx="244">
                <c:v>0.7995948413183116</c:v>
              </c:pt>
              <c:pt idx="245">
                <c:v>0.7995948413183116</c:v>
              </c:pt>
              <c:pt idx="246">
                <c:v>0.7995948413183116</c:v>
              </c:pt>
              <c:pt idx="247">
                <c:v>0.7995948413183116</c:v>
              </c:pt>
              <c:pt idx="248">
                <c:v>0.7995948413183116</c:v>
              </c:pt>
              <c:pt idx="249">
                <c:v>0.7995948413183116</c:v>
              </c:pt>
              <c:pt idx="250">
                <c:v>0.7995948413183116</c:v>
              </c:pt>
              <c:pt idx="251">
                <c:v>0.7995948413183116</c:v>
              </c:pt>
              <c:pt idx="252">
                <c:v>0.7995948413183116</c:v>
              </c:pt>
              <c:pt idx="253">
                <c:v>0.7995948413183116</c:v>
              </c:pt>
              <c:pt idx="254">
                <c:v>0.7995948413183116</c:v>
              </c:pt>
              <c:pt idx="255">
                <c:v>0.7995948413183116</c:v>
              </c:pt>
              <c:pt idx="256">
                <c:v>0.7995948413183116</c:v>
              </c:pt>
              <c:pt idx="257">
                <c:v>0.7995948413183116</c:v>
              </c:pt>
              <c:pt idx="258">
                <c:v>0.7995948413183116</c:v>
              </c:pt>
              <c:pt idx="259">
                <c:v>0.7995948413183116</c:v>
              </c:pt>
              <c:pt idx="260">
                <c:v>0.7995948413183116</c:v>
              </c:pt>
              <c:pt idx="261">
                <c:v>0.7995948413183116</c:v>
              </c:pt>
              <c:pt idx="262">
                <c:v>0.7995948413183116</c:v>
              </c:pt>
              <c:pt idx="263">
                <c:v>0.7995948413183116</c:v>
              </c:pt>
              <c:pt idx="264">
                <c:v>0.7995948413183116</c:v>
              </c:pt>
              <c:pt idx="265">
                <c:v>0.7995948413183116</c:v>
              </c:pt>
              <c:pt idx="266">
                <c:v>0.7995948413183116</c:v>
              </c:pt>
              <c:pt idx="267">
                <c:v>0.7995948413183116</c:v>
              </c:pt>
              <c:pt idx="268">
                <c:v>0.7995948413183116</c:v>
              </c:pt>
              <c:pt idx="269">
                <c:v>0.7995948413183116</c:v>
              </c:pt>
              <c:pt idx="270">
                <c:v>0.7995948413183116</c:v>
              </c:pt>
              <c:pt idx="271">
                <c:v>0.7995948413183116</c:v>
              </c:pt>
              <c:pt idx="272">
                <c:v>0.7995948413183116</c:v>
              </c:pt>
              <c:pt idx="273">
                <c:v>0.7995948413183116</c:v>
              </c:pt>
              <c:pt idx="274">
                <c:v>0.7995948413183116</c:v>
              </c:pt>
              <c:pt idx="275">
                <c:v>0.7995948413183116</c:v>
              </c:pt>
              <c:pt idx="276">
                <c:v>0.7995948413183116</c:v>
              </c:pt>
              <c:pt idx="277">
                <c:v>0.7995948413183116</c:v>
              </c:pt>
              <c:pt idx="278">
                <c:v>0.7995948413183116</c:v>
              </c:pt>
              <c:pt idx="279">
                <c:v>0.7995948413183116</c:v>
              </c:pt>
              <c:pt idx="280">
                <c:v>0.7995948413183116</c:v>
              </c:pt>
              <c:pt idx="281">
                <c:v>0.7995948413183116</c:v>
              </c:pt>
              <c:pt idx="282">
                <c:v>0.7995948413183116</c:v>
              </c:pt>
              <c:pt idx="283">
                <c:v>0.7995948413183116</c:v>
              </c:pt>
              <c:pt idx="284">
                <c:v>0.7995948413183116</c:v>
              </c:pt>
              <c:pt idx="285">
                <c:v>0.7995948413183116</c:v>
              </c:pt>
              <c:pt idx="286">
                <c:v>0.7995948413183116</c:v>
              </c:pt>
              <c:pt idx="287">
                <c:v>0.7995948413183116</c:v>
              </c:pt>
              <c:pt idx="288">
                <c:v>0.7995948413183116</c:v>
              </c:pt>
              <c:pt idx="289">
                <c:v>0.7995948413183116</c:v>
              </c:pt>
              <c:pt idx="290">
                <c:v>0.7995948413183116</c:v>
              </c:pt>
              <c:pt idx="291">
                <c:v>0.7995948413183116</c:v>
              </c:pt>
              <c:pt idx="292">
                <c:v>0.7995948413183116</c:v>
              </c:pt>
              <c:pt idx="293">
                <c:v>0.7995948413183116</c:v>
              </c:pt>
              <c:pt idx="294">
                <c:v>0.7995948413183116</c:v>
              </c:pt>
              <c:pt idx="295">
                <c:v>0.7995948413183116</c:v>
              </c:pt>
              <c:pt idx="296">
                <c:v>0.7995948413183116</c:v>
              </c:pt>
              <c:pt idx="297">
                <c:v>0.7995948413183116</c:v>
              </c:pt>
              <c:pt idx="298">
                <c:v>0.7995948413183116</c:v>
              </c:pt>
              <c:pt idx="299">
                <c:v>0.7995948413183116</c:v>
              </c:pt>
              <c:pt idx="300">
                <c:v>0.7995948413183116</c:v>
              </c:pt>
              <c:pt idx="301">
                <c:v>0.7995948413183116</c:v>
              </c:pt>
              <c:pt idx="302">
                <c:v>0.7995948413183116</c:v>
              </c:pt>
              <c:pt idx="303">
                <c:v>0.7995948413183116</c:v>
              </c:pt>
              <c:pt idx="304">
                <c:v>0.7995948413183116</c:v>
              </c:pt>
              <c:pt idx="305">
                <c:v>0.7995948413183116</c:v>
              </c:pt>
              <c:pt idx="306">
                <c:v>0.7995948413183116</c:v>
              </c:pt>
              <c:pt idx="307">
                <c:v>0.7995948413183116</c:v>
              </c:pt>
              <c:pt idx="308">
                <c:v>0.7995948413183116</c:v>
              </c:pt>
              <c:pt idx="309">
                <c:v>0.7995948413183116</c:v>
              </c:pt>
              <c:pt idx="310">
                <c:v>0.7995948413183116</c:v>
              </c:pt>
              <c:pt idx="311">
                <c:v>0.7995948413183116</c:v>
              </c:pt>
              <c:pt idx="312">
                <c:v>0.7995948413183116</c:v>
              </c:pt>
              <c:pt idx="313">
                <c:v>0.7995948413183116</c:v>
              </c:pt>
              <c:pt idx="314">
                <c:v>0.7995948413183116</c:v>
              </c:pt>
              <c:pt idx="315">
                <c:v>0.7995948413183116</c:v>
              </c:pt>
              <c:pt idx="316">
                <c:v>0.7995948413183116</c:v>
              </c:pt>
              <c:pt idx="317">
                <c:v>0.7995948413183116</c:v>
              </c:pt>
              <c:pt idx="318">
                <c:v>0.7995948413183116</c:v>
              </c:pt>
              <c:pt idx="319">
                <c:v>0.7995948413183116</c:v>
              </c:pt>
              <c:pt idx="320">
                <c:v>0.7995948413183116</c:v>
              </c:pt>
              <c:pt idx="321">
                <c:v>0.7995948413183116</c:v>
              </c:pt>
              <c:pt idx="322">
                <c:v>0.7995948413183116</c:v>
              </c:pt>
              <c:pt idx="323">
                <c:v>0.7995948413183116</c:v>
              </c:pt>
            </c:numLit>
          </c:yVal>
          <c:smooth val="0"/>
        </c:ser>
        <c:ser>
          <c:idx val="4"/>
          <c:order val="4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33.555199555944284</c:v>
              </c:pt>
              <c:pt idx="1">
                <c:v>33.58694481805558</c:v>
              </c:pt>
              <c:pt idx="2">
                <c:v>33.58694481805558</c:v>
              </c:pt>
              <c:pt idx="3">
                <c:v>33.58694481805558</c:v>
              </c:pt>
              <c:pt idx="4">
                <c:v>33.58694481805558</c:v>
              </c:pt>
              <c:pt idx="5">
                <c:v>33.58694481805558</c:v>
              </c:pt>
              <c:pt idx="6">
                <c:v>33.58694481805558</c:v>
              </c:pt>
              <c:pt idx="7">
                <c:v>33.58694481805558</c:v>
              </c:pt>
              <c:pt idx="8">
                <c:v>33.58694481805558</c:v>
              </c:pt>
              <c:pt idx="9">
                <c:v>33.58694481805558</c:v>
              </c:pt>
              <c:pt idx="10">
                <c:v>33.58694481805558</c:v>
              </c:pt>
              <c:pt idx="11">
                <c:v>33.58694481805558</c:v>
              </c:pt>
              <c:pt idx="12">
                <c:v>33.58694481805558</c:v>
              </c:pt>
              <c:pt idx="13">
                <c:v>33.58694481805558</c:v>
              </c:pt>
              <c:pt idx="14">
                <c:v>33.58694481805558</c:v>
              </c:pt>
              <c:pt idx="15">
                <c:v>33.58694481805558</c:v>
              </c:pt>
              <c:pt idx="16">
                <c:v>33.58694481805558</c:v>
              </c:pt>
              <c:pt idx="17">
                <c:v>33.58694481805558</c:v>
              </c:pt>
              <c:pt idx="18">
                <c:v>33.58694481805558</c:v>
              </c:pt>
              <c:pt idx="19">
                <c:v>33.58694481805558</c:v>
              </c:pt>
              <c:pt idx="20">
                <c:v>33.58694481805558</c:v>
              </c:pt>
              <c:pt idx="21">
                <c:v>33.58694481805558</c:v>
              </c:pt>
              <c:pt idx="22">
                <c:v>33.58694481805558</c:v>
              </c:pt>
              <c:pt idx="23">
                <c:v>33.58694481805558</c:v>
              </c:pt>
              <c:pt idx="24">
                <c:v>33.58694481805558</c:v>
              </c:pt>
              <c:pt idx="25">
                <c:v>33.58694481805558</c:v>
              </c:pt>
              <c:pt idx="26">
                <c:v>33.58694481805558</c:v>
              </c:pt>
              <c:pt idx="27">
                <c:v>33.58694481805558</c:v>
              </c:pt>
              <c:pt idx="28">
                <c:v>33.58694481805558</c:v>
              </c:pt>
              <c:pt idx="29">
                <c:v>33.58694481805558</c:v>
              </c:pt>
              <c:pt idx="30">
                <c:v>33.58694481805558</c:v>
              </c:pt>
              <c:pt idx="31">
                <c:v>33.58694481805558</c:v>
              </c:pt>
              <c:pt idx="32">
                <c:v>33.58694481805558</c:v>
              </c:pt>
              <c:pt idx="33">
                <c:v>33.58694481805558</c:v>
              </c:pt>
              <c:pt idx="34">
                <c:v>33.58694481805558</c:v>
              </c:pt>
              <c:pt idx="35">
                <c:v>33.58694481805558</c:v>
              </c:pt>
              <c:pt idx="36">
                <c:v>33.58694481805558</c:v>
              </c:pt>
              <c:pt idx="37">
                <c:v>33.58694481805558</c:v>
              </c:pt>
              <c:pt idx="38">
                <c:v>33.58694481805558</c:v>
              </c:pt>
              <c:pt idx="39">
                <c:v>33.58694481805558</c:v>
              </c:pt>
              <c:pt idx="40">
                <c:v>33.58694481805558</c:v>
              </c:pt>
              <c:pt idx="41">
                <c:v>33.58694481805558</c:v>
              </c:pt>
              <c:pt idx="42">
                <c:v>33.58694481805558</c:v>
              </c:pt>
              <c:pt idx="43">
                <c:v>33.58694481805558</c:v>
              </c:pt>
              <c:pt idx="44">
                <c:v>33.58694481805558</c:v>
              </c:pt>
              <c:pt idx="45">
                <c:v>33.58694481805558</c:v>
              </c:pt>
              <c:pt idx="46">
                <c:v>33.58694481805558</c:v>
              </c:pt>
              <c:pt idx="47">
                <c:v>33.58694481805558</c:v>
              </c:pt>
              <c:pt idx="48">
                <c:v>33.58694481805558</c:v>
              </c:pt>
              <c:pt idx="49">
                <c:v>33.58694481805558</c:v>
              </c:pt>
              <c:pt idx="50">
                <c:v>33.58694481805558</c:v>
              </c:pt>
              <c:pt idx="51">
                <c:v>33.58694481805558</c:v>
              </c:pt>
              <c:pt idx="52">
                <c:v>33.58694481805558</c:v>
              </c:pt>
              <c:pt idx="53">
                <c:v>33.58694481805558</c:v>
              </c:pt>
              <c:pt idx="54">
                <c:v>33.58694481805558</c:v>
              </c:pt>
              <c:pt idx="55">
                <c:v>33.58694481805558</c:v>
              </c:pt>
              <c:pt idx="56">
                <c:v>33.58694481805558</c:v>
              </c:pt>
              <c:pt idx="57">
                <c:v>33.58694481805558</c:v>
              </c:pt>
              <c:pt idx="58">
                <c:v>33.58694481805558</c:v>
              </c:pt>
              <c:pt idx="59">
                <c:v>33.58694481805558</c:v>
              </c:pt>
              <c:pt idx="60">
                <c:v>33.58694481805558</c:v>
              </c:pt>
              <c:pt idx="61">
                <c:v>33.58694481805558</c:v>
              </c:pt>
              <c:pt idx="62">
                <c:v>33.58694481805558</c:v>
              </c:pt>
              <c:pt idx="63">
                <c:v>33.58694481805558</c:v>
              </c:pt>
              <c:pt idx="64">
                <c:v>33.58694481805558</c:v>
              </c:pt>
              <c:pt idx="65">
                <c:v>33.58694481805558</c:v>
              </c:pt>
              <c:pt idx="66">
                <c:v>33.58694481805558</c:v>
              </c:pt>
              <c:pt idx="67">
                <c:v>33.58694481805558</c:v>
              </c:pt>
              <c:pt idx="68">
                <c:v>33.58694481805558</c:v>
              </c:pt>
              <c:pt idx="69">
                <c:v>33.58694481805558</c:v>
              </c:pt>
              <c:pt idx="70">
                <c:v>33.58694481805558</c:v>
              </c:pt>
              <c:pt idx="71">
                <c:v>33.58694481805558</c:v>
              </c:pt>
              <c:pt idx="72">
                <c:v>33.58694481805558</c:v>
              </c:pt>
              <c:pt idx="73">
                <c:v>33.58694481805558</c:v>
              </c:pt>
              <c:pt idx="74">
                <c:v>33.58694481805558</c:v>
              </c:pt>
              <c:pt idx="75">
                <c:v>33.58694481805558</c:v>
              </c:pt>
              <c:pt idx="76">
                <c:v>33.58694481805558</c:v>
              </c:pt>
              <c:pt idx="77">
                <c:v>33.58694481805558</c:v>
              </c:pt>
              <c:pt idx="78">
                <c:v>33.58694481805558</c:v>
              </c:pt>
              <c:pt idx="79">
                <c:v>33.58694481805558</c:v>
              </c:pt>
              <c:pt idx="80">
                <c:v>33.58694481805558</c:v>
              </c:pt>
              <c:pt idx="81">
                <c:v>33.58694481805558</c:v>
              </c:pt>
              <c:pt idx="82">
                <c:v>33.58694481805558</c:v>
              </c:pt>
              <c:pt idx="83">
                <c:v>33.58694481805558</c:v>
              </c:pt>
              <c:pt idx="84">
                <c:v>33.58694481805558</c:v>
              </c:pt>
              <c:pt idx="85">
                <c:v>33.58694481805558</c:v>
              </c:pt>
              <c:pt idx="86">
                <c:v>33.58694481805558</c:v>
              </c:pt>
              <c:pt idx="87">
                <c:v>33.58694481805558</c:v>
              </c:pt>
              <c:pt idx="88">
                <c:v>33.58694481805558</c:v>
              </c:pt>
              <c:pt idx="89">
                <c:v>33.58694481805558</c:v>
              </c:pt>
              <c:pt idx="90">
                <c:v>33.58694481805558</c:v>
              </c:pt>
              <c:pt idx="91">
                <c:v>33.58694481805558</c:v>
              </c:pt>
              <c:pt idx="92">
                <c:v>33.58694481805558</c:v>
              </c:pt>
              <c:pt idx="93">
                <c:v>33.58694481805558</c:v>
              </c:pt>
              <c:pt idx="94">
                <c:v>33.58694481805558</c:v>
              </c:pt>
              <c:pt idx="95">
                <c:v>33.58694481805558</c:v>
              </c:pt>
              <c:pt idx="96">
                <c:v>33.58694481805558</c:v>
              </c:pt>
              <c:pt idx="97">
                <c:v>33.58694481805558</c:v>
              </c:pt>
              <c:pt idx="98">
                <c:v>33.58694481805558</c:v>
              </c:pt>
              <c:pt idx="99">
                <c:v>33.58694481805558</c:v>
              </c:pt>
              <c:pt idx="100">
                <c:v>33.58694481805558</c:v>
              </c:pt>
              <c:pt idx="101">
                <c:v>33.58694481805558</c:v>
              </c:pt>
              <c:pt idx="102">
                <c:v>33.58694481805558</c:v>
              </c:pt>
              <c:pt idx="103">
                <c:v>33.58694481805558</c:v>
              </c:pt>
              <c:pt idx="104">
                <c:v>33.58694481805558</c:v>
              </c:pt>
              <c:pt idx="105">
                <c:v>33.58694481805558</c:v>
              </c:pt>
              <c:pt idx="106">
                <c:v>33.58694481805558</c:v>
              </c:pt>
              <c:pt idx="107">
                <c:v>33.58694481805558</c:v>
              </c:pt>
              <c:pt idx="108">
                <c:v>33.58694481805558</c:v>
              </c:pt>
              <c:pt idx="109">
                <c:v>33.58694481805558</c:v>
              </c:pt>
              <c:pt idx="110">
                <c:v>33.58694481805558</c:v>
              </c:pt>
              <c:pt idx="111">
                <c:v>33.58694481805558</c:v>
              </c:pt>
              <c:pt idx="112">
                <c:v>33.58694481805558</c:v>
              </c:pt>
              <c:pt idx="113">
                <c:v>33.58694481805558</c:v>
              </c:pt>
              <c:pt idx="114">
                <c:v>33.58694481805558</c:v>
              </c:pt>
              <c:pt idx="115">
                <c:v>33.58694481805558</c:v>
              </c:pt>
              <c:pt idx="116">
                <c:v>33.58694481805558</c:v>
              </c:pt>
              <c:pt idx="117">
                <c:v>33.58694481805558</c:v>
              </c:pt>
              <c:pt idx="118">
                <c:v>33.58694481805558</c:v>
              </c:pt>
              <c:pt idx="119">
                <c:v>33.58694481805558</c:v>
              </c:pt>
              <c:pt idx="120">
                <c:v>33.58694481805558</c:v>
              </c:pt>
              <c:pt idx="121">
                <c:v>33.58694481805558</c:v>
              </c:pt>
              <c:pt idx="122">
                <c:v>33.58694481805558</c:v>
              </c:pt>
              <c:pt idx="123">
                <c:v>33.58694481805558</c:v>
              </c:pt>
              <c:pt idx="124">
                <c:v>33.58694481805558</c:v>
              </c:pt>
              <c:pt idx="125">
                <c:v>33.58694481805558</c:v>
              </c:pt>
              <c:pt idx="126">
                <c:v>33.58694481805558</c:v>
              </c:pt>
              <c:pt idx="127">
                <c:v>33.58694481805558</c:v>
              </c:pt>
              <c:pt idx="128">
                <c:v>33.58694481805558</c:v>
              </c:pt>
              <c:pt idx="129">
                <c:v>33.58694481805558</c:v>
              </c:pt>
              <c:pt idx="130">
                <c:v>33.58694481805558</c:v>
              </c:pt>
              <c:pt idx="131">
                <c:v>33.58694481805558</c:v>
              </c:pt>
              <c:pt idx="132">
                <c:v>33.58694481805558</c:v>
              </c:pt>
              <c:pt idx="133">
                <c:v>33.58694481805558</c:v>
              </c:pt>
              <c:pt idx="134">
                <c:v>33.58694481805558</c:v>
              </c:pt>
              <c:pt idx="135">
                <c:v>33.58694481805558</c:v>
              </c:pt>
              <c:pt idx="136">
                <c:v>33.58694481805558</c:v>
              </c:pt>
              <c:pt idx="137">
                <c:v>33.58694481805558</c:v>
              </c:pt>
              <c:pt idx="138">
                <c:v>33.58694481805558</c:v>
              </c:pt>
              <c:pt idx="139">
                <c:v>33.58694481805558</c:v>
              </c:pt>
              <c:pt idx="140">
                <c:v>33.58694481805558</c:v>
              </c:pt>
              <c:pt idx="141">
                <c:v>33.58694481805558</c:v>
              </c:pt>
              <c:pt idx="142">
                <c:v>33.58694481805558</c:v>
              </c:pt>
              <c:pt idx="143">
                <c:v>33.58694481805558</c:v>
              </c:pt>
              <c:pt idx="144">
                <c:v>33.58694481805558</c:v>
              </c:pt>
              <c:pt idx="145">
                <c:v>33.58694481805558</c:v>
              </c:pt>
              <c:pt idx="146">
                <c:v>33.58694481805558</c:v>
              </c:pt>
              <c:pt idx="147">
                <c:v>33.58694481805558</c:v>
              </c:pt>
              <c:pt idx="148">
                <c:v>33.58694481805558</c:v>
              </c:pt>
              <c:pt idx="149">
                <c:v>33.58694481805558</c:v>
              </c:pt>
              <c:pt idx="150">
                <c:v>33.58694481805558</c:v>
              </c:pt>
              <c:pt idx="151">
                <c:v>33.58694481805558</c:v>
              </c:pt>
              <c:pt idx="152">
                <c:v>33.58694481805558</c:v>
              </c:pt>
              <c:pt idx="153">
                <c:v>33.58694481805558</c:v>
              </c:pt>
              <c:pt idx="154">
                <c:v>33.58694481805558</c:v>
              </c:pt>
              <c:pt idx="155">
                <c:v>33.58694481805558</c:v>
              </c:pt>
              <c:pt idx="156">
                <c:v>33.58694481805558</c:v>
              </c:pt>
              <c:pt idx="157">
                <c:v>33.58694481805558</c:v>
              </c:pt>
              <c:pt idx="158">
                <c:v>33.58694481805558</c:v>
              </c:pt>
              <c:pt idx="159">
                <c:v>33.58694481805558</c:v>
              </c:pt>
              <c:pt idx="160">
                <c:v>33.58694481805558</c:v>
              </c:pt>
              <c:pt idx="161">
                <c:v>33.58694481805558</c:v>
              </c:pt>
              <c:pt idx="162">
                <c:v>33.58694481805558</c:v>
              </c:pt>
              <c:pt idx="163">
                <c:v>33.58694481805558</c:v>
              </c:pt>
              <c:pt idx="164">
                <c:v>33.58694481805558</c:v>
              </c:pt>
              <c:pt idx="165">
                <c:v>33.58694481805558</c:v>
              </c:pt>
              <c:pt idx="166">
                <c:v>33.58694481805558</c:v>
              </c:pt>
              <c:pt idx="167">
                <c:v>33.58694481805558</c:v>
              </c:pt>
              <c:pt idx="168">
                <c:v>33.58694481805558</c:v>
              </c:pt>
              <c:pt idx="169">
                <c:v>33.58694481805558</c:v>
              </c:pt>
              <c:pt idx="170">
                <c:v>33.58694481805558</c:v>
              </c:pt>
              <c:pt idx="171">
                <c:v>33.58694481805558</c:v>
              </c:pt>
              <c:pt idx="172">
                <c:v>33.58694481805558</c:v>
              </c:pt>
              <c:pt idx="173">
                <c:v>33.58694481805558</c:v>
              </c:pt>
              <c:pt idx="174">
                <c:v>33.58694481805558</c:v>
              </c:pt>
              <c:pt idx="175">
                <c:v>33.58694481805558</c:v>
              </c:pt>
              <c:pt idx="176">
                <c:v>33.58694481805558</c:v>
              </c:pt>
              <c:pt idx="177">
                <c:v>33.58694481805558</c:v>
              </c:pt>
              <c:pt idx="178">
                <c:v>33.58694481805558</c:v>
              </c:pt>
              <c:pt idx="179">
                <c:v>33.58694481805558</c:v>
              </c:pt>
              <c:pt idx="180">
                <c:v>33.58694481805558</c:v>
              </c:pt>
              <c:pt idx="181">
                <c:v>33.58694481805558</c:v>
              </c:pt>
              <c:pt idx="182">
                <c:v>33.58694481805558</c:v>
              </c:pt>
              <c:pt idx="183">
                <c:v>33.58694481805558</c:v>
              </c:pt>
              <c:pt idx="184">
                <c:v>33.58694481805558</c:v>
              </c:pt>
              <c:pt idx="185">
                <c:v>33.58694481805558</c:v>
              </c:pt>
              <c:pt idx="186">
                <c:v>33.58694481805558</c:v>
              </c:pt>
              <c:pt idx="187">
                <c:v>33.58694481805558</c:v>
              </c:pt>
              <c:pt idx="188">
                <c:v>33.58694481805558</c:v>
              </c:pt>
              <c:pt idx="189">
                <c:v>33.58694481805558</c:v>
              </c:pt>
              <c:pt idx="190">
                <c:v>33.58694481805558</c:v>
              </c:pt>
              <c:pt idx="191">
                <c:v>33.58694481805558</c:v>
              </c:pt>
              <c:pt idx="192">
                <c:v>33.58694481805558</c:v>
              </c:pt>
              <c:pt idx="193">
                <c:v>33.58694481805558</c:v>
              </c:pt>
              <c:pt idx="194">
                <c:v>33.58694481805558</c:v>
              </c:pt>
              <c:pt idx="195">
                <c:v>33.58694481805558</c:v>
              </c:pt>
              <c:pt idx="196">
                <c:v>33.58694481805558</c:v>
              </c:pt>
              <c:pt idx="197">
                <c:v>33.58694481805558</c:v>
              </c:pt>
              <c:pt idx="198">
                <c:v>33.58694481805558</c:v>
              </c:pt>
              <c:pt idx="199">
                <c:v>33.58694481805558</c:v>
              </c:pt>
              <c:pt idx="200">
                <c:v>33.58694481805558</c:v>
              </c:pt>
              <c:pt idx="201">
                <c:v>33.58694481805558</c:v>
              </c:pt>
              <c:pt idx="202">
                <c:v>33.58694481805558</c:v>
              </c:pt>
              <c:pt idx="203">
                <c:v>33.58694481805558</c:v>
              </c:pt>
              <c:pt idx="204">
                <c:v>33.58694481805558</c:v>
              </c:pt>
              <c:pt idx="205">
                <c:v>33.58694481805558</c:v>
              </c:pt>
              <c:pt idx="206">
                <c:v>33.58694481805558</c:v>
              </c:pt>
              <c:pt idx="207">
                <c:v>33.58694481805558</c:v>
              </c:pt>
              <c:pt idx="208">
                <c:v>33.58694481805558</c:v>
              </c:pt>
              <c:pt idx="209">
                <c:v>33.58694481805558</c:v>
              </c:pt>
              <c:pt idx="210">
                <c:v>33.58694481805558</c:v>
              </c:pt>
              <c:pt idx="211">
                <c:v>33.58694481805558</c:v>
              </c:pt>
              <c:pt idx="212">
                <c:v>33.58694481805558</c:v>
              </c:pt>
              <c:pt idx="213">
                <c:v>33.58694481805558</c:v>
              </c:pt>
              <c:pt idx="214">
                <c:v>33.58694481805558</c:v>
              </c:pt>
              <c:pt idx="215">
                <c:v>33.58694481805558</c:v>
              </c:pt>
              <c:pt idx="216">
                <c:v>33.58694481805558</c:v>
              </c:pt>
              <c:pt idx="217">
                <c:v>33.58694481805558</c:v>
              </c:pt>
              <c:pt idx="218">
                <c:v>33.58694481805558</c:v>
              </c:pt>
              <c:pt idx="219">
                <c:v>33.58694481805558</c:v>
              </c:pt>
              <c:pt idx="220">
                <c:v>33.58694481805558</c:v>
              </c:pt>
              <c:pt idx="221">
                <c:v>33.58694481805558</c:v>
              </c:pt>
              <c:pt idx="222">
                <c:v>33.58694481805558</c:v>
              </c:pt>
              <c:pt idx="223">
                <c:v>33.58694481805558</c:v>
              </c:pt>
              <c:pt idx="224">
                <c:v>33.58694481805558</c:v>
              </c:pt>
              <c:pt idx="225">
                <c:v>33.58694481805558</c:v>
              </c:pt>
              <c:pt idx="226">
                <c:v>33.58694481805558</c:v>
              </c:pt>
              <c:pt idx="227">
                <c:v>33.58694481805558</c:v>
              </c:pt>
              <c:pt idx="228">
                <c:v>33.58694481805558</c:v>
              </c:pt>
              <c:pt idx="229">
                <c:v>33.58694481805558</c:v>
              </c:pt>
              <c:pt idx="230">
                <c:v>33.58694481805558</c:v>
              </c:pt>
              <c:pt idx="231">
                <c:v>33.58694481805558</c:v>
              </c:pt>
              <c:pt idx="232">
                <c:v>33.58694481805558</c:v>
              </c:pt>
              <c:pt idx="233">
                <c:v>33.58694481805558</c:v>
              </c:pt>
              <c:pt idx="234">
                <c:v>33.58694481805558</c:v>
              </c:pt>
              <c:pt idx="235">
                <c:v>33.58694481805558</c:v>
              </c:pt>
              <c:pt idx="236">
                <c:v>33.58694481805558</c:v>
              </c:pt>
              <c:pt idx="237">
                <c:v>33.58694481805558</c:v>
              </c:pt>
              <c:pt idx="238">
                <c:v>33.58694481805558</c:v>
              </c:pt>
              <c:pt idx="239">
                <c:v>33.58694481805558</c:v>
              </c:pt>
              <c:pt idx="240">
                <c:v>33.58694481805558</c:v>
              </c:pt>
              <c:pt idx="241">
                <c:v>33.58694481805558</c:v>
              </c:pt>
              <c:pt idx="242">
                <c:v>33.58694481805558</c:v>
              </c:pt>
              <c:pt idx="243">
                <c:v>33.58694481805558</c:v>
              </c:pt>
              <c:pt idx="244">
                <c:v>33.58694481805558</c:v>
              </c:pt>
              <c:pt idx="245">
                <c:v>33.58694481805558</c:v>
              </c:pt>
              <c:pt idx="246">
                <c:v>33.58694481805558</c:v>
              </c:pt>
              <c:pt idx="247">
                <c:v>33.58694481805558</c:v>
              </c:pt>
              <c:pt idx="248">
                <c:v>33.58694481805558</c:v>
              </c:pt>
              <c:pt idx="249">
                <c:v>33.58694481805558</c:v>
              </c:pt>
              <c:pt idx="250">
                <c:v>33.58694481805558</c:v>
              </c:pt>
              <c:pt idx="251">
                <c:v>33.58694481805558</c:v>
              </c:pt>
              <c:pt idx="252">
                <c:v>33.58694481805558</c:v>
              </c:pt>
              <c:pt idx="253">
                <c:v>33.58694481805558</c:v>
              </c:pt>
              <c:pt idx="254">
                <c:v>33.58694481805558</c:v>
              </c:pt>
              <c:pt idx="255">
                <c:v>33.58694481805558</c:v>
              </c:pt>
              <c:pt idx="256">
                <c:v>33.58694481805558</c:v>
              </c:pt>
              <c:pt idx="257">
                <c:v>33.58694481805558</c:v>
              </c:pt>
              <c:pt idx="258">
                <c:v>33.58694481805558</c:v>
              </c:pt>
              <c:pt idx="259">
                <c:v>33.58694481805558</c:v>
              </c:pt>
              <c:pt idx="260">
                <c:v>33.58694481805558</c:v>
              </c:pt>
              <c:pt idx="261">
                <c:v>33.58694481805558</c:v>
              </c:pt>
              <c:pt idx="262">
                <c:v>33.58694481805558</c:v>
              </c:pt>
              <c:pt idx="263">
                <c:v>33.58694481805558</c:v>
              </c:pt>
              <c:pt idx="264">
                <c:v>33.58694481805558</c:v>
              </c:pt>
              <c:pt idx="265">
                <c:v>33.58694481805558</c:v>
              </c:pt>
              <c:pt idx="266">
                <c:v>33.58694481805558</c:v>
              </c:pt>
              <c:pt idx="267">
                <c:v>33.58694481805558</c:v>
              </c:pt>
              <c:pt idx="268">
                <c:v>33.58694481805558</c:v>
              </c:pt>
              <c:pt idx="269">
                <c:v>33.58694481805558</c:v>
              </c:pt>
              <c:pt idx="270">
                <c:v>33.58694481805558</c:v>
              </c:pt>
              <c:pt idx="271">
                <c:v>33.58694481805558</c:v>
              </c:pt>
              <c:pt idx="272">
                <c:v>33.58694481805558</c:v>
              </c:pt>
              <c:pt idx="273">
                <c:v>33.58694481805558</c:v>
              </c:pt>
              <c:pt idx="274">
                <c:v>33.58694481805558</c:v>
              </c:pt>
              <c:pt idx="275">
                <c:v>33.58694481805558</c:v>
              </c:pt>
              <c:pt idx="276">
                <c:v>33.58694481805558</c:v>
              </c:pt>
              <c:pt idx="277">
                <c:v>33.58694481805558</c:v>
              </c:pt>
              <c:pt idx="278">
                <c:v>33.58694481805558</c:v>
              </c:pt>
              <c:pt idx="279">
                <c:v>33.58694481805558</c:v>
              </c:pt>
              <c:pt idx="280">
                <c:v>33.58694481805558</c:v>
              </c:pt>
              <c:pt idx="281">
                <c:v>33.58694481805558</c:v>
              </c:pt>
              <c:pt idx="282">
                <c:v>33.58694481805558</c:v>
              </c:pt>
              <c:pt idx="283">
                <c:v>33.58694481805558</c:v>
              </c:pt>
              <c:pt idx="284">
                <c:v>33.58694481805558</c:v>
              </c:pt>
              <c:pt idx="285">
                <c:v>33.58694481805558</c:v>
              </c:pt>
              <c:pt idx="286">
                <c:v>33.58694481805558</c:v>
              </c:pt>
              <c:pt idx="287">
                <c:v>33.58694481805558</c:v>
              </c:pt>
              <c:pt idx="288">
                <c:v>33.58694481805558</c:v>
              </c:pt>
              <c:pt idx="289">
                <c:v>33.58694481805558</c:v>
              </c:pt>
              <c:pt idx="290">
                <c:v>33.58694481805558</c:v>
              </c:pt>
              <c:pt idx="291">
                <c:v>33.58694481805558</c:v>
              </c:pt>
              <c:pt idx="292">
                <c:v>33.58694481805558</c:v>
              </c:pt>
              <c:pt idx="293">
                <c:v>33.58694481805558</c:v>
              </c:pt>
              <c:pt idx="294">
                <c:v>33.58694481805558</c:v>
              </c:pt>
              <c:pt idx="295">
                <c:v>33.58694481805558</c:v>
              </c:pt>
              <c:pt idx="296">
                <c:v>33.58694481805558</c:v>
              </c:pt>
              <c:pt idx="297">
                <c:v>33.58694481805558</c:v>
              </c:pt>
              <c:pt idx="298">
                <c:v>33.58694481805558</c:v>
              </c:pt>
              <c:pt idx="299">
                <c:v>33.58694481805558</c:v>
              </c:pt>
              <c:pt idx="300">
                <c:v>33.58694481805558</c:v>
              </c:pt>
              <c:pt idx="301">
                <c:v>33.58694481805558</c:v>
              </c:pt>
              <c:pt idx="302">
                <c:v>33.58694481805558</c:v>
              </c:pt>
              <c:pt idx="303">
                <c:v>33.58694481805558</c:v>
              </c:pt>
              <c:pt idx="304">
                <c:v>33.58694481805558</c:v>
              </c:pt>
              <c:pt idx="305">
                <c:v>33.58694481805558</c:v>
              </c:pt>
              <c:pt idx="306">
                <c:v>33.58694481805558</c:v>
              </c:pt>
              <c:pt idx="307">
                <c:v>33.58694481805558</c:v>
              </c:pt>
              <c:pt idx="308">
                <c:v>33.58694481805558</c:v>
              </c:pt>
              <c:pt idx="309">
                <c:v>33.58694481805558</c:v>
              </c:pt>
              <c:pt idx="310">
                <c:v>33.58694481805558</c:v>
              </c:pt>
              <c:pt idx="311">
                <c:v>33.58694481805558</c:v>
              </c:pt>
              <c:pt idx="312">
                <c:v>33.58694481805558</c:v>
              </c:pt>
              <c:pt idx="313">
                <c:v>33.58694481805558</c:v>
              </c:pt>
              <c:pt idx="314">
                <c:v>33.58694481805558</c:v>
              </c:pt>
              <c:pt idx="315">
                <c:v>33.58694481805558</c:v>
              </c:pt>
              <c:pt idx="316">
                <c:v>33.58694481805558</c:v>
              </c:pt>
              <c:pt idx="317">
                <c:v>33.58694481805558</c:v>
              </c:pt>
              <c:pt idx="318">
                <c:v>33.58694481805558</c:v>
              </c:pt>
              <c:pt idx="319">
                <c:v>33.58694481805558</c:v>
              </c:pt>
              <c:pt idx="320">
                <c:v>33.58694481805558</c:v>
              </c:pt>
              <c:pt idx="321">
                <c:v>33.58694481805558</c:v>
              </c:pt>
              <c:pt idx="322">
                <c:v>33.58694481805558</c:v>
              </c:pt>
              <c:pt idx="323">
                <c:v>33.58694481805558</c:v>
              </c:pt>
            </c:numLit>
          </c:xVal>
          <c:yVal>
            <c:numLit>
              <c:formatCode>0.0</c:formatCode>
              <c:ptCount val="324"/>
              <c:pt idx="0">
                <c:v>0.018409778284908234</c:v>
              </c:pt>
              <c:pt idx="1">
                <c:v>0.018409778284908234</c:v>
              </c:pt>
              <c:pt idx="2">
                <c:v>0.018409778284908234</c:v>
              </c:pt>
              <c:pt idx="3">
                <c:v>0.018409778284908234</c:v>
              </c:pt>
              <c:pt idx="4">
                <c:v>0.018409778284908234</c:v>
              </c:pt>
              <c:pt idx="5">
                <c:v>0.018409778284908234</c:v>
              </c:pt>
              <c:pt idx="6">
                <c:v>0.018409778284908234</c:v>
              </c:pt>
              <c:pt idx="7">
                <c:v>0.018409778284908234</c:v>
              </c:pt>
              <c:pt idx="8">
                <c:v>0.018409778284908234</c:v>
              </c:pt>
              <c:pt idx="9">
                <c:v>0.018409778284908234</c:v>
              </c:pt>
              <c:pt idx="10">
                <c:v>0.018409778284908234</c:v>
              </c:pt>
              <c:pt idx="11">
                <c:v>0.018409778284908234</c:v>
              </c:pt>
              <c:pt idx="12">
                <c:v>0.018409778284908234</c:v>
              </c:pt>
              <c:pt idx="13">
                <c:v>0.018409778284908234</c:v>
              </c:pt>
              <c:pt idx="14">
                <c:v>0.018409778284908234</c:v>
              </c:pt>
              <c:pt idx="15">
                <c:v>0.018409778284908234</c:v>
              </c:pt>
              <c:pt idx="16">
                <c:v>0.018409778284908234</c:v>
              </c:pt>
              <c:pt idx="17">
                <c:v>0.018409778284908234</c:v>
              </c:pt>
              <c:pt idx="18">
                <c:v>0.018409778284908234</c:v>
              </c:pt>
              <c:pt idx="19">
                <c:v>0.018409778284908234</c:v>
              </c:pt>
              <c:pt idx="20">
                <c:v>0.018409778284908234</c:v>
              </c:pt>
              <c:pt idx="21">
                <c:v>0.018409778284908234</c:v>
              </c:pt>
              <c:pt idx="22">
                <c:v>0.018409778284908234</c:v>
              </c:pt>
              <c:pt idx="23">
                <c:v>0.018409778284908234</c:v>
              </c:pt>
              <c:pt idx="24">
                <c:v>0.018409778284908234</c:v>
              </c:pt>
              <c:pt idx="25">
                <c:v>0.018409778284908234</c:v>
              </c:pt>
              <c:pt idx="26">
                <c:v>0.018409778284908234</c:v>
              </c:pt>
              <c:pt idx="27">
                <c:v>0.018409778284908234</c:v>
              </c:pt>
              <c:pt idx="28">
                <c:v>0.018409778284908234</c:v>
              </c:pt>
              <c:pt idx="29">
                <c:v>0.018409778284908234</c:v>
              </c:pt>
              <c:pt idx="30">
                <c:v>0.018409778284908234</c:v>
              </c:pt>
              <c:pt idx="31">
                <c:v>0.018409778284908234</c:v>
              </c:pt>
              <c:pt idx="32">
                <c:v>0.018409778284908234</c:v>
              </c:pt>
              <c:pt idx="33">
                <c:v>0.018409778284908234</c:v>
              </c:pt>
              <c:pt idx="34">
                <c:v>0.018409778284908234</c:v>
              </c:pt>
              <c:pt idx="35">
                <c:v>0.018409778284908234</c:v>
              </c:pt>
              <c:pt idx="36">
                <c:v>0.018409778284908234</c:v>
              </c:pt>
              <c:pt idx="37">
                <c:v>0.018409778284908234</c:v>
              </c:pt>
              <c:pt idx="38">
                <c:v>0.018409778284908234</c:v>
              </c:pt>
              <c:pt idx="39">
                <c:v>0.018409778284908234</c:v>
              </c:pt>
              <c:pt idx="40">
                <c:v>0.018409778284908234</c:v>
              </c:pt>
              <c:pt idx="41">
                <c:v>0.018409778284908234</c:v>
              </c:pt>
              <c:pt idx="42">
                <c:v>0.018409778284908234</c:v>
              </c:pt>
              <c:pt idx="43">
                <c:v>0.018409778284908234</c:v>
              </c:pt>
              <c:pt idx="44">
                <c:v>0.018409778284908234</c:v>
              </c:pt>
              <c:pt idx="45">
                <c:v>0.018409778284908234</c:v>
              </c:pt>
              <c:pt idx="46">
                <c:v>0.018409778284908234</c:v>
              </c:pt>
              <c:pt idx="47">
                <c:v>0.018409778284908234</c:v>
              </c:pt>
              <c:pt idx="48">
                <c:v>0.018409778284908234</c:v>
              </c:pt>
              <c:pt idx="49">
                <c:v>0.018409778284908234</c:v>
              </c:pt>
              <c:pt idx="50">
                <c:v>0.018409778284908234</c:v>
              </c:pt>
              <c:pt idx="51">
                <c:v>0.018409778284908234</c:v>
              </c:pt>
              <c:pt idx="52">
                <c:v>0.018409778284908234</c:v>
              </c:pt>
              <c:pt idx="53">
                <c:v>0.018409778284908234</c:v>
              </c:pt>
              <c:pt idx="54">
                <c:v>0.018409778284908234</c:v>
              </c:pt>
              <c:pt idx="55">
                <c:v>0.018409778284908234</c:v>
              </c:pt>
              <c:pt idx="56">
                <c:v>0.018409778284908234</c:v>
              </c:pt>
              <c:pt idx="57">
                <c:v>0.018409778284908234</c:v>
              </c:pt>
              <c:pt idx="58">
                <c:v>0.018409778284908234</c:v>
              </c:pt>
              <c:pt idx="59">
                <c:v>0.018409778284908234</c:v>
              </c:pt>
              <c:pt idx="60">
                <c:v>0.018409778284908234</c:v>
              </c:pt>
              <c:pt idx="61">
                <c:v>0.018409778284908234</c:v>
              </c:pt>
              <c:pt idx="62">
                <c:v>0.018409778284908234</c:v>
              </c:pt>
              <c:pt idx="63">
                <c:v>0.018409778284908234</c:v>
              </c:pt>
              <c:pt idx="64">
                <c:v>0.018409778284908234</c:v>
              </c:pt>
              <c:pt idx="65">
                <c:v>0.018409778284908234</c:v>
              </c:pt>
              <c:pt idx="66">
                <c:v>0.018409778284908234</c:v>
              </c:pt>
              <c:pt idx="67">
                <c:v>0.018409778284908234</c:v>
              </c:pt>
              <c:pt idx="68">
                <c:v>0.018409778284908234</c:v>
              </c:pt>
              <c:pt idx="69">
                <c:v>0.018409778284908234</c:v>
              </c:pt>
              <c:pt idx="70">
                <c:v>0.018409778284908234</c:v>
              </c:pt>
              <c:pt idx="71">
                <c:v>0.018409778284908234</c:v>
              </c:pt>
              <c:pt idx="72">
                <c:v>0.018409778284908234</c:v>
              </c:pt>
              <c:pt idx="73">
                <c:v>0.018409778284908234</c:v>
              </c:pt>
              <c:pt idx="74">
                <c:v>0.018409778284908234</c:v>
              </c:pt>
              <c:pt idx="75">
                <c:v>0.018409778284908234</c:v>
              </c:pt>
              <c:pt idx="76">
                <c:v>0.018409778284908234</c:v>
              </c:pt>
              <c:pt idx="77">
                <c:v>0.018409778284908234</c:v>
              </c:pt>
              <c:pt idx="78">
                <c:v>0.018409778284908234</c:v>
              </c:pt>
              <c:pt idx="79">
                <c:v>0.018409778284908234</c:v>
              </c:pt>
              <c:pt idx="80">
                <c:v>0.018409778284908234</c:v>
              </c:pt>
              <c:pt idx="81">
                <c:v>0.018409778284908234</c:v>
              </c:pt>
              <c:pt idx="82">
                <c:v>0.018409778284908234</c:v>
              </c:pt>
              <c:pt idx="83">
                <c:v>0.018409778284908234</c:v>
              </c:pt>
              <c:pt idx="84">
                <c:v>0.018409778284908234</c:v>
              </c:pt>
              <c:pt idx="85">
                <c:v>0.018409778284908234</c:v>
              </c:pt>
              <c:pt idx="86">
                <c:v>0.018409778284908234</c:v>
              </c:pt>
              <c:pt idx="87">
                <c:v>0.018409778284908234</c:v>
              </c:pt>
              <c:pt idx="88">
                <c:v>0.018409778284908234</c:v>
              </c:pt>
              <c:pt idx="89">
                <c:v>0.018409778284908234</c:v>
              </c:pt>
              <c:pt idx="90">
                <c:v>0.018409778284908234</c:v>
              </c:pt>
              <c:pt idx="91">
                <c:v>0.018409778284908234</c:v>
              </c:pt>
              <c:pt idx="92">
                <c:v>0.018409778284908234</c:v>
              </c:pt>
              <c:pt idx="93">
                <c:v>0.018409778284908234</c:v>
              </c:pt>
              <c:pt idx="94">
                <c:v>0.018409778284908234</c:v>
              </c:pt>
              <c:pt idx="95">
                <c:v>0.018409778284908234</c:v>
              </c:pt>
              <c:pt idx="96">
                <c:v>0.018409778284908234</c:v>
              </c:pt>
              <c:pt idx="97">
                <c:v>0.018409778284908234</c:v>
              </c:pt>
              <c:pt idx="98">
                <c:v>0.018409778284908234</c:v>
              </c:pt>
              <c:pt idx="99">
                <c:v>0.018409778284908234</c:v>
              </c:pt>
              <c:pt idx="100">
                <c:v>0.018409778284908234</c:v>
              </c:pt>
              <c:pt idx="101">
                <c:v>0.018409778284908234</c:v>
              </c:pt>
              <c:pt idx="102">
                <c:v>0.018409778284908234</c:v>
              </c:pt>
              <c:pt idx="103">
                <c:v>0.018409778284908234</c:v>
              </c:pt>
              <c:pt idx="104">
                <c:v>0.018409778284908234</c:v>
              </c:pt>
              <c:pt idx="105">
                <c:v>0.018409778284908234</c:v>
              </c:pt>
              <c:pt idx="106">
                <c:v>0.018409778284908234</c:v>
              </c:pt>
              <c:pt idx="107">
                <c:v>0.018409778284908234</c:v>
              </c:pt>
              <c:pt idx="108">
                <c:v>0.018409778284908234</c:v>
              </c:pt>
              <c:pt idx="109">
                <c:v>0.018409778284908234</c:v>
              </c:pt>
              <c:pt idx="110">
                <c:v>0.018409778284908234</c:v>
              </c:pt>
              <c:pt idx="111">
                <c:v>0.018409778284908234</c:v>
              </c:pt>
              <c:pt idx="112">
                <c:v>0.018409778284908234</c:v>
              </c:pt>
              <c:pt idx="113">
                <c:v>0.018409778284908234</c:v>
              </c:pt>
              <c:pt idx="114">
                <c:v>0.018409778284908234</c:v>
              </c:pt>
              <c:pt idx="115">
                <c:v>0.018409778284908234</c:v>
              </c:pt>
              <c:pt idx="116">
                <c:v>0.018409778284908234</c:v>
              </c:pt>
              <c:pt idx="117">
                <c:v>0.018409778284908234</c:v>
              </c:pt>
              <c:pt idx="118">
                <c:v>0.018409778284908234</c:v>
              </c:pt>
              <c:pt idx="119">
                <c:v>0.018409778284908234</c:v>
              </c:pt>
              <c:pt idx="120">
                <c:v>0.018409778284908234</c:v>
              </c:pt>
              <c:pt idx="121">
                <c:v>0.018409778284908234</c:v>
              </c:pt>
              <c:pt idx="122">
                <c:v>0.018409778284908234</c:v>
              </c:pt>
              <c:pt idx="123">
                <c:v>0.018409778284908234</c:v>
              </c:pt>
              <c:pt idx="124">
                <c:v>0.018409778284908234</c:v>
              </c:pt>
              <c:pt idx="125">
                <c:v>0.018409778284908234</c:v>
              </c:pt>
              <c:pt idx="126">
                <c:v>0.018409778284908234</c:v>
              </c:pt>
              <c:pt idx="127">
                <c:v>0.018409778284908234</c:v>
              </c:pt>
              <c:pt idx="128">
                <c:v>0.018409778284908234</c:v>
              </c:pt>
              <c:pt idx="129">
                <c:v>0.018409778284908234</c:v>
              </c:pt>
              <c:pt idx="130">
                <c:v>0.018409778284908234</c:v>
              </c:pt>
              <c:pt idx="131">
                <c:v>0.018409778284908234</c:v>
              </c:pt>
              <c:pt idx="132">
                <c:v>0.018409778284908234</c:v>
              </c:pt>
              <c:pt idx="133">
                <c:v>0.018409778284908234</c:v>
              </c:pt>
              <c:pt idx="134">
                <c:v>0.018409778284908234</c:v>
              </c:pt>
              <c:pt idx="135">
                <c:v>0.018409778284908234</c:v>
              </c:pt>
              <c:pt idx="136">
                <c:v>0.018409778284908234</c:v>
              </c:pt>
              <c:pt idx="137">
                <c:v>0.018409778284908234</c:v>
              </c:pt>
              <c:pt idx="138">
                <c:v>0.018409778284908234</c:v>
              </c:pt>
              <c:pt idx="139">
                <c:v>0.018409778284908234</c:v>
              </c:pt>
              <c:pt idx="140">
                <c:v>0.018409778284908234</c:v>
              </c:pt>
              <c:pt idx="141">
                <c:v>0.018409778284908234</c:v>
              </c:pt>
              <c:pt idx="142">
                <c:v>0.018409778284908234</c:v>
              </c:pt>
              <c:pt idx="143">
                <c:v>0.018409778284908234</c:v>
              </c:pt>
              <c:pt idx="144">
                <c:v>0.018409778284908234</c:v>
              </c:pt>
              <c:pt idx="145">
                <c:v>0.018409778284908234</c:v>
              </c:pt>
              <c:pt idx="146">
                <c:v>0.018409778284908234</c:v>
              </c:pt>
              <c:pt idx="147">
                <c:v>0.018409778284908234</c:v>
              </c:pt>
              <c:pt idx="148">
                <c:v>0.018409778284908234</c:v>
              </c:pt>
              <c:pt idx="149">
                <c:v>0.018409778284908234</c:v>
              </c:pt>
              <c:pt idx="150">
                <c:v>0.018409778284908234</c:v>
              </c:pt>
              <c:pt idx="151">
                <c:v>0.018409778284908234</c:v>
              </c:pt>
              <c:pt idx="152">
                <c:v>0.018409778284908234</c:v>
              </c:pt>
              <c:pt idx="153">
                <c:v>0.018409778284908234</c:v>
              </c:pt>
              <c:pt idx="154">
                <c:v>0.018409778284908234</c:v>
              </c:pt>
              <c:pt idx="155">
                <c:v>0.018409778284908234</c:v>
              </c:pt>
              <c:pt idx="156">
                <c:v>0.018409778284908234</c:v>
              </c:pt>
              <c:pt idx="157">
                <c:v>0.018409778284908234</c:v>
              </c:pt>
              <c:pt idx="158">
                <c:v>0.018409778284908234</c:v>
              </c:pt>
              <c:pt idx="159">
                <c:v>0.018409778284908234</c:v>
              </c:pt>
              <c:pt idx="160">
                <c:v>0.018409778284908234</c:v>
              </c:pt>
              <c:pt idx="161">
                <c:v>0.018409778284908234</c:v>
              </c:pt>
              <c:pt idx="162">
                <c:v>0.018409778284908234</c:v>
              </c:pt>
              <c:pt idx="163">
                <c:v>0.018409778284908234</c:v>
              </c:pt>
              <c:pt idx="164">
                <c:v>0.018409778284908234</c:v>
              </c:pt>
              <c:pt idx="165">
                <c:v>0.018409778284908234</c:v>
              </c:pt>
              <c:pt idx="166">
                <c:v>0.018409778284908234</c:v>
              </c:pt>
              <c:pt idx="167">
                <c:v>0.018409778284908234</c:v>
              </c:pt>
              <c:pt idx="168">
                <c:v>0.018409778284908234</c:v>
              </c:pt>
              <c:pt idx="169">
                <c:v>0.018409778284908234</c:v>
              </c:pt>
              <c:pt idx="170">
                <c:v>0.018409778284908234</c:v>
              </c:pt>
              <c:pt idx="171">
                <c:v>0.018409778284908234</c:v>
              </c:pt>
              <c:pt idx="172">
                <c:v>0.018409778284908234</c:v>
              </c:pt>
              <c:pt idx="173">
                <c:v>0.018409778284908234</c:v>
              </c:pt>
              <c:pt idx="174">
                <c:v>0.018409778284908234</c:v>
              </c:pt>
              <c:pt idx="175">
                <c:v>0.018409778284908234</c:v>
              </c:pt>
              <c:pt idx="176">
                <c:v>0.018409778284908234</c:v>
              </c:pt>
              <c:pt idx="177">
                <c:v>0.018409778284908234</c:v>
              </c:pt>
              <c:pt idx="178">
                <c:v>0.018409778284908234</c:v>
              </c:pt>
              <c:pt idx="179">
                <c:v>0.018409778284908234</c:v>
              </c:pt>
              <c:pt idx="180">
                <c:v>0.018409778284908234</c:v>
              </c:pt>
              <c:pt idx="181">
                <c:v>0.018409778284908234</c:v>
              </c:pt>
              <c:pt idx="182">
                <c:v>0.018409778284908234</c:v>
              </c:pt>
              <c:pt idx="183">
                <c:v>0.018409778284908234</c:v>
              </c:pt>
              <c:pt idx="184">
                <c:v>0.018409778284908234</c:v>
              </c:pt>
              <c:pt idx="185">
                <c:v>0.018409778284908234</c:v>
              </c:pt>
              <c:pt idx="186">
                <c:v>0.018409778284908234</c:v>
              </c:pt>
              <c:pt idx="187">
                <c:v>0.018409778284908234</c:v>
              </c:pt>
              <c:pt idx="188">
                <c:v>0.018409778284908234</c:v>
              </c:pt>
              <c:pt idx="189">
                <c:v>0.018409778284908234</c:v>
              </c:pt>
              <c:pt idx="190">
                <c:v>0.018409778284908234</c:v>
              </c:pt>
              <c:pt idx="191">
                <c:v>0.018409778284908234</c:v>
              </c:pt>
              <c:pt idx="192">
                <c:v>0.018409778284908234</c:v>
              </c:pt>
              <c:pt idx="193">
                <c:v>0.018409778284908234</c:v>
              </c:pt>
              <c:pt idx="194">
                <c:v>0.018409778284908234</c:v>
              </c:pt>
              <c:pt idx="195">
                <c:v>0.018409778284908234</c:v>
              </c:pt>
              <c:pt idx="196">
                <c:v>0.018409778284908234</c:v>
              </c:pt>
              <c:pt idx="197">
                <c:v>0.018409778284908234</c:v>
              </c:pt>
              <c:pt idx="198">
                <c:v>0.018409778284908234</c:v>
              </c:pt>
              <c:pt idx="199">
                <c:v>0.018409778284908234</c:v>
              </c:pt>
              <c:pt idx="200">
                <c:v>0.018409778284908234</c:v>
              </c:pt>
              <c:pt idx="201">
                <c:v>0.018409778284908234</c:v>
              </c:pt>
              <c:pt idx="202">
                <c:v>0.018409778284908234</c:v>
              </c:pt>
              <c:pt idx="203">
                <c:v>0.018409778284908234</c:v>
              </c:pt>
              <c:pt idx="204">
                <c:v>0.018409778284908234</c:v>
              </c:pt>
              <c:pt idx="205">
                <c:v>0.018409778284908234</c:v>
              </c:pt>
              <c:pt idx="206">
                <c:v>0.018409778284908234</c:v>
              </c:pt>
              <c:pt idx="207">
                <c:v>0.018409778284908234</c:v>
              </c:pt>
              <c:pt idx="208">
                <c:v>0.018409778284908234</c:v>
              </c:pt>
              <c:pt idx="209">
                <c:v>0.018409778284908234</c:v>
              </c:pt>
              <c:pt idx="210">
                <c:v>0.018409778284908234</c:v>
              </c:pt>
              <c:pt idx="211">
                <c:v>0.018409778284908234</c:v>
              </c:pt>
              <c:pt idx="212">
                <c:v>0.018409778284908234</c:v>
              </c:pt>
              <c:pt idx="213">
                <c:v>0.018409778284908234</c:v>
              </c:pt>
              <c:pt idx="214">
                <c:v>0.018409778284908234</c:v>
              </c:pt>
              <c:pt idx="215">
                <c:v>0.018409778284908234</c:v>
              </c:pt>
              <c:pt idx="216">
                <c:v>0.018409778284908234</c:v>
              </c:pt>
              <c:pt idx="217">
                <c:v>0.018409778284908234</c:v>
              </c:pt>
              <c:pt idx="218">
                <c:v>0.018409778284908234</c:v>
              </c:pt>
              <c:pt idx="219">
                <c:v>0.018409778284908234</c:v>
              </c:pt>
              <c:pt idx="220">
                <c:v>0.018409778284908234</c:v>
              </c:pt>
              <c:pt idx="221">
                <c:v>0.018409778284908234</c:v>
              </c:pt>
              <c:pt idx="222">
                <c:v>0.018409778284908234</c:v>
              </c:pt>
              <c:pt idx="223">
                <c:v>0.018409778284908234</c:v>
              </c:pt>
              <c:pt idx="224">
                <c:v>0.018409778284908234</c:v>
              </c:pt>
              <c:pt idx="225">
                <c:v>0.018409778284908234</c:v>
              </c:pt>
              <c:pt idx="226">
                <c:v>0.018409778284908234</c:v>
              </c:pt>
              <c:pt idx="227">
                <c:v>0.018409778284908234</c:v>
              </c:pt>
              <c:pt idx="228">
                <c:v>0.018409778284908234</c:v>
              </c:pt>
              <c:pt idx="229">
                <c:v>0.018409778284908234</c:v>
              </c:pt>
              <c:pt idx="230">
                <c:v>0.018409778284908234</c:v>
              </c:pt>
              <c:pt idx="231">
                <c:v>0.018409778284908234</c:v>
              </c:pt>
              <c:pt idx="232">
                <c:v>0.018409778284908234</c:v>
              </c:pt>
              <c:pt idx="233">
                <c:v>0.018409778284908234</c:v>
              </c:pt>
              <c:pt idx="234">
                <c:v>0.018409778284908234</c:v>
              </c:pt>
              <c:pt idx="235">
                <c:v>0.018409778284908234</c:v>
              </c:pt>
              <c:pt idx="236">
                <c:v>0.018409778284908234</c:v>
              </c:pt>
              <c:pt idx="237">
                <c:v>0.018409778284908234</c:v>
              </c:pt>
              <c:pt idx="238">
                <c:v>0.018409778284908234</c:v>
              </c:pt>
              <c:pt idx="239">
                <c:v>0.018409778284908234</c:v>
              </c:pt>
              <c:pt idx="240">
                <c:v>0.018409778284908234</c:v>
              </c:pt>
              <c:pt idx="241">
                <c:v>0.018409778284908234</c:v>
              </c:pt>
              <c:pt idx="242">
                <c:v>0.018409778284908234</c:v>
              </c:pt>
              <c:pt idx="243">
                <c:v>0.018409778284908234</c:v>
              </c:pt>
              <c:pt idx="244">
                <c:v>0.018409778284908234</c:v>
              </c:pt>
              <c:pt idx="245">
                <c:v>0.018409778284908234</c:v>
              </c:pt>
              <c:pt idx="246">
                <c:v>0.018409778284908234</c:v>
              </c:pt>
              <c:pt idx="247">
                <c:v>0.018409778284908234</c:v>
              </c:pt>
              <c:pt idx="248">
                <c:v>0.018409778284908234</c:v>
              </c:pt>
              <c:pt idx="249">
                <c:v>0.018409778284908234</c:v>
              </c:pt>
              <c:pt idx="250">
                <c:v>0.018409778284908234</c:v>
              </c:pt>
              <c:pt idx="251">
                <c:v>0.018409778284908234</c:v>
              </c:pt>
              <c:pt idx="252">
                <c:v>0.018409778284908234</c:v>
              </c:pt>
              <c:pt idx="253">
                <c:v>0.018409778284908234</c:v>
              </c:pt>
              <c:pt idx="254">
                <c:v>0.018409778284908234</c:v>
              </c:pt>
              <c:pt idx="255">
                <c:v>0.018409778284908234</c:v>
              </c:pt>
              <c:pt idx="256">
                <c:v>0.018409778284908234</c:v>
              </c:pt>
              <c:pt idx="257">
                <c:v>0.018409778284908234</c:v>
              </c:pt>
              <c:pt idx="258">
                <c:v>0.018409778284908234</c:v>
              </c:pt>
              <c:pt idx="259">
                <c:v>0.018409778284908234</c:v>
              </c:pt>
              <c:pt idx="260">
                <c:v>0.018409778284908234</c:v>
              </c:pt>
              <c:pt idx="261">
                <c:v>0.018409778284908234</c:v>
              </c:pt>
              <c:pt idx="262">
                <c:v>0.018409778284908234</c:v>
              </c:pt>
              <c:pt idx="263">
                <c:v>0.018409778284908234</c:v>
              </c:pt>
              <c:pt idx="264">
                <c:v>0.018409778284908234</c:v>
              </c:pt>
              <c:pt idx="265">
                <c:v>0.018409778284908234</c:v>
              </c:pt>
              <c:pt idx="266">
                <c:v>0.018409778284908234</c:v>
              </c:pt>
              <c:pt idx="267">
                <c:v>0.018409778284908234</c:v>
              </c:pt>
              <c:pt idx="268">
                <c:v>0.018409778284908234</c:v>
              </c:pt>
              <c:pt idx="269">
                <c:v>0.018409778284908234</c:v>
              </c:pt>
              <c:pt idx="270">
                <c:v>0.018409778284908234</c:v>
              </c:pt>
              <c:pt idx="271">
                <c:v>0.018409778284908234</c:v>
              </c:pt>
              <c:pt idx="272">
                <c:v>0.018409778284908234</c:v>
              </c:pt>
              <c:pt idx="273">
                <c:v>0.018409778284908234</c:v>
              </c:pt>
              <c:pt idx="274">
                <c:v>0.018409778284908234</c:v>
              </c:pt>
              <c:pt idx="275">
                <c:v>0.018409778284908234</c:v>
              </c:pt>
              <c:pt idx="276">
                <c:v>0.018409778284908234</c:v>
              </c:pt>
              <c:pt idx="277">
                <c:v>0.018409778284908234</c:v>
              </c:pt>
              <c:pt idx="278">
                <c:v>0.018409778284908234</c:v>
              </c:pt>
              <c:pt idx="279">
                <c:v>0.018409778284908234</c:v>
              </c:pt>
              <c:pt idx="280">
                <c:v>0.018409778284908234</c:v>
              </c:pt>
              <c:pt idx="281">
                <c:v>0.018409778284908234</c:v>
              </c:pt>
              <c:pt idx="282">
                <c:v>0.018409778284908234</c:v>
              </c:pt>
              <c:pt idx="283">
                <c:v>0.018409778284908234</c:v>
              </c:pt>
              <c:pt idx="284">
                <c:v>0.018409778284908234</c:v>
              </c:pt>
              <c:pt idx="285">
                <c:v>0.018409778284908234</c:v>
              </c:pt>
              <c:pt idx="286">
                <c:v>0.018409778284908234</c:v>
              </c:pt>
              <c:pt idx="287">
                <c:v>0.018409778284908234</c:v>
              </c:pt>
              <c:pt idx="288">
                <c:v>0.018409778284908234</c:v>
              </c:pt>
              <c:pt idx="289">
                <c:v>0.018409778284908234</c:v>
              </c:pt>
              <c:pt idx="290">
                <c:v>0.018409778284908234</c:v>
              </c:pt>
              <c:pt idx="291">
                <c:v>0.018409778284908234</c:v>
              </c:pt>
              <c:pt idx="292">
                <c:v>0.018409778284908234</c:v>
              </c:pt>
              <c:pt idx="293">
                <c:v>0.018409778284908234</c:v>
              </c:pt>
              <c:pt idx="294">
                <c:v>0.018409778284908234</c:v>
              </c:pt>
              <c:pt idx="295">
                <c:v>0.018409778284908234</c:v>
              </c:pt>
              <c:pt idx="296">
                <c:v>0.018409778284908234</c:v>
              </c:pt>
              <c:pt idx="297">
                <c:v>0.018409778284908234</c:v>
              </c:pt>
              <c:pt idx="298">
                <c:v>0.018409778284908234</c:v>
              </c:pt>
              <c:pt idx="299">
                <c:v>0.018409778284908234</c:v>
              </c:pt>
              <c:pt idx="300">
                <c:v>0.018409778284908234</c:v>
              </c:pt>
              <c:pt idx="301">
                <c:v>0.018409778284908234</c:v>
              </c:pt>
              <c:pt idx="302">
                <c:v>0.018409778284908234</c:v>
              </c:pt>
              <c:pt idx="303">
                <c:v>0.018409778284908234</c:v>
              </c:pt>
              <c:pt idx="304">
                <c:v>0.018409778284908234</c:v>
              </c:pt>
              <c:pt idx="305">
                <c:v>0.018409778284908234</c:v>
              </c:pt>
              <c:pt idx="306">
                <c:v>0.018409778284908234</c:v>
              </c:pt>
              <c:pt idx="307">
                <c:v>0.018409778284908234</c:v>
              </c:pt>
              <c:pt idx="308">
                <c:v>0.018409778284908234</c:v>
              </c:pt>
              <c:pt idx="309">
                <c:v>0.018409778284908234</c:v>
              </c:pt>
              <c:pt idx="310">
                <c:v>0.018409778284908234</c:v>
              </c:pt>
              <c:pt idx="311">
                <c:v>0.018409778284908234</c:v>
              </c:pt>
              <c:pt idx="312">
                <c:v>0.018409778284908234</c:v>
              </c:pt>
              <c:pt idx="313">
                <c:v>0.018409778284908234</c:v>
              </c:pt>
              <c:pt idx="314">
                <c:v>0.018409778284908234</c:v>
              </c:pt>
              <c:pt idx="315">
                <c:v>0.018409778284908234</c:v>
              </c:pt>
              <c:pt idx="316">
                <c:v>0.018409778284908234</c:v>
              </c:pt>
              <c:pt idx="317">
                <c:v>0.018409778284908234</c:v>
              </c:pt>
              <c:pt idx="318">
                <c:v>0.018409778284908234</c:v>
              </c:pt>
              <c:pt idx="319">
                <c:v>0.018409778284908234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ser>
          <c:idx val="5"/>
          <c:order val="5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33.555199555944284</c:v>
              </c:pt>
              <c:pt idx="1">
                <c:v>33.58694481805558</c:v>
              </c:pt>
              <c:pt idx="2">
                <c:v>33.58694481805558</c:v>
              </c:pt>
              <c:pt idx="3">
                <c:v>33.58694481805558</c:v>
              </c:pt>
              <c:pt idx="4">
                <c:v>33.58694481805558</c:v>
              </c:pt>
              <c:pt idx="5">
                <c:v>33.58694481805558</c:v>
              </c:pt>
              <c:pt idx="6">
                <c:v>33.58694481805558</c:v>
              </c:pt>
              <c:pt idx="7">
                <c:v>33.58694481805558</c:v>
              </c:pt>
              <c:pt idx="8">
                <c:v>33.58694481805558</c:v>
              </c:pt>
              <c:pt idx="9">
                <c:v>33.58694481805558</c:v>
              </c:pt>
              <c:pt idx="10">
                <c:v>33.58694481805558</c:v>
              </c:pt>
              <c:pt idx="11">
                <c:v>33.58694481805558</c:v>
              </c:pt>
              <c:pt idx="12">
                <c:v>33.58694481805558</c:v>
              </c:pt>
              <c:pt idx="13">
                <c:v>33.58694481805558</c:v>
              </c:pt>
              <c:pt idx="14">
                <c:v>33.58694481805558</c:v>
              </c:pt>
              <c:pt idx="15">
                <c:v>33.58694481805558</c:v>
              </c:pt>
              <c:pt idx="16">
                <c:v>33.58694481805558</c:v>
              </c:pt>
              <c:pt idx="17">
                <c:v>33.58694481805558</c:v>
              </c:pt>
              <c:pt idx="18">
                <c:v>33.58694481805558</c:v>
              </c:pt>
              <c:pt idx="19">
                <c:v>33.58694481805558</c:v>
              </c:pt>
              <c:pt idx="20">
                <c:v>33.58694481805558</c:v>
              </c:pt>
              <c:pt idx="21">
                <c:v>33.58694481805558</c:v>
              </c:pt>
              <c:pt idx="22">
                <c:v>33.58694481805558</c:v>
              </c:pt>
              <c:pt idx="23">
                <c:v>33.58694481805558</c:v>
              </c:pt>
              <c:pt idx="24">
                <c:v>33.58694481805558</c:v>
              </c:pt>
              <c:pt idx="25">
                <c:v>33.58694481805558</c:v>
              </c:pt>
              <c:pt idx="26">
                <c:v>33.58694481805558</c:v>
              </c:pt>
              <c:pt idx="27">
                <c:v>33.58694481805558</c:v>
              </c:pt>
              <c:pt idx="28">
                <c:v>33.58694481805558</c:v>
              </c:pt>
              <c:pt idx="29">
                <c:v>33.58694481805558</c:v>
              </c:pt>
              <c:pt idx="30">
                <c:v>33.58694481805558</c:v>
              </c:pt>
              <c:pt idx="31">
                <c:v>33.58694481805558</c:v>
              </c:pt>
              <c:pt idx="32">
                <c:v>33.58694481805558</c:v>
              </c:pt>
              <c:pt idx="33">
                <c:v>33.58694481805558</c:v>
              </c:pt>
              <c:pt idx="34">
                <c:v>33.58694481805558</c:v>
              </c:pt>
              <c:pt idx="35">
                <c:v>33.58694481805558</c:v>
              </c:pt>
              <c:pt idx="36">
                <c:v>33.58694481805558</c:v>
              </c:pt>
              <c:pt idx="37">
                <c:v>33.58694481805558</c:v>
              </c:pt>
              <c:pt idx="38">
                <c:v>33.58694481805558</c:v>
              </c:pt>
              <c:pt idx="39">
                <c:v>33.58694481805558</c:v>
              </c:pt>
              <c:pt idx="40">
                <c:v>33.58694481805558</c:v>
              </c:pt>
              <c:pt idx="41">
                <c:v>33.58694481805558</c:v>
              </c:pt>
              <c:pt idx="42">
                <c:v>33.58694481805558</c:v>
              </c:pt>
              <c:pt idx="43">
                <c:v>33.58694481805558</c:v>
              </c:pt>
              <c:pt idx="44">
                <c:v>33.58694481805558</c:v>
              </c:pt>
              <c:pt idx="45">
                <c:v>33.58694481805558</c:v>
              </c:pt>
              <c:pt idx="46">
                <c:v>33.58694481805558</c:v>
              </c:pt>
              <c:pt idx="47">
                <c:v>33.58694481805558</c:v>
              </c:pt>
              <c:pt idx="48">
                <c:v>33.58694481805558</c:v>
              </c:pt>
              <c:pt idx="49">
                <c:v>33.58694481805558</c:v>
              </c:pt>
              <c:pt idx="50">
                <c:v>33.58694481805558</c:v>
              </c:pt>
              <c:pt idx="51">
                <c:v>33.58694481805558</c:v>
              </c:pt>
              <c:pt idx="52">
                <c:v>33.58694481805558</c:v>
              </c:pt>
              <c:pt idx="53">
                <c:v>33.58694481805558</c:v>
              </c:pt>
              <c:pt idx="54">
                <c:v>33.58694481805558</c:v>
              </c:pt>
              <c:pt idx="55">
                <c:v>33.58694481805558</c:v>
              </c:pt>
              <c:pt idx="56">
                <c:v>33.58694481805558</c:v>
              </c:pt>
              <c:pt idx="57">
                <c:v>33.58694481805558</c:v>
              </c:pt>
              <c:pt idx="58">
                <c:v>33.58694481805558</c:v>
              </c:pt>
              <c:pt idx="59">
                <c:v>33.58694481805558</c:v>
              </c:pt>
              <c:pt idx="60">
                <c:v>33.58694481805558</c:v>
              </c:pt>
              <c:pt idx="61">
                <c:v>33.58694481805558</c:v>
              </c:pt>
              <c:pt idx="62">
                <c:v>33.58694481805558</c:v>
              </c:pt>
              <c:pt idx="63">
                <c:v>33.58694481805558</c:v>
              </c:pt>
              <c:pt idx="64">
                <c:v>33.58694481805558</c:v>
              </c:pt>
              <c:pt idx="65">
                <c:v>33.58694481805558</c:v>
              </c:pt>
              <c:pt idx="66">
                <c:v>33.58694481805558</c:v>
              </c:pt>
              <c:pt idx="67">
                <c:v>33.58694481805558</c:v>
              </c:pt>
              <c:pt idx="68">
                <c:v>33.58694481805558</c:v>
              </c:pt>
              <c:pt idx="69">
                <c:v>33.58694481805558</c:v>
              </c:pt>
              <c:pt idx="70">
                <c:v>33.58694481805558</c:v>
              </c:pt>
              <c:pt idx="71">
                <c:v>33.58694481805558</c:v>
              </c:pt>
              <c:pt idx="72">
                <c:v>33.58694481805558</c:v>
              </c:pt>
              <c:pt idx="73">
                <c:v>33.58694481805558</c:v>
              </c:pt>
              <c:pt idx="74">
                <c:v>33.58694481805558</c:v>
              </c:pt>
              <c:pt idx="75">
                <c:v>33.58694481805558</c:v>
              </c:pt>
              <c:pt idx="76">
                <c:v>33.58694481805558</c:v>
              </c:pt>
              <c:pt idx="77">
                <c:v>33.58694481805558</c:v>
              </c:pt>
              <c:pt idx="78">
                <c:v>33.58694481805558</c:v>
              </c:pt>
              <c:pt idx="79">
                <c:v>33.58694481805558</c:v>
              </c:pt>
              <c:pt idx="80">
                <c:v>33.58694481805558</c:v>
              </c:pt>
              <c:pt idx="81">
                <c:v>33.58694481805558</c:v>
              </c:pt>
              <c:pt idx="82">
                <c:v>33.58694481805558</c:v>
              </c:pt>
              <c:pt idx="83">
                <c:v>33.58694481805558</c:v>
              </c:pt>
              <c:pt idx="84">
                <c:v>33.58694481805558</c:v>
              </c:pt>
              <c:pt idx="85">
                <c:v>33.58694481805558</c:v>
              </c:pt>
              <c:pt idx="86">
                <c:v>33.58694481805558</c:v>
              </c:pt>
              <c:pt idx="87">
                <c:v>33.58694481805558</c:v>
              </c:pt>
              <c:pt idx="88">
                <c:v>33.58694481805558</c:v>
              </c:pt>
              <c:pt idx="89">
                <c:v>33.58694481805558</c:v>
              </c:pt>
              <c:pt idx="90">
                <c:v>33.58694481805558</c:v>
              </c:pt>
              <c:pt idx="91">
                <c:v>33.58694481805558</c:v>
              </c:pt>
              <c:pt idx="92">
                <c:v>33.58694481805558</c:v>
              </c:pt>
              <c:pt idx="93">
                <c:v>33.58694481805558</c:v>
              </c:pt>
              <c:pt idx="94">
                <c:v>33.58694481805558</c:v>
              </c:pt>
              <c:pt idx="95">
                <c:v>33.58694481805558</c:v>
              </c:pt>
              <c:pt idx="96">
                <c:v>33.58694481805558</c:v>
              </c:pt>
              <c:pt idx="97">
                <c:v>33.58694481805558</c:v>
              </c:pt>
              <c:pt idx="98">
                <c:v>33.58694481805558</c:v>
              </c:pt>
              <c:pt idx="99">
                <c:v>33.58694481805558</c:v>
              </c:pt>
              <c:pt idx="100">
                <c:v>33.58694481805558</c:v>
              </c:pt>
              <c:pt idx="101">
                <c:v>33.58694481805558</c:v>
              </c:pt>
              <c:pt idx="102">
                <c:v>33.58694481805558</c:v>
              </c:pt>
              <c:pt idx="103">
                <c:v>33.58694481805558</c:v>
              </c:pt>
              <c:pt idx="104">
                <c:v>33.58694481805558</c:v>
              </c:pt>
              <c:pt idx="105">
                <c:v>33.58694481805558</c:v>
              </c:pt>
              <c:pt idx="106">
                <c:v>33.58694481805558</c:v>
              </c:pt>
              <c:pt idx="107">
                <c:v>33.58694481805558</c:v>
              </c:pt>
              <c:pt idx="108">
                <c:v>33.58694481805558</c:v>
              </c:pt>
              <c:pt idx="109">
                <c:v>33.58694481805558</c:v>
              </c:pt>
              <c:pt idx="110">
                <c:v>33.58694481805558</c:v>
              </c:pt>
              <c:pt idx="111">
                <c:v>33.58694481805558</c:v>
              </c:pt>
              <c:pt idx="112">
                <c:v>33.58694481805558</c:v>
              </c:pt>
              <c:pt idx="113">
                <c:v>33.58694481805558</c:v>
              </c:pt>
              <c:pt idx="114">
                <c:v>33.58694481805558</c:v>
              </c:pt>
              <c:pt idx="115">
                <c:v>33.58694481805558</c:v>
              </c:pt>
              <c:pt idx="116">
                <c:v>33.58694481805558</c:v>
              </c:pt>
              <c:pt idx="117">
                <c:v>33.58694481805558</c:v>
              </c:pt>
              <c:pt idx="118">
                <c:v>33.58694481805558</c:v>
              </c:pt>
              <c:pt idx="119">
                <c:v>33.58694481805558</c:v>
              </c:pt>
              <c:pt idx="120">
                <c:v>33.58694481805558</c:v>
              </c:pt>
              <c:pt idx="121">
                <c:v>33.58694481805558</c:v>
              </c:pt>
              <c:pt idx="122">
                <c:v>33.58694481805558</c:v>
              </c:pt>
              <c:pt idx="123">
                <c:v>33.58694481805558</c:v>
              </c:pt>
              <c:pt idx="124">
                <c:v>33.58694481805558</c:v>
              </c:pt>
              <c:pt idx="125">
                <c:v>33.58694481805558</c:v>
              </c:pt>
              <c:pt idx="126">
                <c:v>33.58694481805558</c:v>
              </c:pt>
              <c:pt idx="127">
                <c:v>33.58694481805558</c:v>
              </c:pt>
              <c:pt idx="128">
                <c:v>33.58694481805558</c:v>
              </c:pt>
              <c:pt idx="129">
                <c:v>33.58694481805558</c:v>
              </c:pt>
              <c:pt idx="130">
                <c:v>33.58694481805558</c:v>
              </c:pt>
              <c:pt idx="131">
                <c:v>33.58694481805558</c:v>
              </c:pt>
              <c:pt idx="132">
                <c:v>33.58694481805558</c:v>
              </c:pt>
              <c:pt idx="133">
                <c:v>33.58694481805558</c:v>
              </c:pt>
              <c:pt idx="134">
                <c:v>33.58694481805558</c:v>
              </c:pt>
              <c:pt idx="135">
                <c:v>33.58694481805558</c:v>
              </c:pt>
              <c:pt idx="136">
                <c:v>33.58694481805558</c:v>
              </c:pt>
              <c:pt idx="137">
                <c:v>33.58694481805558</c:v>
              </c:pt>
              <c:pt idx="138">
                <c:v>33.58694481805558</c:v>
              </c:pt>
              <c:pt idx="139">
                <c:v>33.58694481805558</c:v>
              </c:pt>
              <c:pt idx="140">
                <c:v>33.58694481805558</c:v>
              </c:pt>
              <c:pt idx="141">
                <c:v>33.58694481805558</c:v>
              </c:pt>
              <c:pt idx="142">
                <c:v>33.58694481805558</c:v>
              </c:pt>
              <c:pt idx="143">
                <c:v>33.58694481805558</c:v>
              </c:pt>
              <c:pt idx="144">
                <c:v>33.58694481805558</c:v>
              </c:pt>
              <c:pt idx="145">
                <c:v>33.58694481805558</c:v>
              </c:pt>
              <c:pt idx="146">
                <c:v>33.58694481805558</c:v>
              </c:pt>
              <c:pt idx="147">
                <c:v>33.58694481805558</c:v>
              </c:pt>
              <c:pt idx="148">
                <c:v>33.58694481805558</c:v>
              </c:pt>
              <c:pt idx="149">
                <c:v>33.58694481805558</c:v>
              </c:pt>
              <c:pt idx="150">
                <c:v>33.58694481805558</c:v>
              </c:pt>
              <c:pt idx="151">
                <c:v>33.58694481805558</c:v>
              </c:pt>
              <c:pt idx="152">
                <c:v>33.58694481805558</c:v>
              </c:pt>
              <c:pt idx="153">
                <c:v>33.58694481805558</c:v>
              </c:pt>
              <c:pt idx="154">
                <c:v>33.58694481805558</c:v>
              </c:pt>
              <c:pt idx="155">
                <c:v>33.58694481805558</c:v>
              </c:pt>
              <c:pt idx="156">
                <c:v>33.58694481805558</c:v>
              </c:pt>
              <c:pt idx="157">
                <c:v>33.58694481805558</c:v>
              </c:pt>
              <c:pt idx="158">
                <c:v>33.58694481805558</c:v>
              </c:pt>
              <c:pt idx="159">
                <c:v>33.58694481805558</c:v>
              </c:pt>
              <c:pt idx="160">
                <c:v>33.58694481805558</c:v>
              </c:pt>
              <c:pt idx="161">
                <c:v>33.58694481805558</c:v>
              </c:pt>
              <c:pt idx="162">
                <c:v>33.58694481805558</c:v>
              </c:pt>
              <c:pt idx="163">
                <c:v>33.58694481805558</c:v>
              </c:pt>
              <c:pt idx="164">
                <c:v>33.58694481805558</c:v>
              </c:pt>
              <c:pt idx="165">
                <c:v>33.58694481805558</c:v>
              </c:pt>
              <c:pt idx="166">
                <c:v>33.58694481805558</c:v>
              </c:pt>
              <c:pt idx="167">
                <c:v>33.58694481805558</c:v>
              </c:pt>
              <c:pt idx="168">
                <c:v>33.58694481805558</c:v>
              </c:pt>
              <c:pt idx="169">
                <c:v>33.58694481805558</c:v>
              </c:pt>
              <c:pt idx="170">
                <c:v>33.58694481805558</c:v>
              </c:pt>
              <c:pt idx="171">
                <c:v>33.58694481805558</c:v>
              </c:pt>
              <c:pt idx="172">
                <c:v>33.58694481805558</c:v>
              </c:pt>
              <c:pt idx="173">
                <c:v>33.58694481805558</c:v>
              </c:pt>
              <c:pt idx="174">
                <c:v>33.58694481805558</c:v>
              </c:pt>
              <c:pt idx="175">
                <c:v>33.58694481805558</c:v>
              </c:pt>
              <c:pt idx="176">
                <c:v>33.58694481805558</c:v>
              </c:pt>
              <c:pt idx="177">
                <c:v>33.58694481805558</c:v>
              </c:pt>
              <c:pt idx="178">
                <c:v>33.58694481805558</c:v>
              </c:pt>
              <c:pt idx="179">
                <c:v>33.58694481805558</c:v>
              </c:pt>
              <c:pt idx="180">
                <c:v>33.58694481805558</c:v>
              </c:pt>
              <c:pt idx="181">
                <c:v>33.58694481805558</c:v>
              </c:pt>
              <c:pt idx="182">
                <c:v>33.58694481805558</c:v>
              </c:pt>
              <c:pt idx="183">
                <c:v>33.58694481805558</c:v>
              </c:pt>
              <c:pt idx="184">
                <c:v>33.58694481805558</c:v>
              </c:pt>
              <c:pt idx="185">
                <c:v>33.58694481805558</c:v>
              </c:pt>
              <c:pt idx="186">
                <c:v>33.58694481805558</c:v>
              </c:pt>
              <c:pt idx="187">
                <c:v>33.58694481805558</c:v>
              </c:pt>
              <c:pt idx="188">
                <c:v>33.58694481805558</c:v>
              </c:pt>
              <c:pt idx="189">
                <c:v>33.58694481805558</c:v>
              </c:pt>
              <c:pt idx="190">
                <c:v>33.58694481805558</c:v>
              </c:pt>
              <c:pt idx="191">
                <c:v>33.58694481805558</c:v>
              </c:pt>
              <c:pt idx="192">
                <c:v>33.58694481805558</c:v>
              </c:pt>
              <c:pt idx="193">
                <c:v>33.58694481805558</c:v>
              </c:pt>
              <c:pt idx="194">
                <c:v>33.58694481805558</c:v>
              </c:pt>
              <c:pt idx="195">
                <c:v>33.58694481805558</c:v>
              </c:pt>
              <c:pt idx="196">
                <c:v>33.58694481805558</c:v>
              </c:pt>
              <c:pt idx="197">
                <c:v>33.58694481805558</c:v>
              </c:pt>
              <c:pt idx="198">
                <c:v>33.58694481805558</c:v>
              </c:pt>
              <c:pt idx="199">
                <c:v>33.58694481805558</c:v>
              </c:pt>
              <c:pt idx="200">
                <c:v>33.58694481805558</c:v>
              </c:pt>
              <c:pt idx="201">
                <c:v>33.58694481805558</c:v>
              </c:pt>
              <c:pt idx="202">
                <c:v>33.58694481805558</c:v>
              </c:pt>
              <c:pt idx="203">
                <c:v>33.58694481805558</c:v>
              </c:pt>
              <c:pt idx="204">
                <c:v>33.58694481805558</c:v>
              </c:pt>
              <c:pt idx="205">
                <c:v>33.58694481805558</c:v>
              </c:pt>
              <c:pt idx="206">
                <c:v>33.58694481805558</c:v>
              </c:pt>
              <c:pt idx="207">
                <c:v>33.58694481805558</c:v>
              </c:pt>
              <c:pt idx="208">
                <c:v>33.58694481805558</c:v>
              </c:pt>
              <c:pt idx="209">
                <c:v>33.58694481805558</c:v>
              </c:pt>
              <c:pt idx="210">
                <c:v>33.58694481805558</c:v>
              </c:pt>
              <c:pt idx="211">
                <c:v>33.58694481805558</c:v>
              </c:pt>
              <c:pt idx="212">
                <c:v>33.58694481805558</c:v>
              </c:pt>
              <c:pt idx="213">
                <c:v>33.58694481805558</c:v>
              </c:pt>
              <c:pt idx="214">
                <c:v>33.58694481805558</c:v>
              </c:pt>
              <c:pt idx="215">
                <c:v>33.58694481805558</c:v>
              </c:pt>
              <c:pt idx="216">
                <c:v>33.58694481805558</c:v>
              </c:pt>
              <c:pt idx="217">
                <c:v>33.58694481805558</c:v>
              </c:pt>
              <c:pt idx="218">
                <c:v>33.58694481805558</c:v>
              </c:pt>
              <c:pt idx="219">
                <c:v>33.58694481805558</c:v>
              </c:pt>
              <c:pt idx="220">
                <c:v>33.58694481805558</c:v>
              </c:pt>
              <c:pt idx="221">
                <c:v>33.58694481805558</c:v>
              </c:pt>
              <c:pt idx="222">
                <c:v>33.58694481805558</c:v>
              </c:pt>
              <c:pt idx="223">
                <c:v>33.58694481805558</c:v>
              </c:pt>
              <c:pt idx="224">
                <c:v>33.58694481805558</c:v>
              </c:pt>
              <c:pt idx="225">
                <c:v>33.58694481805558</c:v>
              </c:pt>
              <c:pt idx="226">
                <c:v>33.58694481805558</c:v>
              </c:pt>
              <c:pt idx="227">
                <c:v>33.58694481805558</c:v>
              </c:pt>
              <c:pt idx="228">
                <c:v>33.58694481805558</c:v>
              </c:pt>
              <c:pt idx="229">
                <c:v>33.58694481805558</c:v>
              </c:pt>
              <c:pt idx="230">
                <c:v>33.58694481805558</c:v>
              </c:pt>
              <c:pt idx="231">
                <c:v>33.58694481805558</c:v>
              </c:pt>
              <c:pt idx="232">
                <c:v>33.58694481805558</c:v>
              </c:pt>
              <c:pt idx="233">
                <c:v>33.58694481805558</c:v>
              </c:pt>
              <c:pt idx="234">
                <c:v>33.58694481805558</c:v>
              </c:pt>
              <c:pt idx="235">
                <c:v>33.58694481805558</c:v>
              </c:pt>
              <c:pt idx="236">
                <c:v>33.58694481805558</c:v>
              </c:pt>
              <c:pt idx="237">
                <c:v>33.58694481805558</c:v>
              </c:pt>
              <c:pt idx="238">
                <c:v>33.58694481805558</c:v>
              </c:pt>
              <c:pt idx="239">
                <c:v>33.58694481805558</c:v>
              </c:pt>
              <c:pt idx="240">
                <c:v>33.58694481805558</c:v>
              </c:pt>
              <c:pt idx="241">
                <c:v>33.58694481805558</c:v>
              </c:pt>
              <c:pt idx="242">
                <c:v>33.58694481805558</c:v>
              </c:pt>
              <c:pt idx="243">
                <c:v>33.58694481805558</c:v>
              </c:pt>
              <c:pt idx="244">
                <c:v>33.58694481805558</c:v>
              </c:pt>
              <c:pt idx="245">
                <c:v>33.58694481805558</c:v>
              </c:pt>
              <c:pt idx="246">
                <c:v>33.58694481805558</c:v>
              </c:pt>
              <c:pt idx="247">
                <c:v>33.58694481805558</c:v>
              </c:pt>
              <c:pt idx="248">
                <c:v>33.58694481805558</c:v>
              </c:pt>
              <c:pt idx="249">
                <c:v>33.58694481805558</c:v>
              </c:pt>
              <c:pt idx="250">
                <c:v>33.58694481805558</c:v>
              </c:pt>
              <c:pt idx="251">
                <c:v>33.58694481805558</c:v>
              </c:pt>
              <c:pt idx="252">
                <c:v>33.58694481805558</c:v>
              </c:pt>
              <c:pt idx="253">
                <c:v>33.58694481805558</c:v>
              </c:pt>
              <c:pt idx="254">
                <c:v>33.58694481805558</c:v>
              </c:pt>
              <c:pt idx="255">
                <c:v>33.58694481805558</c:v>
              </c:pt>
              <c:pt idx="256">
                <c:v>33.58694481805558</c:v>
              </c:pt>
              <c:pt idx="257">
                <c:v>33.58694481805558</c:v>
              </c:pt>
              <c:pt idx="258">
                <c:v>33.58694481805558</c:v>
              </c:pt>
              <c:pt idx="259">
                <c:v>33.58694481805558</c:v>
              </c:pt>
              <c:pt idx="260">
                <c:v>33.58694481805558</c:v>
              </c:pt>
              <c:pt idx="261">
                <c:v>33.58694481805558</c:v>
              </c:pt>
              <c:pt idx="262">
                <c:v>33.58694481805558</c:v>
              </c:pt>
              <c:pt idx="263">
                <c:v>33.58694481805558</c:v>
              </c:pt>
              <c:pt idx="264">
                <c:v>33.58694481805558</c:v>
              </c:pt>
              <c:pt idx="265">
                <c:v>33.58694481805558</c:v>
              </c:pt>
              <c:pt idx="266">
                <c:v>33.58694481805558</c:v>
              </c:pt>
              <c:pt idx="267">
                <c:v>33.58694481805558</c:v>
              </c:pt>
              <c:pt idx="268">
                <c:v>33.58694481805558</c:v>
              </c:pt>
              <c:pt idx="269">
                <c:v>33.58694481805558</c:v>
              </c:pt>
              <c:pt idx="270">
                <c:v>33.58694481805558</c:v>
              </c:pt>
              <c:pt idx="271">
                <c:v>33.58694481805558</c:v>
              </c:pt>
              <c:pt idx="272">
                <c:v>33.58694481805558</c:v>
              </c:pt>
              <c:pt idx="273">
                <c:v>33.58694481805558</c:v>
              </c:pt>
              <c:pt idx="274">
                <c:v>33.58694481805558</c:v>
              </c:pt>
              <c:pt idx="275">
                <c:v>33.58694481805558</c:v>
              </c:pt>
              <c:pt idx="276">
                <c:v>33.58694481805558</c:v>
              </c:pt>
              <c:pt idx="277">
                <c:v>33.58694481805558</c:v>
              </c:pt>
              <c:pt idx="278">
                <c:v>33.58694481805558</c:v>
              </c:pt>
              <c:pt idx="279">
                <c:v>33.58694481805558</c:v>
              </c:pt>
              <c:pt idx="280">
                <c:v>33.58694481805558</c:v>
              </c:pt>
              <c:pt idx="281">
                <c:v>33.58694481805558</c:v>
              </c:pt>
              <c:pt idx="282">
                <c:v>33.58694481805558</c:v>
              </c:pt>
              <c:pt idx="283">
                <c:v>33.58694481805558</c:v>
              </c:pt>
              <c:pt idx="284">
                <c:v>33.58694481805558</c:v>
              </c:pt>
              <c:pt idx="285">
                <c:v>33.58694481805558</c:v>
              </c:pt>
              <c:pt idx="286">
                <c:v>33.58694481805558</c:v>
              </c:pt>
              <c:pt idx="287">
                <c:v>33.58694481805558</c:v>
              </c:pt>
              <c:pt idx="288">
                <c:v>33.58694481805558</c:v>
              </c:pt>
              <c:pt idx="289">
                <c:v>33.58694481805558</c:v>
              </c:pt>
              <c:pt idx="290">
                <c:v>33.58694481805558</c:v>
              </c:pt>
              <c:pt idx="291">
                <c:v>33.58694481805558</c:v>
              </c:pt>
              <c:pt idx="292">
                <c:v>33.58694481805558</c:v>
              </c:pt>
              <c:pt idx="293">
                <c:v>33.58694481805558</c:v>
              </c:pt>
              <c:pt idx="294">
                <c:v>33.58694481805558</c:v>
              </c:pt>
              <c:pt idx="295">
                <c:v>33.58694481805558</c:v>
              </c:pt>
              <c:pt idx="296">
                <c:v>33.58694481805558</c:v>
              </c:pt>
              <c:pt idx="297">
                <c:v>33.58694481805558</c:v>
              </c:pt>
              <c:pt idx="298">
                <c:v>33.58694481805558</c:v>
              </c:pt>
              <c:pt idx="299">
                <c:v>33.58694481805558</c:v>
              </c:pt>
              <c:pt idx="300">
                <c:v>33.58694481805558</c:v>
              </c:pt>
              <c:pt idx="301">
                <c:v>33.58694481805558</c:v>
              </c:pt>
              <c:pt idx="302">
                <c:v>33.58694481805558</c:v>
              </c:pt>
              <c:pt idx="303">
                <c:v>33.58694481805558</c:v>
              </c:pt>
              <c:pt idx="304">
                <c:v>33.58694481805558</c:v>
              </c:pt>
              <c:pt idx="305">
                <c:v>33.58694481805558</c:v>
              </c:pt>
              <c:pt idx="306">
                <c:v>33.58694481805558</c:v>
              </c:pt>
              <c:pt idx="307">
                <c:v>33.58694481805558</c:v>
              </c:pt>
              <c:pt idx="308">
                <c:v>33.58694481805558</c:v>
              </c:pt>
              <c:pt idx="309">
                <c:v>33.58694481805558</c:v>
              </c:pt>
              <c:pt idx="310">
                <c:v>33.58694481805558</c:v>
              </c:pt>
              <c:pt idx="311">
                <c:v>33.58694481805558</c:v>
              </c:pt>
              <c:pt idx="312">
                <c:v>33.58694481805558</c:v>
              </c:pt>
              <c:pt idx="313">
                <c:v>33.58694481805558</c:v>
              </c:pt>
              <c:pt idx="314">
                <c:v>33.58694481805558</c:v>
              </c:pt>
              <c:pt idx="315">
                <c:v>33.58694481805558</c:v>
              </c:pt>
              <c:pt idx="316">
                <c:v>33.58694481805558</c:v>
              </c:pt>
              <c:pt idx="317">
                <c:v>33.58694481805558</c:v>
              </c:pt>
              <c:pt idx="318">
                <c:v>33.58694481805558</c:v>
              </c:pt>
              <c:pt idx="319">
                <c:v>33.58694481805558</c:v>
              </c:pt>
              <c:pt idx="320">
                <c:v>33.58694481805558</c:v>
              </c:pt>
              <c:pt idx="321">
                <c:v>33.58694481805558</c:v>
              </c:pt>
              <c:pt idx="322">
                <c:v>33.58694481805558</c:v>
              </c:pt>
              <c:pt idx="323">
                <c:v>33.58694481805558</c:v>
              </c:pt>
            </c:numLit>
          </c:xVal>
          <c:yVal>
            <c:numLit>
              <c:formatCode>0.0</c:formatCode>
              <c:ptCount val="324"/>
              <c:pt idx="0">
                <c:v>0.018409778284908234</c:v>
              </c:pt>
              <c:pt idx="1">
                <c:v>0.018409778284908234</c:v>
              </c:pt>
              <c:pt idx="2">
                <c:v>0.018409778284908234</c:v>
              </c:pt>
              <c:pt idx="3">
                <c:v>0.018409778284908234</c:v>
              </c:pt>
              <c:pt idx="4">
                <c:v>0.018409778284908234</c:v>
              </c:pt>
              <c:pt idx="5">
                <c:v>0.018409778284908234</c:v>
              </c:pt>
              <c:pt idx="6">
                <c:v>0.018409778284908234</c:v>
              </c:pt>
              <c:pt idx="7">
                <c:v>0.018409778284908234</c:v>
              </c:pt>
              <c:pt idx="8">
                <c:v>0.018409778284908234</c:v>
              </c:pt>
              <c:pt idx="9">
                <c:v>0.018409778284908234</c:v>
              </c:pt>
              <c:pt idx="10">
                <c:v>0.018409778284908234</c:v>
              </c:pt>
              <c:pt idx="11">
                <c:v>0.018409778284908234</c:v>
              </c:pt>
              <c:pt idx="12">
                <c:v>0.018409778284908234</c:v>
              </c:pt>
              <c:pt idx="13">
                <c:v>0.018409778284908234</c:v>
              </c:pt>
              <c:pt idx="14">
                <c:v>0.018409778284908234</c:v>
              </c:pt>
              <c:pt idx="15">
                <c:v>0.018409778284908234</c:v>
              </c:pt>
              <c:pt idx="16">
                <c:v>0.018409778284908234</c:v>
              </c:pt>
              <c:pt idx="17">
                <c:v>0.018409778284908234</c:v>
              </c:pt>
              <c:pt idx="18">
                <c:v>0.018409778284908234</c:v>
              </c:pt>
              <c:pt idx="19">
                <c:v>0.018409778284908234</c:v>
              </c:pt>
              <c:pt idx="20">
                <c:v>0.018409778284908234</c:v>
              </c:pt>
              <c:pt idx="21">
                <c:v>0.018409778284908234</c:v>
              </c:pt>
              <c:pt idx="22">
                <c:v>0.018409778284908234</c:v>
              </c:pt>
              <c:pt idx="23">
                <c:v>0.018409778284908234</c:v>
              </c:pt>
              <c:pt idx="24">
                <c:v>0.018409778284908234</c:v>
              </c:pt>
              <c:pt idx="25">
                <c:v>0.018409778284908234</c:v>
              </c:pt>
              <c:pt idx="26">
                <c:v>0.018409778284908234</c:v>
              </c:pt>
              <c:pt idx="27">
                <c:v>0.018409778284908234</c:v>
              </c:pt>
              <c:pt idx="28">
                <c:v>0.018409778284908234</c:v>
              </c:pt>
              <c:pt idx="29">
                <c:v>0.018409778284908234</c:v>
              </c:pt>
              <c:pt idx="30">
                <c:v>0.018409778284908234</c:v>
              </c:pt>
              <c:pt idx="31">
                <c:v>0.018409778284908234</c:v>
              </c:pt>
              <c:pt idx="32">
                <c:v>0.018409778284908234</c:v>
              </c:pt>
              <c:pt idx="33">
                <c:v>0.018409778284908234</c:v>
              </c:pt>
              <c:pt idx="34">
                <c:v>0.018409778284908234</c:v>
              </c:pt>
              <c:pt idx="35">
                <c:v>0.018409778284908234</c:v>
              </c:pt>
              <c:pt idx="36">
                <c:v>0.018409778284908234</c:v>
              </c:pt>
              <c:pt idx="37">
                <c:v>0.018409778284908234</c:v>
              </c:pt>
              <c:pt idx="38">
                <c:v>0.018409778284908234</c:v>
              </c:pt>
              <c:pt idx="39">
                <c:v>0.018409778284908234</c:v>
              </c:pt>
              <c:pt idx="40">
                <c:v>0.018409778284908234</c:v>
              </c:pt>
              <c:pt idx="41">
                <c:v>0.018409778284908234</c:v>
              </c:pt>
              <c:pt idx="42">
                <c:v>0.018409778284908234</c:v>
              </c:pt>
              <c:pt idx="43">
                <c:v>0.018409778284908234</c:v>
              </c:pt>
              <c:pt idx="44">
                <c:v>0.018409778284908234</c:v>
              </c:pt>
              <c:pt idx="45">
                <c:v>0.018409778284908234</c:v>
              </c:pt>
              <c:pt idx="46">
                <c:v>0.018409778284908234</c:v>
              </c:pt>
              <c:pt idx="47">
                <c:v>0.018409778284908234</c:v>
              </c:pt>
              <c:pt idx="48">
                <c:v>0.018409778284908234</c:v>
              </c:pt>
              <c:pt idx="49">
                <c:v>0.018409778284908234</c:v>
              </c:pt>
              <c:pt idx="50">
                <c:v>0.018409778284908234</c:v>
              </c:pt>
              <c:pt idx="51">
                <c:v>0.018409778284908234</c:v>
              </c:pt>
              <c:pt idx="52">
                <c:v>0.018409778284908234</c:v>
              </c:pt>
              <c:pt idx="53">
                <c:v>0.018409778284908234</c:v>
              </c:pt>
              <c:pt idx="54">
                <c:v>0.018409778284908234</c:v>
              </c:pt>
              <c:pt idx="55">
                <c:v>0.018409778284908234</c:v>
              </c:pt>
              <c:pt idx="56">
                <c:v>0.018409778284908234</c:v>
              </c:pt>
              <c:pt idx="57">
                <c:v>0.018409778284908234</c:v>
              </c:pt>
              <c:pt idx="58">
                <c:v>0.018409778284908234</c:v>
              </c:pt>
              <c:pt idx="59">
                <c:v>0.018409778284908234</c:v>
              </c:pt>
              <c:pt idx="60">
                <c:v>0.018409778284908234</c:v>
              </c:pt>
              <c:pt idx="61">
                <c:v>0.018409778284908234</c:v>
              </c:pt>
              <c:pt idx="62">
                <c:v>0.018409778284908234</c:v>
              </c:pt>
              <c:pt idx="63">
                <c:v>0.018409778284908234</c:v>
              </c:pt>
              <c:pt idx="64">
                <c:v>0.018409778284908234</c:v>
              </c:pt>
              <c:pt idx="65">
                <c:v>0.018409778284908234</c:v>
              </c:pt>
              <c:pt idx="66">
                <c:v>0.018409778284908234</c:v>
              </c:pt>
              <c:pt idx="67">
                <c:v>0.018409778284908234</c:v>
              </c:pt>
              <c:pt idx="68">
                <c:v>0.018409778284908234</c:v>
              </c:pt>
              <c:pt idx="69">
                <c:v>0.018409778284908234</c:v>
              </c:pt>
              <c:pt idx="70">
                <c:v>0.018409778284908234</c:v>
              </c:pt>
              <c:pt idx="71">
                <c:v>0.018409778284908234</c:v>
              </c:pt>
              <c:pt idx="72">
                <c:v>0.018409778284908234</c:v>
              </c:pt>
              <c:pt idx="73">
                <c:v>0.018409778284908234</c:v>
              </c:pt>
              <c:pt idx="74">
                <c:v>0.018409778284908234</c:v>
              </c:pt>
              <c:pt idx="75">
                <c:v>0.018409778284908234</c:v>
              </c:pt>
              <c:pt idx="76">
                <c:v>0.018409778284908234</c:v>
              </c:pt>
              <c:pt idx="77">
                <c:v>0.018409778284908234</c:v>
              </c:pt>
              <c:pt idx="78">
                <c:v>0.018409778284908234</c:v>
              </c:pt>
              <c:pt idx="79">
                <c:v>0.018409778284908234</c:v>
              </c:pt>
              <c:pt idx="80">
                <c:v>0.018409778284908234</c:v>
              </c:pt>
              <c:pt idx="81">
                <c:v>0.018409778284908234</c:v>
              </c:pt>
              <c:pt idx="82">
                <c:v>0.018409778284908234</c:v>
              </c:pt>
              <c:pt idx="83">
                <c:v>0.018409778284908234</c:v>
              </c:pt>
              <c:pt idx="84">
                <c:v>0.018409778284908234</c:v>
              </c:pt>
              <c:pt idx="85">
                <c:v>0.018409778284908234</c:v>
              </c:pt>
              <c:pt idx="86">
                <c:v>0.018409778284908234</c:v>
              </c:pt>
              <c:pt idx="87">
                <c:v>0.018409778284908234</c:v>
              </c:pt>
              <c:pt idx="88">
                <c:v>0.018409778284908234</c:v>
              </c:pt>
              <c:pt idx="89">
                <c:v>0.018409778284908234</c:v>
              </c:pt>
              <c:pt idx="90">
                <c:v>0.018409778284908234</c:v>
              </c:pt>
              <c:pt idx="91">
                <c:v>0.018409778284908234</c:v>
              </c:pt>
              <c:pt idx="92">
                <c:v>0.018409778284908234</c:v>
              </c:pt>
              <c:pt idx="93">
                <c:v>0.018409778284908234</c:v>
              </c:pt>
              <c:pt idx="94">
                <c:v>0.018409778284908234</c:v>
              </c:pt>
              <c:pt idx="95">
                <c:v>0.018409778284908234</c:v>
              </c:pt>
              <c:pt idx="96">
                <c:v>0.018409778284908234</c:v>
              </c:pt>
              <c:pt idx="97">
                <c:v>0.018409778284908234</c:v>
              </c:pt>
              <c:pt idx="98">
                <c:v>0.018409778284908234</c:v>
              </c:pt>
              <c:pt idx="99">
                <c:v>0.018409778284908234</c:v>
              </c:pt>
              <c:pt idx="100">
                <c:v>0.018409778284908234</c:v>
              </c:pt>
              <c:pt idx="101">
                <c:v>0.018409778284908234</c:v>
              </c:pt>
              <c:pt idx="102">
                <c:v>0.018409778284908234</c:v>
              </c:pt>
              <c:pt idx="103">
                <c:v>0.018409778284908234</c:v>
              </c:pt>
              <c:pt idx="104">
                <c:v>0.018409778284908234</c:v>
              </c:pt>
              <c:pt idx="105">
                <c:v>0.018409778284908234</c:v>
              </c:pt>
              <c:pt idx="106">
                <c:v>0.018409778284908234</c:v>
              </c:pt>
              <c:pt idx="107">
                <c:v>0.018409778284908234</c:v>
              </c:pt>
              <c:pt idx="108">
                <c:v>0.018409778284908234</c:v>
              </c:pt>
              <c:pt idx="109">
                <c:v>0.018409778284908234</c:v>
              </c:pt>
              <c:pt idx="110">
                <c:v>0.018409778284908234</c:v>
              </c:pt>
              <c:pt idx="111">
                <c:v>0.018409778284908234</c:v>
              </c:pt>
              <c:pt idx="112">
                <c:v>0.018409778284908234</c:v>
              </c:pt>
              <c:pt idx="113">
                <c:v>0.018409778284908234</c:v>
              </c:pt>
              <c:pt idx="114">
                <c:v>0.018409778284908234</c:v>
              </c:pt>
              <c:pt idx="115">
                <c:v>0.018409778284908234</c:v>
              </c:pt>
              <c:pt idx="116">
                <c:v>0.018409778284908234</c:v>
              </c:pt>
              <c:pt idx="117">
                <c:v>0.018409778284908234</c:v>
              </c:pt>
              <c:pt idx="118">
                <c:v>0.018409778284908234</c:v>
              </c:pt>
              <c:pt idx="119">
                <c:v>0.018409778284908234</c:v>
              </c:pt>
              <c:pt idx="120">
                <c:v>0.018409778284908234</c:v>
              </c:pt>
              <c:pt idx="121">
                <c:v>0.018409778284908234</c:v>
              </c:pt>
              <c:pt idx="122">
                <c:v>0.018409778284908234</c:v>
              </c:pt>
              <c:pt idx="123">
                <c:v>0.018409778284908234</c:v>
              </c:pt>
              <c:pt idx="124">
                <c:v>0.018409778284908234</c:v>
              </c:pt>
              <c:pt idx="125">
                <c:v>0.018409778284908234</c:v>
              </c:pt>
              <c:pt idx="126">
                <c:v>0.018409778284908234</c:v>
              </c:pt>
              <c:pt idx="127">
                <c:v>0.018409778284908234</c:v>
              </c:pt>
              <c:pt idx="128">
                <c:v>0.018409778284908234</c:v>
              </c:pt>
              <c:pt idx="129">
                <c:v>0.018409778284908234</c:v>
              </c:pt>
              <c:pt idx="130">
                <c:v>0.018409778284908234</c:v>
              </c:pt>
              <c:pt idx="131">
                <c:v>0.018409778284908234</c:v>
              </c:pt>
              <c:pt idx="132">
                <c:v>0.018409778284908234</c:v>
              </c:pt>
              <c:pt idx="133">
                <c:v>0.018409778284908234</c:v>
              </c:pt>
              <c:pt idx="134">
                <c:v>0.018409778284908234</c:v>
              </c:pt>
              <c:pt idx="135">
                <c:v>0.018409778284908234</c:v>
              </c:pt>
              <c:pt idx="136">
                <c:v>0.018409778284908234</c:v>
              </c:pt>
              <c:pt idx="137">
                <c:v>0.018409778284908234</c:v>
              </c:pt>
              <c:pt idx="138">
                <c:v>0.018409778284908234</c:v>
              </c:pt>
              <c:pt idx="139">
                <c:v>0.018409778284908234</c:v>
              </c:pt>
              <c:pt idx="140">
                <c:v>0.018409778284908234</c:v>
              </c:pt>
              <c:pt idx="141">
                <c:v>0.018409778284908234</c:v>
              </c:pt>
              <c:pt idx="142">
                <c:v>0.018409778284908234</c:v>
              </c:pt>
              <c:pt idx="143">
                <c:v>0.018409778284908234</c:v>
              </c:pt>
              <c:pt idx="144">
                <c:v>0.018409778284908234</c:v>
              </c:pt>
              <c:pt idx="145">
                <c:v>0.018409778284908234</c:v>
              </c:pt>
              <c:pt idx="146">
                <c:v>0.018409778284908234</c:v>
              </c:pt>
              <c:pt idx="147">
                <c:v>0.018409778284908234</c:v>
              </c:pt>
              <c:pt idx="148">
                <c:v>0.018409778284908234</c:v>
              </c:pt>
              <c:pt idx="149">
                <c:v>0.018409778284908234</c:v>
              </c:pt>
              <c:pt idx="150">
                <c:v>0.018409778284908234</c:v>
              </c:pt>
              <c:pt idx="151">
                <c:v>0.018409778284908234</c:v>
              </c:pt>
              <c:pt idx="152">
                <c:v>0.018409778284908234</c:v>
              </c:pt>
              <c:pt idx="153">
                <c:v>0.018409778284908234</c:v>
              </c:pt>
              <c:pt idx="154">
                <c:v>0.018409778284908234</c:v>
              </c:pt>
              <c:pt idx="155">
                <c:v>0.018409778284908234</c:v>
              </c:pt>
              <c:pt idx="156">
                <c:v>0.018409778284908234</c:v>
              </c:pt>
              <c:pt idx="157">
                <c:v>0.018409778284908234</c:v>
              </c:pt>
              <c:pt idx="158">
                <c:v>0.018409778284908234</c:v>
              </c:pt>
              <c:pt idx="159">
                <c:v>0.018409778284908234</c:v>
              </c:pt>
              <c:pt idx="160">
                <c:v>0.018409778284908234</c:v>
              </c:pt>
              <c:pt idx="161">
                <c:v>0.018409778284908234</c:v>
              </c:pt>
              <c:pt idx="162">
                <c:v>0.018409778284908234</c:v>
              </c:pt>
              <c:pt idx="163">
                <c:v>0.018409778284908234</c:v>
              </c:pt>
              <c:pt idx="164">
                <c:v>0.018409778284908234</c:v>
              </c:pt>
              <c:pt idx="165">
                <c:v>0.018409778284908234</c:v>
              </c:pt>
              <c:pt idx="166">
                <c:v>0.018409778284908234</c:v>
              </c:pt>
              <c:pt idx="167">
                <c:v>0.018409778284908234</c:v>
              </c:pt>
              <c:pt idx="168">
                <c:v>0.018409778284908234</c:v>
              </c:pt>
              <c:pt idx="169">
                <c:v>0.018409778284908234</c:v>
              </c:pt>
              <c:pt idx="170">
                <c:v>0.018409778284908234</c:v>
              </c:pt>
              <c:pt idx="171">
                <c:v>0.018409778284908234</c:v>
              </c:pt>
              <c:pt idx="172">
                <c:v>0.018409778284908234</c:v>
              </c:pt>
              <c:pt idx="173">
                <c:v>0.018409778284908234</c:v>
              </c:pt>
              <c:pt idx="174">
                <c:v>0.018409778284908234</c:v>
              </c:pt>
              <c:pt idx="175">
                <c:v>0.018409778284908234</c:v>
              </c:pt>
              <c:pt idx="176">
                <c:v>0.018409778284908234</c:v>
              </c:pt>
              <c:pt idx="177">
                <c:v>0.018409778284908234</c:v>
              </c:pt>
              <c:pt idx="178">
                <c:v>0.018409778284908234</c:v>
              </c:pt>
              <c:pt idx="179">
                <c:v>0.018409778284908234</c:v>
              </c:pt>
              <c:pt idx="180">
                <c:v>0.018409778284908234</c:v>
              </c:pt>
              <c:pt idx="181">
                <c:v>0.018409778284908234</c:v>
              </c:pt>
              <c:pt idx="182">
                <c:v>0.018409778284908234</c:v>
              </c:pt>
              <c:pt idx="183">
                <c:v>0.018409778284908234</c:v>
              </c:pt>
              <c:pt idx="184">
                <c:v>0.018409778284908234</c:v>
              </c:pt>
              <c:pt idx="185">
                <c:v>0.018409778284908234</c:v>
              </c:pt>
              <c:pt idx="186">
                <c:v>0.018409778284908234</c:v>
              </c:pt>
              <c:pt idx="187">
                <c:v>0.018409778284908234</c:v>
              </c:pt>
              <c:pt idx="188">
                <c:v>0.018409778284908234</c:v>
              </c:pt>
              <c:pt idx="189">
                <c:v>0.018409778284908234</c:v>
              </c:pt>
              <c:pt idx="190">
                <c:v>0.018409778284908234</c:v>
              </c:pt>
              <c:pt idx="191">
                <c:v>0.018409778284908234</c:v>
              </c:pt>
              <c:pt idx="192">
                <c:v>0.018409778284908234</c:v>
              </c:pt>
              <c:pt idx="193">
                <c:v>0.018409778284908234</c:v>
              </c:pt>
              <c:pt idx="194">
                <c:v>0.018409778284908234</c:v>
              </c:pt>
              <c:pt idx="195">
                <c:v>0.018409778284908234</c:v>
              </c:pt>
              <c:pt idx="196">
                <c:v>0.018409778284908234</c:v>
              </c:pt>
              <c:pt idx="197">
                <c:v>0.018409778284908234</c:v>
              </c:pt>
              <c:pt idx="198">
                <c:v>0.018409778284908234</c:v>
              </c:pt>
              <c:pt idx="199">
                <c:v>0.018409778284908234</c:v>
              </c:pt>
              <c:pt idx="200">
                <c:v>0.018409778284908234</c:v>
              </c:pt>
              <c:pt idx="201">
                <c:v>0.018409778284908234</c:v>
              </c:pt>
              <c:pt idx="202">
                <c:v>0.018409778284908234</c:v>
              </c:pt>
              <c:pt idx="203">
                <c:v>0.018409778284908234</c:v>
              </c:pt>
              <c:pt idx="204">
                <c:v>0.018409778284908234</c:v>
              </c:pt>
              <c:pt idx="205">
                <c:v>0.018409778284908234</c:v>
              </c:pt>
              <c:pt idx="206">
                <c:v>0.018409778284908234</c:v>
              </c:pt>
              <c:pt idx="207">
                <c:v>0.018409778284908234</c:v>
              </c:pt>
              <c:pt idx="208">
                <c:v>0.018409778284908234</c:v>
              </c:pt>
              <c:pt idx="209">
                <c:v>0.018409778284908234</c:v>
              </c:pt>
              <c:pt idx="210">
                <c:v>0.018409778284908234</c:v>
              </c:pt>
              <c:pt idx="211">
                <c:v>0.018409778284908234</c:v>
              </c:pt>
              <c:pt idx="212">
                <c:v>0.018409778284908234</c:v>
              </c:pt>
              <c:pt idx="213">
                <c:v>0.018409778284908234</c:v>
              </c:pt>
              <c:pt idx="214">
                <c:v>0.018409778284908234</c:v>
              </c:pt>
              <c:pt idx="215">
                <c:v>0.018409778284908234</c:v>
              </c:pt>
              <c:pt idx="216">
                <c:v>0.018409778284908234</c:v>
              </c:pt>
              <c:pt idx="217">
                <c:v>0.018409778284908234</c:v>
              </c:pt>
              <c:pt idx="218">
                <c:v>0.018409778284908234</c:v>
              </c:pt>
              <c:pt idx="219">
                <c:v>0.018409778284908234</c:v>
              </c:pt>
              <c:pt idx="220">
                <c:v>0.018409778284908234</c:v>
              </c:pt>
              <c:pt idx="221">
                <c:v>0.018409778284908234</c:v>
              </c:pt>
              <c:pt idx="222">
                <c:v>0.018409778284908234</c:v>
              </c:pt>
              <c:pt idx="223">
                <c:v>0.018409778284908234</c:v>
              </c:pt>
              <c:pt idx="224">
                <c:v>0.018409778284908234</c:v>
              </c:pt>
              <c:pt idx="225">
                <c:v>0.018409778284908234</c:v>
              </c:pt>
              <c:pt idx="226">
                <c:v>0.018409778284908234</c:v>
              </c:pt>
              <c:pt idx="227">
                <c:v>0.018409778284908234</c:v>
              </c:pt>
              <c:pt idx="228">
                <c:v>0.018409778284908234</c:v>
              </c:pt>
              <c:pt idx="229">
                <c:v>0.018409778284908234</c:v>
              </c:pt>
              <c:pt idx="230">
                <c:v>0.018409778284908234</c:v>
              </c:pt>
              <c:pt idx="231">
                <c:v>0.018409778284908234</c:v>
              </c:pt>
              <c:pt idx="232">
                <c:v>0.018409778284908234</c:v>
              </c:pt>
              <c:pt idx="233">
                <c:v>0.018409778284908234</c:v>
              </c:pt>
              <c:pt idx="234">
                <c:v>0.018409778284908234</c:v>
              </c:pt>
              <c:pt idx="235">
                <c:v>0.018409778284908234</c:v>
              </c:pt>
              <c:pt idx="236">
                <c:v>0.018409778284908234</c:v>
              </c:pt>
              <c:pt idx="237">
                <c:v>0.018409778284908234</c:v>
              </c:pt>
              <c:pt idx="238">
                <c:v>0.018409778284908234</c:v>
              </c:pt>
              <c:pt idx="239">
                <c:v>0.018409778284908234</c:v>
              </c:pt>
              <c:pt idx="240">
                <c:v>0.018409778284908234</c:v>
              </c:pt>
              <c:pt idx="241">
                <c:v>0.018409778284908234</c:v>
              </c:pt>
              <c:pt idx="242">
                <c:v>0.018409778284908234</c:v>
              </c:pt>
              <c:pt idx="243">
                <c:v>0.018409778284908234</c:v>
              </c:pt>
              <c:pt idx="244">
                <c:v>0.018409778284908234</c:v>
              </c:pt>
              <c:pt idx="245">
                <c:v>0.018409778284908234</c:v>
              </c:pt>
              <c:pt idx="246">
                <c:v>0.018409778284908234</c:v>
              </c:pt>
              <c:pt idx="247">
                <c:v>0.018409778284908234</c:v>
              </c:pt>
              <c:pt idx="248">
                <c:v>0.018409778284908234</c:v>
              </c:pt>
              <c:pt idx="249">
                <c:v>0.018409778284908234</c:v>
              </c:pt>
              <c:pt idx="250">
                <c:v>0.018409778284908234</c:v>
              </c:pt>
              <c:pt idx="251">
                <c:v>0.018409778284908234</c:v>
              </c:pt>
              <c:pt idx="252">
                <c:v>0.018409778284908234</c:v>
              </c:pt>
              <c:pt idx="253">
                <c:v>0.018409778284908234</c:v>
              </c:pt>
              <c:pt idx="254">
                <c:v>0.018409778284908234</c:v>
              </c:pt>
              <c:pt idx="255">
                <c:v>0.018409778284908234</c:v>
              </c:pt>
              <c:pt idx="256">
                <c:v>0.018409778284908234</c:v>
              </c:pt>
              <c:pt idx="257">
                <c:v>0.018409778284908234</c:v>
              </c:pt>
              <c:pt idx="258">
                <c:v>0.018409778284908234</c:v>
              </c:pt>
              <c:pt idx="259">
                <c:v>0.018409778284908234</c:v>
              </c:pt>
              <c:pt idx="260">
                <c:v>0.018409778284908234</c:v>
              </c:pt>
              <c:pt idx="261">
                <c:v>0.018409778284908234</c:v>
              </c:pt>
              <c:pt idx="262">
                <c:v>0.018409778284908234</c:v>
              </c:pt>
              <c:pt idx="263">
                <c:v>0.018409778284908234</c:v>
              </c:pt>
              <c:pt idx="264">
                <c:v>0.018409778284908234</c:v>
              </c:pt>
              <c:pt idx="265">
                <c:v>0.018409778284908234</c:v>
              </c:pt>
              <c:pt idx="266">
                <c:v>0.018409778284908234</c:v>
              </c:pt>
              <c:pt idx="267">
                <c:v>0.018409778284908234</c:v>
              </c:pt>
              <c:pt idx="268">
                <c:v>0.018409778284908234</c:v>
              </c:pt>
              <c:pt idx="269">
                <c:v>0.018409778284908234</c:v>
              </c:pt>
              <c:pt idx="270">
                <c:v>0.018409778284908234</c:v>
              </c:pt>
              <c:pt idx="271">
                <c:v>0.018409778284908234</c:v>
              </c:pt>
              <c:pt idx="272">
                <c:v>0.018409778284908234</c:v>
              </c:pt>
              <c:pt idx="273">
                <c:v>0.018409778284908234</c:v>
              </c:pt>
              <c:pt idx="274">
                <c:v>0.018409778284908234</c:v>
              </c:pt>
              <c:pt idx="275">
                <c:v>0.018409778284908234</c:v>
              </c:pt>
              <c:pt idx="276">
                <c:v>0.018409778284908234</c:v>
              </c:pt>
              <c:pt idx="277">
                <c:v>0.018409778284908234</c:v>
              </c:pt>
              <c:pt idx="278">
                <c:v>0.018409778284908234</c:v>
              </c:pt>
              <c:pt idx="279">
                <c:v>0.018409778284908234</c:v>
              </c:pt>
              <c:pt idx="280">
                <c:v>0.018409778284908234</c:v>
              </c:pt>
              <c:pt idx="281">
                <c:v>0.018409778284908234</c:v>
              </c:pt>
              <c:pt idx="282">
                <c:v>0.018409778284908234</c:v>
              </c:pt>
              <c:pt idx="283">
                <c:v>0.018409778284908234</c:v>
              </c:pt>
              <c:pt idx="284">
                <c:v>0.018409778284908234</c:v>
              </c:pt>
              <c:pt idx="285">
                <c:v>0.018409778284908234</c:v>
              </c:pt>
              <c:pt idx="286">
                <c:v>0.018409778284908234</c:v>
              </c:pt>
              <c:pt idx="287">
                <c:v>0.018409778284908234</c:v>
              </c:pt>
              <c:pt idx="288">
                <c:v>0.018409778284908234</c:v>
              </c:pt>
              <c:pt idx="289">
                <c:v>0.018409778284908234</c:v>
              </c:pt>
              <c:pt idx="290">
                <c:v>0.018409778284908234</c:v>
              </c:pt>
              <c:pt idx="291">
                <c:v>0.018409778284908234</c:v>
              </c:pt>
              <c:pt idx="292">
                <c:v>0.018409778284908234</c:v>
              </c:pt>
              <c:pt idx="293">
                <c:v>0.018409778284908234</c:v>
              </c:pt>
              <c:pt idx="294">
                <c:v>0.018409778284908234</c:v>
              </c:pt>
              <c:pt idx="295">
                <c:v>0.018409778284908234</c:v>
              </c:pt>
              <c:pt idx="296">
                <c:v>0.018409778284908234</c:v>
              </c:pt>
              <c:pt idx="297">
                <c:v>0.018409778284908234</c:v>
              </c:pt>
              <c:pt idx="298">
                <c:v>0.018409778284908234</c:v>
              </c:pt>
              <c:pt idx="299">
                <c:v>0.018409778284908234</c:v>
              </c:pt>
              <c:pt idx="300">
                <c:v>0.018409778284908234</c:v>
              </c:pt>
              <c:pt idx="301">
                <c:v>0.018409778284908234</c:v>
              </c:pt>
              <c:pt idx="302">
                <c:v>0.018409778284908234</c:v>
              </c:pt>
              <c:pt idx="303">
                <c:v>0.018409778284908234</c:v>
              </c:pt>
              <c:pt idx="304">
                <c:v>0.018409778284908234</c:v>
              </c:pt>
              <c:pt idx="305">
                <c:v>0.018409778284908234</c:v>
              </c:pt>
              <c:pt idx="306">
                <c:v>0.018409778284908234</c:v>
              </c:pt>
              <c:pt idx="307">
                <c:v>0.018409778284908234</c:v>
              </c:pt>
              <c:pt idx="308">
                <c:v>0.018409778284908234</c:v>
              </c:pt>
              <c:pt idx="309">
                <c:v>0.018409778284908234</c:v>
              </c:pt>
              <c:pt idx="310">
                <c:v>0.018409778284908234</c:v>
              </c:pt>
              <c:pt idx="311">
                <c:v>0.018409778284908234</c:v>
              </c:pt>
              <c:pt idx="312">
                <c:v>0.018409778284908234</c:v>
              </c:pt>
              <c:pt idx="313">
                <c:v>0.018409778284908234</c:v>
              </c:pt>
              <c:pt idx="314">
                <c:v>0.018409778284908234</c:v>
              </c:pt>
              <c:pt idx="315">
                <c:v>0.018409778284908234</c:v>
              </c:pt>
              <c:pt idx="316">
                <c:v>0.018409778284908234</c:v>
              </c:pt>
              <c:pt idx="317">
                <c:v>0.018409778284908234</c:v>
              </c:pt>
              <c:pt idx="318">
                <c:v>0.018409778284908234</c:v>
              </c:pt>
              <c:pt idx="319">
                <c:v>0.018409778284908234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ser>
          <c:idx val="6"/>
          <c:order val="6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</c:numLit>
          </c:xVal>
          <c:yVal>
            <c:numLit>
              <c:formatCode>0.0</c:formatCode>
              <c:ptCount val="324"/>
              <c:pt idx="0">
                <c:v>0.9602715269585541</c:v>
              </c:pt>
              <c:pt idx="1">
                <c:v>0.9602715269585541</c:v>
              </c:pt>
              <c:pt idx="2">
                <c:v>0.9602715269585541</c:v>
              </c:pt>
              <c:pt idx="3">
                <c:v>0.9602715269585541</c:v>
              </c:pt>
              <c:pt idx="4">
                <c:v>0.9602715269585541</c:v>
              </c:pt>
              <c:pt idx="5">
                <c:v>0.9602715269585541</c:v>
              </c:pt>
              <c:pt idx="6">
                <c:v>0.9602715269585541</c:v>
              </c:pt>
              <c:pt idx="7">
                <c:v>0.9602715269585541</c:v>
              </c:pt>
              <c:pt idx="8">
                <c:v>0.9602715269585541</c:v>
              </c:pt>
              <c:pt idx="9">
                <c:v>0.9602715269585541</c:v>
              </c:pt>
              <c:pt idx="10">
                <c:v>0.9602715269585541</c:v>
              </c:pt>
              <c:pt idx="11">
                <c:v>0.9602715269585541</c:v>
              </c:pt>
              <c:pt idx="12">
                <c:v>0.9602715269585541</c:v>
              </c:pt>
              <c:pt idx="13">
                <c:v>0.9602715269585541</c:v>
              </c:pt>
              <c:pt idx="14">
                <c:v>0.9602715269585541</c:v>
              </c:pt>
              <c:pt idx="15">
                <c:v>0.9602715269585541</c:v>
              </c:pt>
              <c:pt idx="16">
                <c:v>0.9602715269585541</c:v>
              </c:pt>
              <c:pt idx="17">
                <c:v>0.9602715269585541</c:v>
              </c:pt>
              <c:pt idx="18">
                <c:v>0.9602715269585541</c:v>
              </c:pt>
              <c:pt idx="19">
                <c:v>0.9602715269585541</c:v>
              </c:pt>
              <c:pt idx="20">
                <c:v>0.9602715269585541</c:v>
              </c:pt>
              <c:pt idx="21">
                <c:v>0.9602715269585541</c:v>
              </c:pt>
              <c:pt idx="22">
                <c:v>0.9602715269585541</c:v>
              </c:pt>
              <c:pt idx="23">
                <c:v>0.9602715269585541</c:v>
              </c:pt>
              <c:pt idx="24">
                <c:v>0.9602715269585541</c:v>
              </c:pt>
              <c:pt idx="25">
                <c:v>0.9602715269585541</c:v>
              </c:pt>
              <c:pt idx="26">
                <c:v>0.9602715269585541</c:v>
              </c:pt>
              <c:pt idx="27">
                <c:v>0.9602715269585541</c:v>
              </c:pt>
              <c:pt idx="28">
                <c:v>0.9602715269585541</c:v>
              </c:pt>
              <c:pt idx="29">
                <c:v>0.9602715269585541</c:v>
              </c:pt>
              <c:pt idx="30">
                <c:v>0.9602715269585541</c:v>
              </c:pt>
              <c:pt idx="31">
                <c:v>0.9602715269585541</c:v>
              </c:pt>
              <c:pt idx="32">
                <c:v>0.9602715269585541</c:v>
              </c:pt>
              <c:pt idx="33">
                <c:v>0.9602715269585541</c:v>
              </c:pt>
              <c:pt idx="34">
                <c:v>0.9602715269585541</c:v>
              </c:pt>
              <c:pt idx="35">
                <c:v>0.9602715269585541</c:v>
              </c:pt>
              <c:pt idx="36">
                <c:v>0.9602715269585541</c:v>
              </c:pt>
              <c:pt idx="37">
                <c:v>0.9602715269585541</c:v>
              </c:pt>
              <c:pt idx="38">
                <c:v>0.9602715269585541</c:v>
              </c:pt>
              <c:pt idx="39">
                <c:v>0.9602715269585541</c:v>
              </c:pt>
              <c:pt idx="40">
                <c:v>0.9602715269585541</c:v>
              </c:pt>
              <c:pt idx="41">
                <c:v>0.9602715269585541</c:v>
              </c:pt>
              <c:pt idx="42">
                <c:v>0.9602715269585541</c:v>
              </c:pt>
              <c:pt idx="43">
                <c:v>0.9602715269585541</c:v>
              </c:pt>
              <c:pt idx="44">
                <c:v>0.9602715269585541</c:v>
              </c:pt>
              <c:pt idx="45">
                <c:v>0.9602715269585541</c:v>
              </c:pt>
              <c:pt idx="46">
                <c:v>0.9602715269585541</c:v>
              </c:pt>
              <c:pt idx="47">
                <c:v>0.9602715269585541</c:v>
              </c:pt>
              <c:pt idx="48">
                <c:v>0.9602715269585541</c:v>
              </c:pt>
              <c:pt idx="49">
                <c:v>0.9602715269585541</c:v>
              </c:pt>
              <c:pt idx="50">
                <c:v>0.9602715269585541</c:v>
              </c:pt>
              <c:pt idx="51">
                <c:v>0.9602715269585541</c:v>
              </c:pt>
              <c:pt idx="52">
                <c:v>0.9602715269585541</c:v>
              </c:pt>
              <c:pt idx="53">
                <c:v>0.9602715269585541</c:v>
              </c:pt>
              <c:pt idx="54">
                <c:v>0.9602715269585541</c:v>
              </c:pt>
              <c:pt idx="55">
                <c:v>0.9602715269585541</c:v>
              </c:pt>
              <c:pt idx="56">
                <c:v>0.9602715269585541</c:v>
              </c:pt>
              <c:pt idx="57">
                <c:v>0.9602715269585541</c:v>
              </c:pt>
              <c:pt idx="58">
                <c:v>0.9602715269585541</c:v>
              </c:pt>
              <c:pt idx="59">
                <c:v>0.9602715269585541</c:v>
              </c:pt>
              <c:pt idx="60">
                <c:v>0.9602715269585541</c:v>
              </c:pt>
              <c:pt idx="61">
                <c:v>0.9602715269585541</c:v>
              </c:pt>
              <c:pt idx="62">
                <c:v>0.9602715269585541</c:v>
              </c:pt>
              <c:pt idx="63">
                <c:v>0.9602715269585541</c:v>
              </c:pt>
              <c:pt idx="64">
                <c:v>0.9602715269585541</c:v>
              </c:pt>
              <c:pt idx="65">
                <c:v>0.9602715269585541</c:v>
              </c:pt>
              <c:pt idx="66">
                <c:v>0.9602715269585541</c:v>
              </c:pt>
              <c:pt idx="67">
                <c:v>0.9602715269585541</c:v>
              </c:pt>
              <c:pt idx="68">
                <c:v>0.9602715269585541</c:v>
              </c:pt>
              <c:pt idx="69">
                <c:v>0.9602715269585541</c:v>
              </c:pt>
              <c:pt idx="70">
                <c:v>0.9602715269585541</c:v>
              </c:pt>
              <c:pt idx="71">
                <c:v>0.9602715269585541</c:v>
              </c:pt>
              <c:pt idx="72">
                <c:v>0.9602715269585541</c:v>
              </c:pt>
              <c:pt idx="73">
                <c:v>0.9602715269585541</c:v>
              </c:pt>
              <c:pt idx="74">
                <c:v>0.9602715269585541</c:v>
              </c:pt>
              <c:pt idx="75">
                <c:v>0.9602715269585541</c:v>
              </c:pt>
              <c:pt idx="76">
                <c:v>0.9602715269585541</c:v>
              </c:pt>
              <c:pt idx="77">
                <c:v>0.9602715269585541</c:v>
              </c:pt>
              <c:pt idx="78">
                <c:v>0.9602715269585541</c:v>
              </c:pt>
              <c:pt idx="79">
                <c:v>0.9602715269585541</c:v>
              </c:pt>
              <c:pt idx="80">
                <c:v>0.9602715269585541</c:v>
              </c:pt>
              <c:pt idx="81">
                <c:v>0.9602715269585541</c:v>
              </c:pt>
              <c:pt idx="82">
                <c:v>0.9602715269585541</c:v>
              </c:pt>
              <c:pt idx="83">
                <c:v>0.9602715269585541</c:v>
              </c:pt>
              <c:pt idx="84">
                <c:v>0.9602715269585541</c:v>
              </c:pt>
              <c:pt idx="85">
                <c:v>0.9602715269585541</c:v>
              </c:pt>
              <c:pt idx="86">
                <c:v>0.9602715269585541</c:v>
              </c:pt>
              <c:pt idx="87">
                <c:v>0.9602715269585541</c:v>
              </c:pt>
              <c:pt idx="88">
                <c:v>0.9602715269585541</c:v>
              </c:pt>
              <c:pt idx="89">
                <c:v>0.9602715269585541</c:v>
              </c:pt>
              <c:pt idx="90">
                <c:v>0.9602715269585541</c:v>
              </c:pt>
              <c:pt idx="91">
                <c:v>0.9602715269585541</c:v>
              </c:pt>
              <c:pt idx="92">
                <c:v>0.9602715269585541</c:v>
              </c:pt>
              <c:pt idx="93">
                <c:v>0.9602715269585541</c:v>
              </c:pt>
              <c:pt idx="94">
                <c:v>0.9602715269585541</c:v>
              </c:pt>
              <c:pt idx="95">
                <c:v>0.9602715269585541</c:v>
              </c:pt>
              <c:pt idx="96">
                <c:v>0.9602715269585541</c:v>
              </c:pt>
              <c:pt idx="97">
                <c:v>0.9602715269585541</c:v>
              </c:pt>
              <c:pt idx="98">
                <c:v>0.9602715269585541</c:v>
              </c:pt>
              <c:pt idx="99">
                <c:v>0.9602715269585541</c:v>
              </c:pt>
              <c:pt idx="100">
                <c:v>0.9602715269585541</c:v>
              </c:pt>
              <c:pt idx="101">
                <c:v>0.9602715269585541</c:v>
              </c:pt>
              <c:pt idx="102">
                <c:v>0.9602715269585541</c:v>
              </c:pt>
              <c:pt idx="103">
                <c:v>0.9602715269585541</c:v>
              </c:pt>
              <c:pt idx="104">
                <c:v>0.9602715269585541</c:v>
              </c:pt>
              <c:pt idx="105">
                <c:v>0.9602715269585541</c:v>
              </c:pt>
              <c:pt idx="106">
                <c:v>0.9602715269585541</c:v>
              </c:pt>
              <c:pt idx="107">
                <c:v>0.9602715269585541</c:v>
              </c:pt>
              <c:pt idx="108">
                <c:v>0.9602715269585541</c:v>
              </c:pt>
              <c:pt idx="109">
                <c:v>0.9602715269585541</c:v>
              </c:pt>
              <c:pt idx="110">
                <c:v>0.9602715269585541</c:v>
              </c:pt>
              <c:pt idx="111">
                <c:v>0.9602715269585541</c:v>
              </c:pt>
              <c:pt idx="112">
                <c:v>0.9602715269585541</c:v>
              </c:pt>
              <c:pt idx="113">
                <c:v>0.9602715269585541</c:v>
              </c:pt>
              <c:pt idx="114">
                <c:v>0.9602715269585541</c:v>
              </c:pt>
              <c:pt idx="115">
                <c:v>0.9602715269585541</c:v>
              </c:pt>
              <c:pt idx="116">
                <c:v>0.9602715269585541</c:v>
              </c:pt>
              <c:pt idx="117">
                <c:v>0.9602715269585541</c:v>
              </c:pt>
              <c:pt idx="118">
                <c:v>0.9602715269585541</c:v>
              </c:pt>
              <c:pt idx="119">
                <c:v>0.9602715269585541</c:v>
              </c:pt>
              <c:pt idx="120">
                <c:v>0.9602715269585541</c:v>
              </c:pt>
              <c:pt idx="121">
                <c:v>0.9602715269585541</c:v>
              </c:pt>
              <c:pt idx="122">
                <c:v>0.9602715269585541</c:v>
              </c:pt>
              <c:pt idx="123">
                <c:v>0.9602715269585541</c:v>
              </c:pt>
              <c:pt idx="124">
                <c:v>0.9602715269585541</c:v>
              </c:pt>
              <c:pt idx="125">
                <c:v>0.9602715269585541</c:v>
              </c:pt>
              <c:pt idx="126">
                <c:v>0.9602715269585541</c:v>
              </c:pt>
              <c:pt idx="127">
                <c:v>0.9602715269585541</c:v>
              </c:pt>
              <c:pt idx="128">
                <c:v>0.9602715269585541</c:v>
              </c:pt>
              <c:pt idx="129">
                <c:v>0.9602715269585541</c:v>
              </c:pt>
              <c:pt idx="130">
                <c:v>0.9602715269585541</c:v>
              </c:pt>
              <c:pt idx="131">
                <c:v>0.9602715269585541</c:v>
              </c:pt>
              <c:pt idx="132">
                <c:v>0.9602715269585541</c:v>
              </c:pt>
              <c:pt idx="133">
                <c:v>0.9602715269585541</c:v>
              </c:pt>
              <c:pt idx="134">
                <c:v>0.9602715269585541</c:v>
              </c:pt>
              <c:pt idx="135">
                <c:v>0.9602715269585541</c:v>
              </c:pt>
              <c:pt idx="136">
                <c:v>0.9602715269585541</c:v>
              </c:pt>
              <c:pt idx="137">
                <c:v>0.9602715269585541</c:v>
              </c:pt>
              <c:pt idx="138">
                <c:v>0.9602715269585541</c:v>
              </c:pt>
              <c:pt idx="139">
                <c:v>0.9602715269585541</c:v>
              </c:pt>
              <c:pt idx="140">
                <c:v>0.9602715269585541</c:v>
              </c:pt>
              <c:pt idx="141">
                <c:v>0.9602715269585541</c:v>
              </c:pt>
              <c:pt idx="142">
                <c:v>0.9602715269585541</c:v>
              </c:pt>
              <c:pt idx="143">
                <c:v>0.9602715269585541</c:v>
              </c:pt>
              <c:pt idx="144">
                <c:v>0.9602715269585541</c:v>
              </c:pt>
              <c:pt idx="145">
                <c:v>0.9602715269585541</c:v>
              </c:pt>
              <c:pt idx="146">
                <c:v>0.9602715269585541</c:v>
              </c:pt>
              <c:pt idx="147">
                <c:v>0.9602715269585541</c:v>
              </c:pt>
              <c:pt idx="148">
                <c:v>0.9602715269585541</c:v>
              </c:pt>
              <c:pt idx="149">
                <c:v>0.9602715269585541</c:v>
              </c:pt>
              <c:pt idx="150">
                <c:v>0.9602715269585541</c:v>
              </c:pt>
              <c:pt idx="151">
                <c:v>0.9602715269585541</c:v>
              </c:pt>
              <c:pt idx="152">
                <c:v>0.9602715269585541</c:v>
              </c:pt>
              <c:pt idx="153">
                <c:v>0.9602715269585541</c:v>
              </c:pt>
              <c:pt idx="154">
                <c:v>0.9602715269585541</c:v>
              </c:pt>
              <c:pt idx="155">
                <c:v>0.9602715269585541</c:v>
              </c:pt>
              <c:pt idx="156">
                <c:v>0.9602715269585541</c:v>
              </c:pt>
              <c:pt idx="157">
                <c:v>0.9602715269585541</c:v>
              </c:pt>
              <c:pt idx="158">
                <c:v>0.9602715269585541</c:v>
              </c:pt>
              <c:pt idx="159">
                <c:v>0.9602715269585541</c:v>
              </c:pt>
              <c:pt idx="160">
                <c:v>0.9602715269585541</c:v>
              </c:pt>
              <c:pt idx="161">
                <c:v>0.9602715269585541</c:v>
              </c:pt>
              <c:pt idx="162">
                <c:v>0.9602715269585541</c:v>
              </c:pt>
              <c:pt idx="163">
                <c:v>0.9602715269585541</c:v>
              </c:pt>
              <c:pt idx="164">
                <c:v>0.9602715269585541</c:v>
              </c:pt>
              <c:pt idx="165">
                <c:v>0.9602715269585541</c:v>
              </c:pt>
              <c:pt idx="166">
                <c:v>0.9602715269585541</c:v>
              </c:pt>
              <c:pt idx="167">
                <c:v>0.9602715269585541</c:v>
              </c:pt>
              <c:pt idx="168">
                <c:v>0.9602715269585541</c:v>
              </c:pt>
              <c:pt idx="169">
                <c:v>0.9602715269585541</c:v>
              </c:pt>
              <c:pt idx="170">
                <c:v>0.9602715269585541</c:v>
              </c:pt>
              <c:pt idx="171">
                <c:v>0.9602715269585541</c:v>
              </c:pt>
              <c:pt idx="172">
                <c:v>0.9602715269585541</c:v>
              </c:pt>
              <c:pt idx="173">
                <c:v>0.9602715269585541</c:v>
              </c:pt>
              <c:pt idx="174">
                <c:v>0.9602715269585541</c:v>
              </c:pt>
              <c:pt idx="175">
                <c:v>0.9602715269585541</c:v>
              </c:pt>
              <c:pt idx="176">
                <c:v>0.9602715269585541</c:v>
              </c:pt>
              <c:pt idx="177">
                <c:v>0.9602715269585541</c:v>
              </c:pt>
              <c:pt idx="178">
                <c:v>0.9602715269585541</c:v>
              </c:pt>
              <c:pt idx="179">
                <c:v>0.9602715269585541</c:v>
              </c:pt>
              <c:pt idx="180">
                <c:v>0.9602715269585541</c:v>
              </c:pt>
              <c:pt idx="181">
                <c:v>0.9602715269585541</c:v>
              </c:pt>
              <c:pt idx="182">
                <c:v>0.9602715269585541</c:v>
              </c:pt>
              <c:pt idx="183">
                <c:v>0.9602715269585541</c:v>
              </c:pt>
              <c:pt idx="184">
                <c:v>0.9602715269585541</c:v>
              </c:pt>
              <c:pt idx="185">
                <c:v>0.9602715269585541</c:v>
              </c:pt>
              <c:pt idx="186">
                <c:v>0.9602715269585541</c:v>
              </c:pt>
              <c:pt idx="187">
                <c:v>0.9602715269585541</c:v>
              </c:pt>
              <c:pt idx="188">
                <c:v>0.9602715269585541</c:v>
              </c:pt>
              <c:pt idx="189">
                <c:v>0.9602715269585541</c:v>
              </c:pt>
              <c:pt idx="190">
                <c:v>0.9602715269585541</c:v>
              </c:pt>
              <c:pt idx="191">
                <c:v>0.9602715269585541</c:v>
              </c:pt>
              <c:pt idx="192">
                <c:v>0.9602715269585541</c:v>
              </c:pt>
              <c:pt idx="193">
                <c:v>0.9602715269585541</c:v>
              </c:pt>
              <c:pt idx="194">
                <c:v>0.9602715269585541</c:v>
              </c:pt>
              <c:pt idx="195">
                <c:v>0.9602715269585541</c:v>
              </c:pt>
              <c:pt idx="196">
                <c:v>0.9602715269585541</c:v>
              </c:pt>
              <c:pt idx="197">
                <c:v>0.9602715269585541</c:v>
              </c:pt>
              <c:pt idx="198">
                <c:v>0.9602715269585541</c:v>
              </c:pt>
              <c:pt idx="199">
                <c:v>0.9602715269585541</c:v>
              </c:pt>
              <c:pt idx="200">
                <c:v>0.9602715269585541</c:v>
              </c:pt>
              <c:pt idx="201">
                <c:v>0.9602715269585541</c:v>
              </c:pt>
              <c:pt idx="202">
                <c:v>0.9602715269585541</c:v>
              </c:pt>
              <c:pt idx="203">
                <c:v>0.9602715269585541</c:v>
              </c:pt>
              <c:pt idx="204">
                <c:v>0.9602715269585541</c:v>
              </c:pt>
              <c:pt idx="205">
                <c:v>0.9602715269585541</c:v>
              </c:pt>
              <c:pt idx="206">
                <c:v>0.9602715269585541</c:v>
              </c:pt>
              <c:pt idx="207">
                <c:v>0.9602715269585541</c:v>
              </c:pt>
              <c:pt idx="208">
                <c:v>0.9602715269585541</c:v>
              </c:pt>
              <c:pt idx="209">
                <c:v>0.9602715269585541</c:v>
              </c:pt>
              <c:pt idx="210">
                <c:v>0.9602715269585541</c:v>
              </c:pt>
              <c:pt idx="211">
                <c:v>0.9602715269585541</c:v>
              </c:pt>
              <c:pt idx="212">
                <c:v>0.9602715269585541</c:v>
              </c:pt>
              <c:pt idx="213">
                <c:v>0.9602715269585541</c:v>
              </c:pt>
              <c:pt idx="214">
                <c:v>0.9602715269585541</c:v>
              </c:pt>
              <c:pt idx="215">
                <c:v>0.9602715269585541</c:v>
              </c:pt>
              <c:pt idx="216">
                <c:v>0.9602715269585541</c:v>
              </c:pt>
              <c:pt idx="217">
                <c:v>0.9602715269585541</c:v>
              </c:pt>
              <c:pt idx="218">
                <c:v>0.9602715269585541</c:v>
              </c:pt>
              <c:pt idx="219">
                <c:v>0.9602715269585541</c:v>
              </c:pt>
              <c:pt idx="220">
                <c:v>0.9602715269585541</c:v>
              </c:pt>
              <c:pt idx="221">
                <c:v>0.9602715269585541</c:v>
              </c:pt>
              <c:pt idx="222">
                <c:v>0.9602715269585541</c:v>
              </c:pt>
              <c:pt idx="223">
                <c:v>0.9602715269585541</c:v>
              </c:pt>
              <c:pt idx="224">
                <c:v>0.9602715269585541</c:v>
              </c:pt>
              <c:pt idx="225">
                <c:v>0.9602715269585541</c:v>
              </c:pt>
              <c:pt idx="226">
                <c:v>0.9602715269585541</c:v>
              </c:pt>
              <c:pt idx="227">
                <c:v>0.9602715269585541</c:v>
              </c:pt>
              <c:pt idx="228">
                <c:v>0.9602715269585541</c:v>
              </c:pt>
              <c:pt idx="229">
                <c:v>0.9602715269585541</c:v>
              </c:pt>
              <c:pt idx="230">
                <c:v>0.9602715269585541</c:v>
              </c:pt>
              <c:pt idx="231">
                <c:v>0.9602715269585541</c:v>
              </c:pt>
              <c:pt idx="232">
                <c:v>0.9602715269585541</c:v>
              </c:pt>
              <c:pt idx="233">
                <c:v>0.9602715269585541</c:v>
              </c:pt>
              <c:pt idx="234">
                <c:v>0.9602715269585541</c:v>
              </c:pt>
              <c:pt idx="235">
                <c:v>0.9602715269585541</c:v>
              </c:pt>
              <c:pt idx="236">
                <c:v>0.9602715269585541</c:v>
              </c:pt>
              <c:pt idx="237">
                <c:v>0.9602715269585541</c:v>
              </c:pt>
              <c:pt idx="238">
                <c:v>0.9602715269585541</c:v>
              </c:pt>
              <c:pt idx="239">
                <c:v>0.9602715269585541</c:v>
              </c:pt>
              <c:pt idx="240">
                <c:v>0.9602715269585541</c:v>
              </c:pt>
              <c:pt idx="241">
                <c:v>0.9602715269585541</c:v>
              </c:pt>
              <c:pt idx="242">
                <c:v>0.9602715269585541</c:v>
              </c:pt>
              <c:pt idx="243">
                <c:v>0.9602715269585541</c:v>
              </c:pt>
              <c:pt idx="244">
                <c:v>0.9602715269585541</c:v>
              </c:pt>
              <c:pt idx="245">
                <c:v>0.9602715269585541</c:v>
              </c:pt>
              <c:pt idx="246">
                <c:v>0.9602715269585541</c:v>
              </c:pt>
              <c:pt idx="247">
                <c:v>0.9602715269585541</c:v>
              </c:pt>
              <c:pt idx="248">
                <c:v>0.9602715269585541</c:v>
              </c:pt>
              <c:pt idx="249">
                <c:v>0.9602715269585541</c:v>
              </c:pt>
              <c:pt idx="250">
                <c:v>0.9602715269585541</c:v>
              </c:pt>
              <c:pt idx="251">
                <c:v>0.9602715269585541</c:v>
              </c:pt>
              <c:pt idx="252">
                <c:v>0.9602715269585541</c:v>
              </c:pt>
              <c:pt idx="253">
                <c:v>0.9602715269585541</c:v>
              </c:pt>
              <c:pt idx="254">
                <c:v>0.9602715269585541</c:v>
              </c:pt>
              <c:pt idx="255">
                <c:v>0.9602715269585541</c:v>
              </c:pt>
              <c:pt idx="256">
                <c:v>0.9602715269585541</c:v>
              </c:pt>
              <c:pt idx="257">
                <c:v>0.9602715269585541</c:v>
              </c:pt>
              <c:pt idx="258">
                <c:v>0.9602715269585541</c:v>
              </c:pt>
              <c:pt idx="259">
                <c:v>0.9602715269585541</c:v>
              </c:pt>
              <c:pt idx="260">
                <c:v>0.9602715269585541</c:v>
              </c:pt>
              <c:pt idx="261">
                <c:v>0.9602715269585541</c:v>
              </c:pt>
              <c:pt idx="262">
                <c:v>0.9602715269585541</c:v>
              </c:pt>
              <c:pt idx="263">
                <c:v>0.9602715269585541</c:v>
              </c:pt>
              <c:pt idx="264">
                <c:v>0.9602715269585541</c:v>
              </c:pt>
              <c:pt idx="265">
                <c:v>0.9602715269585541</c:v>
              </c:pt>
              <c:pt idx="266">
                <c:v>0.9602715269585541</c:v>
              </c:pt>
              <c:pt idx="267">
                <c:v>0.9602715269585541</c:v>
              </c:pt>
              <c:pt idx="268">
                <c:v>0.9602715269585541</c:v>
              </c:pt>
              <c:pt idx="269">
                <c:v>0.9602715269585541</c:v>
              </c:pt>
              <c:pt idx="270">
                <c:v>0.9602715269585541</c:v>
              </c:pt>
              <c:pt idx="271">
                <c:v>0.9602715269585541</c:v>
              </c:pt>
              <c:pt idx="272">
                <c:v>0.9602715269585541</c:v>
              </c:pt>
              <c:pt idx="273">
                <c:v>0.9602715269585541</c:v>
              </c:pt>
              <c:pt idx="274">
                <c:v>0.9602715269585541</c:v>
              </c:pt>
              <c:pt idx="275">
                <c:v>0.9602715269585541</c:v>
              </c:pt>
              <c:pt idx="276">
                <c:v>0.9602715269585541</c:v>
              </c:pt>
              <c:pt idx="277">
                <c:v>0.9602715269585541</c:v>
              </c:pt>
              <c:pt idx="278">
                <c:v>0.9602715269585541</c:v>
              </c:pt>
              <c:pt idx="279">
                <c:v>0.9602715269585541</c:v>
              </c:pt>
              <c:pt idx="280">
                <c:v>0.9602715269585541</c:v>
              </c:pt>
              <c:pt idx="281">
                <c:v>0.9602715269585541</c:v>
              </c:pt>
              <c:pt idx="282">
                <c:v>0.9602715269585541</c:v>
              </c:pt>
              <c:pt idx="283">
                <c:v>0.9602715269585541</c:v>
              </c:pt>
              <c:pt idx="284">
                <c:v>0.9602715269585541</c:v>
              </c:pt>
              <c:pt idx="285">
                <c:v>0.9602715269585541</c:v>
              </c:pt>
              <c:pt idx="286">
                <c:v>0.9602715269585541</c:v>
              </c:pt>
              <c:pt idx="287">
                <c:v>0.9602715269585541</c:v>
              </c:pt>
              <c:pt idx="288">
                <c:v>0.9602715269585541</c:v>
              </c:pt>
              <c:pt idx="289">
                <c:v>0.9602715269585541</c:v>
              </c:pt>
              <c:pt idx="290">
                <c:v>0.9602715269585541</c:v>
              </c:pt>
              <c:pt idx="291">
                <c:v>0.9602715269585541</c:v>
              </c:pt>
              <c:pt idx="292">
                <c:v>0.9602715269585541</c:v>
              </c:pt>
              <c:pt idx="293">
                <c:v>0.9602715269585541</c:v>
              </c:pt>
              <c:pt idx="294">
                <c:v>0.9602715269585541</c:v>
              </c:pt>
              <c:pt idx="295">
                <c:v>0.9602715269585541</c:v>
              </c:pt>
              <c:pt idx="296">
                <c:v>0.9602715269585541</c:v>
              </c:pt>
              <c:pt idx="297">
                <c:v>0.9602715269585541</c:v>
              </c:pt>
              <c:pt idx="298">
                <c:v>0.9602715269585541</c:v>
              </c:pt>
              <c:pt idx="299">
                <c:v>0.9602715269585541</c:v>
              </c:pt>
              <c:pt idx="300">
                <c:v>0.9602715269585541</c:v>
              </c:pt>
              <c:pt idx="301">
                <c:v>0.9602715269585541</c:v>
              </c:pt>
              <c:pt idx="302">
                <c:v>0.9602715269585541</c:v>
              </c:pt>
              <c:pt idx="303">
                <c:v>0.9602715269585541</c:v>
              </c:pt>
              <c:pt idx="304">
                <c:v>0.9602715269585541</c:v>
              </c:pt>
              <c:pt idx="305">
                <c:v>0.9602715269585541</c:v>
              </c:pt>
              <c:pt idx="306">
                <c:v>0.9602715269585541</c:v>
              </c:pt>
              <c:pt idx="307">
                <c:v>0.9602715269585541</c:v>
              </c:pt>
              <c:pt idx="308">
                <c:v>0.9602715269585541</c:v>
              </c:pt>
              <c:pt idx="309">
                <c:v>0.9602715269585541</c:v>
              </c:pt>
              <c:pt idx="310">
                <c:v>0.9602715269585541</c:v>
              </c:pt>
              <c:pt idx="311">
                <c:v>0.9602715269585541</c:v>
              </c:pt>
              <c:pt idx="312">
                <c:v>0.9602715269585541</c:v>
              </c:pt>
              <c:pt idx="313">
                <c:v>0.9602715269585541</c:v>
              </c:pt>
              <c:pt idx="314">
                <c:v>0.9602715269585541</c:v>
              </c:pt>
              <c:pt idx="315">
                <c:v>0.9602715269585541</c:v>
              </c:pt>
              <c:pt idx="316">
                <c:v>0.9602715269585541</c:v>
              </c:pt>
              <c:pt idx="317">
                <c:v>0.9602715269585541</c:v>
              </c:pt>
              <c:pt idx="318">
                <c:v>0.9602715269585541</c:v>
              </c:pt>
              <c:pt idx="319">
                <c:v>0.9602715269585541</c:v>
              </c:pt>
              <c:pt idx="320">
                <c:v>0.9602715269585541</c:v>
              </c:pt>
              <c:pt idx="321">
                <c:v>0.9602715269585541</c:v>
              </c:pt>
              <c:pt idx="322">
                <c:v>0.9602715269585541</c:v>
              </c:pt>
              <c:pt idx="323">
                <c:v>0.9602715269585541</c:v>
              </c:pt>
            </c:numLit>
          </c:yVal>
          <c:smooth val="0"/>
        </c:ser>
        <c:ser>
          <c:idx val="7"/>
          <c:order val="7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1.7941219849936019</c:v>
              </c:pt>
              <c:pt idx="1">
                <c:v>1.7941219849936019</c:v>
              </c:pt>
              <c:pt idx="2">
                <c:v>1.7941219849936019</c:v>
              </c:pt>
              <c:pt idx="3">
                <c:v>1.7941219849936019</c:v>
              </c:pt>
              <c:pt idx="4">
                <c:v>1.7941219849936019</c:v>
              </c:pt>
              <c:pt idx="5">
                <c:v>1.7941219849936019</c:v>
              </c:pt>
              <c:pt idx="6">
                <c:v>1.7941219849936019</c:v>
              </c:pt>
              <c:pt idx="7">
                <c:v>1.7941219849936019</c:v>
              </c:pt>
              <c:pt idx="8">
                <c:v>1.7941219849936019</c:v>
              </c:pt>
              <c:pt idx="9">
                <c:v>1.7941219849936019</c:v>
              </c:pt>
              <c:pt idx="10">
                <c:v>1.7941219849936019</c:v>
              </c:pt>
              <c:pt idx="11">
                <c:v>1.7941219849936019</c:v>
              </c:pt>
              <c:pt idx="12">
                <c:v>1.7941219849936019</c:v>
              </c:pt>
              <c:pt idx="13">
                <c:v>1.7941219849936019</c:v>
              </c:pt>
              <c:pt idx="14">
                <c:v>1.7941219849936019</c:v>
              </c:pt>
              <c:pt idx="15">
                <c:v>1.7941219849936019</c:v>
              </c:pt>
              <c:pt idx="16">
                <c:v>1.7941219849936019</c:v>
              </c:pt>
              <c:pt idx="17">
                <c:v>1.7941219849936019</c:v>
              </c:pt>
              <c:pt idx="18">
                <c:v>1.7941219849936019</c:v>
              </c:pt>
              <c:pt idx="19">
                <c:v>1.7941219849936019</c:v>
              </c:pt>
              <c:pt idx="20">
                <c:v>1.7941219849936019</c:v>
              </c:pt>
              <c:pt idx="21">
                <c:v>1.7941219849936019</c:v>
              </c:pt>
              <c:pt idx="22">
                <c:v>1.7941219849936019</c:v>
              </c:pt>
              <c:pt idx="23">
                <c:v>1.7941219849936019</c:v>
              </c:pt>
              <c:pt idx="24">
                <c:v>1.7941219849936019</c:v>
              </c:pt>
              <c:pt idx="25">
                <c:v>1.7941219849936019</c:v>
              </c:pt>
              <c:pt idx="26">
                <c:v>1.7941219849936019</c:v>
              </c:pt>
              <c:pt idx="27">
                <c:v>1.7941219849936019</c:v>
              </c:pt>
              <c:pt idx="28">
                <c:v>1.7941219849936019</c:v>
              </c:pt>
              <c:pt idx="29">
                <c:v>1.7941219849936019</c:v>
              </c:pt>
              <c:pt idx="30">
                <c:v>1.7941219849936019</c:v>
              </c:pt>
              <c:pt idx="31">
                <c:v>1.7941219849936019</c:v>
              </c:pt>
              <c:pt idx="32">
                <c:v>1.7941219849936019</c:v>
              </c:pt>
              <c:pt idx="33">
                <c:v>1.7941219849936019</c:v>
              </c:pt>
              <c:pt idx="34">
                <c:v>1.7941219849936019</c:v>
              </c:pt>
              <c:pt idx="35">
                <c:v>1.7941219849936019</c:v>
              </c:pt>
              <c:pt idx="36">
                <c:v>1.7941219849936019</c:v>
              </c:pt>
              <c:pt idx="37">
                <c:v>1.7941219849936019</c:v>
              </c:pt>
              <c:pt idx="38">
                <c:v>1.7941219849936019</c:v>
              </c:pt>
              <c:pt idx="39">
                <c:v>1.7941219849936019</c:v>
              </c:pt>
              <c:pt idx="40">
                <c:v>1.7941219849936019</c:v>
              </c:pt>
              <c:pt idx="41">
                <c:v>1.7941219849936019</c:v>
              </c:pt>
              <c:pt idx="42">
                <c:v>1.7941219849936019</c:v>
              </c:pt>
              <c:pt idx="43">
                <c:v>1.7941219849936019</c:v>
              </c:pt>
              <c:pt idx="44">
                <c:v>1.7941219849936019</c:v>
              </c:pt>
              <c:pt idx="45">
                <c:v>1.7941219849936019</c:v>
              </c:pt>
              <c:pt idx="46">
                <c:v>1.7941219849936019</c:v>
              </c:pt>
              <c:pt idx="47">
                <c:v>1.7941219849936019</c:v>
              </c:pt>
              <c:pt idx="48">
                <c:v>1.7941219849936019</c:v>
              </c:pt>
              <c:pt idx="49">
                <c:v>1.7941219849936019</c:v>
              </c:pt>
              <c:pt idx="50">
                <c:v>1.7941219849936019</c:v>
              </c:pt>
              <c:pt idx="51">
                <c:v>1.7941219849936019</c:v>
              </c:pt>
              <c:pt idx="52">
                <c:v>1.7941219849936019</c:v>
              </c:pt>
              <c:pt idx="53">
                <c:v>1.7941219849936019</c:v>
              </c:pt>
              <c:pt idx="54">
                <c:v>1.7941219849936019</c:v>
              </c:pt>
              <c:pt idx="55">
                <c:v>1.7941219849936019</c:v>
              </c:pt>
              <c:pt idx="56">
                <c:v>1.7941219849936019</c:v>
              </c:pt>
              <c:pt idx="57">
                <c:v>1.7941219849936019</c:v>
              </c:pt>
              <c:pt idx="58">
                <c:v>1.7941219849936019</c:v>
              </c:pt>
              <c:pt idx="59">
                <c:v>1.7941219849936019</c:v>
              </c:pt>
              <c:pt idx="60">
                <c:v>1.7941219849936019</c:v>
              </c:pt>
              <c:pt idx="61">
                <c:v>1.7941219849936019</c:v>
              </c:pt>
              <c:pt idx="62">
                <c:v>1.7941219849936019</c:v>
              </c:pt>
              <c:pt idx="63">
                <c:v>1.7941219849936019</c:v>
              </c:pt>
              <c:pt idx="64">
                <c:v>1.7941219849936019</c:v>
              </c:pt>
              <c:pt idx="65">
                <c:v>1.7941219849936019</c:v>
              </c:pt>
              <c:pt idx="66">
                <c:v>1.7941219849936019</c:v>
              </c:pt>
              <c:pt idx="67">
                <c:v>1.7941219849936019</c:v>
              </c:pt>
              <c:pt idx="68">
                <c:v>1.7941219849936019</c:v>
              </c:pt>
              <c:pt idx="69">
                <c:v>1.7941219849936019</c:v>
              </c:pt>
              <c:pt idx="70">
                <c:v>1.7941219849936019</c:v>
              </c:pt>
              <c:pt idx="71">
                <c:v>1.7941219849936019</c:v>
              </c:pt>
              <c:pt idx="72">
                <c:v>1.7941219849936019</c:v>
              </c:pt>
              <c:pt idx="73">
                <c:v>1.7941219849936019</c:v>
              </c:pt>
              <c:pt idx="74">
                <c:v>1.7941219849936019</c:v>
              </c:pt>
              <c:pt idx="75">
                <c:v>1.7941219849936019</c:v>
              </c:pt>
              <c:pt idx="76">
                <c:v>1.7941219849936019</c:v>
              </c:pt>
              <c:pt idx="77">
                <c:v>1.7941219849936019</c:v>
              </c:pt>
              <c:pt idx="78">
                <c:v>1.7941219849936019</c:v>
              </c:pt>
              <c:pt idx="79">
                <c:v>1.7941219849936019</c:v>
              </c:pt>
              <c:pt idx="80">
                <c:v>1.7941219849936019</c:v>
              </c:pt>
              <c:pt idx="81">
                <c:v>1.7941219849936019</c:v>
              </c:pt>
              <c:pt idx="82">
                <c:v>1.7941219849936019</c:v>
              </c:pt>
              <c:pt idx="83">
                <c:v>1.7941219849936019</c:v>
              </c:pt>
              <c:pt idx="84">
                <c:v>1.7941219849936019</c:v>
              </c:pt>
              <c:pt idx="85">
                <c:v>1.7941219849936019</c:v>
              </c:pt>
              <c:pt idx="86">
                <c:v>1.7941219849936019</c:v>
              </c:pt>
              <c:pt idx="87">
                <c:v>1.7941219849936019</c:v>
              </c:pt>
              <c:pt idx="88">
                <c:v>1.7941219849936019</c:v>
              </c:pt>
              <c:pt idx="89">
                <c:v>1.7941219849936019</c:v>
              </c:pt>
              <c:pt idx="90">
                <c:v>1.7941219849936019</c:v>
              </c:pt>
              <c:pt idx="91">
                <c:v>1.7941219849936019</c:v>
              </c:pt>
              <c:pt idx="92">
                <c:v>1.7941219849936019</c:v>
              </c:pt>
              <c:pt idx="93">
                <c:v>1.7941219849936019</c:v>
              </c:pt>
              <c:pt idx="94">
                <c:v>1.7941219849936019</c:v>
              </c:pt>
              <c:pt idx="95">
                <c:v>1.7941219849936019</c:v>
              </c:pt>
              <c:pt idx="96">
                <c:v>1.7941219849936019</c:v>
              </c:pt>
              <c:pt idx="97">
                <c:v>1.7941219849936019</c:v>
              </c:pt>
              <c:pt idx="98">
                <c:v>1.7941219849936019</c:v>
              </c:pt>
              <c:pt idx="99">
                <c:v>1.7941219849936019</c:v>
              </c:pt>
              <c:pt idx="100">
                <c:v>1.7941219849936019</c:v>
              </c:pt>
              <c:pt idx="101">
                <c:v>1.7941219849936019</c:v>
              </c:pt>
              <c:pt idx="102">
                <c:v>1.7941219849936019</c:v>
              </c:pt>
              <c:pt idx="103">
                <c:v>1.7941219849936019</c:v>
              </c:pt>
              <c:pt idx="104">
                <c:v>1.7941219849936019</c:v>
              </c:pt>
              <c:pt idx="105">
                <c:v>1.7941219849936019</c:v>
              </c:pt>
              <c:pt idx="106">
                <c:v>1.7941219849936019</c:v>
              </c:pt>
              <c:pt idx="107">
                <c:v>1.7941219849936019</c:v>
              </c:pt>
              <c:pt idx="108">
                <c:v>1.7941219849936019</c:v>
              </c:pt>
              <c:pt idx="109">
                <c:v>1.7941219849936019</c:v>
              </c:pt>
              <c:pt idx="110">
                <c:v>1.7941219849936019</c:v>
              </c:pt>
              <c:pt idx="111">
                <c:v>1.7941219849936019</c:v>
              </c:pt>
              <c:pt idx="112">
                <c:v>1.7941219849936019</c:v>
              </c:pt>
              <c:pt idx="113">
                <c:v>1.7941219849936019</c:v>
              </c:pt>
              <c:pt idx="114">
                <c:v>1.7941219849936019</c:v>
              </c:pt>
              <c:pt idx="115">
                <c:v>1.7941219849936019</c:v>
              </c:pt>
              <c:pt idx="116">
                <c:v>1.7941219849936019</c:v>
              </c:pt>
              <c:pt idx="117">
                <c:v>1.7941219849936019</c:v>
              </c:pt>
              <c:pt idx="118">
                <c:v>1.7941219849936019</c:v>
              </c:pt>
              <c:pt idx="119">
                <c:v>1.7941219849936019</c:v>
              </c:pt>
              <c:pt idx="120">
                <c:v>1.7941219849936019</c:v>
              </c:pt>
              <c:pt idx="121">
                <c:v>1.7941219849936019</c:v>
              </c:pt>
              <c:pt idx="122">
                <c:v>1.7941219849936019</c:v>
              </c:pt>
              <c:pt idx="123">
                <c:v>1.7941219849936019</c:v>
              </c:pt>
              <c:pt idx="124">
                <c:v>1.7941219849936019</c:v>
              </c:pt>
              <c:pt idx="125">
                <c:v>1.7941219849936019</c:v>
              </c:pt>
              <c:pt idx="126">
                <c:v>1.7941219849936019</c:v>
              </c:pt>
              <c:pt idx="127">
                <c:v>1.7941219849936019</c:v>
              </c:pt>
              <c:pt idx="128">
                <c:v>1.7941219849936019</c:v>
              </c:pt>
              <c:pt idx="129">
                <c:v>1.7941219849936019</c:v>
              </c:pt>
              <c:pt idx="130">
                <c:v>1.7941219849936019</c:v>
              </c:pt>
              <c:pt idx="131">
                <c:v>1.7941219849936019</c:v>
              </c:pt>
              <c:pt idx="132">
                <c:v>1.7941219849936019</c:v>
              </c:pt>
              <c:pt idx="133">
                <c:v>1.7941219849936019</c:v>
              </c:pt>
              <c:pt idx="134">
                <c:v>1.7941219849936019</c:v>
              </c:pt>
              <c:pt idx="135">
                <c:v>1.7941219849936019</c:v>
              </c:pt>
              <c:pt idx="136">
                <c:v>1.7941219849936019</c:v>
              </c:pt>
              <c:pt idx="137">
                <c:v>1.7941219849936019</c:v>
              </c:pt>
              <c:pt idx="138">
                <c:v>1.7941219849936019</c:v>
              </c:pt>
              <c:pt idx="139">
                <c:v>1.7941219849936019</c:v>
              </c:pt>
              <c:pt idx="140">
                <c:v>1.7941219849936019</c:v>
              </c:pt>
              <c:pt idx="141">
                <c:v>1.7941219849936019</c:v>
              </c:pt>
              <c:pt idx="142">
                <c:v>1.7941219849936019</c:v>
              </c:pt>
              <c:pt idx="143">
                <c:v>1.7941219849936019</c:v>
              </c:pt>
              <c:pt idx="144">
                <c:v>1.7941219849936019</c:v>
              </c:pt>
              <c:pt idx="145">
                <c:v>1.7941219849936019</c:v>
              </c:pt>
              <c:pt idx="146">
                <c:v>1.7941219849936019</c:v>
              </c:pt>
              <c:pt idx="147">
                <c:v>1.7941219849936019</c:v>
              </c:pt>
              <c:pt idx="148">
                <c:v>1.7941219849936019</c:v>
              </c:pt>
              <c:pt idx="149">
                <c:v>1.7941219849936019</c:v>
              </c:pt>
              <c:pt idx="150">
                <c:v>1.7941219849936019</c:v>
              </c:pt>
              <c:pt idx="151">
                <c:v>1.7941219849936019</c:v>
              </c:pt>
              <c:pt idx="152">
                <c:v>1.7941219849936019</c:v>
              </c:pt>
              <c:pt idx="153">
                <c:v>1.7941219849936019</c:v>
              </c:pt>
              <c:pt idx="154">
                <c:v>1.7941219849936019</c:v>
              </c:pt>
              <c:pt idx="155">
                <c:v>1.7941219849936019</c:v>
              </c:pt>
              <c:pt idx="156">
                <c:v>1.7941219849936019</c:v>
              </c:pt>
              <c:pt idx="157">
                <c:v>1.7941219849936019</c:v>
              </c:pt>
              <c:pt idx="158">
                <c:v>1.7941219849936019</c:v>
              </c:pt>
              <c:pt idx="159">
                <c:v>1.7941219849936019</c:v>
              </c:pt>
              <c:pt idx="160">
                <c:v>1.7941219849936019</c:v>
              </c:pt>
              <c:pt idx="161">
                <c:v>1.7941219849936019</c:v>
              </c:pt>
              <c:pt idx="162">
                <c:v>1.7941219849936019</c:v>
              </c:pt>
              <c:pt idx="163">
                <c:v>1.7941219849936019</c:v>
              </c:pt>
              <c:pt idx="164">
                <c:v>1.7941219849936019</c:v>
              </c:pt>
              <c:pt idx="165">
                <c:v>1.7941219849936019</c:v>
              </c:pt>
              <c:pt idx="166">
                <c:v>1.7941219849936019</c:v>
              </c:pt>
              <c:pt idx="167">
                <c:v>1.7941219849936019</c:v>
              </c:pt>
              <c:pt idx="168">
                <c:v>1.7941219849936019</c:v>
              </c:pt>
              <c:pt idx="169">
                <c:v>1.7941219849936019</c:v>
              </c:pt>
              <c:pt idx="170">
                <c:v>1.7941219849936019</c:v>
              </c:pt>
              <c:pt idx="171">
                <c:v>1.7941219849936019</c:v>
              </c:pt>
              <c:pt idx="172">
                <c:v>1.7941219849936019</c:v>
              </c:pt>
              <c:pt idx="173">
                <c:v>1.7941219849936019</c:v>
              </c:pt>
              <c:pt idx="174">
                <c:v>1.7941219849936019</c:v>
              </c:pt>
              <c:pt idx="175">
                <c:v>1.7941219849936019</c:v>
              </c:pt>
              <c:pt idx="176">
                <c:v>1.7941219849936019</c:v>
              </c:pt>
              <c:pt idx="177">
                <c:v>1.7941219849936019</c:v>
              </c:pt>
              <c:pt idx="178">
                <c:v>1.7941219849936019</c:v>
              </c:pt>
              <c:pt idx="179">
                <c:v>1.7941219849936019</c:v>
              </c:pt>
              <c:pt idx="180">
                <c:v>1.7941219849936019</c:v>
              </c:pt>
              <c:pt idx="181">
                <c:v>1.7941219849936019</c:v>
              </c:pt>
              <c:pt idx="182">
                <c:v>1.7941219849936019</c:v>
              </c:pt>
              <c:pt idx="183">
                <c:v>1.7941219849936019</c:v>
              </c:pt>
              <c:pt idx="184">
                <c:v>1.7941219849936019</c:v>
              </c:pt>
              <c:pt idx="185">
                <c:v>1.7941219849936019</c:v>
              </c:pt>
              <c:pt idx="186">
                <c:v>1.7941219849936019</c:v>
              </c:pt>
              <c:pt idx="187">
                <c:v>1.7941219849936019</c:v>
              </c:pt>
              <c:pt idx="188">
                <c:v>1.7941219849936019</c:v>
              </c:pt>
              <c:pt idx="189">
                <c:v>1.7941219849936019</c:v>
              </c:pt>
              <c:pt idx="190">
                <c:v>1.7941219849936019</c:v>
              </c:pt>
              <c:pt idx="191">
                <c:v>1.7941219849936019</c:v>
              </c:pt>
              <c:pt idx="192">
                <c:v>1.7941219849936019</c:v>
              </c:pt>
              <c:pt idx="193">
                <c:v>1.7941219849936019</c:v>
              </c:pt>
              <c:pt idx="194">
                <c:v>1.7941219849936019</c:v>
              </c:pt>
              <c:pt idx="195">
                <c:v>1.7941219849936019</c:v>
              </c:pt>
              <c:pt idx="196">
                <c:v>1.7941219849936019</c:v>
              </c:pt>
              <c:pt idx="197">
                <c:v>1.7941219849936019</c:v>
              </c:pt>
              <c:pt idx="198">
                <c:v>1.7941219849936019</c:v>
              </c:pt>
              <c:pt idx="199">
                <c:v>1.7941219849936019</c:v>
              </c:pt>
              <c:pt idx="200">
                <c:v>1.7941219849936019</c:v>
              </c:pt>
              <c:pt idx="201">
                <c:v>1.7941219849936019</c:v>
              </c:pt>
              <c:pt idx="202">
                <c:v>1.7941219849936019</c:v>
              </c:pt>
              <c:pt idx="203">
                <c:v>1.7941219849936019</c:v>
              </c:pt>
              <c:pt idx="204">
                <c:v>1.7941219849936019</c:v>
              </c:pt>
              <c:pt idx="205">
                <c:v>1.7941219849936019</c:v>
              </c:pt>
              <c:pt idx="206">
                <c:v>1.7941219849936019</c:v>
              </c:pt>
              <c:pt idx="207">
                <c:v>1.7941219849936019</c:v>
              </c:pt>
              <c:pt idx="208">
                <c:v>1.7941219849936019</c:v>
              </c:pt>
              <c:pt idx="209">
                <c:v>1.7941219849936019</c:v>
              </c:pt>
              <c:pt idx="210">
                <c:v>1.7941219849936019</c:v>
              </c:pt>
              <c:pt idx="211">
                <c:v>1.7941219849936019</c:v>
              </c:pt>
              <c:pt idx="212">
                <c:v>1.7941219849936019</c:v>
              </c:pt>
              <c:pt idx="213">
                <c:v>1.7941219849936019</c:v>
              </c:pt>
              <c:pt idx="214">
                <c:v>1.7941219849936019</c:v>
              </c:pt>
              <c:pt idx="215">
                <c:v>1.7941219849936019</c:v>
              </c:pt>
              <c:pt idx="216">
                <c:v>1.7941219849936019</c:v>
              </c:pt>
              <c:pt idx="217">
                <c:v>1.7941219849936019</c:v>
              </c:pt>
              <c:pt idx="218">
                <c:v>1.7941219849936019</c:v>
              </c:pt>
              <c:pt idx="219">
                <c:v>1.7941219849936019</c:v>
              </c:pt>
              <c:pt idx="220">
                <c:v>1.7941219849936019</c:v>
              </c:pt>
              <c:pt idx="221">
                <c:v>1.7941219849936019</c:v>
              </c:pt>
              <c:pt idx="222">
                <c:v>1.7941219849936019</c:v>
              </c:pt>
              <c:pt idx="223">
                <c:v>1.7941219849936019</c:v>
              </c:pt>
              <c:pt idx="224">
                <c:v>1.7941219849936019</c:v>
              </c:pt>
              <c:pt idx="225">
                <c:v>1.7941219849936019</c:v>
              </c:pt>
              <c:pt idx="226">
                <c:v>1.7941219849936019</c:v>
              </c:pt>
              <c:pt idx="227">
                <c:v>1.7941219849936019</c:v>
              </c:pt>
              <c:pt idx="228">
                <c:v>1.7941219849936019</c:v>
              </c:pt>
              <c:pt idx="229">
                <c:v>1.7941219849936019</c:v>
              </c:pt>
              <c:pt idx="230">
                <c:v>1.7941219849936019</c:v>
              </c:pt>
              <c:pt idx="231">
                <c:v>1.7941219849936019</c:v>
              </c:pt>
              <c:pt idx="232">
                <c:v>1.7941219849936019</c:v>
              </c:pt>
              <c:pt idx="233">
                <c:v>1.7941219849936019</c:v>
              </c:pt>
              <c:pt idx="234">
                <c:v>1.7941219849936019</c:v>
              </c:pt>
              <c:pt idx="235">
                <c:v>1.7941219849936019</c:v>
              </c:pt>
              <c:pt idx="236">
                <c:v>1.7941219849936019</c:v>
              </c:pt>
              <c:pt idx="237">
                <c:v>1.7941219849936019</c:v>
              </c:pt>
              <c:pt idx="238">
                <c:v>1.7941219849936019</c:v>
              </c:pt>
              <c:pt idx="239">
                <c:v>1.7941219849936019</c:v>
              </c:pt>
              <c:pt idx="240">
                <c:v>1.7941219849936019</c:v>
              </c:pt>
              <c:pt idx="241">
                <c:v>1.7941219849936019</c:v>
              </c:pt>
              <c:pt idx="242">
                <c:v>1.7941219849936019</c:v>
              </c:pt>
              <c:pt idx="243">
                <c:v>1.7941219849936019</c:v>
              </c:pt>
              <c:pt idx="244">
                <c:v>1.7941219849936019</c:v>
              </c:pt>
              <c:pt idx="245">
                <c:v>1.7941219849936019</c:v>
              </c:pt>
              <c:pt idx="246">
                <c:v>1.7941219849936019</c:v>
              </c:pt>
              <c:pt idx="247">
                <c:v>1.7941219849936019</c:v>
              </c:pt>
              <c:pt idx="248">
                <c:v>1.7941219849936019</c:v>
              </c:pt>
              <c:pt idx="249">
                <c:v>1.7941219849936019</c:v>
              </c:pt>
              <c:pt idx="250">
                <c:v>1.7941219849936019</c:v>
              </c:pt>
              <c:pt idx="251">
                <c:v>1.7941219849936019</c:v>
              </c:pt>
              <c:pt idx="252">
                <c:v>1.7941219849936019</c:v>
              </c:pt>
              <c:pt idx="253">
                <c:v>1.7941219849936019</c:v>
              </c:pt>
              <c:pt idx="254">
                <c:v>1.7941219849936019</c:v>
              </c:pt>
              <c:pt idx="255">
                <c:v>1.7941219849936019</c:v>
              </c:pt>
              <c:pt idx="256">
                <c:v>1.7941219849936019</c:v>
              </c:pt>
              <c:pt idx="257">
                <c:v>1.7941219849936019</c:v>
              </c:pt>
              <c:pt idx="258">
                <c:v>1.7941219849936019</c:v>
              </c:pt>
              <c:pt idx="259">
                <c:v>1.7941219849936019</c:v>
              </c:pt>
              <c:pt idx="260">
                <c:v>1.7941219849936019</c:v>
              </c:pt>
              <c:pt idx="261">
                <c:v>1.7941219849936019</c:v>
              </c:pt>
              <c:pt idx="262">
                <c:v>1.7941219849936019</c:v>
              </c:pt>
              <c:pt idx="263">
                <c:v>1.7941219849936019</c:v>
              </c:pt>
              <c:pt idx="264">
                <c:v>1.7941219849936019</c:v>
              </c:pt>
              <c:pt idx="265">
                <c:v>1.7941219849936019</c:v>
              </c:pt>
              <c:pt idx="266">
                <c:v>1.7941219849936019</c:v>
              </c:pt>
              <c:pt idx="267">
                <c:v>1.7941219849936019</c:v>
              </c:pt>
              <c:pt idx="268">
                <c:v>1.7941219849936019</c:v>
              </c:pt>
              <c:pt idx="269">
                <c:v>1.7941219849936019</c:v>
              </c:pt>
              <c:pt idx="270">
                <c:v>1.7941219849936019</c:v>
              </c:pt>
              <c:pt idx="271">
                <c:v>1.7941219849936019</c:v>
              </c:pt>
              <c:pt idx="272">
                <c:v>1.7941219849936019</c:v>
              </c:pt>
              <c:pt idx="273">
                <c:v>1.7941219849936019</c:v>
              </c:pt>
              <c:pt idx="274">
                <c:v>1.7941219849936019</c:v>
              </c:pt>
              <c:pt idx="275">
                <c:v>1.7941219849936019</c:v>
              </c:pt>
              <c:pt idx="276">
                <c:v>1.7941219849936019</c:v>
              </c:pt>
              <c:pt idx="277">
                <c:v>1.7941219849936019</c:v>
              </c:pt>
              <c:pt idx="278">
                <c:v>1.7941219849936019</c:v>
              </c:pt>
              <c:pt idx="279">
                <c:v>1.7941219849936019</c:v>
              </c:pt>
              <c:pt idx="280">
                <c:v>1.7941219849936019</c:v>
              </c:pt>
              <c:pt idx="281">
                <c:v>1.7941219849936019</c:v>
              </c:pt>
              <c:pt idx="282">
                <c:v>1.7941219849936019</c:v>
              </c:pt>
              <c:pt idx="283">
                <c:v>1.7941219849936019</c:v>
              </c:pt>
              <c:pt idx="284">
                <c:v>1.7941219849936019</c:v>
              </c:pt>
              <c:pt idx="285">
                <c:v>1.7941219849936019</c:v>
              </c:pt>
              <c:pt idx="286">
                <c:v>1.7941219849936019</c:v>
              </c:pt>
              <c:pt idx="287">
                <c:v>1.7941219849936019</c:v>
              </c:pt>
              <c:pt idx="288">
                <c:v>1.7941219849936019</c:v>
              </c:pt>
              <c:pt idx="289">
                <c:v>1.7941219849936019</c:v>
              </c:pt>
              <c:pt idx="290">
                <c:v>1.7941219849936019</c:v>
              </c:pt>
              <c:pt idx="291">
                <c:v>1.7941219849936019</c:v>
              </c:pt>
              <c:pt idx="292">
                <c:v>1.7941219849936019</c:v>
              </c:pt>
              <c:pt idx="293">
                <c:v>1.7941219849936019</c:v>
              </c:pt>
              <c:pt idx="294">
                <c:v>1.7941219849936019</c:v>
              </c:pt>
              <c:pt idx="295">
                <c:v>1.7941219849936019</c:v>
              </c:pt>
              <c:pt idx="296">
                <c:v>1.7941219849936019</c:v>
              </c:pt>
              <c:pt idx="297">
                <c:v>1.7941219849936019</c:v>
              </c:pt>
              <c:pt idx="298">
                <c:v>1.7941219849936019</c:v>
              </c:pt>
              <c:pt idx="299">
                <c:v>1.7941219849936019</c:v>
              </c:pt>
              <c:pt idx="300">
                <c:v>1.7941219849936019</c:v>
              </c:pt>
              <c:pt idx="301">
                <c:v>1.7941219849936019</c:v>
              </c:pt>
              <c:pt idx="302">
                <c:v>1.7941219849936019</c:v>
              </c:pt>
              <c:pt idx="303">
                <c:v>1.7941219849936019</c:v>
              </c:pt>
              <c:pt idx="304">
                <c:v>1.7941219849936019</c:v>
              </c:pt>
              <c:pt idx="305">
                <c:v>1.7941219849936019</c:v>
              </c:pt>
              <c:pt idx="306">
                <c:v>1.7941219849936019</c:v>
              </c:pt>
              <c:pt idx="307">
                <c:v>1.7941219849936019</c:v>
              </c:pt>
              <c:pt idx="308">
                <c:v>1.7941219849936019</c:v>
              </c:pt>
              <c:pt idx="309">
                <c:v>1.7941219849936019</c:v>
              </c:pt>
              <c:pt idx="310">
                <c:v>1.7941219849936019</c:v>
              </c:pt>
              <c:pt idx="311">
                <c:v>1.7941219849936019</c:v>
              </c:pt>
              <c:pt idx="312">
                <c:v>1.7941219849936019</c:v>
              </c:pt>
              <c:pt idx="313">
                <c:v>1.7941219849936019</c:v>
              </c:pt>
              <c:pt idx="314">
                <c:v>1.7941219849936019</c:v>
              </c:pt>
              <c:pt idx="315">
                <c:v>1.7941219849936019</c:v>
              </c:pt>
              <c:pt idx="316">
                <c:v>1.7941219849936019</c:v>
              </c:pt>
              <c:pt idx="317">
                <c:v>1.7941219849936019</c:v>
              </c:pt>
              <c:pt idx="318">
                <c:v>1.7941219849936019</c:v>
              </c:pt>
              <c:pt idx="319">
                <c:v>1.7941219849936019</c:v>
              </c:pt>
              <c:pt idx="320">
                <c:v>1.7941219849936019</c:v>
              </c:pt>
              <c:pt idx="321">
                <c:v>1.7941219849936019</c:v>
              </c:pt>
              <c:pt idx="322">
                <c:v>1.7941219849936019</c:v>
              </c:pt>
              <c:pt idx="323">
                <c:v>1.7941219849936019</c:v>
              </c:pt>
            </c:numLit>
          </c:xVal>
          <c:yVal>
            <c:numLit>
              <c:formatCode>0.0</c:formatCode>
              <c:ptCount val="324"/>
              <c:pt idx="0">
                <c:v>0.7995948413183116</c:v>
              </c:pt>
              <c:pt idx="1">
                <c:v>0.7995948413183116</c:v>
              </c:pt>
              <c:pt idx="2">
                <c:v>0.7995948413183116</c:v>
              </c:pt>
              <c:pt idx="3">
                <c:v>0.7995948413183116</c:v>
              </c:pt>
              <c:pt idx="4">
                <c:v>0.7995948413183116</c:v>
              </c:pt>
              <c:pt idx="5">
                <c:v>0.7995948413183116</c:v>
              </c:pt>
              <c:pt idx="6">
                <c:v>0.7995948413183116</c:v>
              </c:pt>
              <c:pt idx="7">
                <c:v>0.7995948413183116</c:v>
              </c:pt>
              <c:pt idx="8">
                <c:v>0.7995948413183116</c:v>
              </c:pt>
              <c:pt idx="9">
                <c:v>0.7995948413183116</c:v>
              </c:pt>
              <c:pt idx="10">
                <c:v>0.7995948413183116</c:v>
              </c:pt>
              <c:pt idx="11">
                <c:v>0.7995948413183116</c:v>
              </c:pt>
              <c:pt idx="12">
                <c:v>0.7995948413183116</c:v>
              </c:pt>
              <c:pt idx="13">
                <c:v>0.7995948413183116</c:v>
              </c:pt>
              <c:pt idx="14">
                <c:v>0.7995948413183116</c:v>
              </c:pt>
              <c:pt idx="15">
                <c:v>0.7995948413183116</c:v>
              </c:pt>
              <c:pt idx="16">
                <c:v>0.7995948413183116</c:v>
              </c:pt>
              <c:pt idx="17">
                <c:v>0.7995948413183116</c:v>
              </c:pt>
              <c:pt idx="18">
                <c:v>0.7995948413183116</c:v>
              </c:pt>
              <c:pt idx="19">
                <c:v>0.7995948413183116</c:v>
              </c:pt>
              <c:pt idx="20">
                <c:v>0.7995948413183116</c:v>
              </c:pt>
              <c:pt idx="21">
                <c:v>0.7995948413183116</c:v>
              </c:pt>
              <c:pt idx="22">
                <c:v>0.7995948413183116</c:v>
              </c:pt>
              <c:pt idx="23">
                <c:v>0.7995948413183116</c:v>
              </c:pt>
              <c:pt idx="24">
                <c:v>0.7995948413183116</c:v>
              </c:pt>
              <c:pt idx="25">
                <c:v>0.7995948413183116</c:v>
              </c:pt>
              <c:pt idx="26">
                <c:v>0.7995948413183116</c:v>
              </c:pt>
              <c:pt idx="27">
                <c:v>0.7995948413183116</c:v>
              </c:pt>
              <c:pt idx="28">
                <c:v>0.7995948413183116</c:v>
              </c:pt>
              <c:pt idx="29">
                <c:v>0.7995948413183116</c:v>
              </c:pt>
              <c:pt idx="30">
                <c:v>0.7995948413183116</c:v>
              </c:pt>
              <c:pt idx="31">
                <c:v>0.7995948413183116</c:v>
              </c:pt>
              <c:pt idx="32">
                <c:v>0.7995948413183116</c:v>
              </c:pt>
              <c:pt idx="33">
                <c:v>0.7995948413183116</c:v>
              </c:pt>
              <c:pt idx="34">
                <c:v>0.7995948413183116</c:v>
              </c:pt>
              <c:pt idx="35">
                <c:v>0.7995948413183116</c:v>
              </c:pt>
              <c:pt idx="36">
                <c:v>0.7995948413183116</c:v>
              </c:pt>
              <c:pt idx="37">
                <c:v>0.7995948413183116</c:v>
              </c:pt>
              <c:pt idx="38">
                <c:v>0.7995948413183116</c:v>
              </c:pt>
              <c:pt idx="39">
                <c:v>0.7995948413183116</c:v>
              </c:pt>
              <c:pt idx="40">
                <c:v>0.7995948413183116</c:v>
              </c:pt>
              <c:pt idx="41">
                <c:v>0.7995948413183116</c:v>
              </c:pt>
              <c:pt idx="42">
                <c:v>0.7995948413183116</c:v>
              </c:pt>
              <c:pt idx="43">
                <c:v>0.7995948413183116</c:v>
              </c:pt>
              <c:pt idx="44">
                <c:v>0.7995948413183116</c:v>
              </c:pt>
              <c:pt idx="45">
                <c:v>0.7995948413183116</c:v>
              </c:pt>
              <c:pt idx="46">
                <c:v>0.7995948413183116</c:v>
              </c:pt>
              <c:pt idx="47">
                <c:v>0.7995948413183116</c:v>
              </c:pt>
              <c:pt idx="48">
                <c:v>0.7995948413183116</c:v>
              </c:pt>
              <c:pt idx="49">
                <c:v>0.7995948413183116</c:v>
              </c:pt>
              <c:pt idx="50">
                <c:v>0.7995948413183116</c:v>
              </c:pt>
              <c:pt idx="51">
                <c:v>0.7995948413183116</c:v>
              </c:pt>
              <c:pt idx="52">
                <c:v>0.7995948413183116</c:v>
              </c:pt>
              <c:pt idx="53">
                <c:v>0.7995948413183116</c:v>
              </c:pt>
              <c:pt idx="54">
                <c:v>0.7995948413183116</c:v>
              </c:pt>
              <c:pt idx="55">
                <c:v>0.7995948413183116</c:v>
              </c:pt>
              <c:pt idx="56">
                <c:v>0.7995948413183116</c:v>
              </c:pt>
              <c:pt idx="57">
                <c:v>0.7995948413183116</c:v>
              </c:pt>
              <c:pt idx="58">
                <c:v>0.7995948413183116</c:v>
              </c:pt>
              <c:pt idx="59">
                <c:v>0.7995948413183116</c:v>
              </c:pt>
              <c:pt idx="60">
                <c:v>0.7995948413183116</c:v>
              </c:pt>
              <c:pt idx="61">
                <c:v>0.7995948413183116</c:v>
              </c:pt>
              <c:pt idx="62">
                <c:v>0.7995948413183116</c:v>
              </c:pt>
              <c:pt idx="63">
                <c:v>0.7995948413183116</c:v>
              </c:pt>
              <c:pt idx="64">
                <c:v>0.7995948413183116</c:v>
              </c:pt>
              <c:pt idx="65">
                <c:v>0.7995948413183116</c:v>
              </c:pt>
              <c:pt idx="66">
                <c:v>0.7995948413183116</c:v>
              </c:pt>
              <c:pt idx="67">
                <c:v>0.7995948413183116</c:v>
              </c:pt>
              <c:pt idx="68">
                <c:v>0.7995948413183116</c:v>
              </c:pt>
              <c:pt idx="69">
                <c:v>0.7995948413183116</c:v>
              </c:pt>
              <c:pt idx="70">
                <c:v>0.7995948413183116</c:v>
              </c:pt>
              <c:pt idx="71">
                <c:v>0.7995948413183116</c:v>
              </c:pt>
              <c:pt idx="72">
                <c:v>0.7995948413183116</c:v>
              </c:pt>
              <c:pt idx="73">
                <c:v>0.7995948413183116</c:v>
              </c:pt>
              <c:pt idx="74">
                <c:v>0.7995948413183116</c:v>
              </c:pt>
              <c:pt idx="75">
                <c:v>0.7995948413183116</c:v>
              </c:pt>
              <c:pt idx="76">
                <c:v>0.7995948413183116</c:v>
              </c:pt>
              <c:pt idx="77">
                <c:v>0.7995948413183116</c:v>
              </c:pt>
              <c:pt idx="78">
                <c:v>0.7995948413183116</c:v>
              </c:pt>
              <c:pt idx="79">
                <c:v>0.7995948413183116</c:v>
              </c:pt>
              <c:pt idx="80">
                <c:v>0.7995948413183116</c:v>
              </c:pt>
              <c:pt idx="81">
                <c:v>0.7995948413183116</c:v>
              </c:pt>
              <c:pt idx="82">
                <c:v>0.7995948413183116</c:v>
              </c:pt>
              <c:pt idx="83">
                <c:v>0.7995948413183116</c:v>
              </c:pt>
              <c:pt idx="84">
                <c:v>0.7995948413183116</c:v>
              </c:pt>
              <c:pt idx="85">
                <c:v>0.7995948413183116</c:v>
              </c:pt>
              <c:pt idx="86">
                <c:v>0.7995948413183116</c:v>
              </c:pt>
              <c:pt idx="87">
                <c:v>0.7995948413183116</c:v>
              </c:pt>
              <c:pt idx="88">
                <c:v>0.7995948413183116</c:v>
              </c:pt>
              <c:pt idx="89">
                <c:v>0.7995948413183116</c:v>
              </c:pt>
              <c:pt idx="90">
                <c:v>0.7995948413183116</c:v>
              </c:pt>
              <c:pt idx="91">
                <c:v>0.7995948413183116</c:v>
              </c:pt>
              <c:pt idx="92">
                <c:v>0.7995948413183116</c:v>
              </c:pt>
              <c:pt idx="93">
                <c:v>0.7995948413183116</c:v>
              </c:pt>
              <c:pt idx="94">
                <c:v>0.7995948413183116</c:v>
              </c:pt>
              <c:pt idx="95">
                <c:v>0.7995948413183116</c:v>
              </c:pt>
              <c:pt idx="96">
                <c:v>0.7995948413183116</c:v>
              </c:pt>
              <c:pt idx="97">
                <c:v>0.7995948413183116</c:v>
              </c:pt>
              <c:pt idx="98">
                <c:v>0.7995948413183116</c:v>
              </c:pt>
              <c:pt idx="99">
                <c:v>0.7995948413183116</c:v>
              </c:pt>
              <c:pt idx="100">
                <c:v>0.7995948413183116</c:v>
              </c:pt>
              <c:pt idx="101">
                <c:v>0.7995948413183116</c:v>
              </c:pt>
              <c:pt idx="102">
                <c:v>0.7995948413183116</c:v>
              </c:pt>
              <c:pt idx="103">
                <c:v>0.7995948413183116</c:v>
              </c:pt>
              <c:pt idx="104">
                <c:v>0.7995948413183116</c:v>
              </c:pt>
              <c:pt idx="105">
                <c:v>0.7995948413183116</c:v>
              </c:pt>
              <c:pt idx="106">
                <c:v>0.7995948413183116</c:v>
              </c:pt>
              <c:pt idx="107">
                <c:v>0.7995948413183116</c:v>
              </c:pt>
              <c:pt idx="108">
                <c:v>0.7995948413183116</c:v>
              </c:pt>
              <c:pt idx="109">
                <c:v>0.7995948413183116</c:v>
              </c:pt>
              <c:pt idx="110">
                <c:v>0.7995948413183116</c:v>
              </c:pt>
              <c:pt idx="111">
                <c:v>0.7995948413183116</c:v>
              </c:pt>
              <c:pt idx="112">
                <c:v>0.7995948413183116</c:v>
              </c:pt>
              <c:pt idx="113">
                <c:v>0.7995948413183116</c:v>
              </c:pt>
              <c:pt idx="114">
                <c:v>0.7995948413183116</c:v>
              </c:pt>
              <c:pt idx="115">
                <c:v>0.7995948413183116</c:v>
              </c:pt>
              <c:pt idx="116">
                <c:v>0.7995948413183116</c:v>
              </c:pt>
              <c:pt idx="117">
                <c:v>0.7995948413183116</c:v>
              </c:pt>
              <c:pt idx="118">
                <c:v>0.7995948413183116</c:v>
              </c:pt>
              <c:pt idx="119">
                <c:v>0.7995948413183116</c:v>
              </c:pt>
              <c:pt idx="120">
                <c:v>0.7995948413183116</c:v>
              </c:pt>
              <c:pt idx="121">
                <c:v>0.7995948413183116</c:v>
              </c:pt>
              <c:pt idx="122">
                <c:v>0.7995948413183116</c:v>
              </c:pt>
              <c:pt idx="123">
                <c:v>0.7995948413183116</c:v>
              </c:pt>
              <c:pt idx="124">
                <c:v>0.7995948413183116</c:v>
              </c:pt>
              <c:pt idx="125">
                <c:v>0.7995948413183116</c:v>
              </c:pt>
              <c:pt idx="126">
                <c:v>0.7995948413183116</c:v>
              </c:pt>
              <c:pt idx="127">
                <c:v>0.7995948413183116</c:v>
              </c:pt>
              <c:pt idx="128">
                <c:v>0.7995948413183116</c:v>
              </c:pt>
              <c:pt idx="129">
                <c:v>0.7995948413183116</c:v>
              </c:pt>
              <c:pt idx="130">
                <c:v>0.7995948413183116</c:v>
              </c:pt>
              <c:pt idx="131">
                <c:v>0.7995948413183116</c:v>
              </c:pt>
              <c:pt idx="132">
                <c:v>0.7995948413183116</c:v>
              </c:pt>
              <c:pt idx="133">
                <c:v>0.7995948413183116</c:v>
              </c:pt>
              <c:pt idx="134">
                <c:v>0.7995948413183116</c:v>
              </c:pt>
              <c:pt idx="135">
                <c:v>0.7995948413183116</c:v>
              </c:pt>
              <c:pt idx="136">
                <c:v>0.7995948413183116</c:v>
              </c:pt>
              <c:pt idx="137">
                <c:v>0.7995948413183116</c:v>
              </c:pt>
              <c:pt idx="138">
                <c:v>0.7995948413183116</c:v>
              </c:pt>
              <c:pt idx="139">
                <c:v>0.7995948413183116</c:v>
              </c:pt>
              <c:pt idx="140">
                <c:v>0.7995948413183116</c:v>
              </c:pt>
              <c:pt idx="141">
                <c:v>0.7995948413183116</c:v>
              </c:pt>
              <c:pt idx="142">
                <c:v>0.7995948413183116</c:v>
              </c:pt>
              <c:pt idx="143">
                <c:v>0.7995948413183116</c:v>
              </c:pt>
              <c:pt idx="144">
                <c:v>0.7995948413183116</c:v>
              </c:pt>
              <c:pt idx="145">
                <c:v>0.7995948413183116</c:v>
              </c:pt>
              <c:pt idx="146">
                <c:v>0.7995948413183116</c:v>
              </c:pt>
              <c:pt idx="147">
                <c:v>0.7995948413183116</c:v>
              </c:pt>
              <c:pt idx="148">
                <c:v>0.7995948413183116</c:v>
              </c:pt>
              <c:pt idx="149">
                <c:v>0.7995948413183116</c:v>
              </c:pt>
              <c:pt idx="150">
                <c:v>0.7995948413183116</c:v>
              </c:pt>
              <c:pt idx="151">
                <c:v>0.7995948413183116</c:v>
              </c:pt>
              <c:pt idx="152">
                <c:v>0.7995948413183116</c:v>
              </c:pt>
              <c:pt idx="153">
                <c:v>0.7995948413183116</c:v>
              </c:pt>
              <c:pt idx="154">
                <c:v>0.7995948413183116</c:v>
              </c:pt>
              <c:pt idx="155">
                <c:v>0.7995948413183116</c:v>
              </c:pt>
              <c:pt idx="156">
                <c:v>0.7995948413183116</c:v>
              </c:pt>
              <c:pt idx="157">
                <c:v>0.7995948413183116</c:v>
              </c:pt>
              <c:pt idx="158">
                <c:v>0.7995948413183116</c:v>
              </c:pt>
              <c:pt idx="159">
                <c:v>0.7995948413183116</c:v>
              </c:pt>
              <c:pt idx="160">
                <c:v>0.7995948413183116</c:v>
              </c:pt>
              <c:pt idx="161">
                <c:v>0.7995948413183116</c:v>
              </c:pt>
              <c:pt idx="162">
                <c:v>0.7995948413183116</c:v>
              </c:pt>
              <c:pt idx="163">
                <c:v>0.7995948413183116</c:v>
              </c:pt>
              <c:pt idx="164">
                <c:v>0.7995948413183116</c:v>
              </c:pt>
              <c:pt idx="165">
                <c:v>0.7995948413183116</c:v>
              </c:pt>
              <c:pt idx="166">
                <c:v>0.7995948413183116</c:v>
              </c:pt>
              <c:pt idx="167">
                <c:v>0.7995948413183116</c:v>
              </c:pt>
              <c:pt idx="168">
                <c:v>0.7995948413183116</c:v>
              </c:pt>
              <c:pt idx="169">
                <c:v>0.7995948413183116</c:v>
              </c:pt>
              <c:pt idx="170">
                <c:v>0.7995948413183116</c:v>
              </c:pt>
              <c:pt idx="171">
                <c:v>0.7995948413183116</c:v>
              </c:pt>
              <c:pt idx="172">
                <c:v>0.7995948413183116</c:v>
              </c:pt>
              <c:pt idx="173">
                <c:v>0.7995948413183116</c:v>
              </c:pt>
              <c:pt idx="174">
                <c:v>0.7995948413183116</c:v>
              </c:pt>
              <c:pt idx="175">
                <c:v>0.7995948413183116</c:v>
              </c:pt>
              <c:pt idx="176">
                <c:v>0.7995948413183116</c:v>
              </c:pt>
              <c:pt idx="177">
                <c:v>0.7995948413183116</c:v>
              </c:pt>
              <c:pt idx="178">
                <c:v>0.7995948413183116</c:v>
              </c:pt>
              <c:pt idx="179">
                <c:v>0.7995948413183116</c:v>
              </c:pt>
              <c:pt idx="180">
                <c:v>0.7995948413183116</c:v>
              </c:pt>
              <c:pt idx="181">
                <c:v>0.7995948413183116</c:v>
              </c:pt>
              <c:pt idx="182">
                <c:v>0.7995948413183116</c:v>
              </c:pt>
              <c:pt idx="183">
                <c:v>0.7995948413183116</c:v>
              </c:pt>
              <c:pt idx="184">
                <c:v>0.7995948413183116</c:v>
              </c:pt>
              <c:pt idx="185">
                <c:v>0.7995948413183116</c:v>
              </c:pt>
              <c:pt idx="186">
                <c:v>0.7995948413183116</c:v>
              </c:pt>
              <c:pt idx="187">
                <c:v>0.7995948413183116</c:v>
              </c:pt>
              <c:pt idx="188">
                <c:v>0.7995948413183116</c:v>
              </c:pt>
              <c:pt idx="189">
                <c:v>0.7995948413183116</c:v>
              </c:pt>
              <c:pt idx="190">
                <c:v>0.7995948413183116</c:v>
              </c:pt>
              <c:pt idx="191">
                <c:v>0.7995948413183116</c:v>
              </c:pt>
              <c:pt idx="192">
                <c:v>0.7995948413183116</c:v>
              </c:pt>
              <c:pt idx="193">
                <c:v>0.7995948413183116</c:v>
              </c:pt>
              <c:pt idx="194">
                <c:v>0.7995948413183116</c:v>
              </c:pt>
              <c:pt idx="195">
                <c:v>0.7995948413183116</c:v>
              </c:pt>
              <c:pt idx="196">
                <c:v>0.7995948413183116</c:v>
              </c:pt>
              <c:pt idx="197">
                <c:v>0.7995948413183116</c:v>
              </c:pt>
              <c:pt idx="198">
                <c:v>0.7995948413183116</c:v>
              </c:pt>
              <c:pt idx="199">
                <c:v>0.7995948413183116</c:v>
              </c:pt>
              <c:pt idx="200">
                <c:v>0.7995948413183116</c:v>
              </c:pt>
              <c:pt idx="201">
                <c:v>0.7995948413183116</c:v>
              </c:pt>
              <c:pt idx="202">
                <c:v>0.7995948413183116</c:v>
              </c:pt>
              <c:pt idx="203">
                <c:v>0.7995948413183116</c:v>
              </c:pt>
              <c:pt idx="204">
                <c:v>0.7995948413183116</c:v>
              </c:pt>
              <c:pt idx="205">
                <c:v>0.7995948413183116</c:v>
              </c:pt>
              <c:pt idx="206">
                <c:v>0.7995948413183116</c:v>
              </c:pt>
              <c:pt idx="207">
                <c:v>0.7995948413183116</c:v>
              </c:pt>
              <c:pt idx="208">
                <c:v>0.7995948413183116</c:v>
              </c:pt>
              <c:pt idx="209">
                <c:v>0.7995948413183116</c:v>
              </c:pt>
              <c:pt idx="210">
                <c:v>0.7995948413183116</c:v>
              </c:pt>
              <c:pt idx="211">
                <c:v>0.7995948413183116</c:v>
              </c:pt>
              <c:pt idx="212">
                <c:v>0.7995948413183116</c:v>
              </c:pt>
              <c:pt idx="213">
                <c:v>0.7995948413183116</c:v>
              </c:pt>
              <c:pt idx="214">
                <c:v>0.7995948413183116</c:v>
              </c:pt>
              <c:pt idx="215">
                <c:v>0.7995948413183116</c:v>
              </c:pt>
              <c:pt idx="216">
                <c:v>0.7995948413183116</c:v>
              </c:pt>
              <c:pt idx="217">
                <c:v>0.7995948413183116</c:v>
              </c:pt>
              <c:pt idx="218">
                <c:v>0.7995948413183116</c:v>
              </c:pt>
              <c:pt idx="219">
                <c:v>0.7995948413183116</c:v>
              </c:pt>
              <c:pt idx="220">
                <c:v>0.7995948413183116</c:v>
              </c:pt>
              <c:pt idx="221">
                <c:v>0.7995948413183116</c:v>
              </c:pt>
              <c:pt idx="222">
                <c:v>0.7995948413183116</c:v>
              </c:pt>
              <c:pt idx="223">
                <c:v>0.7995948413183116</c:v>
              </c:pt>
              <c:pt idx="224">
                <c:v>0.7995948413183116</c:v>
              </c:pt>
              <c:pt idx="225">
                <c:v>0.7995948413183116</c:v>
              </c:pt>
              <c:pt idx="226">
                <c:v>0.7995948413183116</c:v>
              </c:pt>
              <c:pt idx="227">
                <c:v>0.7995948413183116</c:v>
              </c:pt>
              <c:pt idx="228">
                <c:v>0.7995948413183116</c:v>
              </c:pt>
              <c:pt idx="229">
                <c:v>0.7995948413183116</c:v>
              </c:pt>
              <c:pt idx="230">
                <c:v>0.7995948413183116</c:v>
              </c:pt>
              <c:pt idx="231">
                <c:v>0.7995948413183116</c:v>
              </c:pt>
              <c:pt idx="232">
                <c:v>0.7995948413183116</c:v>
              </c:pt>
              <c:pt idx="233">
                <c:v>0.7995948413183116</c:v>
              </c:pt>
              <c:pt idx="234">
                <c:v>0.7995948413183116</c:v>
              </c:pt>
              <c:pt idx="235">
                <c:v>0.7995948413183116</c:v>
              </c:pt>
              <c:pt idx="236">
                <c:v>0.7995948413183116</c:v>
              </c:pt>
              <c:pt idx="237">
                <c:v>0.7995948413183116</c:v>
              </c:pt>
              <c:pt idx="238">
                <c:v>0.7995948413183116</c:v>
              </c:pt>
              <c:pt idx="239">
                <c:v>0.7995948413183116</c:v>
              </c:pt>
              <c:pt idx="240">
                <c:v>0.7995948413183116</c:v>
              </c:pt>
              <c:pt idx="241">
                <c:v>0.7995948413183116</c:v>
              </c:pt>
              <c:pt idx="242">
                <c:v>0.7995948413183116</c:v>
              </c:pt>
              <c:pt idx="243">
                <c:v>0.7995948413183116</c:v>
              </c:pt>
              <c:pt idx="244">
                <c:v>0.7995948413183116</c:v>
              </c:pt>
              <c:pt idx="245">
                <c:v>0.7995948413183116</c:v>
              </c:pt>
              <c:pt idx="246">
                <c:v>0.7995948413183116</c:v>
              </c:pt>
              <c:pt idx="247">
                <c:v>0.7995948413183116</c:v>
              </c:pt>
              <c:pt idx="248">
                <c:v>0.7995948413183116</c:v>
              </c:pt>
              <c:pt idx="249">
                <c:v>0.7995948413183116</c:v>
              </c:pt>
              <c:pt idx="250">
                <c:v>0.7995948413183116</c:v>
              </c:pt>
              <c:pt idx="251">
                <c:v>0.7995948413183116</c:v>
              </c:pt>
              <c:pt idx="252">
                <c:v>0.7995948413183116</c:v>
              </c:pt>
              <c:pt idx="253">
                <c:v>0.7995948413183116</c:v>
              </c:pt>
              <c:pt idx="254">
                <c:v>0.7995948413183116</c:v>
              </c:pt>
              <c:pt idx="255">
                <c:v>0.7995948413183116</c:v>
              </c:pt>
              <c:pt idx="256">
                <c:v>0.7995948413183116</c:v>
              </c:pt>
              <c:pt idx="257">
                <c:v>0.7995948413183116</c:v>
              </c:pt>
              <c:pt idx="258">
                <c:v>0.7995948413183116</c:v>
              </c:pt>
              <c:pt idx="259">
                <c:v>0.7995948413183116</c:v>
              </c:pt>
              <c:pt idx="260">
                <c:v>0.7995948413183116</c:v>
              </c:pt>
              <c:pt idx="261">
                <c:v>0.7995948413183116</c:v>
              </c:pt>
              <c:pt idx="262">
                <c:v>0.7995948413183116</c:v>
              </c:pt>
              <c:pt idx="263">
                <c:v>0.7995948413183116</c:v>
              </c:pt>
              <c:pt idx="264">
                <c:v>0.7995948413183116</c:v>
              </c:pt>
              <c:pt idx="265">
                <c:v>0.7995948413183116</c:v>
              </c:pt>
              <c:pt idx="266">
                <c:v>0.7995948413183116</c:v>
              </c:pt>
              <c:pt idx="267">
                <c:v>0.7995948413183116</c:v>
              </c:pt>
              <c:pt idx="268">
                <c:v>0.7995948413183116</c:v>
              </c:pt>
              <c:pt idx="269">
                <c:v>0.7995948413183116</c:v>
              </c:pt>
              <c:pt idx="270">
                <c:v>0.7995948413183116</c:v>
              </c:pt>
              <c:pt idx="271">
                <c:v>0.7995948413183116</c:v>
              </c:pt>
              <c:pt idx="272">
                <c:v>0.7995948413183116</c:v>
              </c:pt>
              <c:pt idx="273">
                <c:v>0.7995948413183116</c:v>
              </c:pt>
              <c:pt idx="274">
                <c:v>0.7995948413183116</c:v>
              </c:pt>
              <c:pt idx="275">
                <c:v>0.7995948413183116</c:v>
              </c:pt>
              <c:pt idx="276">
                <c:v>0.7995948413183116</c:v>
              </c:pt>
              <c:pt idx="277">
                <c:v>0.7995948413183116</c:v>
              </c:pt>
              <c:pt idx="278">
                <c:v>0.7995948413183116</c:v>
              </c:pt>
              <c:pt idx="279">
                <c:v>0.7995948413183116</c:v>
              </c:pt>
              <c:pt idx="280">
                <c:v>0.7995948413183116</c:v>
              </c:pt>
              <c:pt idx="281">
                <c:v>0.7995948413183116</c:v>
              </c:pt>
              <c:pt idx="282">
                <c:v>0.7995948413183116</c:v>
              </c:pt>
              <c:pt idx="283">
                <c:v>0.7995948413183116</c:v>
              </c:pt>
              <c:pt idx="284">
                <c:v>0.7995948413183116</c:v>
              </c:pt>
              <c:pt idx="285">
                <c:v>0.7995948413183116</c:v>
              </c:pt>
              <c:pt idx="286">
                <c:v>0.7995948413183116</c:v>
              </c:pt>
              <c:pt idx="287">
                <c:v>0.7995948413183116</c:v>
              </c:pt>
              <c:pt idx="288">
                <c:v>0.7995948413183116</c:v>
              </c:pt>
              <c:pt idx="289">
                <c:v>0.7995948413183116</c:v>
              </c:pt>
              <c:pt idx="290">
                <c:v>0.7995948413183116</c:v>
              </c:pt>
              <c:pt idx="291">
                <c:v>0.7995948413183116</c:v>
              </c:pt>
              <c:pt idx="292">
                <c:v>0.7995948413183116</c:v>
              </c:pt>
              <c:pt idx="293">
                <c:v>0.7995948413183116</c:v>
              </c:pt>
              <c:pt idx="294">
                <c:v>0.7995948413183116</c:v>
              </c:pt>
              <c:pt idx="295">
                <c:v>0.7995948413183116</c:v>
              </c:pt>
              <c:pt idx="296">
                <c:v>0.7995948413183116</c:v>
              </c:pt>
              <c:pt idx="297">
                <c:v>0.7995948413183116</c:v>
              </c:pt>
              <c:pt idx="298">
                <c:v>0.7995948413183116</c:v>
              </c:pt>
              <c:pt idx="299">
                <c:v>0.7995948413183116</c:v>
              </c:pt>
              <c:pt idx="300">
                <c:v>0.7995948413183116</c:v>
              </c:pt>
              <c:pt idx="301">
                <c:v>0.7995948413183116</c:v>
              </c:pt>
              <c:pt idx="302">
                <c:v>0.7995948413183116</c:v>
              </c:pt>
              <c:pt idx="303">
                <c:v>0.7995948413183116</c:v>
              </c:pt>
              <c:pt idx="304">
                <c:v>0.7995948413183116</c:v>
              </c:pt>
              <c:pt idx="305">
                <c:v>0.7995948413183116</c:v>
              </c:pt>
              <c:pt idx="306">
                <c:v>0.7995948413183116</c:v>
              </c:pt>
              <c:pt idx="307">
                <c:v>0.7995948413183116</c:v>
              </c:pt>
              <c:pt idx="308">
                <c:v>0.7995948413183116</c:v>
              </c:pt>
              <c:pt idx="309">
                <c:v>0.7995948413183116</c:v>
              </c:pt>
              <c:pt idx="310">
                <c:v>0.7995948413183116</c:v>
              </c:pt>
              <c:pt idx="311">
                <c:v>0.7995948413183116</c:v>
              </c:pt>
              <c:pt idx="312">
                <c:v>0.7995948413183116</c:v>
              </c:pt>
              <c:pt idx="313">
                <c:v>0.7995948413183116</c:v>
              </c:pt>
              <c:pt idx="314">
                <c:v>0.7995948413183116</c:v>
              </c:pt>
              <c:pt idx="315">
                <c:v>0.7995948413183116</c:v>
              </c:pt>
              <c:pt idx="316">
                <c:v>0.7995948413183116</c:v>
              </c:pt>
              <c:pt idx="317">
                <c:v>0.7995948413183116</c:v>
              </c:pt>
              <c:pt idx="318">
                <c:v>0.7995948413183116</c:v>
              </c:pt>
              <c:pt idx="319">
                <c:v>0.7995948413183116</c:v>
              </c:pt>
              <c:pt idx="320">
                <c:v>0.7995948413183116</c:v>
              </c:pt>
              <c:pt idx="321">
                <c:v>0.7995948413183116</c:v>
              </c:pt>
              <c:pt idx="322">
                <c:v>0.7995948413183116</c:v>
              </c:pt>
              <c:pt idx="323">
                <c:v>0.7995948413183116</c:v>
              </c:pt>
            </c:numLit>
          </c:yVal>
          <c:smooth val="0"/>
        </c:ser>
        <c:ser>
          <c:idx val="8"/>
          <c:order val="8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33.555199555944284</c:v>
              </c:pt>
              <c:pt idx="1">
                <c:v>33.555199555944284</c:v>
              </c:pt>
              <c:pt idx="2">
                <c:v>33.555199555944284</c:v>
              </c:pt>
              <c:pt idx="3">
                <c:v>33.555199555944284</c:v>
              </c:pt>
              <c:pt idx="4">
                <c:v>33.555199555944284</c:v>
              </c:pt>
              <c:pt idx="5">
                <c:v>33.555199555944284</c:v>
              </c:pt>
              <c:pt idx="6">
                <c:v>33.555199555944284</c:v>
              </c:pt>
              <c:pt idx="7">
                <c:v>33.555199555944284</c:v>
              </c:pt>
              <c:pt idx="8">
                <c:v>33.555199555944284</c:v>
              </c:pt>
              <c:pt idx="9">
                <c:v>33.555199555944284</c:v>
              </c:pt>
              <c:pt idx="10">
                <c:v>33.555199555944284</c:v>
              </c:pt>
              <c:pt idx="11">
                <c:v>33.555199555944284</c:v>
              </c:pt>
              <c:pt idx="12">
                <c:v>33.555199555944284</c:v>
              </c:pt>
              <c:pt idx="13">
                <c:v>33.555199555944284</c:v>
              </c:pt>
              <c:pt idx="14">
                <c:v>33.555199555944284</c:v>
              </c:pt>
              <c:pt idx="15">
                <c:v>33.555199555944284</c:v>
              </c:pt>
              <c:pt idx="16">
                <c:v>33.555199555944284</c:v>
              </c:pt>
              <c:pt idx="17">
                <c:v>33.555199555944284</c:v>
              </c:pt>
              <c:pt idx="18">
                <c:v>33.555199555944284</c:v>
              </c:pt>
              <c:pt idx="19">
                <c:v>33.555199555944284</c:v>
              </c:pt>
              <c:pt idx="20">
                <c:v>33.555199555944284</c:v>
              </c:pt>
              <c:pt idx="21">
                <c:v>33.555199555944284</c:v>
              </c:pt>
              <c:pt idx="22">
                <c:v>33.555199555944284</c:v>
              </c:pt>
              <c:pt idx="23">
                <c:v>33.555199555944284</c:v>
              </c:pt>
              <c:pt idx="24">
                <c:v>33.555199555944284</c:v>
              </c:pt>
              <c:pt idx="25">
                <c:v>33.555199555944284</c:v>
              </c:pt>
              <c:pt idx="26">
                <c:v>33.555199555944284</c:v>
              </c:pt>
              <c:pt idx="27">
                <c:v>33.555199555944284</c:v>
              </c:pt>
              <c:pt idx="28">
                <c:v>33.555199555944284</c:v>
              </c:pt>
              <c:pt idx="29">
                <c:v>33.555199555944284</c:v>
              </c:pt>
              <c:pt idx="30">
                <c:v>33.555199555944284</c:v>
              </c:pt>
              <c:pt idx="31">
                <c:v>33.555199555944284</c:v>
              </c:pt>
              <c:pt idx="32">
                <c:v>33.555199555944284</c:v>
              </c:pt>
              <c:pt idx="33">
                <c:v>33.555199555944284</c:v>
              </c:pt>
              <c:pt idx="34">
                <c:v>33.555199555944284</c:v>
              </c:pt>
              <c:pt idx="35">
                <c:v>33.555199555944284</c:v>
              </c:pt>
              <c:pt idx="36">
                <c:v>33.555199555944284</c:v>
              </c:pt>
              <c:pt idx="37">
                <c:v>33.555199555944284</c:v>
              </c:pt>
              <c:pt idx="38">
                <c:v>33.555199555944284</c:v>
              </c:pt>
              <c:pt idx="39">
                <c:v>33.555199555944284</c:v>
              </c:pt>
              <c:pt idx="40">
                <c:v>33.555199555944284</c:v>
              </c:pt>
              <c:pt idx="41">
                <c:v>33.555199555944284</c:v>
              </c:pt>
              <c:pt idx="42">
                <c:v>33.555199555944284</c:v>
              </c:pt>
              <c:pt idx="43">
                <c:v>33.555199555944284</c:v>
              </c:pt>
              <c:pt idx="44">
                <c:v>33.555199555944284</c:v>
              </c:pt>
              <c:pt idx="45">
                <c:v>33.555199555944284</c:v>
              </c:pt>
              <c:pt idx="46">
                <c:v>33.555199555944284</c:v>
              </c:pt>
              <c:pt idx="47">
                <c:v>33.555199555944284</c:v>
              </c:pt>
              <c:pt idx="48">
                <c:v>33.555199555944284</c:v>
              </c:pt>
              <c:pt idx="49">
                <c:v>33.555199555944284</c:v>
              </c:pt>
              <c:pt idx="50">
                <c:v>33.555199555944284</c:v>
              </c:pt>
              <c:pt idx="51">
                <c:v>33.555199555944284</c:v>
              </c:pt>
              <c:pt idx="52">
                <c:v>33.555199555944284</c:v>
              </c:pt>
              <c:pt idx="53">
                <c:v>33.555199555944284</c:v>
              </c:pt>
              <c:pt idx="54">
                <c:v>33.555199555944284</c:v>
              </c:pt>
              <c:pt idx="55">
                <c:v>33.555199555944284</c:v>
              </c:pt>
              <c:pt idx="56">
                <c:v>33.555199555944284</c:v>
              </c:pt>
              <c:pt idx="57">
                <c:v>33.555199555944284</c:v>
              </c:pt>
              <c:pt idx="58">
                <c:v>33.555199555944284</c:v>
              </c:pt>
              <c:pt idx="59">
                <c:v>33.555199555944284</c:v>
              </c:pt>
              <c:pt idx="60">
                <c:v>33.555199555944284</c:v>
              </c:pt>
              <c:pt idx="61">
                <c:v>33.555199555944284</c:v>
              </c:pt>
              <c:pt idx="62">
                <c:v>33.555199555944284</c:v>
              </c:pt>
              <c:pt idx="63">
                <c:v>33.555199555944284</c:v>
              </c:pt>
              <c:pt idx="64">
                <c:v>33.555199555944284</c:v>
              </c:pt>
              <c:pt idx="65">
                <c:v>33.555199555944284</c:v>
              </c:pt>
              <c:pt idx="66">
                <c:v>33.555199555944284</c:v>
              </c:pt>
              <c:pt idx="67">
                <c:v>33.555199555944284</c:v>
              </c:pt>
              <c:pt idx="68">
                <c:v>33.555199555944284</c:v>
              </c:pt>
              <c:pt idx="69">
                <c:v>33.555199555944284</c:v>
              </c:pt>
              <c:pt idx="70">
                <c:v>33.555199555944284</c:v>
              </c:pt>
              <c:pt idx="71">
                <c:v>33.555199555944284</c:v>
              </c:pt>
              <c:pt idx="72">
                <c:v>33.555199555944284</c:v>
              </c:pt>
              <c:pt idx="73">
                <c:v>33.555199555944284</c:v>
              </c:pt>
              <c:pt idx="74">
                <c:v>33.555199555944284</c:v>
              </c:pt>
              <c:pt idx="75">
                <c:v>33.555199555944284</c:v>
              </c:pt>
              <c:pt idx="76">
                <c:v>33.555199555944284</c:v>
              </c:pt>
              <c:pt idx="77">
                <c:v>33.555199555944284</c:v>
              </c:pt>
              <c:pt idx="78">
                <c:v>33.555199555944284</c:v>
              </c:pt>
              <c:pt idx="79">
                <c:v>33.555199555944284</c:v>
              </c:pt>
              <c:pt idx="80">
                <c:v>33.555199555944284</c:v>
              </c:pt>
              <c:pt idx="81">
                <c:v>33.555199555944284</c:v>
              </c:pt>
              <c:pt idx="82">
                <c:v>33.555199555944284</c:v>
              </c:pt>
              <c:pt idx="83">
                <c:v>33.555199555944284</c:v>
              </c:pt>
              <c:pt idx="84">
                <c:v>33.555199555944284</c:v>
              </c:pt>
              <c:pt idx="85">
                <c:v>33.555199555944284</c:v>
              </c:pt>
              <c:pt idx="86">
                <c:v>33.555199555944284</c:v>
              </c:pt>
              <c:pt idx="87">
                <c:v>33.555199555944284</c:v>
              </c:pt>
              <c:pt idx="88">
                <c:v>33.555199555944284</c:v>
              </c:pt>
              <c:pt idx="89">
                <c:v>33.555199555944284</c:v>
              </c:pt>
              <c:pt idx="90">
                <c:v>33.555199555944284</c:v>
              </c:pt>
              <c:pt idx="91">
                <c:v>33.555199555944284</c:v>
              </c:pt>
              <c:pt idx="92">
                <c:v>33.555199555944284</c:v>
              </c:pt>
              <c:pt idx="93">
                <c:v>33.555199555944284</c:v>
              </c:pt>
              <c:pt idx="94">
                <c:v>33.555199555944284</c:v>
              </c:pt>
              <c:pt idx="95">
                <c:v>33.555199555944284</c:v>
              </c:pt>
              <c:pt idx="96">
                <c:v>33.555199555944284</c:v>
              </c:pt>
              <c:pt idx="97">
                <c:v>33.555199555944284</c:v>
              </c:pt>
              <c:pt idx="98">
                <c:v>33.555199555944284</c:v>
              </c:pt>
              <c:pt idx="99">
                <c:v>33.555199555944284</c:v>
              </c:pt>
              <c:pt idx="100">
                <c:v>33.555199555944284</c:v>
              </c:pt>
              <c:pt idx="101">
                <c:v>33.555199555944284</c:v>
              </c:pt>
              <c:pt idx="102">
                <c:v>33.555199555944284</c:v>
              </c:pt>
              <c:pt idx="103">
                <c:v>33.555199555944284</c:v>
              </c:pt>
              <c:pt idx="104">
                <c:v>33.555199555944284</c:v>
              </c:pt>
              <c:pt idx="105">
                <c:v>33.555199555944284</c:v>
              </c:pt>
              <c:pt idx="106">
                <c:v>33.555199555944284</c:v>
              </c:pt>
              <c:pt idx="107">
                <c:v>33.555199555944284</c:v>
              </c:pt>
              <c:pt idx="108">
                <c:v>33.555199555944284</c:v>
              </c:pt>
              <c:pt idx="109">
                <c:v>33.555199555944284</c:v>
              </c:pt>
              <c:pt idx="110">
                <c:v>33.555199555944284</c:v>
              </c:pt>
              <c:pt idx="111">
                <c:v>33.555199555944284</c:v>
              </c:pt>
              <c:pt idx="112">
                <c:v>33.555199555944284</c:v>
              </c:pt>
              <c:pt idx="113">
                <c:v>33.555199555944284</c:v>
              </c:pt>
              <c:pt idx="114">
                <c:v>33.555199555944284</c:v>
              </c:pt>
              <c:pt idx="115">
                <c:v>33.555199555944284</c:v>
              </c:pt>
              <c:pt idx="116">
                <c:v>33.555199555944284</c:v>
              </c:pt>
              <c:pt idx="117">
                <c:v>33.555199555944284</c:v>
              </c:pt>
              <c:pt idx="118">
                <c:v>33.555199555944284</c:v>
              </c:pt>
              <c:pt idx="119">
                <c:v>33.555199555944284</c:v>
              </c:pt>
              <c:pt idx="120">
                <c:v>33.555199555944284</c:v>
              </c:pt>
              <c:pt idx="121">
                <c:v>33.555199555944284</c:v>
              </c:pt>
              <c:pt idx="122">
                <c:v>33.555199555944284</c:v>
              </c:pt>
              <c:pt idx="123">
                <c:v>33.555199555944284</c:v>
              </c:pt>
              <c:pt idx="124">
                <c:v>33.555199555944284</c:v>
              </c:pt>
              <c:pt idx="125">
                <c:v>33.555199555944284</c:v>
              </c:pt>
              <c:pt idx="126">
                <c:v>33.555199555944284</c:v>
              </c:pt>
              <c:pt idx="127">
                <c:v>33.555199555944284</c:v>
              </c:pt>
              <c:pt idx="128">
                <c:v>33.555199555944284</c:v>
              </c:pt>
              <c:pt idx="129">
                <c:v>33.555199555944284</c:v>
              </c:pt>
              <c:pt idx="130">
                <c:v>33.555199555944284</c:v>
              </c:pt>
              <c:pt idx="131">
                <c:v>33.555199555944284</c:v>
              </c:pt>
              <c:pt idx="132">
                <c:v>33.555199555944284</c:v>
              </c:pt>
              <c:pt idx="133">
                <c:v>33.555199555944284</c:v>
              </c:pt>
              <c:pt idx="134">
                <c:v>33.555199555944284</c:v>
              </c:pt>
              <c:pt idx="135">
                <c:v>33.555199555944284</c:v>
              </c:pt>
              <c:pt idx="136">
                <c:v>33.555199555944284</c:v>
              </c:pt>
              <c:pt idx="137">
                <c:v>33.555199555944284</c:v>
              </c:pt>
              <c:pt idx="138">
                <c:v>33.555199555944284</c:v>
              </c:pt>
              <c:pt idx="139">
                <c:v>33.555199555944284</c:v>
              </c:pt>
              <c:pt idx="140">
                <c:v>33.555199555944284</c:v>
              </c:pt>
              <c:pt idx="141">
                <c:v>33.555199555944284</c:v>
              </c:pt>
              <c:pt idx="142">
                <c:v>33.555199555944284</c:v>
              </c:pt>
              <c:pt idx="143">
                <c:v>33.555199555944284</c:v>
              </c:pt>
              <c:pt idx="144">
                <c:v>33.555199555944284</c:v>
              </c:pt>
              <c:pt idx="145">
                <c:v>33.555199555944284</c:v>
              </c:pt>
              <c:pt idx="146">
                <c:v>33.555199555944284</c:v>
              </c:pt>
              <c:pt idx="147">
                <c:v>33.555199555944284</c:v>
              </c:pt>
              <c:pt idx="148">
                <c:v>33.555199555944284</c:v>
              </c:pt>
              <c:pt idx="149">
                <c:v>33.555199555944284</c:v>
              </c:pt>
              <c:pt idx="150">
                <c:v>33.555199555944284</c:v>
              </c:pt>
              <c:pt idx="151">
                <c:v>33.555199555944284</c:v>
              </c:pt>
              <c:pt idx="152">
                <c:v>33.555199555944284</c:v>
              </c:pt>
              <c:pt idx="153">
                <c:v>33.555199555944284</c:v>
              </c:pt>
              <c:pt idx="154">
                <c:v>33.555199555944284</c:v>
              </c:pt>
              <c:pt idx="155">
                <c:v>33.555199555944284</c:v>
              </c:pt>
              <c:pt idx="156">
                <c:v>33.555199555944284</c:v>
              </c:pt>
              <c:pt idx="157">
                <c:v>33.555199555944284</c:v>
              </c:pt>
              <c:pt idx="158">
                <c:v>33.555199555944284</c:v>
              </c:pt>
              <c:pt idx="159">
                <c:v>33.555199555944284</c:v>
              </c:pt>
              <c:pt idx="160">
                <c:v>33.555199555944284</c:v>
              </c:pt>
              <c:pt idx="161">
                <c:v>33.555199555944284</c:v>
              </c:pt>
              <c:pt idx="162">
                <c:v>33.555199555944284</c:v>
              </c:pt>
              <c:pt idx="163">
                <c:v>33.555199555944284</c:v>
              </c:pt>
              <c:pt idx="164">
                <c:v>33.555199555944284</c:v>
              </c:pt>
              <c:pt idx="165">
                <c:v>33.555199555944284</c:v>
              </c:pt>
              <c:pt idx="166">
                <c:v>33.555199555944284</c:v>
              </c:pt>
              <c:pt idx="167">
                <c:v>33.555199555944284</c:v>
              </c:pt>
              <c:pt idx="168">
                <c:v>33.555199555944284</c:v>
              </c:pt>
              <c:pt idx="169">
                <c:v>33.555199555944284</c:v>
              </c:pt>
              <c:pt idx="170">
                <c:v>33.555199555944284</c:v>
              </c:pt>
              <c:pt idx="171">
                <c:v>33.555199555944284</c:v>
              </c:pt>
              <c:pt idx="172">
                <c:v>33.555199555944284</c:v>
              </c:pt>
              <c:pt idx="173">
                <c:v>33.555199555944284</c:v>
              </c:pt>
              <c:pt idx="174">
                <c:v>33.555199555944284</c:v>
              </c:pt>
              <c:pt idx="175">
                <c:v>33.555199555944284</c:v>
              </c:pt>
              <c:pt idx="176">
                <c:v>33.555199555944284</c:v>
              </c:pt>
              <c:pt idx="177">
                <c:v>33.555199555944284</c:v>
              </c:pt>
              <c:pt idx="178">
                <c:v>33.555199555944284</c:v>
              </c:pt>
              <c:pt idx="179">
                <c:v>33.555199555944284</c:v>
              </c:pt>
              <c:pt idx="180">
                <c:v>33.555199555944284</c:v>
              </c:pt>
              <c:pt idx="181">
                <c:v>33.555199555944284</c:v>
              </c:pt>
              <c:pt idx="182">
                <c:v>33.555199555944284</c:v>
              </c:pt>
              <c:pt idx="183">
                <c:v>33.555199555944284</c:v>
              </c:pt>
              <c:pt idx="184">
                <c:v>33.555199555944284</c:v>
              </c:pt>
              <c:pt idx="185">
                <c:v>33.555199555944284</c:v>
              </c:pt>
              <c:pt idx="186">
                <c:v>33.555199555944284</c:v>
              </c:pt>
              <c:pt idx="187">
                <c:v>33.555199555944284</c:v>
              </c:pt>
              <c:pt idx="188">
                <c:v>33.555199555944284</c:v>
              </c:pt>
              <c:pt idx="189">
                <c:v>33.555199555944284</c:v>
              </c:pt>
              <c:pt idx="190">
                <c:v>33.555199555944284</c:v>
              </c:pt>
              <c:pt idx="191">
                <c:v>33.555199555944284</c:v>
              </c:pt>
              <c:pt idx="192">
                <c:v>33.555199555944284</c:v>
              </c:pt>
              <c:pt idx="193">
                <c:v>33.555199555944284</c:v>
              </c:pt>
              <c:pt idx="194">
                <c:v>33.555199555944284</c:v>
              </c:pt>
              <c:pt idx="195">
                <c:v>33.555199555944284</c:v>
              </c:pt>
              <c:pt idx="196">
                <c:v>33.555199555944284</c:v>
              </c:pt>
              <c:pt idx="197">
                <c:v>33.555199555944284</c:v>
              </c:pt>
              <c:pt idx="198">
                <c:v>33.555199555944284</c:v>
              </c:pt>
              <c:pt idx="199">
                <c:v>33.555199555944284</c:v>
              </c:pt>
              <c:pt idx="200">
                <c:v>33.555199555944284</c:v>
              </c:pt>
              <c:pt idx="201">
                <c:v>33.555199555944284</c:v>
              </c:pt>
              <c:pt idx="202">
                <c:v>33.555199555944284</c:v>
              </c:pt>
              <c:pt idx="203">
                <c:v>33.555199555944284</c:v>
              </c:pt>
              <c:pt idx="204">
                <c:v>33.555199555944284</c:v>
              </c:pt>
              <c:pt idx="205">
                <c:v>33.555199555944284</c:v>
              </c:pt>
              <c:pt idx="206">
                <c:v>33.555199555944284</c:v>
              </c:pt>
              <c:pt idx="207">
                <c:v>33.555199555944284</c:v>
              </c:pt>
              <c:pt idx="208">
                <c:v>33.555199555944284</c:v>
              </c:pt>
              <c:pt idx="209">
                <c:v>33.555199555944284</c:v>
              </c:pt>
              <c:pt idx="210">
                <c:v>33.555199555944284</c:v>
              </c:pt>
              <c:pt idx="211">
                <c:v>33.555199555944284</c:v>
              </c:pt>
              <c:pt idx="212">
                <c:v>33.555199555944284</c:v>
              </c:pt>
              <c:pt idx="213">
                <c:v>33.555199555944284</c:v>
              </c:pt>
              <c:pt idx="214">
                <c:v>33.555199555944284</c:v>
              </c:pt>
              <c:pt idx="215">
                <c:v>33.555199555944284</c:v>
              </c:pt>
              <c:pt idx="216">
                <c:v>33.555199555944284</c:v>
              </c:pt>
              <c:pt idx="217">
                <c:v>33.555199555944284</c:v>
              </c:pt>
              <c:pt idx="218">
                <c:v>33.555199555944284</c:v>
              </c:pt>
              <c:pt idx="219">
                <c:v>33.555199555944284</c:v>
              </c:pt>
              <c:pt idx="220">
                <c:v>33.555199555944284</c:v>
              </c:pt>
              <c:pt idx="221">
                <c:v>33.555199555944284</c:v>
              </c:pt>
              <c:pt idx="222">
                <c:v>33.555199555944284</c:v>
              </c:pt>
              <c:pt idx="223">
                <c:v>33.555199555944284</c:v>
              </c:pt>
              <c:pt idx="224">
                <c:v>33.555199555944284</c:v>
              </c:pt>
              <c:pt idx="225">
                <c:v>33.555199555944284</c:v>
              </c:pt>
              <c:pt idx="226">
                <c:v>33.555199555944284</c:v>
              </c:pt>
              <c:pt idx="227">
                <c:v>33.555199555944284</c:v>
              </c:pt>
              <c:pt idx="228">
                <c:v>33.555199555944284</c:v>
              </c:pt>
              <c:pt idx="229">
                <c:v>33.555199555944284</c:v>
              </c:pt>
              <c:pt idx="230">
                <c:v>33.555199555944284</c:v>
              </c:pt>
              <c:pt idx="231">
                <c:v>33.555199555944284</c:v>
              </c:pt>
              <c:pt idx="232">
                <c:v>33.555199555944284</c:v>
              </c:pt>
              <c:pt idx="233">
                <c:v>33.555199555944284</c:v>
              </c:pt>
              <c:pt idx="234">
                <c:v>33.555199555944284</c:v>
              </c:pt>
              <c:pt idx="235">
                <c:v>33.555199555944284</c:v>
              </c:pt>
              <c:pt idx="236">
                <c:v>33.555199555944284</c:v>
              </c:pt>
              <c:pt idx="237">
                <c:v>33.555199555944284</c:v>
              </c:pt>
              <c:pt idx="238">
                <c:v>33.555199555944284</c:v>
              </c:pt>
              <c:pt idx="239">
                <c:v>33.555199555944284</c:v>
              </c:pt>
              <c:pt idx="240">
                <c:v>33.555199555944284</c:v>
              </c:pt>
              <c:pt idx="241">
                <c:v>33.555199555944284</c:v>
              </c:pt>
              <c:pt idx="242">
                <c:v>33.555199555944284</c:v>
              </c:pt>
              <c:pt idx="243">
                <c:v>33.555199555944284</c:v>
              </c:pt>
              <c:pt idx="244">
                <c:v>33.555199555944284</c:v>
              </c:pt>
              <c:pt idx="245">
                <c:v>33.555199555944284</c:v>
              </c:pt>
              <c:pt idx="246">
                <c:v>33.555199555944284</c:v>
              </c:pt>
              <c:pt idx="247">
                <c:v>33.555199555944284</c:v>
              </c:pt>
              <c:pt idx="248">
                <c:v>33.555199555944284</c:v>
              </c:pt>
              <c:pt idx="249">
                <c:v>33.555199555944284</c:v>
              </c:pt>
              <c:pt idx="250">
                <c:v>33.555199555944284</c:v>
              </c:pt>
              <c:pt idx="251">
                <c:v>33.555199555944284</c:v>
              </c:pt>
              <c:pt idx="252">
                <c:v>33.555199555944284</c:v>
              </c:pt>
              <c:pt idx="253">
                <c:v>33.555199555944284</c:v>
              </c:pt>
              <c:pt idx="254">
                <c:v>33.555199555944284</c:v>
              </c:pt>
              <c:pt idx="255">
                <c:v>33.555199555944284</c:v>
              </c:pt>
              <c:pt idx="256">
                <c:v>33.555199555944284</c:v>
              </c:pt>
              <c:pt idx="257">
                <c:v>33.555199555944284</c:v>
              </c:pt>
              <c:pt idx="258">
                <c:v>33.555199555944284</c:v>
              </c:pt>
              <c:pt idx="259">
                <c:v>33.555199555944284</c:v>
              </c:pt>
              <c:pt idx="260">
                <c:v>33.555199555944284</c:v>
              </c:pt>
              <c:pt idx="261">
                <c:v>33.555199555944284</c:v>
              </c:pt>
              <c:pt idx="262">
                <c:v>33.555199555944284</c:v>
              </c:pt>
              <c:pt idx="263">
                <c:v>33.555199555944284</c:v>
              </c:pt>
              <c:pt idx="264">
                <c:v>33.555199555944284</c:v>
              </c:pt>
              <c:pt idx="265">
                <c:v>33.555199555944284</c:v>
              </c:pt>
              <c:pt idx="266">
                <c:v>33.555199555944284</c:v>
              </c:pt>
              <c:pt idx="267">
                <c:v>33.555199555944284</c:v>
              </c:pt>
              <c:pt idx="268">
                <c:v>33.555199555944284</c:v>
              </c:pt>
              <c:pt idx="269">
                <c:v>33.555199555944284</c:v>
              </c:pt>
              <c:pt idx="270">
                <c:v>33.555199555944284</c:v>
              </c:pt>
              <c:pt idx="271">
                <c:v>33.555199555944284</c:v>
              </c:pt>
              <c:pt idx="272">
                <c:v>33.555199555944284</c:v>
              </c:pt>
              <c:pt idx="273">
                <c:v>33.555199555944284</c:v>
              </c:pt>
              <c:pt idx="274">
                <c:v>33.555199555944284</c:v>
              </c:pt>
              <c:pt idx="275">
                <c:v>33.555199555944284</c:v>
              </c:pt>
              <c:pt idx="276">
                <c:v>33.555199555944284</c:v>
              </c:pt>
              <c:pt idx="277">
                <c:v>33.555199555944284</c:v>
              </c:pt>
              <c:pt idx="278">
                <c:v>33.555199555944284</c:v>
              </c:pt>
              <c:pt idx="279">
                <c:v>33.555199555944284</c:v>
              </c:pt>
              <c:pt idx="280">
                <c:v>33.555199555944284</c:v>
              </c:pt>
              <c:pt idx="281">
                <c:v>33.555199555944284</c:v>
              </c:pt>
              <c:pt idx="282">
                <c:v>33.555199555944284</c:v>
              </c:pt>
              <c:pt idx="283">
                <c:v>33.555199555944284</c:v>
              </c:pt>
              <c:pt idx="284">
                <c:v>33.555199555944284</c:v>
              </c:pt>
              <c:pt idx="285">
                <c:v>33.555199555944284</c:v>
              </c:pt>
              <c:pt idx="286">
                <c:v>33.555199555944284</c:v>
              </c:pt>
              <c:pt idx="287">
                <c:v>33.555199555944284</c:v>
              </c:pt>
              <c:pt idx="288">
                <c:v>33.555199555944284</c:v>
              </c:pt>
              <c:pt idx="289">
                <c:v>33.555199555944284</c:v>
              </c:pt>
              <c:pt idx="290">
                <c:v>33.555199555944284</c:v>
              </c:pt>
              <c:pt idx="291">
                <c:v>33.555199555944284</c:v>
              </c:pt>
              <c:pt idx="292">
                <c:v>33.555199555944284</c:v>
              </c:pt>
              <c:pt idx="293">
                <c:v>33.555199555944284</c:v>
              </c:pt>
              <c:pt idx="294">
                <c:v>33.555199555944284</c:v>
              </c:pt>
              <c:pt idx="295">
                <c:v>33.555199555944284</c:v>
              </c:pt>
              <c:pt idx="296">
                <c:v>33.555199555944284</c:v>
              </c:pt>
              <c:pt idx="297">
                <c:v>33.555199555944284</c:v>
              </c:pt>
              <c:pt idx="298">
                <c:v>33.555199555944284</c:v>
              </c:pt>
              <c:pt idx="299">
                <c:v>33.555199555944284</c:v>
              </c:pt>
              <c:pt idx="300">
                <c:v>33.555199555944284</c:v>
              </c:pt>
              <c:pt idx="301">
                <c:v>33.555199555944284</c:v>
              </c:pt>
              <c:pt idx="302">
                <c:v>33.555199555944284</c:v>
              </c:pt>
              <c:pt idx="303">
                <c:v>33.555199555944284</c:v>
              </c:pt>
              <c:pt idx="304">
                <c:v>33.555199555944284</c:v>
              </c:pt>
              <c:pt idx="305">
                <c:v>33.555199555944284</c:v>
              </c:pt>
              <c:pt idx="306">
                <c:v>33.555199555944284</c:v>
              </c:pt>
              <c:pt idx="307">
                <c:v>33.555199555944284</c:v>
              </c:pt>
              <c:pt idx="308">
                <c:v>33.555199555944284</c:v>
              </c:pt>
              <c:pt idx="309">
                <c:v>33.555199555944284</c:v>
              </c:pt>
              <c:pt idx="310">
                <c:v>33.555199555944284</c:v>
              </c:pt>
              <c:pt idx="311">
                <c:v>33.555199555944284</c:v>
              </c:pt>
              <c:pt idx="312">
                <c:v>33.555199555944284</c:v>
              </c:pt>
              <c:pt idx="313">
                <c:v>33.555199555944284</c:v>
              </c:pt>
              <c:pt idx="314">
                <c:v>33.555199555944284</c:v>
              </c:pt>
              <c:pt idx="315">
                <c:v>33.555199555944284</c:v>
              </c:pt>
              <c:pt idx="316">
                <c:v>33.555199555944284</c:v>
              </c:pt>
              <c:pt idx="317">
                <c:v>33.555199555944284</c:v>
              </c:pt>
              <c:pt idx="318">
                <c:v>33.555199555944284</c:v>
              </c:pt>
              <c:pt idx="319">
                <c:v>33.555199555944284</c:v>
              </c:pt>
              <c:pt idx="320">
                <c:v>33.555199555944284</c:v>
              </c:pt>
              <c:pt idx="321">
                <c:v>33.555199555944284</c:v>
              </c:pt>
              <c:pt idx="322">
                <c:v>33.555199555944284</c:v>
              </c:pt>
              <c:pt idx="323">
                <c:v>33.555199555944284</c:v>
              </c:pt>
            </c:numLit>
          </c:xVal>
          <c:yVal>
            <c:numLit>
              <c:formatCode>0.0</c:formatCode>
              <c:ptCount val="324"/>
              <c:pt idx="0">
                <c:v>0.018409778284908234</c:v>
              </c:pt>
              <c:pt idx="1">
                <c:v>0.018409778284908234</c:v>
              </c:pt>
              <c:pt idx="2">
                <c:v>0.018409778284908234</c:v>
              </c:pt>
              <c:pt idx="3">
                <c:v>0.018409778284908234</c:v>
              </c:pt>
              <c:pt idx="4">
                <c:v>0.018409778284908234</c:v>
              </c:pt>
              <c:pt idx="5">
                <c:v>0.018409778284908234</c:v>
              </c:pt>
              <c:pt idx="6">
                <c:v>0.018409778284908234</c:v>
              </c:pt>
              <c:pt idx="7">
                <c:v>0.018409778284908234</c:v>
              </c:pt>
              <c:pt idx="8">
                <c:v>0.018409778284908234</c:v>
              </c:pt>
              <c:pt idx="9">
                <c:v>0.018409778284908234</c:v>
              </c:pt>
              <c:pt idx="10">
                <c:v>0.018409778284908234</c:v>
              </c:pt>
              <c:pt idx="11">
                <c:v>0.018409778284908234</c:v>
              </c:pt>
              <c:pt idx="12">
                <c:v>0.018409778284908234</c:v>
              </c:pt>
              <c:pt idx="13">
                <c:v>0.018409778284908234</c:v>
              </c:pt>
              <c:pt idx="14">
                <c:v>0.018409778284908234</c:v>
              </c:pt>
              <c:pt idx="15">
                <c:v>0.018409778284908234</c:v>
              </c:pt>
              <c:pt idx="16">
                <c:v>0.018409778284908234</c:v>
              </c:pt>
              <c:pt idx="17">
                <c:v>0.018409778284908234</c:v>
              </c:pt>
              <c:pt idx="18">
                <c:v>0.018409778284908234</c:v>
              </c:pt>
              <c:pt idx="19">
                <c:v>0.018409778284908234</c:v>
              </c:pt>
              <c:pt idx="20">
                <c:v>0.018409778284908234</c:v>
              </c:pt>
              <c:pt idx="21">
                <c:v>0.018409778284908234</c:v>
              </c:pt>
              <c:pt idx="22">
                <c:v>0.018409778284908234</c:v>
              </c:pt>
              <c:pt idx="23">
                <c:v>0.018409778284908234</c:v>
              </c:pt>
              <c:pt idx="24">
                <c:v>0.018409778284908234</c:v>
              </c:pt>
              <c:pt idx="25">
                <c:v>0.018409778284908234</c:v>
              </c:pt>
              <c:pt idx="26">
                <c:v>0.018409778284908234</c:v>
              </c:pt>
              <c:pt idx="27">
                <c:v>0.018409778284908234</c:v>
              </c:pt>
              <c:pt idx="28">
                <c:v>0.018409778284908234</c:v>
              </c:pt>
              <c:pt idx="29">
                <c:v>0.018409778284908234</c:v>
              </c:pt>
              <c:pt idx="30">
                <c:v>0.018409778284908234</c:v>
              </c:pt>
              <c:pt idx="31">
                <c:v>0.018409778284908234</c:v>
              </c:pt>
              <c:pt idx="32">
                <c:v>0.018409778284908234</c:v>
              </c:pt>
              <c:pt idx="33">
                <c:v>0.018409778284908234</c:v>
              </c:pt>
              <c:pt idx="34">
                <c:v>0.018409778284908234</c:v>
              </c:pt>
              <c:pt idx="35">
                <c:v>0.018409778284908234</c:v>
              </c:pt>
              <c:pt idx="36">
                <c:v>0.018409778284908234</c:v>
              </c:pt>
              <c:pt idx="37">
                <c:v>0.018409778284908234</c:v>
              </c:pt>
              <c:pt idx="38">
                <c:v>0.018409778284908234</c:v>
              </c:pt>
              <c:pt idx="39">
                <c:v>0.018409778284908234</c:v>
              </c:pt>
              <c:pt idx="40">
                <c:v>0.018409778284908234</c:v>
              </c:pt>
              <c:pt idx="41">
                <c:v>0.018409778284908234</c:v>
              </c:pt>
              <c:pt idx="42">
                <c:v>0.018409778284908234</c:v>
              </c:pt>
              <c:pt idx="43">
                <c:v>0.018409778284908234</c:v>
              </c:pt>
              <c:pt idx="44">
                <c:v>0.018409778284908234</c:v>
              </c:pt>
              <c:pt idx="45">
                <c:v>0.018409778284908234</c:v>
              </c:pt>
              <c:pt idx="46">
                <c:v>0.018409778284908234</c:v>
              </c:pt>
              <c:pt idx="47">
                <c:v>0.018409778284908234</c:v>
              </c:pt>
              <c:pt idx="48">
                <c:v>0.018409778284908234</c:v>
              </c:pt>
              <c:pt idx="49">
                <c:v>0.018409778284908234</c:v>
              </c:pt>
              <c:pt idx="50">
                <c:v>0.018409778284908234</c:v>
              </c:pt>
              <c:pt idx="51">
                <c:v>0.018409778284908234</c:v>
              </c:pt>
              <c:pt idx="52">
                <c:v>0.018409778284908234</c:v>
              </c:pt>
              <c:pt idx="53">
                <c:v>0.018409778284908234</c:v>
              </c:pt>
              <c:pt idx="54">
                <c:v>0.018409778284908234</c:v>
              </c:pt>
              <c:pt idx="55">
                <c:v>0.018409778284908234</c:v>
              </c:pt>
              <c:pt idx="56">
                <c:v>0.018409778284908234</c:v>
              </c:pt>
              <c:pt idx="57">
                <c:v>0.018409778284908234</c:v>
              </c:pt>
              <c:pt idx="58">
                <c:v>0.018409778284908234</c:v>
              </c:pt>
              <c:pt idx="59">
                <c:v>0.018409778284908234</c:v>
              </c:pt>
              <c:pt idx="60">
                <c:v>0.018409778284908234</c:v>
              </c:pt>
              <c:pt idx="61">
                <c:v>0.018409778284908234</c:v>
              </c:pt>
              <c:pt idx="62">
                <c:v>0.018409778284908234</c:v>
              </c:pt>
              <c:pt idx="63">
                <c:v>0.018409778284908234</c:v>
              </c:pt>
              <c:pt idx="64">
                <c:v>0.018409778284908234</c:v>
              </c:pt>
              <c:pt idx="65">
                <c:v>0.018409778284908234</c:v>
              </c:pt>
              <c:pt idx="66">
                <c:v>0.018409778284908234</c:v>
              </c:pt>
              <c:pt idx="67">
                <c:v>0.018409778284908234</c:v>
              </c:pt>
              <c:pt idx="68">
                <c:v>0.018409778284908234</c:v>
              </c:pt>
              <c:pt idx="69">
                <c:v>0.018409778284908234</c:v>
              </c:pt>
              <c:pt idx="70">
                <c:v>0.018409778284908234</c:v>
              </c:pt>
              <c:pt idx="71">
                <c:v>0.018409778284908234</c:v>
              </c:pt>
              <c:pt idx="72">
                <c:v>0.018409778284908234</c:v>
              </c:pt>
              <c:pt idx="73">
                <c:v>0.018409778284908234</c:v>
              </c:pt>
              <c:pt idx="74">
                <c:v>0.018409778284908234</c:v>
              </c:pt>
              <c:pt idx="75">
                <c:v>0.018409778284908234</c:v>
              </c:pt>
              <c:pt idx="76">
                <c:v>0.018409778284908234</c:v>
              </c:pt>
              <c:pt idx="77">
                <c:v>0.018409778284908234</c:v>
              </c:pt>
              <c:pt idx="78">
                <c:v>0.018409778284908234</c:v>
              </c:pt>
              <c:pt idx="79">
                <c:v>0.018409778284908234</c:v>
              </c:pt>
              <c:pt idx="80">
                <c:v>0.018409778284908234</c:v>
              </c:pt>
              <c:pt idx="81">
                <c:v>0.018409778284908234</c:v>
              </c:pt>
              <c:pt idx="82">
                <c:v>0.018409778284908234</c:v>
              </c:pt>
              <c:pt idx="83">
                <c:v>0.018409778284908234</c:v>
              </c:pt>
              <c:pt idx="84">
                <c:v>0.018409778284908234</c:v>
              </c:pt>
              <c:pt idx="85">
                <c:v>0.018409778284908234</c:v>
              </c:pt>
              <c:pt idx="86">
                <c:v>0.018409778284908234</c:v>
              </c:pt>
              <c:pt idx="87">
                <c:v>0.018409778284908234</c:v>
              </c:pt>
              <c:pt idx="88">
                <c:v>0.018409778284908234</c:v>
              </c:pt>
              <c:pt idx="89">
                <c:v>0.018409778284908234</c:v>
              </c:pt>
              <c:pt idx="90">
                <c:v>0.018409778284908234</c:v>
              </c:pt>
              <c:pt idx="91">
                <c:v>0.018409778284908234</c:v>
              </c:pt>
              <c:pt idx="92">
                <c:v>0.018409778284908234</c:v>
              </c:pt>
              <c:pt idx="93">
                <c:v>0.018409778284908234</c:v>
              </c:pt>
              <c:pt idx="94">
                <c:v>0.018409778284908234</c:v>
              </c:pt>
              <c:pt idx="95">
                <c:v>0.018409778284908234</c:v>
              </c:pt>
              <c:pt idx="96">
                <c:v>0.018409778284908234</c:v>
              </c:pt>
              <c:pt idx="97">
                <c:v>0.018409778284908234</c:v>
              </c:pt>
              <c:pt idx="98">
                <c:v>0.018409778284908234</c:v>
              </c:pt>
              <c:pt idx="99">
                <c:v>0.018409778284908234</c:v>
              </c:pt>
              <c:pt idx="100">
                <c:v>0.018409778284908234</c:v>
              </c:pt>
              <c:pt idx="101">
                <c:v>0.018409778284908234</c:v>
              </c:pt>
              <c:pt idx="102">
                <c:v>0.018409778284908234</c:v>
              </c:pt>
              <c:pt idx="103">
                <c:v>0.018409778284908234</c:v>
              </c:pt>
              <c:pt idx="104">
                <c:v>0.018409778284908234</c:v>
              </c:pt>
              <c:pt idx="105">
                <c:v>0.018409778284908234</c:v>
              </c:pt>
              <c:pt idx="106">
                <c:v>0.018409778284908234</c:v>
              </c:pt>
              <c:pt idx="107">
                <c:v>0.018409778284908234</c:v>
              </c:pt>
              <c:pt idx="108">
                <c:v>0.018409778284908234</c:v>
              </c:pt>
              <c:pt idx="109">
                <c:v>0.018409778284908234</c:v>
              </c:pt>
              <c:pt idx="110">
                <c:v>0.018409778284908234</c:v>
              </c:pt>
              <c:pt idx="111">
                <c:v>0.018409778284908234</c:v>
              </c:pt>
              <c:pt idx="112">
                <c:v>0.018409778284908234</c:v>
              </c:pt>
              <c:pt idx="113">
                <c:v>0.018409778284908234</c:v>
              </c:pt>
              <c:pt idx="114">
                <c:v>0.018409778284908234</c:v>
              </c:pt>
              <c:pt idx="115">
                <c:v>0.018409778284908234</c:v>
              </c:pt>
              <c:pt idx="116">
                <c:v>0.018409778284908234</c:v>
              </c:pt>
              <c:pt idx="117">
                <c:v>0.018409778284908234</c:v>
              </c:pt>
              <c:pt idx="118">
                <c:v>0.018409778284908234</c:v>
              </c:pt>
              <c:pt idx="119">
                <c:v>0.018409778284908234</c:v>
              </c:pt>
              <c:pt idx="120">
                <c:v>0.018409778284908234</c:v>
              </c:pt>
              <c:pt idx="121">
                <c:v>0.018409778284908234</c:v>
              </c:pt>
              <c:pt idx="122">
                <c:v>0.018409778284908234</c:v>
              </c:pt>
              <c:pt idx="123">
                <c:v>0.018409778284908234</c:v>
              </c:pt>
              <c:pt idx="124">
                <c:v>0.018409778284908234</c:v>
              </c:pt>
              <c:pt idx="125">
                <c:v>0.018409778284908234</c:v>
              </c:pt>
              <c:pt idx="126">
                <c:v>0.018409778284908234</c:v>
              </c:pt>
              <c:pt idx="127">
                <c:v>0.018409778284908234</c:v>
              </c:pt>
              <c:pt idx="128">
                <c:v>0.018409778284908234</c:v>
              </c:pt>
              <c:pt idx="129">
                <c:v>0.018409778284908234</c:v>
              </c:pt>
              <c:pt idx="130">
                <c:v>0.018409778284908234</c:v>
              </c:pt>
              <c:pt idx="131">
                <c:v>0.018409778284908234</c:v>
              </c:pt>
              <c:pt idx="132">
                <c:v>0.018409778284908234</c:v>
              </c:pt>
              <c:pt idx="133">
                <c:v>0.018409778284908234</c:v>
              </c:pt>
              <c:pt idx="134">
                <c:v>0.018409778284908234</c:v>
              </c:pt>
              <c:pt idx="135">
                <c:v>0.018409778284908234</c:v>
              </c:pt>
              <c:pt idx="136">
                <c:v>0.018409778284908234</c:v>
              </c:pt>
              <c:pt idx="137">
                <c:v>0.018409778284908234</c:v>
              </c:pt>
              <c:pt idx="138">
                <c:v>0.018409778284908234</c:v>
              </c:pt>
              <c:pt idx="139">
                <c:v>0.018409778284908234</c:v>
              </c:pt>
              <c:pt idx="140">
                <c:v>0.018409778284908234</c:v>
              </c:pt>
              <c:pt idx="141">
                <c:v>0.018409778284908234</c:v>
              </c:pt>
              <c:pt idx="142">
                <c:v>0.018409778284908234</c:v>
              </c:pt>
              <c:pt idx="143">
                <c:v>0.018409778284908234</c:v>
              </c:pt>
              <c:pt idx="144">
                <c:v>0.018409778284908234</c:v>
              </c:pt>
              <c:pt idx="145">
                <c:v>0.018409778284908234</c:v>
              </c:pt>
              <c:pt idx="146">
                <c:v>0.018409778284908234</c:v>
              </c:pt>
              <c:pt idx="147">
                <c:v>0.018409778284908234</c:v>
              </c:pt>
              <c:pt idx="148">
                <c:v>0.018409778284908234</c:v>
              </c:pt>
              <c:pt idx="149">
                <c:v>0.018409778284908234</c:v>
              </c:pt>
              <c:pt idx="150">
                <c:v>0.018409778284908234</c:v>
              </c:pt>
              <c:pt idx="151">
                <c:v>0.018409778284908234</c:v>
              </c:pt>
              <c:pt idx="152">
                <c:v>0.018409778284908234</c:v>
              </c:pt>
              <c:pt idx="153">
                <c:v>0.018409778284908234</c:v>
              </c:pt>
              <c:pt idx="154">
                <c:v>0.018409778284908234</c:v>
              </c:pt>
              <c:pt idx="155">
                <c:v>0.018409778284908234</c:v>
              </c:pt>
              <c:pt idx="156">
                <c:v>0.018409778284908234</c:v>
              </c:pt>
              <c:pt idx="157">
                <c:v>0.018409778284908234</c:v>
              </c:pt>
              <c:pt idx="158">
                <c:v>0.018409778284908234</c:v>
              </c:pt>
              <c:pt idx="159">
                <c:v>0.018409778284908234</c:v>
              </c:pt>
              <c:pt idx="160">
                <c:v>0.018409778284908234</c:v>
              </c:pt>
              <c:pt idx="161">
                <c:v>0.018409778284908234</c:v>
              </c:pt>
              <c:pt idx="162">
                <c:v>0.018409778284908234</c:v>
              </c:pt>
              <c:pt idx="163">
                <c:v>0.018409778284908234</c:v>
              </c:pt>
              <c:pt idx="164">
                <c:v>0.018409778284908234</c:v>
              </c:pt>
              <c:pt idx="165">
                <c:v>0.018409778284908234</c:v>
              </c:pt>
              <c:pt idx="166">
                <c:v>0.018409778284908234</c:v>
              </c:pt>
              <c:pt idx="167">
                <c:v>0.018409778284908234</c:v>
              </c:pt>
              <c:pt idx="168">
                <c:v>0.018409778284908234</c:v>
              </c:pt>
              <c:pt idx="169">
                <c:v>0.018409778284908234</c:v>
              </c:pt>
              <c:pt idx="170">
                <c:v>0.018409778284908234</c:v>
              </c:pt>
              <c:pt idx="171">
                <c:v>0.018409778284908234</c:v>
              </c:pt>
              <c:pt idx="172">
                <c:v>0.018409778284908234</c:v>
              </c:pt>
              <c:pt idx="173">
                <c:v>0.018409778284908234</c:v>
              </c:pt>
              <c:pt idx="174">
                <c:v>0.018409778284908234</c:v>
              </c:pt>
              <c:pt idx="175">
                <c:v>0.018409778284908234</c:v>
              </c:pt>
              <c:pt idx="176">
                <c:v>0.018409778284908234</c:v>
              </c:pt>
              <c:pt idx="177">
                <c:v>0.018409778284908234</c:v>
              </c:pt>
              <c:pt idx="178">
                <c:v>0.018409778284908234</c:v>
              </c:pt>
              <c:pt idx="179">
                <c:v>0.018409778284908234</c:v>
              </c:pt>
              <c:pt idx="180">
                <c:v>0.018409778284908234</c:v>
              </c:pt>
              <c:pt idx="181">
                <c:v>0.018409778284908234</c:v>
              </c:pt>
              <c:pt idx="182">
                <c:v>0.018409778284908234</c:v>
              </c:pt>
              <c:pt idx="183">
                <c:v>0.018409778284908234</c:v>
              </c:pt>
              <c:pt idx="184">
                <c:v>0.018409778284908234</c:v>
              </c:pt>
              <c:pt idx="185">
                <c:v>0.018409778284908234</c:v>
              </c:pt>
              <c:pt idx="186">
                <c:v>0.018409778284908234</c:v>
              </c:pt>
              <c:pt idx="187">
                <c:v>0.018409778284908234</c:v>
              </c:pt>
              <c:pt idx="188">
                <c:v>0.018409778284908234</c:v>
              </c:pt>
              <c:pt idx="189">
                <c:v>0.018409778284908234</c:v>
              </c:pt>
              <c:pt idx="190">
                <c:v>0.018409778284908234</c:v>
              </c:pt>
              <c:pt idx="191">
                <c:v>0.018409778284908234</c:v>
              </c:pt>
              <c:pt idx="192">
                <c:v>0.018409778284908234</c:v>
              </c:pt>
              <c:pt idx="193">
                <c:v>0.018409778284908234</c:v>
              </c:pt>
              <c:pt idx="194">
                <c:v>0.018409778284908234</c:v>
              </c:pt>
              <c:pt idx="195">
                <c:v>0.018409778284908234</c:v>
              </c:pt>
              <c:pt idx="196">
                <c:v>0.018409778284908234</c:v>
              </c:pt>
              <c:pt idx="197">
                <c:v>0.018409778284908234</c:v>
              </c:pt>
              <c:pt idx="198">
                <c:v>0.018409778284908234</c:v>
              </c:pt>
              <c:pt idx="199">
                <c:v>0.018409778284908234</c:v>
              </c:pt>
              <c:pt idx="200">
                <c:v>0.018409778284908234</c:v>
              </c:pt>
              <c:pt idx="201">
                <c:v>0.018409778284908234</c:v>
              </c:pt>
              <c:pt idx="202">
                <c:v>0.018409778284908234</c:v>
              </c:pt>
              <c:pt idx="203">
                <c:v>0.018409778284908234</c:v>
              </c:pt>
              <c:pt idx="204">
                <c:v>0.018409778284908234</c:v>
              </c:pt>
              <c:pt idx="205">
                <c:v>0.018409778284908234</c:v>
              </c:pt>
              <c:pt idx="206">
                <c:v>0.018409778284908234</c:v>
              </c:pt>
              <c:pt idx="207">
                <c:v>0.018409778284908234</c:v>
              </c:pt>
              <c:pt idx="208">
                <c:v>0.018409778284908234</c:v>
              </c:pt>
              <c:pt idx="209">
                <c:v>0.018409778284908234</c:v>
              </c:pt>
              <c:pt idx="210">
                <c:v>0.018409778284908234</c:v>
              </c:pt>
              <c:pt idx="211">
                <c:v>0.018409778284908234</c:v>
              </c:pt>
              <c:pt idx="212">
                <c:v>0.018409778284908234</c:v>
              </c:pt>
              <c:pt idx="213">
                <c:v>0.018409778284908234</c:v>
              </c:pt>
              <c:pt idx="214">
                <c:v>0.018409778284908234</c:v>
              </c:pt>
              <c:pt idx="215">
                <c:v>0.018409778284908234</c:v>
              </c:pt>
              <c:pt idx="216">
                <c:v>0.018409778284908234</c:v>
              </c:pt>
              <c:pt idx="217">
                <c:v>0.018409778284908234</c:v>
              </c:pt>
              <c:pt idx="218">
                <c:v>0.018409778284908234</c:v>
              </c:pt>
              <c:pt idx="219">
                <c:v>0.018409778284908234</c:v>
              </c:pt>
              <c:pt idx="220">
                <c:v>0.018409778284908234</c:v>
              </c:pt>
              <c:pt idx="221">
                <c:v>0.018409778284908234</c:v>
              </c:pt>
              <c:pt idx="222">
                <c:v>0.018409778284908234</c:v>
              </c:pt>
              <c:pt idx="223">
                <c:v>0.018409778284908234</c:v>
              </c:pt>
              <c:pt idx="224">
                <c:v>0.018409778284908234</c:v>
              </c:pt>
              <c:pt idx="225">
                <c:v>0.018409778284908234</c:v>
              </c:pt>
              <c:pt idx="226">
                <c:v>0.018409778284908234</c:v>
              </c:pt>
              <c:pt idx="227">
                <c:v>0.018409778284908234</c:v>
              </c:pt>
              <c:pt idx="228">
                <c:v>0.018409778284908234</c:v>
              </c:pt>
              <c:pt idx="229">
                <c:v>0.018409778284908234</c:v>
              </c:pt>
              <c:pt idx="230">
                <c:v>0.018409778284908234</c:v>
              </c:pt>
              <c:pt idx="231">
                <c:v>0.018409778284908234</c:v>
              </c:pt>
              <c:pt idx="232">
                <c:v>0.018409778284908234</c:v>
              </c:pt>
              <c:pt idx="233">
                <c:v>0.018409778284908234</c:v>
              </c:pt>
              <c:pt idx="234">
                <c:v>0.018409778284908234</c:v>
              </c:pt>
              <c:pt idx="235">
                <c:v>0.018409778284908234</c:v>
              </c:pt>
              <c:pt idx="236">
                <c:v>0.018409778284908234</c:v>
              </c:pt>
              <c:pt idx="237">
                <c:v>0.018409778284908234</c:v>
              </c:pt>
              <c:pt idx="238">
                <c:v>0.018409778284908234</c:v>
              </c:pt>
              <c:pt idx="239">
                <c:v>0.018409778284908234</c:v>
              </c:pt>
              <c:pt idx="240">
                <c:v>0.018409778284908234</c:v>
              </c:pt>
              <c:pt idx="241">
                <c:v>0.018409778284908234</c:v>
              </c:pt>
              <c:pt idx="242">
                <c:v>0.018409778284908234</c:v>
              </c:pt>
              <c:pt idx="243">
                <c:v>0.018409778284908234</c:v>
              </c:pt>
              <c:pt idx="244">
                <c:v>0.018409778284908234</c:v>
              </c:pt>
              <c:pt idx="245">
                <c:v>0.018409778284908234</c:v>
              </c:pt>
              <c:pt idx="246">
                <c:v>0.018409778284908234</c:v>
              </c:pt>
              <c:pt idx="247">
                <c:v>0.018409778284908234</c:v>
              </c:pt>
              <c:pt idx="248">
                <c:v>0.018409778284908234</c:v>
              </c:pt>
              <c:pt idx="249">
                <c:v>0.018409778284908234</c:v>
              </c:pt>
              <c:pt idx="250">
                <c:v>0.018409778284908234</c:v>
              </c:pt>
              <c:pt idx="251">
                <c:v>0.018409778284908234</c:v>
              </c:pt>
              <c:pt idx="252">
                <c:v>0.018409778284908234</c:v>
              </c:pt>
              <c:pt idx="253">
                <c:v>0.018409778284908234</c:v>
              </c:pt>
              <c:pt idx="254">
                <c:v>0.018409778284908234</c:v>
              </c:pt>
              <c:pt idx="255">
                <c:v>0.018409778284908234</c:v>
              </c:pt>
              <c:pt idx="256">
                <c:v>0.018409778284908234</c:v>
              </c:pt>
              <c:pt idx="257">
                <c:v>0.018409778284908234</c:v>
              </c:pt>
              <c:pt idx="258">
                <c:v>0.018409778284908234</c:v>
              </c:pt>
              <c:pt idx="259">
                <c:v>0.018409778284908234</c:v>
              </c:pt>
              <c:pt idx="260">
                <c:v>0.018409778284908234</c:v>
              </c:pt>
              <c:pt idx="261">
                <c:v>0.018409778284908234</c:v>
              </c:pt>
              <c:pt idx="262">
                <c:v>0.018409778284908234</c:v>
              </c:pt>
              <c:pt idx="263">
                <c:v>0.018409778284908234</c:v>
              </c:pt>
              <c:pt idx="264">
                <c:v>0.018409778284908234</c:v>
              </c:pt>
              <c:pt idx="265">
                <c:v>0.018409778284908234</c:v>
              </c:pt>
              <c:pt idx="266">
                <c:v>0.018409778284908234</c:v>
              </c:pt>
              <c:pt idx="267">
                <c:v>0.018409778284908234</c:v>
              </c:pt>
              <c:pt idx="268">
                <c:v>0.018409778284908234</c:v>
              </c:pt>
              <c:pt idx="269">
                <c:v>0.018409778284908234</c:v>
              </c:pt>
              <c:pt idx="270">
                <c:v>0.018409778284908234</c:v>
              </c:pt>
              <c:pt idx="271">
                <c:v>0.018409778284908234</c:v>
              </c:pt>
              <c:pt idx="272">
                <c:v>0.018409778284908234</c:v>
              </c:pt>
              <c:pt idx="273">
                <c:v>0.018409778284908234</c:v>
              </c:pt>
              <c:pt idx="274">
                <c:v>0.018409778284908234</c:v>
              </c:pt>
              <c:pt idx="275">
                <c:v>0.018409778284908234</c:v>
              </c:pt>
              <c:pt idx="276">
                <c:v>0.018409778284908234</c:v>
              </c:pt>
              <c:pt idx="277">
                <c:v>0.018409778284908234</c:v>
              </c:pt>
              <c:pt idx="278">
                <c:v>0.018409778284908234</c:v>
              </c:pt>
              <c:pt idx="279">
                <c:v>0.018409778284908234</c:v>
              </c:pt>
              <c:pt idx="280">
                <c:v>0.018409778284908234</c:v>
              </c:pt>
              <c:pt idx="281">
                <c:v>0.018409778284908234</c:v>
              </c:pt>
              <c:pt idx="282">
                <c:v>0.018409778284908234</c:v>
              </c:pt>
              <c:pt idx="283">
                <c:v>0.018409778284908234</c:v>
              </c:pt>
              <c:pt idx="284">
                <c:v>0.018409778284908234</c:v>
              </c:pt>
              <c:pt idx="285">
                <c:v>0.018409778284908234</c:v>
              </c:pt>
              <c:pt idx="286">
                <c:v>0.018409778284908234</c:v>
              </c:pt>
              <c:pt idx="287">
                <c:v>0.018409778284908234</c:v>
              </c:pt>
              <c:pt idx="288">
                <c:v>0.018409778284908234</c:v>
              </c:pt>
              <c:pt idx="289">
                <c:v>0.018409778284908234</c:v>
              </c:pt>
              <c:pt idx="290">
                <c:v>0.018409778284908234</c:v>
              </c:pt>
              <c:pt idx="291">
                <c:v>0.018409778284908234</c:v>
              </c:pt>
              <c:pt idx="292">
                <c:v>0.018409778284908234</c:v>
              </c:pt>
              <c:pt idx="293">
                <c:v>0.018409778284908234</c:v>
              </c:pt>
              <c:pt idx="294">
                <c:v>0.018409778284908234</c:v>
              </c:pt>
              <c:pt idx="295">
                <c:v>0.018409778284908234</c:v>
              </c:pt>
              <c:pt idx="296">
                <c:v>0.018409778284908234</c:v>
              </c:pt>
              <c:pt idx="297">
                <c:v>0.018409778284908234</c:v>
              </c:pt>
              <c:pt idx="298">
                <c:v>0.018409778284908234</c:v>
              </c:pt>
              <c:pt idx="299">
                <c:v>0.018409778284908234</c:v>
              </c:pt>
              <c:pt idx="300">
                <c:v>0.018409778284908234</c:v>
              </c:pt>
              <c:pt idx="301">
                <c:v>0.018409778284908234</c:v>
              </c:pt>
              <c:pt idx="302">
                <c:v>0.018409778284908234</c:v>
              </c:pt>
              <c:pt idx="303">
                <c:v>0.018409778284908234</c:v>
              </c:pt>
              <c:pt idx="304">
                <c:v>0.018409778284908234</c:v>
              </c:pt>
              <c:pt idx="305">
                <c:v>0.018409778284908234</c:v>
              </c:pt>
              <c:pt idx="306">
                <c:v>0.018409778284908234</c:v>
              </c:pt>
              <c:pt idx="307">
                <c:v>0.018409778284908234</c:v>
              </c:pt>
              <c:pt idx="308">
                <c:v>0.018409778284908234</c:v>
              </c:pt>
              <c:pt idx="309">
                <c:v>0.018409778284908234</c:v>
              </c:pt>
              <c:pt idx="310">
                <c:v>0.018409778284908234</c:v>
              </c:pt>
              <c:pt idx="311">
                <c:v>0.018409778284908234</c:v>
              </c:pt>
              <c:pt idx="312">
                <c:v>0.018409778284908234</c:v>
              </c:pt>
              <c:pt idx="313">
                <c:v>0.018409778284908234</c:v>
              </c:pt>
              <c:pt idx="314">
                <c:v>0.018409778284908234</c:v>
              </c:pt>
              <c:pt idx="315">
                <c:v>0.018409778284908234</c:v>
              </c:pt>
              <c:pt idx="316">
                <c:v>0.018409778284908234</c:v>
              </c:pt>
              <c:pt idx="317">
                <c:v>0.018409778284908234</c:v>
              </c:pt>
              <c:pt idx="318">
                <c:v>0.018409778284908234</c:v>
              </c:pt>
              <c:pt idx="319">
                <c:v>0.018409778284908234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ser>
          <c:idx val="9"/>
          <c:order val="9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324"/>
              <c:pt idx="0">
                <c:v>33.555199555944284</c:v>
              </c:pt>
              <c:pt idx="1">
                <c:v>33.555199555944284</c:v>
              </c:pt>
              <c:pt idx="2">
                <c:v>33.555199555944284</c:v>
              </c:pt>
              <c:pt idx="3">
                <c:v>33.555199555944284</c:v>
              </c:pt>
              <c:pt idx="4">
                <c:v>33.555199555944284</c:v>
              </c:pt>
              <c:pt idx="5">
                <c:v>33.555199555944284</c:v>
              </c:pt>
              <c:pt idx="6">
                <c:v>33.555199555944284</c:v>
              </c:pt>
              <c:pt idx="7">
                <c:v>33.555199555944284</c:v>
              </c:pt>
              <c:pt idx="8">
                <c:v>33.555199555944284</c:v>
              </c:pt>
              <c:pt idx="9">
                <c:v>33.555199555944284</c:v>
              </c:pt>
              <c:pt idx="10">
                <c:v>33.555199555944284</c:v>
              </c:pt>
              <c:pt idx="11">
                <c:v>33.555199555944284</c:v>
              </c:pt>
              <c:pt idx="12">
                <c:v>33.555199555944284</c:v>
              </c:pt>
              <c:pt idx="13">
                <c:v>33.555199555944284</c:v>
              </c:pt>
              <c:pt idx="14">
                <c:v>33.555199555944284</c:v>
              </c:pt>
              <c:pt idx="15">
                <c:v>33.555199555944284</c:v>
              </c:pt>
              <c:pt idx="16">
                <c:v>33.555199555944284</c:v>
              </c:pt>
              <c:pt idx="17">
                <c:v>33.555199555944284</c:v>
              </c:pt>
              <c:pt idx="18">
                <c:v>33.555199555944284</c:v>
              </c:pt>
              <c:pt idx="19">
                <c:v>33.555199555944284</c:v>
              </c:pt>
              <c:pt idx="20">
                <c:v>33.555199555944284</c:v>
              </c:pt>
              <c:pt idx="21">
                <c:v>33.555199555944284</c:v>
              </c:pt>
              <c:pt idx="22">
                <c:v>33.555199555944284</c:v>
              </c:pt>
              <c:pt idx="23">
                <c:v>33.555199555944284</c:v>
              </c:pt>
              <c:pt idx="24">
                <c:v>33.555199555944284</c:v>
              </c:pt>
              <c:pt idx="25">
                <c:v>33.555199555944284</c:v>
              </c:pt>
              <c:pt idx="26">
                <c:v>33.555199555944284</c:v>
              </c:pt>
              <c:pt idx="27">
                <c:v>33.555199555944284</c:v>
              </c:pt>
              <c:pt idx="28">
                <c:v>33.555199555944284</c:v>
              </c:pt>
              <c:pt idx="29">
                <c:v>33.555199555944284</c:v>
              </c:pt>
              <c:pt idx="30">
                <c:v>33.555199555944284</c:v>
              </c:pt>
              <c:pt idx="31">
                <c:v>33.555199555944284</c:v>
              </c:pt>
              <c:pt idx="32">
                <c:v>33.555199555944284</c:v>
              </c:pt>
              <c:pt idx="33">
                <c:v>33.555199555944284</c:v>
              </c:pt>
              <c:pt idx="34">
                <c:v>33.555199555944284</c:v>
              </c:pt>
              <c:pt idx="35">
                <c:v>33.555199555944284</c:v>
              </c:pt>
              <c:pt idx="36">
                <c:v>33.555199555944284</c:v>
              </c:pt>
              <c:pt idx="37">
                <c:v>33.555199555944284</c:v>
              </c:pt>
              <c:pt idx="38">
                <c:v>33.555199555944284</c:v>
              </c:pt>
              <c:pt idx="39">
                <c:v>33.555199555944284</c:v>
              </c:pt>
              <c:pt idx="40">
                <c:v>33.555199555944284</c:v>
              </c:pt>
              <c:pt idx="41">
                <c:v>33.555199555944284</c:v>
              </c:pt>
              <c:pt idx="42">
                <c:v>33.555199555944284</c:v>
              </c:pt>
              <c:pt idx="43">
                <c:v>33.555199555944284</c:v>
              </c:pt>
              <c:pt idx="44">
                <c:v>33.555199555944284</c:v>
              </c:pt>
              <c:pt idx="45">
                <c:v>33.555199555944284</c:v>
              </c:pt>
              <c:pt idx="46">
                <c:v>33.555199555944284</c:v>
              </c:pt>
              <c:pt idx="47">
                <c:v>33.555199555944284</c:v>
              </c:pt>
              <c:pt idx="48">
                <c:v>33.555199555944284</c:v>
              </c:pt>
              <c:pt idx="49">
                <c:v>33.555199555944284</c:v>
              </c:pt>
              <c:pt idx="50">
                <c:v>33.555199555944284</c:v>
              </c:pt>
              <c:pt idx="51">
                <c:v>33.555199555944284</c:v>
              </c:pt>
              <c:pt idx="52">
                <c:v>33.555199555944284</c:v>
              </c:pt>
              <c:pt idx="53">
                <c:v>33.555199555944284</c:v>
              </c:pt>
              <c:pt idx="54">
                <c:v>33.555199555944284</c:v>
              </c:pt>
              <c:pt idx="55">
                <c:v>33.555199555944284</c:v>
              </c:pt>
              <c:pt idx="56">
                <c:v>33.555199555944284</c:v>
              </c:pt>
              <c:pt idx="57">
                <c:v>33.555199555944284</c:v>
              </c:pt>
              <c:pt idx="58">
                <c:v>33.555199555944284</c:v>
              </c:pt>
              <c:pt idx="59">
                <c:v>33.555199555944284</c:v>
              </c:pt>
              <c:pt idx="60">
                <c:v>33.555199555944284</c:v>
              </c:pt>
              <c:pt idx="61">
                <c:v>33.555199555944284</c:v>
              </c:pt>
              <c:pt idx="62">
                <c:v>33.555199555944284</c:v>
              </c:pt>
              <c:pt idx="63">
                <c:v>33.555199555944284</c:v>
              </c:pt>
              <c:pt idx="64">
                <c:v>33.555199555944284</c:v>
              </c:pt>
              <c:pt idx="65">
                <c:v>33.555199555944284</c:v>
              </c:pt>
              <c:pt idx="66">
                <c:v>33.555199555944284</c:v>
              </c:pt>
              <c:pt idx="67">
                <c:v>33.555199555944284</c:v>
              </c:pt>
              <c:pt idx="68">
                <c:v>33.555199555944284</c:v>
              </c:pt>
              <c:pt idx="69">
                <c:v>33.555199555944284</c:v>
              </c:pt>
              <c:pt idx="70">
                <c:v>33.555199555944284</c:v>
              </c:pt>
              <c:pt idx="71">
                <c:v>33.555199555944284</c:v>
              </c:pt>
              <c:pt idx="72">
                <c:v>33.555199555944284</c:v>
              </c:pt>
              <c:pt idx="73">
                <c:v>33.555199555944284</c:v>
              </c:pt>
              <c:pt idx="74">
                <c:v>33.555199555944284</c:v>
              </c:pt>
              <c:pt idx="75">
                <c:v>33.555199555944284</c:v>
              </c:pt>
              <c:pt idx="76">
                <c:v>33.555199555944284</c:v>
              </c:pt>
              <c:pt idx="77">
                <c:v>33.555199555944284</c:v>
              </c:pt>
              <c:pt idx="78">
                <c:v>33.555199555944284</c:v>
              </c:pt>
              <c:pt idx="79">
                <c:v>33.555199555944284</c:v>
              </c:pt>
              <c:pt idx="80">
                <c:v>33.555199555944284</c:v>
              </c:pt>
              <c:pt idx="81">
                <c:v>33.555199555944284</c:v>
              </c:pt>
              <c:pt idx="82">
                <c:v>33.555199555944284</c:v>
              </c:pt>
              <c:pt idx="83">
                <c:v>33.555199555944284</c:v>
              </c:pt>
              <c:pt idx="84">
                <c:v>33.555199555944284</c:v>
              </c:pt>
              <c:pt idx="85">
                <c:v>33.555199555944284</c:v>
              </c:pt>
              <c:pt idx="86">
                <c:v>33.555199555944284</c:v>
              </c:pt>
              <c:pt idx="87">
                <c:v>33.555199555944284</c:v>
              </c:pt>
              <c:pt idx="88">
                <c:v>33.555199555944284</c:v>
              </c:pt>
              <c:pt idx="89">
                <c:v>33.555199555944284</c:v>
              </c:pt>
              <c:pt idx="90">
                <c:v>33.555199555944284</c:v>
              </c:pt>
              <c:pt idx="91">
                <c:v>33.555199555944284</c:v>
              </c:pt>
              <c:pt idx="92">
                <c:v>33.555199555944284</c:v>
              </c:pt>
              <c:pt idx="93">
                <c:v>33.555199555944284</c:v>
              </c:pt>
              <c:pt idx="94">
                <c:v>33.555199555944284</c:v>
              </c:pt>
              <c:pt idx="95">
                <c:v>33.555199555944284</c:v>
              </c:pt>
              <c:pt idx="96">
                <c:v>33.555199555944284</c:v>
              </c:pt>
              <c:pt idx="97">
                <c:v>33.555199555944284</c:v>
              </c:pt>
              <c:pt idx="98">
                <c:v>33.555199555944284</c:v>
              </c:pt>
              <c:pt idx="99">
                <c:v>33.555199555944284</c:v>
              </c:pt>
              <c:pt idx="100">
                <c:v>33.555199555944284</c:v>
              </c:pt>
              <c:pt idx="101">
                <c:v>33.555199555944284</c:v>
              </c:pt>
              <c:pt idx="102">
                <c:v>33.555199555944284</c:v>
              </c:pt>
              <c:pt idx="103">
                <c:v>33.555199555944284</c:v>
              </c:pt>
              <c:pt idx="104">
                <c:v>33.555199555944284</c:v>
              </c:pt>
              <c:pt idx="105">
                <c:v>33.555199555944284</c:v>
              </c:pt>
              <c:pt idx="106">
                <c:v>33.555199555944284</c:v>
              </c:pt>
              <c:pt idx="107">
                <c:v>33.555199555944284</c:v>
              </c:pt>
              <c:pt idx="108">
                <c:v>33.555199555944284</c:v>
              </c:pt>
              <c:pt idx="109">
                <c:v>33.555199555944284</c:v>
              </c:pt>
              <c:pt idx="110">
                <c:v>33.555199555944284</c:v>
              </c:pt>
              <c:pt idx="111">
                <c:v>33.555199555944284</c:v>
              </c:pt>
              <c:pt idx="112">
                <c:v>33.555199555944284</c:v>
              </c:pt>
              <c:pt idx="113">
                <c:v>33.555199555944284</c:v>
              </c:pt>
              <c:pt idx="114">
                <c:v>33.555199555944284</c:v>
              </c:pt>
              <c:pt idx="115">
                <c:v>33.555199555944284</c:v>
              </c:pt>
              <c:pt idx="116">
                <c:v>33.555199555944284</c:v>
              </c:pt>
              <c:pt idx="117">
                <c:v>33.555199555944284</c:v>
              </c:pt>
              <c:pt idx="118">
                <c:v>33.555199555944284</c:v>
              </c:pt>
              <c:pt idx="119">
                <c:v>33.555199555944284</c:v>
              </c:pt>
              <c:pt idx="120">
                <c:v>33.555199555944284</c:v>
              </c:pt>
              <c:pt idx="121">
                <c:v>33.555199555944284</c:v>
              </c:pt>
              <c:pt idx="122">
                <c:v>33.555199555944284</c:v>
              </c:pt>
              <c:pt idx="123">
                <c:v>33.555199555944284</c:v>
              </c:pt>
              <c:pt idx="124">
                <c:v>33.555199555944284</c:v>
              </c:pt>
              <c:pt idx="125">
                <c:v>33.555199555944284</c:v>
              </c:pt>
              <c:pt idx="126">
                <c:v>33.555199555944284</c:v>
              </c:pt>
              <c:pt idx="127">
                <c:v>33.555199555944284</c:v>
              </c:pt>
              <c:pt idx="128">
                <c:v>33.555199555944284</c:v>
              </c:pt>
              <c:pt idx="129">
                <c:v>33.555199555944284</c:v>
              </c:pt>
              <c:pt idx="130">
                <c:v>33.555199555944284</c:v>
              </c:pt>
              <c:pt idx="131">
                <c:v>33.555199555944284</c:v>
              </c:pt>
              <c:pt idx="132">
                <c:v>33.555199555944284</c:v>
              </c:pt>
              <c:pt idx="133">
                <c:v>33.555199555944284</c:v>
              </c:pt>
              <c:pt idx="134">
                <c:v>33.555199555944284</c:v>
              </c:pt>
              <c:pt idx="135">
                <c:v>33.555199555944284</c:v>
              </c:pt>
              <c:pt idx="136">
                <c:v>33.555199555944284</c:v>
              </c:pt>
              <c:pt idx="137">
                <c:v>33.555199555944284</c:v>
              </c:pt>
              <c:pt idx="138">
                <c:v>33.555199555944284</c:v>
              </c:pt>
              <c:pt idx="139">
                <c:v>33.555199555944284</c:v>
              </c:pt>
              <c:pt idx="140">
                <c:v>33.555199555944284</c:v>
              </c:pt>
              <c:pt idx="141">
                <c:v>33.555199555944284</c:v>
              </c:pt>
              <c:pt idx="142">
                <c:v>33.555199555944284</c:v>
              </c:pt>
              <c:pt idx="143">
                <c:v>33.555199555944284</c:v>
              </c:pt>
              <c:pt idx="144">
                <c:v>33.555199555944284</c:v>
              </c:pt>
              <c:pt idx="145">
                <c:v>33.555199555944284</c:v>
              </c:pt>
              <c:pt idx="146">
                <c:v>33.555199555944284</c:v>
              </c:pt>
              <c:pt idx="147">
                <c:v>33.555199555944284</c:v>
              </c:pt>
              <c:pt idx="148">
                <c:v>33.555199555944284</c:v>
              </c:pt>
              <c:pt idx="149">
                <c:v>33.555199555944284</c:v>
              </c:pt>
              <c:pt idx="150">
                <c:v>33.555199555944284</c:v>
              </c:pt>
              <c:pt idx="151">
                <c:v>33.555199555944284</c:v>
              </c:pt>
              <c:pt idx="152">
                <c:v>33.555199555944284</c:v>
              </c:pt>
              <c:pt idx="153">
                <c:v>33.555199555944284</c:v>
              </c:pt>
              <c:pt idx="154">
                <c:v>33.555199555944284</c:v>
              </c:pt>
              <c:pt idx="155">
                <c:v>33.555199555944284</c:v>
              </c:pt>
              <c:pt idx="156">
                <c:v>33.555199555944284</c:v>
              </c:pt>
              <c:pt idx="157">
                <c:v>33.555199555944284</c:v>
              </c:pt>
              <c:pt idx="158">
                <c:v>33.555199555944284</c:v>
              </c:pt>
              <c:pt idx="159">
                <c:v>33.555199555944284</c:v>
              </c:pt>
              <c:pt idx="160">
                <c:v>33.555199555944284</c:v>
              </c:pt>
              <c:pt idx="161">
                <c:v>33.555199555944284</c:v>
              </c:pt>
              <c:pt idx="162">
                <c:v>33.555199555944284</c:v>
              </c:pt>
              <c:pt idx="163">
                <c:v>33.555199555944284</c:v>
              </c:pt>
              <c:pt idx="164">
                <c:v>33.555199555944284</c:v>
              </c:pt>
              <c:pt idx="165">
                <c:v>33.555199555944284</c:v>
              </c:pt>
              <c:pt idx="166">
                <c:v>33.555199555944284</c:v>
              </c:pt>
              <c:pt idx="167">
                <c:v>33.555199555944284</c:v>
              </c:pt>
              <c:pt idx="168">
                <c:v>33.555199555944284</c:v>
              </c:pt>
              <c:pt idx="169">
                <c:v>33.555199555944284</c:v>
              </c:pt>
              <c:pt idx="170">
                <c:v>33.555199555944284</c:v>
              </c:pt>
              <c:pt idx="171">
                <c:v>33.555199555944284</c:v>
              </c:pt>
              <c:pt idx="172">
                <c:v>33.555199555944284</c:v>
              </c:pt>
              <c:pt idx="173">
                <c:v>33.555199555944284</c:v>
              </c:pt>
              <c:pt idx="174">
                <c:v>33.555199555944284</c:v>
              </c:pt>
              <c:pt idx="175">
                <c:v>33.555199555944284</c:v>
              </c:pt>
              <c:pt idx="176">
                <c:v>33.555199555944284</c:v>
              </c:pt>
              <c:pt idx="177">
                <c:v>33.555199555944284</c:v>
              </c:pt>
              <c:pt idx="178">
                <c:v>33.555199555944284</c:v>
              </c:pt>
              <c:pt idx="179">
                <c:v>33.555199555944284</c:v>
              </c:pt>
              <c:pt idx="180">
                <c:v>33.555199555944284</c:v>
              </c:pt>
              <c:pt idx="181">
                <c:v>33.555199555944284</c:v>
              </c:pt>
              <c:pt idx="182">
                <c:v>33.555199555944284</c:v>
              </c:pt>
              <c:pt idx="183">
                <c:v>33.555199555944284</c:v>
              </c:pt>
              <c:pt idx="184">
                <c:v>33.555199555944284</c:v>
              </c:pt>
              <c:pt idx="185">
                <c:v>33.555199555944284</c:v>
              </c:pt>
              <c:pt idx="186">
                <c:v>33.555199555944284</c:v>
              </c:pt>
              <c:pt idx="187">
                <c:v>33.555199555944284</c:v>
              </c:pt>
              <c:pt idx="188">
                <c:v>33.555199555944284</c:v>
              </c:pt>
              <c:pt idx="189">
                <c:v>33.555199555944284</c:v>
              </c:pt>
              <c:pt idx="190">
                <c:v>33.555199555944284</c:v>
              </c:pt>
              <c:pt idx="191">
                <c:v>33.555199555944284</c:v>
              </c:pt>
              <c:pt idx="192">
                <c:v>33.555199555944284</c:v>
              </c:pt>
              <c:pt idx="193">
                <c:v>33.555199555944284</c:v>
              </c:pt>
              <c:pt idx="194">
                <c:v>33.555199555944284</c:v>
              </c:pt>
              <c:pt idx="195">
                <c:v>33.555199555944284</c:v>
              </c:pt>
              <c:pt idx="196">
                <c:v>33.555199555944284</c:v>
              </c:pt>
              <c:pt idx="197">
                <c:v>33.555199555944284</c:v>
              </c:pt>
              <c:pt idx="198">
                <c:v>33.555199555944284</c:v>
              </c:pt>
              <c:pt idx="199">
                <c:v>33.555199555944284</c:v>
              </c:pt>
              <c:pt idx="200">
                <c:v>33.555199555944284</c:v>
              </c:pt>
              <c:pt idx="201">
                <c:v>33.555199555944284</c:v>
              </c:pt>
              <c:pt idx="202">
                <c:v>33.555199555944284</c:v>
              </c:pt>
              <c:pt idx="203">
                <c:v>33.555199555944284</c:v>
              </c:pt>
              <c:pt idx="204">
                <c:v>33.555199555944284</c:v>
              </c:pt>
              <c:pt idx="205">
                <c:v>33.555199555944284</c:v>
              </c:pt>
              <c:pt idx="206">
                <c:v>33.555199555944284</c:v>
              </c:pt>
              <c:pt idx="207">
                <c:v>33.555199555944284</c:v>
              </c:pt>
              <c:pt idx="208">
                <c:v>33.555199555944284</c:v>
              </c:pt>
              <c:pt idx="209">
                <c:v>33.555199555944284</c:v>
              </c:pt>
              <c:pt idx="210">
                <c:v>33.555199555944284</c:v>
              </c:pt>
              <c:pt idx="211">
                <c:v>33.555199555944284</c:v>
              </c:pt>
              <c:pt idx="212">
                <c:v>33.555199555944284</c:v>
              </c:pt>
              <c:pt idx="213">
                <c:v>33.555199555944284</c:v>
              </c:pt>
              <c:pt idx="214">
                <c:v>33.555199555944284</c:v>
              </c:pt>
              <c:pt idx="215">
                <c:v>33.555199555944284</c:v>
              </c:pt>
              <c:pt idx="216">
                <c:v>33.555199555944284</c:v>
              </c:pt>
              <c:pt idx="217">
                <c:v>33.555199555944284</c:v>
              </c:pt>
              <c:pt idx="218">
                <c:v>33.555199555944284</c:v>
              </c:pt>
              <c:pt idx="219">
                <c:v>33.555199555944284</c:v>
              </c:pt>
              <c:pt idx="220">
                <c:v>33.555199555944284</c:v>
              </c:pt>
              <c:pt idx="221">
                <c:v>33.555199555944284</c:v>
              </c:pt>
              <c:pt idx="222">
                <c:v>33.555199555944284</c:v>
              </c:pt>
              <c:pt idx="223">
                <c:v>33.555199555944284</c:v>
              </c:pt>
              <c:pt idx="224">
                <c:v>33.555199555944284</c:v>
              </c:pt>
              <c:pt idx="225">
                <c:v>33.555199555944284</c:v>
              </c:pt>
              <c:pt idx="226">
                <c:v>33.555199555944284</c:v>
              </c:pt>
              <c:pt idx="227">
                <c:v>33.555199555944284</c:v>
              </c:pt>
              <c:pt idx="228">
                <c:v>33.555199555944284</c:v>
              </c:pt>
              <c:pt idx="229">
                <c:v>33.555199555944284</c:v>
              </c:pt>
              <c:pt idx="230">
                <c:v>33.555199555944284</c:v>
              </c:pt>
              <c:pt idx="231">
                <c:v>33.555199555944284</c:v>
              </c:pt>
              <c:pt idx="232">
                <c:v>33.555199555944284</c:v>
              </c:pt>
              <c:pt idx="233">
                <c:v>33.555199555944284</c:v>
              </c:pt>
              <c:pt idx="234">
                <c:v>33.555199555944284</c:v>
              </c:pt>
              <c:pt idx="235">
                <c:v>33.555199555944284</c:v>
              </c:pt>
              <c:pt idx="236">
                <c:v>33.555199555944284</c:v>
              </c:pt>
              <c:pt idx="237">
                <c:v>33.555199555944284</c:v>
              </c:pt>
              <c:pt idx="238">
                <c:v>33.555199555944284</c:v>
              </c:pt>
              <c:pt idx="239">
                <c:v>33.555199555944284</c:v>
              </c:pt>
              <c:pt idx="240">
                <c:v>33.555199555944284</c:v>
              </c:pt>
              <c:pt idx="241">
                <c:v>33.555199555944284</c:v>
              </c:pt>
              <c:pt idx="242">
                <c:v>33.555199555944284</c:v>
              </c:pt>
              <c:pt idx="243">
                <c:v>33.555199555944284</c:v>
              </c:pt>
              <c:pt idx="244">
                <c:v>33.555199555944284</c:v>
              </c:pt>
              <c:pt idx="245">
                <c:v>33.555199555944284</c:v>
              </c:pt>
              <c:pt idx="246">
                <c:v>33.555199555944284</c:v>
              </c:pt>
              <c:pt idx="247">
                <c:v>33.555199555944284</c:v>
              </c:pt>
              <c:pt idx="248">
                <c:v>33.555199555944284</c:v>
              </c:pt>
              <c:pt idx="249">
                <c:v>33.555199555944284</c:v>
              </c:pt>
              <c:pt idx="250">
                <c:v>33.555199555944284</c:v>
              </c:pt>
              <c:pt idx="251">
                <c:v>33.555199555944284</c:v>
              </c:pt>
              <c:pt idx="252">
                <c:v>33.555199555944284</c:v>
              </c:pt>
              <c:pt idx="253">
                <c:v>33.555199555944284</c:v>
              </c:pt>
              <c:pt idx="254">
                <c:v>33.555199555944284</c:v>
              </c:pt>
              <c:pt idx="255">
                <c:v>33.555199555944284</c:v>
              </c:pt>
              <c:pt idx="256">
                <c:v>33.555199555944284</c:v>
              </c:pt>
              <c:pt idx="257">
                <c:v>33.555199555944284</c:v>
              </c:pt>
              <c:pt idx="258">
                <c:v>33.555199555944284</c:v>
              </c:pt>
              <c:pt idx="259">
                <c:v>33.555199555944284</c:v>
              </c:pt>
              <c:pt idx="260">
                <c:v>33.555199555944284</c:v>
              </c:pt>
              <c:pt idx="261">
                <c:v>33.555199555944284</c:v>
              </c:pt>
              <c:pt idx="262">
                <c:v>33.555199555944284</c:v>
              </c:pt>
              <c:pt idx="263">
                <c:v>33.555199555944284</c:v>
              </c:pt>
              <c:pt idx="264">
                <c:v>33.555199555944284</c:v>
              </c:pt>
              <c:pt idx="265">
                <c:v>33.555199555944284</c:v>
              </c:pt>
              <c:pt idx="266">
                <c:v>33.555199555944284</c:v>
              </c:pt>
              <c:pt idx="267">
                <c:v>33.555199555944284</c:v>
              </c:pt>
              <c:pt idx="268">
                <c:v>33.555199555944284</c:v>
              </c:pt>
              <c:pt idx="269">
                <c:v>33.555199555944284</c:v>
              </c:pt>
              <c:pt idx="270">
                <c:v>33.555199555944284</c:v>
              </c:pt>
              <c:pt idx="271">
                <c:v>33.555199555944284</c:v>
              </c:pt>
              <c:pt idx="272">
                <c:v>33.555199555944284</c:v>
              </c:pt>
              <c:pt idx="273">
                <c:v>33.555199555944284</c:v>
              </c:pt>
              <c:pt idx="274">
                <c:v>33.555199555944284</c:v>
              </c:pt>
              <c:pt idx="275">
                <c:v>33.555199555944284</c:v>
              </c:pt>
              <c:pt idx="276">
                <c:v>33.555199555944284</c:v>
              </c:pt>
              <c:pt idx="277">
                <c:v>33.555199555944284</c:v>
              </c:pt>
              <c:pt idx="278">
                <c:v>33.555199555944284</c:v>
              </c:pt>
              <c:pt idx="279">
                <c:v>33.555199555944284</c:v>
              </c:pt>
              <c:pt idx="280">
                <c:v>33.555199555944284</c:v>
              </c:pt>
              <c:pt idx="281">
                <c:v>33.555199555944284</c:v>
              </c:pt>
              <c:pt idx="282">
                <c:v>33.555199555944284</c:v>
              </c:pt>
              <c:pt idx="283">
                <c:v>33.555199555944284</c:v>
              </c:pt>
              <c:pt idx="284">
                <c:v>33.555199555944284</c:v>
              </c:pt>
              <c:pt idx="285">
                <c:v>33.555199555944284</c:v>
              </c:pt>
              <c:pt idx="286">
                <c:v>33.555199555944284</c:v>
              </c:pt>
              <c:pt idx="287">
                <c:v>33.555199555944284</c:v>
              </c:pt>
              <c:pt idx="288">
                <c:v>33.555199555944284</c:v>
              </c:pt>
              <c:pt idx="289">
                <c:v>33.555199555944284</c:v>
              </c:pt>
              <c:pt idx="290">
                <c:v>33.555199555944284</c:v>
              </c:pt>
              <c:pt idx="291">
                <c:v>33.555199555944284</c:v>
              </c:pt>
              <c:pt idx="292">
                <c:v>33.555199555944284</c:v>
              </c:pt>
              <c:pt idx="293">
                <c:v>33.555199555944284</c:v>
              </c:pt>
              <c:pt idx="294">
                <c:v>33.555199555944284</c:v>
              </c:pt>
              <c:pt idx="295">
                <c:v>33.555199555944284</c:v>
              </c:pt>
              <c:pt idx="296">
                <c:v>33.555199555944284</c:v>
              </c:pt>
              <c:pt idx="297">
                <c:v>33.555199555944284</c:v>
              </c:pt>
              <c:pt idx="298">
                <c:v>33.555199555944284</c:v>
              </c:pt>
              <c:pt idx="299">
                <c:v>33.555199555944284</c:v>
              </c:pt>
              <c:pt idx="300">
                <c:v>33.555199555944284</c:v>
              </c:pt>
              <c:pt idx="301">
                <c:v>33.555199555944284</c:v>
              </c:pt>
              <c:pt idx="302">
                <c:v>33.555199555944284</c:v>
              </c:pt>
              <c:pt idx="303">
                <c:v>33.555199555944284</c:v>
              </c:pt>
              <c:pt idx="304">
                <c:v>33.555199555944284</c:v>
              </c:pt>
              <c:pt idx="305">
                <c:v>33.555199555944284</c:v>
              </c:pt>
              <c:pt idx="306">
                <c:v>33.555199555944284</c:v>
              </c:pt>
              <c:pt idx="307">
                <c:v>33.555199555944284</c:v>
              </c:pt>
              <c:pt idx="308">
                <c:v>33.555199555944284</c:v>
              </c:pt>
              <c:pt idx="309">
                <c:v>33.555199555944284</c:v>
              </c:pt>
              <c:pt idx="310">
                <c:v>33.555199555944284</c:v>
              </c:pt>
              <c:pt idx="311">
                <c:v>33.555199555944284</c:v>
              </c:pt>
              <c:pt idx="312">
                <c:v>33.555199555944284</c:v>
              </c:pt>
              <c:pt idx="313">
                <c:v>33.555199555944284</c:v>
              </c:pt>
              <c:pt idx="314">
                <c:v>33.555199555944284</c:v>
              </c:pt>
              <c:pt idx="315">
                <c:v>33.555199555944284</c:v>
              </c:pt>
              <c:pt idx="316">
                <c:v>33.555199555944284</c:v>
              </c:pt>
              <c:pt idx="317">
                <c:v>33.555199555944284</c:v>
              </c:pt>
              <c:pt idx="318">
                <c:v>33.555199555944284</c:v>
              </c:pt>
              <c:pt idx="319">
                <c:v>33.555199555944284</c:v>
              </c:pt>
              <c:pt idx="320">
                <c:v>33.555199555944284</c:v>
              </c:pt>
              <c:pt idx="321">
                <c:v>33.555199555944284</c:v>
              </c:pt>
              <c:pt idx="322">
                <c:v>33.555199555944284</c:v>
              </c:pt>
              <c:pt idx="323">
                <c:v>33.555199555944284</c:v>
              </c:pt>
            </c:numLit>
          </c:xVal>
          <c:yVal>
            <c:numLit>
              <c:formatCode>0.0</c:formatCode>
              <c:ptCount val="324"/>
              <c:pt idx="0">
                <c:v>0.018409778284908234</c:v>
              </c:pt>
              <c:pt idx="1">
                <c:v>0.018409778284908234</c:v>
              </c:pt>
              <c:pt idx="2">
                <c:v>0.018409778284908234</c:v>
              </c:pt>
              <c:pt idx="3">
                <c:v>0.018409778284908234</c:v>
              </c:pt>
              <c:pt idx="4">
                <c:v>0.018409778284908234</c:v>
              </c:pt>
              <c:pt idx="5">
                <c:v>0.018409778284908234</c:v>
              </c:pt>
              <c:pt idx="6">
                <c:v>0.018409778284908234</c:v>
              </c:pt>
              <c:pt idx="7">
                <c:v>0.018409778284908234</c:v>
              </c:pt>
              <c:pt idx="8">
                <c:v>0.018409778284908234</c:v>
              </c:pt>
              <c:pt idx="9">
                <c:v>0.018409778284908234</c:v>
              </c:pt>
              <c:pt idx="10">
                <c:v>0.018409778284908234</c:v>
              </c:pt>
              <c:pt idx="11">
                <c:v>0.018409778284908234</c:v>
              </c:pt>
              <c:pt idx="12">
                <c:v>0.018409778284908234</c:v>
              </c:pt>
              <c:pt idx="13">
                <c:v>0.018409778284908234</c:v>
              </c:pt>
              <c:pt idx="14">
                <c:v>0.018409778284908234</c:v>
              </c:pt>
              <c:pt idx="15">
                <c:v>0.018409778284908234</c:v>
              </c:pt>
              <c:pt idx="16">
                <c:v>0.018409778284908234</c:v>
              </c:pt>
              <c:pt idx="17">
                <c:v>0.018409778284908234</c:v>
              </c:pt>
              <c:pt idx="18">
                <c:v>0.018409778284908234</c:v>
              </c:pt>
              <c:pt idx="19">
                <c:v>0.018409778284908234</c:v>
              </c:pt>
              <c:pt idx="20">
                <c:v>0.018409778284908234</c:v>
              </c:pt>
              <c:pt idx="21">
                <c:v>0.018409778284908234</c:v>
              </c:pt>
              <c:pt idx="22">
                <c:v>0.018409778284908234</c:v>
              </c:pt>
              <c:pt idx="23">
                <c:v>0.018409778284908234</c:v>
              </c:pt>
              <c:pt idx="24">
                <c:v>0.018409778284908234</c:v>
              </c:pt>
              <c:pt idx="25">
                <c:v>0.018409778284908234</c:v>
              </c:pt>
              <c:pt idx="26">
                <c:v>0.018409778284908234</c:v>
              </c:pt>
              <c:pt idx="27">
                <c:v>0.018409778284908234</c:v>
              </c:pt>
              <c:pt idx="28">
                <c:v>0.018409778284908234</c:v>
              </c:pt>
              <c:pt idx="29">
                <c:v>0.018409778284908234</c:v>
              </c:pt>
              <c:pt idx="30">
                <c:v>0.018409778284908234</c:v>
              </c:pt>
              <c:pt idx="31">
                <c:v>0.018409778284908234</c:v>
              </c:pt>
              <c:pt idx="32">
                <c:v>0.018409778284908234</c:v>
              </c:pt>
              <c:pt idx="33">
                <c:v>0.018409778284908234</c:v>
              </c:pt>
              <c:pt idx="34">
                <c:v>0.018409778284908234</c:v>
              </c:pt>
              <c:pt idx="35">
                <c:v>0.018409778284908234</c:v>
              </c:pt>
              <c:pt idx="36">
                <c:v>0.018409778284908234</c:v>
              </c:pt>
              <c:pt idx="37">
                <c:v>0.018409778284908234</c:v>
              </c:pt>
              <c:pt idx="38">
                <c:v>0.018409778284908234</c:v>
              </c:pt>
              <c:pt idx="39">
                <c:v>0.018409778284908234</c:v>
              </c:pt>
              <c:pt idx="40">
                <c:v>0.018409778284908234</c:v>
              </c:pt>
              <c:pt idx="41">
                <c:v>0.018409778284908234</c:v>
              </c:pt>
              <c:pt idx="42">
                <c:v>0.018409778284908234</c:v>
              </c:pt>
              <c:pt idx="43">
                <c:v>0.018409778284908234</c:v>
              </c:pt>
              <c:pt idx="44">
                <c:v>0.018409778284908234</c:v>
              </c:pt>
              <c:pt idx="45">
                <c:v>0.018409778284908234</c:v>
              </c:pt>
              <c:pt idx="46">
                <c:v>0.018409778284908234</c:v>
              </c:pt>
              <c:pt idx="47">
                <c:v>0.018409778284908234</c:v>
              </c:pt>
              <c:pt idx="48">
                <c:v>0.018409778284908234</c:v>
              </c:pt>
              <c:pt idx="49">
                <c:v>0.018409778284908234</c:v>
              </c:pt>
              <c:pt idx="50">
                <c:v>0.018409778284908234</c:v>
              </c:pt>
              <c:pt idx="51">
                <c:v>0.018409778284908234</c:v>
              </c:pt>
              <c:pt idx="52">
                <c:v>0.018409778284908234</c:v>
              </c:pt>
              <c:pt idx="53">
                <c:v>0.018409778284908234</c:v>
              </c:pt>
              <c:pt idx="54">
                <c:v>0.018409778284908234</c:v>
              </c:pt>
              <c:pt idx="55">
                <c:v>0.018409778284908234</c:v>
              </c:pt>
              <c:pt idx="56">
                <c:v>0.018409778284908234</c:v>
              </c:pt>
              <c:pt idx="57">
                <c:v>0.018409778284908234</c:v>
              </c:pt>
              <c:pt idx="58">
                <c:v>0.018409778284908234</c:v>
              </c:pt>
              <c:pt idx="59">
                <c:v>0.018409778284908234</c:v>
              </c:pt>
              <c:pt idx="60">
                <c:v>0.018409778284908234</c:v>
              </c:pt>
              <c:pt idx="61">
                <c:v>0.018409778284908234</c:v>
              </c:pt>
              <c:pt idx="62">
                <c:v>0.018409778284908234</c:v>
              </c:pt>
              <c:pt idx="63">
                <c:v>0.018409778284908234</c:v>
              </c:pt>
              <c:pt idx="64">
                <c:v>0.018409778284908234</c:v>
              </c:pt>
              <c:pt idx="65">
                <c:v>0.018409778284908234</c:v>
              </c:pt>
              <c:pt idx="66">
                <c:v>0.018409778284908234</c:v>
              </c:pt>
              <c:pt idx="67">
                <c:v>0.018409778284908234</c:v>
              </c:pt>
              <c:pt idx="68">
                <c:v>0.018409778284908234</c:v>
              </c:pt>
              <c:pt idx="69">
                <c:v>0.018409778284908234</c:v>
              </c:pt>
              <c:pt idx="70">
                <c:v>0.018409778284908234</c:v>
              </c:pt>
              <c:pt idx="71">
                <c:v>0.018409778284908234</c:v>
              </c:pt>
              <c:pt idx="72">
                <c:v>0.018409778284908234</c:v>
              </c:pt>
              <c:pt idx="73">
                <c:v>0.018409778284908234</c:v>
              </c:pt>
              <c:pt idx="74">
                <c:v>0.018409778284908234</c:v>
              </c:pt>
              <c:pt idx="75">
                <c:v>0.018409778284908234</c:v>
              </c:pt>
              <c:pt idx="76">
                <c:v>0.018409778284908234</c:v>
              </c:pt>
              <c:pt idx="77">
                <c:v>0.018409778284908234</c:v>
              </c:pt>
              <c:pt idx="78">
                <c:v>0.018409778284908234</c:v>
              </c:pt>
              <c:pt idx="79">
                <c:v>0.018409778284908234</c:v>
              </c:pt>
              <c:pt idx="80">
                <c:v>0.018409778284908234</c:v>
              </c:pt>
              <c:pt idx="81">
                <c:v>0.018409778284908234</c:v>
              </c:pt>
              <c:pt idx="82">
                <c:v>0.018409778284908234</c:v>
              </c:pt>
              <c:pt idx="83">
                <c:v>0.018409778284908234</c:v>
              </c:pt>
              <c:pt idx="84">
                <c:v>0.018409778284908234</c:v>
              </c:pt>
              <c:pt idx="85">
                <c:v>0.018409778284908234</c:v>
              </c:pt>
              <c:pt idx="86">
                <c:v>0.018409778284908234</c:v>
              </c:pt>
              <c:pt idx="87">
                <c:v>0.018409778284908234</c:v>
              </c:pt>
              <c:pt idx="88">
                <c:v>0.018409778284908234</c:v>
              </c:pt>
              <c:pt idx="89">
                <c:v>0.018409778284908234</c:v>
              </c:pt>
              <c:pt idx="90">
                <c:v>0.018409778284908234</c:v>
              </c:pt>
              <c:pt idx="91">
                <c:v>0.018409778284908234</c:v>
              </c:pt>
              <c:pt idx="92">
                <c:v>0.018409778284908234</c:v>
              </c:pt>
              <c:pt idx="93">
                <c:v>0.018409778284908234</c:v>
              </c:pt>
              <c:pt idx="94">
                <c:v>0.018409778284908234</c:v>
              </c:pt>
              <c:pt idx="95">
                <c:v>0.018409778284908234</c:v>
              </c:pt>
              <c:pt idx="96">
                <c:v>0.018409778284908234</c:v>
              </c:pt>
              <c:pt idx="97">
                <c:v>0.018409778284908234</c:v>
              </c:pt>
              <c:pt idx="98">
                <c:v>0.018409778284908234</c:v>
              </c:pt>
              <c:pt idx="99">
                <c:v>0.018409778284908234</c:v>
              </c:pt>
              <c:pt idx="100">
                <c:v>0.018409778284908234</c:v>
              </c:pt>
              <c:pt idx="101">
                <c:v>0.018409778284908234</c:v>
              </c:pt>
              <c:pt idx="102">
                <c:v>0.018409778284908234</c:v>
              </c:pt>
              <c:pt idx="103">
                <c:v>0.018409778284908234</c:v>
              </c:pt>
              <c:pt idx="104">
                <c:v>0.018409778284908234</c:v>
              </c:pt>
              <c:pt idx="105">
                <c:v>0.018409778284908234</c:v>
              </c:pt>
              <c:pt idx="106">
                <c:v>0.018409778284908234</c:v>
              </c:pt>
              <c:pt idx="107">
                <c:v>0.018409778284908234</c:v>
              </c:pt>
              <c:pt idx="108">
                <c:v>0.018409778284908234</c:v>
              </c:pt>
              <c:pt idx="109">
                <c:v>0.018409778284908234</c:v>
              </c:pt>
              <c:pt idx="110">
                <c:v>0.018409778284908234</c:v>
              </c:pt>
              <c:pt idx="111">
                <c:v>0.018409778284908234</c:v>
              </c:pt>
              <c:pt idx="112">
                <c:v>0.018409778284908234</c:v>
              </c:pt>
              <c:pt idx="113">
                <c:v>0.018409778284908234</c:v>
              </c:pt>
              <c:pt idx="114">
                <c:v>0.018409778284908234</c:v>
              </c:pt>
              <c:pt idx="115">
                <c:v>0.018409778284908234</c:v>
              </c:pt>
              <c:pt idx="116">
                <c:v>0.018409778284908234</c:v>
              </c:pt>
              <c:pt idx="117">
                <c:v>0.018409778284908234</c:v>
              </c:pt>
              <c:pt idx="118">
                <c:v>0.018409778284908234</c:v>
              </c:pt>
              <c:pt idx="119">
                <c:v>0.018409778284908234</c:v>
              </c:pt>
              <c:pt idx="120">
                <c:v>0.018409778284908234</c:v>
              </c:pt>
              <c:pt idx="121">
                <c:v>0.018409778284908234</c:v>
              </c:pt>
              <c:pt idx="122">
                <c:v>0.018409778284908234</c:v>
              </c:pt>
              <c:pt idx="123">
                <c:v>0.018409778284908234</c:v>
              </c:pt>
              <c:pt idx="124">
                <c:v>0.018409778284908234</c:v>
              </c:pt>
              <c:pt idx="125">
                <c:v>0.018409778284908234</c:v>
              </c:pt>
              <c:pt idx="126">
                <c:v>0.018409778284908234</c:v>
              </c:pt>
              <c:pt idx="127">
                <c:v>0.018409778284908234</c:v>
              </c:pt>
              <c:pt idx="128">
                <c:v>0.018409778284908234</c:v>
              </c:pt>
              <c:pt idx="129">
                <c:v>0.018409778284908234</c:v>
              </c:pt>
              <c:pt idx="130">
                <c:v>0.018409778284908234</c:v>
              </c:pt>
              <c:pt idx="131">
                <c:v>0.018409778284908234</c:v>
              </c:pt>
              <c:pt idx="132">
                <c:v>0.018409778284908234</c:v>
              </c:pt>
              <c:pt idx="133">
                <c:v>0.018409778284908234</c:v>
              </c:pt>
              <c:pt idx="134">
                <c:v>0.018409778284908234</c:v>
              </c:pt>
              <c:pt idx="135">
                <c:v>0.018409778284908234</c:v>
              </c:pt>
              <c:pt idx="136">
                <c:v>0.018409778284908234</c:v>
              </c:pt>
              <c:pt idx="137">
                <c:v>0.018409778284908234</c:v>
              </c:pt>
              <c:pt idx="138">
                <c:v>0.018409778284908234</c:v>
              </c:pt>
              <c:pt idx="139">
                <c:v>0.018409778284908234</c:v>
              </c:pt>
              <c:pt idx="140">
                <c:v>0.018409778284908234</c:v>
              </c:pt>
              <c:pt idx="141">
                <c:v>0.018409778284908234</c:v>
              </c:pt>
              <c:pt idx="142">
                <c:v>0.018409778284908234</c:v>
              </c:pt>
              <c:pt idx="143">
                <c:v>0.018409778284908234</c:v>
              </c:pt>
              <c:pt idx="144">
                <c:v>0.018409778284908234</c:v>
              </c:pt>
              <c:pt idx="145">
                <c:v>0.018409778284908234</c:v>
              </c:pt>
              <c:pt idx="146">
                <c:v>0.018409778284908234</c:v>
              </c:pt>
              <c:pt idx="147">
                <c:v>0.018409778284908234</c:v>
              </c:pt>
              <c:pt idx="148">
                <c:v>0.018409778284908234</c:v>
              </c:pt>
              <c:pt idx="149">
                <c:v>0.018409778284908234</c:v>
              </c:pt>
              <c:pt idx="150">
                <c:v>0.018409778284908234</c:v>
              </c:pt>
              <c:pt idx="151">
                <c:v>0.018409778284908234</c:v>
              </c:pt>
              <c:pt idx="152">
                <c:v>0.018409778284908234</c:v>
              </c:pt>
              <c:pt idx="153">
                <c:v>0.018409778284908234</c:v>
              </c:pt>
              <c:pt idx="154">
                <c:v>0.018409778284908234</c:v>
              </c:pt>
              <c:pt idx="155">
                <c:v>0.018409778284908234</c:v>
              </c:pt>
              <c:pt idx="156">
                <c:v>0.018409778284908234</c:v>
              </c:pt>
              <c:pt idx="157">
                <c:v>0.018409778284908234</c:v>
              </c:pt>
              <c:pt idx="158">
                <c:v>0.018409778284908234</c:v>
              </c:pt>
              <c:pt idx="159">
                <c:v>0.018409778284908234</c:v>
              </c:pt>
              <c:pt idx="160">
                <c:v>0.018409778284908234</c:v>
              </c:pt>
              <c:pt idx="161">
                <c:v>0.018409778284908234</c:v>
              </c:pt>
              <c:pt idx="162">
                <c:v>0.018409778284908234</c:v>
              </c:pt>
              <c:pt idx="163">
                <c:v>0.018409778284908234</c:v>
              </c:pt>
              <c:pt idx="164">
                <c:v>0.018409778284908234</c:v>
              </c:pt>
              <c:pt idx="165">
                <c:v>0.018409778284908234</c:v>
              </c:pt>
              <c:pt idx="166">
                <c:v>0.018409778284908234</c:v>
              </c:pt>
              <c:pt idx="167">
                <c:v>0.018409778284908234</c:v>
              </c:pt>
              <c:pt idx="168">
                <c:v>0.018409778284908234</c:v>
              </c:pt>
              <c:pt idx="169">
                <c:v>0.018409778284908234</c:v>
              </c:pt>
              <c:pt idx="170">
                <c:v>0.018409778284908234</c:v>
              </c:pt>
              <c:pt idx="171">
                <c:v>0.018409778284908234</c:v>
              </c:pt>
              <c:pt idx="172">
                <c:v>0.018409778284908234</c:v>
              </c:pt>
              <c:pt idx="173">
                <c:v>0.018409778284908234</c:v>
              </c:pt>
              <c:pt idx="174">
                <c:v>0.018409778284908234</c:v>
              </c:pt>
              <c:pt idx="175">
                <c:v>0.018409778284908234</c:v>
              </c:pt>
              <c:pt idx="176">
                <c:v>0.018409778284908234</c:v>
              </c:pt>
              <c:pt idx="177">
                <c:v>0.018409778284908234</c:v>
              </c:pt>
              <c:pt idx="178">
                <c:v>0.018409778284908234</c:v>
              </c:pt>
              <c:pt idx="179">
                <c:v>0.018409778284908234</c:v>
              </c:pt>
              <c:pt idx="180">
                <c:v>0.018409778284908234</c:v>
              </c:pt>
              <c:pt idx="181">
                <c:v>0.018409778284908234</c:v>
              </c:pt>
              <c:pt idx="182">
                <c:v>0.018409778284908234</c:v>
              </c:pt>
              <c:pt idx="183">
                <c:v>0.018409778284908234</c:v>
              </c:pt>
              <c:pt idx="184">
                <c:v>0.018409778284908234</c:v>
              </c:pt>
              <c:pt idx="185">
                <c:v>0.018409778284908234</c:v>
              </c:pt>
              <c:pt idx="186">
                <c:v>0.018409778284908234</c:v>
              </c:pt>
              <c:pt idx="187">
                <c:v>0.018409778284908234</c:v>
              </c:pt>
              <c:pt idx="188">
                <c:v>0.018409778284908234</c:v>
              </c:pt>
              <c:pt idx="189">
                <c:v>0.018409778284908234</c:v>
              </c:pt>
              <c:pt idx="190">
                <c:v>0.018409778284908234</c:v>
              </c:pt>
              <c:pt idx="191">
                <c:v>0.018409778284908234</c:v>
              </c:pt>
              <c:pt idx="192">
                <c:v>0.018409778284908234</c:v>
              </c:pt>
              <c:pt idx="193">
                <c:v>0.018409778284908234</c:v>
              </c:pt>
              <c:pt idx="194">
                <c:v>0.018409778284908234</c:v>
              </c:pt>
              <c:pt idx="195">
                <c:v>0.018409778284908234</c:v>
              </c:pt>
              <c:pt idx="196">
                <c:v>0.018409778284908234</c:v>
              </c:pt>
              <c:pt idx="197">
                <c:v>0.018409778284908234</c:v>
              </c:pt>
              <c:pt idx="198">
                <c:v>0.018409778284908234</c:v>
              </c:pt>
              <c:pt idx="199">
                <c:v>0.018409778284908234</c:v>
              </c:pt>
              <c:pt idx="200">
                <c:v>0.018409778284908234</c:v>
              </c:pt>
              <c:pt idx="201">
                <c:v>0.018409778284908234</c:v>
              </c:pt>
              <c:pt idx="202">
                <c:v>0.018409778284908234</c:v>
              </c:pt>
              <c:pt idx="203">
                <c:v>0.018409778284908234</c:v>
              </c:pt>
              <c:pt idx="204">
                <c:v>0.018409778284908234</c:v>
              </c:pt>
              <c:pt idx="205">
                <c:v>0.018409778284908234</c:v>
              </c:pt>
              <c:pt idx="206">
                <c:v>0.018409778284908234</c:v>
              </c:pt>
              <c:pt idx="207">
                <c:v>0.018409778284908234</c:v>
              </c:pt>
              <c:pt idx="208">
                <c:v>0.018409778284908234</c:v>
              </c:pt>
              <c:pt idx="209">
                <c:v>0.018409778284908234</c:v>
              </c:pt>
              <c:pt idx="210">
                <c:v>0.018409778284908234</c:v>
              </c:pt>
              <c:pt idx="211">
                <c:v>0.018409778284908234</c:v>
              </c:pt>
              <c:pt idx="212">
                <c:v>0.018409778284908234</c:v>
              </c:pt>
              <c:pt idx="213">
                <c:v>0.018409778284908234</c:v>
              </c:pt>
              <c:pt idx="214">
                <c:v>0.018409778284908234</c:v>
              </c:pt>
              <c:pt idx="215">
                <c:v>0.018409778284908234</c:v>
              </c:pt>
              <c:pt idx="216">
                <c:v>0.018409778284908234</c:v>
              </c:pt>
              <c:pt idx="217">
                <c:v>0.018409778284908234</c:v>
              </c:pt>
              <c:pt idx="218">
                <c:v>0.018409778284908234</c:v>
              </c:pt>
              <c:pt idx="219">
                <c:v>0.018409778284908234</c:v>
              </c:pt>
              <c:pt idx="220">
                <c:v>0.018409778284908234</c:v>
              </c:pt>
              <c:pt idx="221">
                <c:v>0.018409778284908234</c:v>
              </c:pt>
              <c:pt idx="222">
                <c:v>0.018409778284908234</c:v>
              </c:pt>
              <c:pt idx="223">
                <c:v>0.018409778284908234</c:v>
              </c:pt>
              <c:pt idx="224">
                <c:v>0.018409778284908234</c:v>
              </c:pt>
              <c:pt idx="225">
                <c:v>0.018409778284908234</c:v>
              </c:pt>
              <c:pt idx="226">
                <c:v>0.018409778284908234</c:v>
              </c:pt>
              <c:pt idx="227">
                <c:v>0.018409778284908234</c:v>
              </c:pt>
              <c:pt idx="228">
                <c:v>0.018409778284908234</c:v>
              </c:pt>
              <c:pt idx="229">
                <c:v>0.018409778284908234</c:v>
              </c:pt>
              <c:pt idx="230">
                <c:v>0.018409778284908234</c:v>
              </c:pt>
              <c:pt idx="231">
                <c:v>0.018409778284908234</c:v>
              </c:pt>
              <c:pt idx="232">
                <c:v>0.018409778284908234</c:v>
              </c:pt>
              <c:pt idx="233">
                <c:v>0.018409778284908234</c:v>
              </c:pt>
              <c:pt idx="234">
                <c:v>0.018409778284908234</c:v>
              </c:pt>
              <c:pt idx="235">
                <c:v>0.018409778284908234</c:v>
              </c:pt>
              <c:pt idx="236">
                <c:v>0.018409778284908234</c:v>
              </c:pt>
              <c:pt idx="237">
                <c:v>0.018409778284908234</c:v>
              </c:pt>
              <c:pt idx="238">
                <c:v>0.018409778284908234</c:v>
              </c:pt>
              <c:pt idx="239">
                <c:v>0.018409778284908234</c:v>
              </c:pt>
              <c:pt idx="240">
                <c:v>0.018409778284908234</c:v>
              </c:pt>
              <c:pt idx="241">
                <c:v>0.018409778284908234</c:v>
              </c:pt>
              <c:pt idx="242">
                <c:v>0.018409778284908234</c:v>
              </c:pt>
              <c:pt idx="243">
                <c:v>0.018409778284908234</c:v>
              </c:pt>
              <c:pt idx="244">
                <c:v>0.018409778284908234</c:v>
              </c:pt>
              <c:pt idx="245">
                <c:v>0.018409778284908234</c:v>
              </c:pt>
              <c:pt idx="246">
                <c:v>0.018409778284908234</c:v>
              </c:pt>
              <c:pt idx="247">
                <c:v>0.018409778284908234</c:v>
              </c:pt>
              <c:pt idx="248">
                <c:v>0.018409778284908234</c:v>
              </c:pt>
              <c:pt idx="249">
                <c:v>0.018409778284908234</c:v>
              </c:pt>
              <c:pt idx="250">
                <c:v>0.018409778284908234</c:v>
              </c:pt>
              <c:pt idx="251">
                <c:v>0.018409778284908234</c:v>
              </c:pt>
              <c:pt idx="252">
                <c:v>0.018409778284908234</c:v>
              </c:pt>
              <c:pt idx="253">
                <c:v>0.018409778284908234</c:v>
              </c:pt>
              <c:pt idx="254">
                <c:v>0.018409778284908234</c:v>
              </c:pt>
              <c:pt idx="255">
                <c:v>0.018409778284908234</c:v>
              </c:pt>
              <c:pt idx="256">
                <c:v>0.018409778284908234</c:v>
              </c:pt>
              <c:pt idx="257">
                <c:v>0.018409778284908234</c:v>
              </c:pt>
              <c:pt idx="258">
                <c:v>0.018409778284908234</c:v>
              </c:pt>
              <c:pt idx="259">
                <c:v>0.018409778284908234</c:v>
              </c:pt>
              <c:pt idx="260">
                <c:v>0.018409778284908234</c:v>
              </c:pt>
              <c:pt idx="261">
                <c:v>0.018409778284908234</c:v>
              </c:pt>
              <c:pt idx="262">
                <c:v>0.018409778284908234</c:v>
              </c:pt>
              <c:pt idx="263">
                <c:v>0.018409778284908234</c:v>
              </c:pt>
              <c:pt idx="264">
                <c:v>0.018409778284908234</c:v>
              </c:pt>
              <c:pt idx="265">
                <c:v>0.018409778284908234</c:v>
              </c:pt>
              <c:pt idx="266">
                <c:v>0.018409778284908234</c:v>
              </c:pt>
              <c:pt idx="267">
                <c:v>0.018409778284908234</c:v>
              </c:pt>
              <c:pt idx="268">
                <c:v>0.018409778284908234</c:v>
              </c:pt>
              <c:pt idx="269">
                <c:v>0.018409778284908234</c:v>
              </c:pt>
              <c:pt idx="270">
                <c:v>0.018409778284908234</c:v>
              </c:pt>
              <c:pt idx="271">
                <c:v>0.018409778284908234</c:v>
              </c:pt>
              <c:pt idx="272">
                <c:v>0.018409778284908234</c:v>
              </c:pt>
              <c:pt idx="273">
                <c:v>0.018409778284908234</c:v>
              </c:pt>
              <c:pt idx="274">
                <c:v>0.018409778284908234</c:v>
              </c:pt>
              <c:pt idx="275">
                <c:v>0.018409778284908234</c:v>
              </c:pt>
              <c:pt idx="276">
                <c:v>0.018409778284908234</c:v>
              </c:pt>
              <c:pt idx="277">
                <c:v>0.018409778284908234</c:v>
              </c:pt>
              <c:pt idx="278">
                <c:v>0.018409778284908234</c:v>
              </c:pt>
              <c:pt idx="279">
                <c:v>0.018409778284908234</c:v>
              </c:pt>
              <c:pt idx="280">
                <c:v>0.018409778284908234</c:v>
              </c:pt>
              <c:pt idx="281">
                <c:v>0.018409778284908234</c:v>
              </c:pt>
              <c:pt idx="282">
                <c:v>0.018409778284908234</c:v>
              </c:pt>
              <c:pt idx="283">
                <c:v>0.018409778284908234</c:v>
              </c:pt>
              <c:pt idx="284">
                <c:v>0.018409778284908234</c:v>
              </c:pt>
              <c:pt idx="285">
                <c:v>0.018409778284908234</c:v>
              </c:pt>
              <c:pt idx="286">
                <c:v>0.018409778284908234</c:v>
              </c:pt>
              <c:pt idx="287">
                <c:v>0.018409778284908234</c:v>
              </c:pt>
              <c:pt idx="288">
                <c:v>0.018409778284908234</c:v>
              </c:pt>
              <c:pt idx="289">
                <c:v>0.018409778284908234</c:v>
              </c:pt>
              <c:pt idx="290">
                <c:v>0.018409778284908234</c:v>
              </c:pt>
              <c:pt idx="291">
                <c:v>0.018409778284908234</c:v>
              </c:pt>
              <c:pt idx="292">
                <c:v>0.018409778284908234</c:v>
              </c:pt>
              <c:pt idx="293">
                <c:v>0.018409778284908234</c:v>
              </c:pt>
              <c:pt idx="294">
                <c:v>0.018409778284908234</c:v>
              </c:pt>
              <c:pt idx="295">
                <c:v>0.018409778284908234</c:v>
              </c:pt>
              <c:pt idx="296">
                <c:v>0.018409778284908234</c:v>
              </c:pt>
              <c:pt idx="297">
                <c:v>0.018409778284908234</c:v>
              </c:pt>
              <c:pt idx="298">
                <c:v>0.018409778284908234</c:v>
              </c:pt>
              <c:pt idx="299">
                <c:v>0.018409778284908234</c:v>
              </c:pt>
              <c:pt idx="300">
                <c:v>0.018409778284908234</c:v>
              </c:pt>
              <c:pt idx="301">
                <c:v>0.018409778284908234</c:v>
              </c:pt>
              <c:pt idx="302">
                <c:v>0.018409778284908234</c:v>
              </c:pt>
              <c:pt idx="303">
                <c:v>0.018409778284908234</c:v>
              </c:pt>
              <c:pt idx="304">
                <c:v>0.018409778284908234</c:v>
              </c:pt>
              <c:pt idx="305">
                <c:v>0.018409778284908234</c:v>
              </c:pt>
              <c:pt idx="306">
                <c:v>0.018409778284908234</c:v>
              </c:pt>
              <c:pt idx="307">
                <c:v>0.018409778284908234</c:v>
              </c:pt>
              <c:pt idx="308">
                <c:v>0.018409778284908234</c:v>
              </c:pt>
              <c:pt idx="309">
                <c:v>0.018409778284908234</c:v>
              </c:pt>
              <c:pt idx="310">
                <c:v>0.018409778284908234</c:v>
              </c:pt>
              <c:pt idx="311">
                <c:v>0.018409778284908234</c:v>
              </c:pt>
              <c:pt idx="312">
                <c:v>0.018409778284908234</c:v>
              </c:pt>
              <c:pt idx="313">
                <c:v>0.018409778284908234</c:v>
              </c:pt>
              <c:pt idx="314">
                <c:v>0.018409778284908234</c:v>
              </c:pt>
              <c:pt idx="315">
                <c:v>0.018409778284908234</c:v>
              </c:pt>
              <c:pt idx="316">
                <c:v>0.018409778284908234</c:v>
              </c:pt>
              <c:pt idx="317">
                <c:v>0.018409778284908234</c:v>
              </c:pt>
              <c:pt idx="318">
                <c:v>0.018409778284908234</c:v>
              </c:pt>
              <c:pt idx="319">
                <c:v>0.018409778284908234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ser>
          <c:idx val="10"/>
          <c:order val="10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32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</c:numLit>
          </c:xVal>
          <c:yVal>
            <c:numLit>
              <c:formatCode>0.0</c:formatCode>
              <c:ptCount val="324"/>
              <c:pt idx="0">
                <c:v>0.9602715269585541</c:v>
              </c:pt>
              <c:pt idx="1">
                <c:v>0.9602715269585541</c:v>
              </c:pt>
              <c:pt idx="2">
                <c:v>0.9602715269585541</c:v>
              </c:pt>
              <c:pt idx="3">
                <c:v>0.9602715269585541</c:v>
              </c:pt>
              <c:pt idx="4">
                <c:v>0.9602715269585541</c:v>
              </c:pt>
              <c:pt idx="5">
                <c:v>0.9602715269585541</c:v>
              </c:pt>
              <c:pt idx="6">
                <c:v>0.9602715269585541</c:v>
              </c:pt>
              <c:pt idx="7">
                <c:v>0.9602715269585541</c:v>
              </c:pt>
              <c:pt idx="8">
                <c:v>0.9602715269585541</c:v>
              </c:pt>
              <c:pt idx="9">
                <c:v>0.9602715269585541</c:v>
              </c:pt>
              <c:pt idx="10">
                <c:v>0.9602715269585541</c:v>
              </c:pt>
              <c:pt idx="11">
                <c:v>0.9602715269585541</c:v>
              </c:pt>
              <c:pt idx="12">
                <c:v>0.9602715269585541</c:v>
              </c:pt>
              <c:pt idx="13">
                <c:v>0.9602715269585541</c:v>
              </c:pt>
              <c:pt idx="14">
                <c:v>0.9602715269585541</c:v>
              </c:pt>
              <c:pt idx="15">
                <c:v>0.9602715269585541</c:v>
              </c:pt>
              <c:pt idx="16">
                <c:v>0.9602715269585541</c:v>
              </c:pt>
              <c:pt idx="17">
                <c:v>0.9602715269585541</c:v>
              </c:pt>
              <c:pt idx="18">
                <c:v>0.9602715269585541</c:v>
              </c:pt>
              <c:pt idx="19">
                <c:v>0.9602715269585541</c:v>
              </c:pt>
              <c:pt idx="20">
                <c:v>0.9602715269585541</c:v>
              </c:pt>
              <c:pt idx="21">
                <c:v>0.9602715269585541</c:v>
              </c:pt>
              <c:pt idx="22">
                <c:v>0.9602715269585541</c:v>
              </c:pt>
              <c:pt idx="23">
                <c:v>0.9602715269585541</c:v>
              </c:pt>
              <c:pt idx="24">
                <c:v>0.9602715269585541</c:v>
              </c:pt>
              <c:pt idx="25">
                <c:v>0.9602715269585541</c:v>
              </c:pt>
              <c:pt idx="26">
                <c:v>0.9602715269585541</c:v>
              </c:pt>
              <c:pt idx="27">
                <c:v>0.9602715269585541</c:v>
              </c:pt>
              <c:pt idx="28">
                <c:v>0.9602715269585541</c:v>
              </c:pt>
              <c:pt idx="29">
                <c:v>0.9602715269585541</c:v>
              </c:pt>
              <c:pt idx="30">
                <c:v>0.9602715269585541</c:v>
              </c:pt>
              <c:pt idx="31">
                <c:v>0.9602715269585541</c:v>
              </c:pt>
              <c:pt idx="32">
                <c:v>0.9602715269585541</c:v>
              </c:pt>
              <c:pt idx="33">
                <c:v>0.9602715269585541</c:v>
              </c:pt>
              <c:pt idx="34">
                <c:v>0.9602715269585541</c:v>
              </c:pt>
              <c:pt idx="35">
                <c:v>0.9602715269585541</c:v>
              </c:pt>
              <c:pt idx="36">
                <c:v>0.9602715269585541</c:v>
              </c:pt>
              <c:pt idx="37">
                <c:v>0.9602715269585541</c:v>
              </c:pt>
              <c:pt idx="38">
                <c:v>0.9602715269585541</c:v>
              </c:pt>
              <c:pt idx="39">
                <c:v>0.9602715269585541</c:v>
              </c:pt>
              <c:pt idx="40">
                <c:v>0.9602715269585541</c:v>
              </c:pt>
              <c:pt idx="41">
                <c:v>0.9602715269585541</c:v>
              </c:pt>
              <c:pt idx="42">
                <c:v>0.9602715269585541</c:v>
              </c:pt>
              <c:pt idx="43">
                <c:v>0.9602715269585541</c:v>
              </c:pt>
              <c:pt idx="44">
                <c:v>0.9602715269585541</c:v>
              </c:pt>
              <c:pt idx="45">
                <c:v>0.9602715269585541</c:v>
              </c:pt>
              <c:pt idx="46">
                <c:v>0.9602715269585541</c:v>
              </c:pt>
              <c:pt idx="47">
                <c:v>0.9602715269585541</c:v>
              </c:pt>
              <c:pt idx="48">
                <c:v>0.9602715269585541</c:v>
              </c:pt>
              <c:pt idx="49">
                <c:v>0.9602715269585541</c:v>
              </c:pt>
              <c:pt idx="50">
                <c:v>0.9602715269585541</c:v>
              </c:pt>
              <c:pt idx="51">
                <c:v>0.9602715269585541</c:v>
              </c:pt>
              <c:pt idx="52">
                <c:v>0.9602715269585541</c:v>
              </c:pt>
              <c:pt idx="53">
                <c:v>0.9602715269585541</c:v>
              </c:pt>
              <c:pt idx="54">
                <c:v>0.9602715269585541</c:v>
              </c:pt>
              <c:pt idx="55">
                <c:v>0.9602715269585541</c:v>
              </c:pt>
              <c:pt idx="56">
                <c:v>0.9602715269585541</c:v>
              </c:pt>
              <c:pt idx="57">
                <c:v>0.9602715269585541</c:v>
              </c:pt>
              <c:pt idx="58">
                <c:v>0.9602715269585541</c:v>
              </c:pt>
              <c:pt idx="59">
                <c:v>0.9602715269585541</c:v>
              </c:pt>
              <c:pt idx="60">
                <c:v>0.9602715269585541</c:v>
              </c:pt>
              <c:pt idx="61">
                <c:v>0.9602715269585541</c:v>
              </c:pt>
              <c:pt idx="62">
                <c:v>0.9602715269585541</c:v>
              </c:pt>
              <c:pt idx="63">
                <c:v>0.9602715269585541</c:v>
              </c:pt>
              <c:pt idx="64">
                <c:v>0.9602715269585541</c:v>
              </c:pt>
              <c:pt idx="65">
                <c:v>0.9602715269585541</c:v>
              </c:pt>
              <c:pt idx="66">
                <c:v>0.9602715269585541</c:v>
              </c:pt>
              <c:pt idx="67">
                <c:v>0.9602715269585541</c:v>
              </c:pt>
              <c:pt idx="68">
                <c:v>0.9602715269585541</c:v>
              </c:pt>
              <c:pt idx="69">
                <c:v>0.9602715269585541</c:v>
              </c:pt>
              <c:pt idx="70">
                <c:v>0.9602715269585541</c:v>
              </c:pt>
              <c:pt idx="71">
                <c:v>0.9602715269585541</c:v>
              </c:pt>
              <c:pt idx="72">
                <c:v>0.9602715269585541</c:v>
              </c:pt>
              <c:pt idx="73">
                <c:v>0.9602715269585541</c:v>
              </c:pt>
              <c:pt idx="74">
                <c:v>0.9602715269585541</c:v>
              </c:pt>
              <c:pt idx="75">
                <c:v>0.9602715269585541</c:v>
              </c:pt>
              <c:pt idx="76">
                <c:v>0.9602715269585541</c:v>
              </c:pt>
              <c:pt idx="77">
                <c:v>0.9602715269585541</c:v>
              </c:pt>
              <c:pt idx="78">
                <c:v>0.9602715269585541</c:v>
              </c:pt>
              <c:pt idx="79">
                <c:v>0.9602715269585541</c:v>
              </c:pt>
              <c:pt idx="80">
                <c:v>0.9602715269585541</c:v>
              </c:pt>
              <c:pt idx="81">
                <c:v>0.9602715269585541</c:v>
              </c:pt>
              <c:pt idx="82">
                <c:v>0.9602715269585541</c:v>
              </c:pt>
              <c:pt idx="83">
                <c:v>0.9602715269585541</c:v>
              </c:pt>
              <c:pt idx="84">
                <c:v>0.9602715269585541</c:v>
              </c:pt>
              <c:pt idx="85">
                <c:v>0.9602715269585541</c:v>
              </c:pt>
              <c:pt idx="86">
                <c:v>0.9602715269585541</c:v>
              </c:pt>
              <c:pt idx="87">
                <c:v>0.9602715269585541</c:v>
              </c:pt>
              <c:pt idx="88">
                <c:v>0.9602715269585541</c:v>
              </c:pt>
              <c:pt idx="89">
                <c:v>0.9602715269585541</c:v>
              </c:pt>
              <c:pt idx="90">
                <c:v>0.9602715269585541</c:v>
              </c:pt>
              <c:pt idx="91">
                <c:v>0.9602715269585541</c:v>
              </c:pt>
              <c:pt idx="92">
                <c:v>0.9602715269585541</c:v>
              </c:pt>
              <c:pt idx="93">
                <c:v>0.9602715269585541</c:v>
              </c:pt>
              <c:pt idx="94">
                <c:v>0.9602715269585541</c:v>
              </c:pt>
              <c:pt idx="95">
                <c:v>0.9602715269585541</c:v>
              </c:pt>
              <c:pt idx="96">
                <c:v>0.9602715269585541</c:v>
              </c:pt>
              <c:pt idx="97">
                <c:v>0.9602715269585541</c:v>
              </c:pt>
              <c:pt idx="98">
                <c:v>0.9602715269585541</c:v>
              </c:pt>
              <c:pt idx="99">
                <c:v>0.9602715269585541</c:v>
              </c:pt>
              <c:pt idx="100">
                <c:v>0.9602715269585541</c:v>
              </c:pt>
              <c:pt idx="101">
                <c:v>0.9602715269585541</c:v>
              </c:pt>
              <c:pt idx="102">
                <c:v>0.9602715269585541</c:v>
              </c:pt>
              <c:pt idx="103">
                <c:v>0.9602715269585541</c:v>
              </c:pt>
              <c:pt idx="104">
                <c:v>0.9602715269585541</c:v>
              </c:pt>
              <c:pt idx="105">
                <c:v>0.9602715269585541</c:v>
              </c:pt>
              <c:pt idx="106">
                <c:v>0.9602715269585541</c:v>
              </c:pt>
              <c:pt idx="107">
                <c:v>0.9602715269585541</c:v>
              </c:pt>
              <c:pt idx="108">
                <c:v>0.9602715269585541</c:v>
              </c:pt>
              <c:pt idx="109">
                <c:v>0.9602715269585541</c:v>
              </c:pt>
              <c:pt idx="110">
                <c:v>0.9602715269585541</c:v>
              </c:pt>
              <c:pt idx="111">
                <c:v>0.9602715269585541</c:v>
              </c:pt>
              <c:pt idx="112">
                <c:v>0.9602715269585541</c:v>
              </c:pt>
              <c:pt idx="113">
                <c:v>0.9602715269585541</c:v>
              </c:pt>
              <c:pt idx="114">
                <c:v>0.9602715269585541</c:v>
              </c:pt>
              <c:pt idx="115">
                <c:v>0.9602715269585541</c:v>
              </c:pt>
              <c:pt idx="116">
                <c:v>0.9602715269585541</c:v>
              </c:pt>
              <c:pt idx="117">
                <c:v>0.9602715269585541</c:v>
              </c:pt>
              <c:pt idx="118">
                <c:v>0.9602715269585541</c:v>
              </c:pt>
              <c:pt idx="119">
                <c:v>0.9602715269585541</c:v>
              </c:pt>
              <c:pt idx="120">
                <c:v>0.9602715269585541</c:v>
              </c:pt>
              <c:pt idx="121">
                <c:v>0.9602715269585541</c:v>
              </c:pt>
              <c:pt idx="122">
                <c:v>0.9602715269585541</c:v>
              </c:pt>
              <c:pt idx="123">
                <c:v>0.9602715269585541</c:v>
              </c:pt>
              <c:pt idx="124">
                <c:v>0.9602715269585541</c:v>
              </c:pt>
              <c:pt idx="125">
                <c:v>0.9602715269585541</c:v>
              </c:pt>
              <c:pt idx="126">
                <c:v>0.9602715269585541</c:v>
              </c:pt>
              <c:pt idx="127">
                <c:v>0.9602715269585541</c:v>
              </c:pt>
              <c:pt idx="128">
                <c:v>0.9602715269585541</c:v>
              </c:pt>
              <c:pt idx="129">
                <c:v>0.9602715269585541</c:v>
              </c:pt>
              <c:pt idx="130">
                <c:v>0.9602715269585541</c:v>
              </c:pt>
              <c:pt idx="131">
                <c:v>0.9602715269585541</c:v>
              </c:pt>
              <c:pt idx="132">
                <c:v>0.9602715269585541</c:v>
              </c:pt>
              <c:pt idx="133">
                <c:v>0.9602715269585541</c:v>
              </c:pt>
              <c:pt idx="134">
                <c:v>0.9602715269585541</c:v>
              </c:pt>
              <c:pt idx="135">
                <c:v>0.9602715269585541</c:v>
              </c:pt>
              <c:pt idx="136">
                <c:v>0.9602715269585541</c:v>
              </c:pt>
              <c:pt idx="137">
                <c:v>0.9602715269585541</c:v>
              </c:pt>
              <c:pt idx="138">
                <c:v>0.9602715269585541</c:v>
              </c:pt>
              <c:pt idx="139">
                <c:v>0.9602715269585541</c:v>
              </c:pt>
              <c:pt idx="140">
                <c:v>0.9602715269585541</c:v>
              </c:pt>
              <c:pt idx="141">
                <c:v>0.9602715269585541</c:v>
              </c:pt>
              <c:pt idx="142">
                <c:v>0.9602715269585541</c:v>
              </c:pt>
              <c:pt idx="143">
                <c:v>0.9602715269585541</c:v>
              </c:pt>
              <c:pt idx="144">
                <c:v>0.9602715269585541</c:v>
              </c:pt>
              <c:pt idx="145">
                <c:v>0.9602715269585541</c:v>
              </c:pt>
              <c:pt idx="146">
                <c:v>0.9602715269585541</c:v>
              </c:pt>
              <c:pt idx="147">
                <c:v>0.9602715269585541</c:v>
              </c:pt>
              <c:pt idx="148">
                <c:v>0.9602715269585541</c:v>
              </c:pt>
              <c:pt idx="149">
                <c:v>0.9602715269585541</c:v>
              </c:pt>
              <c:pt idx="150">
                <c:v>0.9602715269585541</c:v>
              </c:pt>
              <c:pt idx="151">
                <c:v>0.9602715269585541</c:v>
              </c:pt>
              <c:pt idx="152">
                <c:v>0.9602715269585541</c:v>
              </c:pt>
              <c:pt idx="153">
                <c:v>0.9602715269585541</c:v>
              </c:pt>
              <c:pt idx="154">
                <c:v>0.9602715269585541</c:v>
              </c:pt>
              <c:pt idx="155">
                <c:v>0.9602715269585541</c:v>
              </c:pt>
              <c:pt idx="156">
                <c:v>0.9602715269585541</c:v>
              </c:pt>
              <c:pt idx="157">
                <c:v>0.9602715269585541</c:v>
              </c:pt>
              <c:pt idx="158">
                <c:v>0.9602715269585541</c:v>
              </c:pt>
              <c:pt idx="159">
                <c:v>0.9602715269585541</c:v>
              </c:pt>
              <c:pt idx="160">
                <c:v>0.9602715269585541</c:v>
              </c:pt>
              <c:pt idx="161">
                <c:v>0.9602715269585541</c:v>
              </c:pt>
              <c:pt idx="162">
                <c:v>0.9602715269585541</c:v>
              </c:pt>
              <c:pt idx="163">
                <c:v>0.9602715269585541</c:v>
              </c:pt>
              <c:pt idx="164">
                <c:v>0.9602715269585541</c:v>
              </c:pt>
              <c:pt idx="165">
                <c:v>0.9602715269585541</c:v>
              </c:pt>
              <c:pt idx="166">
                <c:v>0.9602715269585541</c:v>
              </c:pt>
              <c:pt idx="167">
                <c:v>0.9602715269585541</c:v>
              </c:pt>
              <c:pt idx="168">
                <c:v>0.9602715269585541</c:v>
              </c:pt>
              <c:pt idx="169">
                <c:v>0.9602715269585541</c:v>
              </c:pt>
              <c:pt idx="170">
                <c:v>0.9602715269585541</c:v>
              </c:pt>
              <c:pt idx="171">
                <c:v>0.9602715269585541</c:v>
              </c:pt>
              <c:pt idx="172">
                <c:v>0.9602715269585541</c:v>
              </c:pt>
              <c:pt idx="173">
                <c:v>0.9602715269585541</c:v>
              </c:pt>
              <c:pt idx="174">
                <c:v>0.9602715269585541</c:v>
              </c:pt>
              <c:pt idx="175">
                <c:v>0.9602715269585541</c:v>
              </c:pt>
              <c:pt idx="176">
                <c:v>0.9602715269585541</c:v>
              </c:pt>
              <c:pt idx="177">
                <c:v>0.9602715269585541</c:v>
              </c:pt>
              <c:pt idx="178">
                <c:v>0.9602715269585541</c:v>
              </c:pt>
              <c:pt idx="179">
                <c:v>0.9602715269585541</c:v>
              </c:pt>
              <c:pt idx="180">
                <c:v>0.9602715269585541</c:v>
              </c:pt>
              <c:pt idx="181">
                <c:v>0.9602715269585541</c:v>
              </c:pt>
              <c:pt idx="182">
                <c:v>0.9602715269585541</c:v>
              </c:pt>
              <c:pt idx="183">
                <c:v>0.9602715269585541</c:v>
              </c:pt>
              <c:pt idx="184">
                <c:v>0.9602715269585541</c:v>
              </c:pt>
              <c:pt idx="185">
                <c:v>0.9602715269585541</c:v>
              </c:pt>
              <c:pt idx="186">
                <c:v>0.9602715269585541</c:v>
              </c:pt>
              <c:pt idx="187">
                <c:v>0.9602715269585541</c:v>
              </c:pt>
              <c:pt idx="188">
                <c:v>0.9602715269585541</c:v>
              </c:pt>
              <c:pt idx="189">
                <c:v>0.9602715269585541</c:v>
              </c:pt>
              <c:pt idx="190">
                <c:v>0.9602715269585541</c:v>
              </c:pt>
              <c:pt idx="191">
                <c:v>0.9602715269585541</c:v>
              </c:pt>
              <c:pt idx="192">
                <c:v>0.9602715269585541</c:v>
              </c:pt>
              <c:pt idx="193">
                <c:v>0.9602715269585541</c:v>
              </c:pt>
              <c:pt idx="194">
                <c:v>0.9602715269585541</c:v>
              </c:pt>
              <c:pt idx="195">
                <c:v>0.9602715269585541</c:v>
              </c:pt>
              <c:pt idx="196">
                <c:v>0.9602715269585541</c:v>
              </c:pt>
              <c:pt idx="197">
                <c:v>0.9602715269585541</c:v>
              </c:pt>
              <c:pt idx="198">
                <c:v>0.9602715269585541</c:v>
              </c:pt>
              <c:pt idx="199">
                <c:v>0.9602715269585541</c:v>
              </c:pt>
              <c:pt idx="200">
                <c:v>0.9602715269585541</c:v>
              </c:pt>
              <c:pt idx="201">
                <c:v>0.9602715269585541</c:v>
              </c:pt>
              <c:pt idx="202">
                <c:v>0.9602715269585541</c:v>
              </c:pt>
              <c:pt idx="203">
                <c:v>0.9602715269585541</c:v>
              </c:pt>
              <c:pt idx="204">
                <c:v>0.9602715269585541</c:v>
              </c:pt>
              <c:pt idx="205">
                <c:v>0.9602715269585541</c:v>
              </c:pt>
              <c:pt idx="206">
                <c:v>0.9602715269585541</c:v>
              </c:pt>
              <c:pt idx="207">
                <c:v>0.9602715269585541</c:v>
              </c:pt>
              <c:pt idx="208">
                <c:v>0.9602715269585541</c:v>
              </c:pt>
              <c:pt idx="209">
                <c:v>0.9602715269585541</c:v>
              </c:pt>
              <c:pt idx="210">
                <c:v>0.9602715269585541</c:v>
              </c:pt>
              <c:pt idx="211">
                <c:v>0.9602715269585541</c:v>
              </c:pt>
              <c:pt idx="212">
                <c:v>0.9602715269585541</c:v>
              </c:pt>
              <c:pt idx="213">
                <c:v>0.9602715269585541</c:v>
              </c:pt>
              <c:pt idx="214">
                <c:v>0.9602715269585541</c:v>
              </c:pt>
              <c:pt idx="215">
                <c:v>0.9602715269585541</c:v>
              </c:pt>
              <c:pt idx="216">
                <c:v>0.9602715269585541</c:v>
              </c:pt>
              <c:pt idx="217">
                <c:v>0.9602715269585541</c:v>
              </c:pt>
              <c:pt idx="218">
                <c:v>0.9602715269585541</c:v>
              </c:pt>
              <c:pt idx="219">
                <c:v>0.9602715269585541</c:v>
              </c:pt>
              <c:pt idx="220">
                <c:v>0.9602715269585541</c:v>
              </c:pt>
              <c:pt idx="221">
                <c:v>0.9602715269585541</c:v>
              </c:pt>
              <c:pt idx="222">
                <c:v>0.9602715269585541</c:v>
              </c:pt>
              <c:pt idx="223">
                <c:v>0.9602715269585541</c:v>
              </c:pt>
              <c:pt idx="224">
                <c:v>0.9602715269585541</c:v>
              </c:pt>
              <c:pt idx="225">
                <c:v>0.9602715269585541</c:v>
              </c:pt>
              <c:pt idx="226">
                <c:v>0.9602715269585541</c:v>
              </c:pt>
              <c:pt idx="227">
                <c:v>0.9602715269585541</c:v>
              </c:pt>
              <c:pt idx="228">
                <c:v>0.9602715269585541</c:v>
              </c:pt>
              <c:pt idx="229">
                <c:v>0.9602715269585541</c:v>
              </c:pt>
              <c:pt idx="230">
                <c:v>0.9602715269585541</c:v>
              </c:pt>
              <c:pt idx="231">
                <c:v>0.9602715269585541</c:v>
              </c:pt>
              <c:pt idx="232">
                <c:v>0.9602715269585541</c:v>
              </c:pt>
              <c:pt idx="233">
                <c:v>0.9602715269585541</c:v>
              </c:pt>
              <c:pt idx="234">
                <c:v>0.9602715269585541</c:v>
              </c:pt>
              <c:pt idx="235">
                <c:v>0.9602715269585541</c:v>
              </c:pt>
              <c:pt idx="236">
                <c:v>0.9602715269585541</c:v>
              </c:pt>
              <c:pt idx="237">
                <c:v>0.9602715269585541</c:v>
              </c:pt>
              <c:pt idx="238">
                <c:v>0.9602715269585541</c:v>
              </c:pt>
              <c:pt idx="239">
                <c:v>0.9602715269585541</c:v>
              </c:pt>
              <c:pt idx="240">
                <c:v>0.9602715269585541</c:v>
              </c:pt>
              <c:pt idx="241">
                <c:v>0.9602715269585541</c:v>
              </c:pt>
              <c:pt idx="242">
                <c:v>0.9602715269585541</c:v>
              </c:pt>
              <c:pt idx="243">
                <c:v>0.9602715269585541</c:v>
              </c:pt>
              <c:pt idx="244">
                <c:v>0.9602715269585541</c:v>
              </c:pt>
              <c:pt idx="245">
                <c:v>0.9602715269585541</c:v>
              </c:pt>
              <c:pt idx="246">
                <c:v>0.9602715269585541</c:v>
              </c:pt>
              <c:pt idx="247">
                <c:v>0.9602715269585541</c:v>
              </c:pt>
              <c:pt idx="248">
                <c:v>0.9602715269585541</c:v>
              </c:pt>
              <c:pt idx="249">
                <c:v>0.9602715269585541</c:v>
              </c:pt>
              <c:pt idx="250">
                <c:v>0.9602715269585541</c:v>
              </c:pt>
              <c:pt idx="251">
                <c:v>0.9602715269585541</c:v>
              </c:pt>
              <c:pt idx="252">
                <c:v>0.9602715269585541</c:v>
              </c:pt>
              <c:pt idx="253">
                <c:v>0.9602715269585541</c:v>
              </c:pt>
              <c:pt idx="254">
                <c:v>0.9602715269585541</c:v>
              </c:pt>
              <c:pt idx="255">
                <c:v>0.9602715269585541</c:v>
              </c:pt>
              <c:pt idx="256">
                <c:v>0.9602715269585541</c:v>
              </c:pt>
              <c:pt idx="257">
                <c:v>0.9602715269585541</c:v>
              </c:pt>
              <c:pt idx="258">
                <c:v>0.9602715269585541</c:v>
              </c:pt>
              <c:pt idx="259">
                <c:v>0.9602715269585541</c:v>
              </c:pt>
              <c:pt idx="260">
                <c:v>0.9602715269585541</c:v>
              </c:pt>
              <c:pt idx="261">
                <c:v>0.9602715269585541</c:v>
              </c:pt>
              <c:pt idx="262">
                <c:v>0.9602715269585541</c:v>
              </c:pt>
              <c:pt idx="263">
                <c:v>0.9602715269585541</c:v>
              </c:pt>
              <c:pt idx="264">
                <c:v>0.9602715269585541</c:v>
              </c:pt>
              <c:pt idx="265">
                <c:v>0.9602715269585541</c:v>
              </c:pt>
              <c:pt idx="266">
                <c:v>0.9602715269585541</c:v>
              </c:pt>
              <c:pt idx="267">
                <c:v>0.9602715269585541</c:v>
              </c:pt>
              <c:pt idx="268">
                <c:v>0.9602715269585541</c:v>
              </c:pt>
              <c:pt idx="269">
                <c:v>0.9602715269585541</c:v>
              </c:pt>
              <c:pt idx="270">
                <c:v>0.9602715269585541</c:v>
              </c:pt>
              <c:pt idx="271">
                <c:v>0.9602715269585541</c:v>
              </c:pt>
              <c:pt idx="272">
                <c:v>0.9602715269585541</c:v>
              </c:pt>
              <c:pt idx="273">
                <c:v>0.9602715269585541</c:v>
              </c:pt>
              <c:pt idx="274">
                <c:v>0.9602715269585541</c:v>
              </c:pt>
              <c:pt idx="275">
                <c:v>0.9602715269585541</c:v>
              </c:pt>
              <c:pt idx="276">
                <c:v>0.9602715269585541</c:v>
              </c:pt>
              <c:pt idx="277">
                <c:v>0.9602715269585541</c:v>
              </c:pt>
              <c:pt idx="278">
                <c:v>0.9602715269585541</c:v>
              </c:pt>
              <c:pt idx="279">
                <c:v>0.9602715269585541</c:v>
              </c:pt>
              <c:pt idx="280">
                <c:v>0.9602715269585541</c:v>
              </c:pt>
              <c:pt idx="281">
                <c:v>0.9602715269585541</c:v>
              </c:pt>
              <c:pt idx="282">
                <c:v>0.9602715269585541</c:v>
              </c:pt>
              <c:pt idx="283">
                <c:v>0.9602715269585541</c:v>
              </c:pt>
              <c:pt idx="284">
                <c:v>0.9602715269585541</c:v>
              </c:pt>
              <c:pt idx="285">
                <c:v>0.9602715269585541</c:v>
              </c:pt>
              <c:pt idx="286">
                <c:v>0.9602715269585541</c:v>
              </c:pt>
              <c:pt idx="287">
                <c:v>0.9602715269585541</c:v>
              </c:pt>
              <c:pt idx="288">
                <c:v>0.9602715269585541</c:v>
              </c:pt>
              <c:pt idx="289">
                <c:v>0.9602715269585541</c:v>
              </c:pt>
              <c:pt idx="290">
                <c:v>0.9602715269585541</c:v>
              </c:pt>
              <c:pt idx="291">
                <c:v>0.9602715269585541</c:v>
              </c:pt>
              <c:pt idx="292">
                <c:v>0.9602715269585541</c:v>
              </c:pt>
              <c:pt idx="293">
                <c:v>0.9602715269585541</c:v>
              </c:pt>
              <c:pt idx="294">
                <c:v>0.9602715269585541</c:v>
              </c:pt>
              <c:pt idx="295">
                <c:v>0.9602715269585541</c:v>
              </c:pt>
              <c:pt idx="296">
                <c:v>0.9602715269585541</c:v>
              </c:pt>
              <c:pt idx="297">
                <c:v>0.9602715269585541</c:v>
              </c:pt>
              <c:pt idx="298">
                <c:v>0.9602715269585541</c:v>
              </c:pt>
              <c:pt idx="299">
                <c:v>0.9602715269585541</c:v>
              </c:pt>
              <c:pt idx="300">
                <c:v>0.9602715269585541</c:v>
              </c:pt>
              <c:pt idx="301">
                <c:v>0.9602715269585541</c:v>
              </c:pt>
              <c:pt idx="302">
                <c:v>0.9602715269585541</c:v>
              </c:pt>
              <c:pt idx="303">
                <c:v>0.9602715269585541</c:v>
              </c:pt>
              <c:pt idx="304">
                <c:v>0.9602715269585541</c:v>
              </c:pt>
              <c:pt idx="305">
                <c:v>0.9602715269585541</c:v>
              </c:pt>
              <c:pt idx="306">
                <c:v>0.9602715269585541</c:v>
              </c:pt>
              <c:pt idx="307">
                <c:v>0.9602715269585541</c:v>
              </c:pt>
              <c:pt idx="308">
                <c:v>0.9602715269585541</c:v>
              </c:pt>
              <c:pt idx="309">
                <c:v>0.9602715269585541</c:v>
              </c:pt>
              <c:pt idx="310">
                <c:v>0.9602715269585541</c:v>
              </c:pt>
              <c:pt idx="311">
                <c:v>0.9602715269585541</c:v>
              </c:pt>
              <c:pt idx="312">
                <c:v>0.9602715269585541</c:v>
              </c:pt>
              <c:pt idx="313">
                <c:v>0.9602715269585541</c:v>
              </c:pt>
              <c:pt idx="314">
                <c:v>0.9602715269585541</c:v>
              </c:pt>
              <c:pt idx="315">
                <c:v>0.9602715269585541</c:v>
              </c:pt>
              <c:pt idx="316">
                <c:v>0.9602715269585541</c:v>
              </c:pt>
              <c:pt idx="317">
                <c:v>0.9602715269585541</c:v>
              </c:pt>
              <c:pt idx="318">
                <c:v>0.9602715269585541</c:v>
              </c:pt>
              <c:pt idx="319">
                <c:v>0.9602715269585541</c:v>
              </c:pt>
              <c:pt idx="320">
                <c:v>0.9602715269585541</c:v>
              </c:pt>
              <c:pt idx="321">
                <c:v>0.9602715269585541</c:v>
              </c:pt>
              <c:pt idx="322">
                <c:v>0.9602715269585541</c:v>
              </c:pt>
              <c:pt idx="323">
                <c:v>0.9602715269585541</c:v>
              </c:pt>
            </c:numLit>
          </c:yVal>
          <c:smooth val="0"/>
        </c:ser>
        <c:ser>
          <c:idx val="11"/>
          <c:order val="11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324"/>
              <c:pt idx="0">
                <c:v>1.8486033236919899</c:v>
              </c:pt>
              <c:pt idx="1">
                <c:v>1.8486033236919899</c:v>
              </c:pt>
              <c:pt idx="2">
                <c:v>1.8486033236919899</c:v>
              </c:pt>
              <c:pt idx="3">
                <c:v>1.8486033236919899</c:v>
              </c:pt>
              <c:pt idx="4">
                <c:v>1.8486033236919899</c:v>
              </c:pt>
              <c:pt idx="5">
                <c:v>1.8486033236919899</c:v>
              </c:pt>
              <c:pt idx="6">
                <c:v>1.8486033236919899</c:v>
              </c:pt>
              <c:pt idx="7">
                <c:v>1.8486033236919899</c:v>
              </c:pt>
              <c:pt idx="8">
                <c:v>1.8486033236919899</c:v>
              </c:pt>
              <c:pt idx="9">
                <c:v>1.8486033236919899</c:v>
              </c:pt>
              <c:pt idx="10">
                <c:v>1.8486033236919899</c:v>
              </c:pt>
              <c:pt idx="11">
                <c:v>1.8486033236919899</c:v>
              </c:pt>
              <c:pt idx="12">
                <c:v>1.8486033236919899</c:v>
              </c:pt>
              <c:pt idx="13">
                <c:v>1.8486033236919899</c:v>
              </c:pt>
              <c:pt idx="14">
                <c:v>1.8486033236919899</c:v>
              </c:pt>
              <c:pt idx="15">
                <c:v>1.8486033236919899</c:v>
              </c:pt>
              <c:pt idx="16">
                <c:v>1.8486033236919899</c:v>
              </c:pt>
              <c:pt idx="17">
                <c:v>1.8486033236919899</c:v>
              </c:pt>
              <c:pt idx="18">
                <c:v>1.8486033236919899</c:v>
              </c:pt>
              <c:pt idx="19">
                <c:v>1.8486033236919899</c:v>
              </c:pt>
              <c:pt idx="20">
                <c:v>1.8486033236919899</c:v>
              </c:pt>
              <c:pt idx="21">
                <c:v>1.8486033236919899</c:v>
              </c:pt>
              <c:pt idx="22">
                <c:v>1.8486033236919899</c:v>
              </c:pt>
              <c:pt idx="23">
                <c:v>1.8486033236919899</c:v>
              </c:pt>
              <c:pt idx="24">
                <c:v>1.8486033236919899</c:v>
              </c:pt>
              <c:pt idx="25">
                <c:v>1.8486033236919899</c:v>
              </c:pt>
              <c:pt idx="26">
                <c:v>1.8486033236919899</c:v>
              </c:pt>
              <c:pt idx="27">
                <c:v>1.8486033236919899</c:v>
              </c:pt>
              <c:pt idx="28">
                <c:v>1.8486033236919899</c:v>
              </c:pt>
              <c:pt idx="29">
                <c:v>1.8486033236919899</c:v>
              </c:pt>
              <c:pt idx="30">
                <c:v>1.8486033236919899</c:v>
              </c:pt>
              <c:pt idx="31">
                <c:v>1.8486033236919899</c:v>
              </c:pt>
              <c:pt idx="32">
                <c:v>1.8486033236919899</c:v>
              </c:pt>
              <c:pt idx="33">
                <c:v>1.8486033236919899</c:v>
              </c:pt>
              <c:pt idx="34">
                <c:v>1.8486033236919899</c:v>
              </c:pt>
              <c:pt idx="35">
                <c:v>1.8486033236919899</c:v>
              </c:pt>
              <c:pt idx="36">
                <c:v>1.8486033236919899</c:v>
              </c:pt>
              <c:pt idx="37">
                <c:v>1.8486033236919899</c:v>
              </c:pt>
              <c:pt idx="38">
                <c:v>1.8486033236919899</c:v>
              </c:pt>
              <c:pt idx="39">
                <c:v>1.8486033236919899</c:v>
              </c:pt>
              <c:pt idx="40">
                <c:v>1.8486033236919899</c:v>
              </c:pt>
              <c:pt idx="41">
                <c:v>1.8486033236919899</c:v>
              </c:pt>
              <c:pt idx="42">
                <c:v>1.8486033236919899</c:v>
              </c:pt>
              <c:pt idx="43">
                <c:v>1.8486033236919899</c:v>
              </c:pt>
              <c:pt idx="44">
                <c:v>1.8486033236919899</c:v>
              </c:pt>
              <c:pt idx="45">
                <c:v>1.8486033236919899</c:v>
              </c:pt>
              <c:pt idx="46">
                <c:v>1.8486033236919899</c:v>
              </c:pt>
              <c:pt idx="47">
                <c:v>1.8486033236919899</c:v>
              </c:pt>
              <c:pt idx="48">
                <c:v>1.8486033236919899</c:v>
              </c:pt>
              <c:pt idx="49">
                <c:v>1.8486033236919899</c:v>
              </c:pt>
              <c:pt idx="50">
                <c:v>1.8486033236919899</c:v>
              </c:pt>
              <c:pt idx="51">
                <c:v>1.8486033236919899</c:v>
              </c:pt>
              <c:pt idx="52">
                <c:v>1.8486033236919899</c:v>
              </c:pt>
              <c:pt idx="53">
                <c:v>1.8486033236919899</c:v>
              </c:pt>
              <c:pt idx="54">
                <c:v>1.8486033236919899</c:v>
              </c:pt>
              <c:pt idx="55">
                <c:v>1.8486033236919899</c:v>
              </c:pt>
              <c:pt idx="56">
                <c:v>1.8486033236919899</c:v>
              </c:pt>
              <c:pt idx="57">
                <c:v>1.8486033236919899</c:v>
              </c:pt>
              <c:pt idx="58">
                <c:v>1.8486033236919899</c:v>
              </c:pt>
              <c:pt idx="59">
                <c:v>1.8486033236919899</c:v>
              </c:pt>
              <c:pt idx="60">
                <c:v>1.8486033236919899</c:v>
              </c:pt>
              <c:pt idx="61">
                <c:v>1.8486033236919899</c:v>
              </c:pt>
              <c:pt idx="62">
                <c:v>1.8486033236919899</c:v>
              </c:pt>
              <c:pt idx="63">
                <c:v>1.8486033236919899</c:v>
              </c:pt>
              <c:pt idx="64">
                <c:v>1.8486033236919899</c:v>
              </c:pt>
              <c:pt idx="65">
                <c:v>1.8486033236919899</c:v>
              </c:pt>
              <c:pt idx="66">
                <c:v>1.8486033236919899</c:v>
              </c:pt>
              <c:pt idx="67">
                <c:v>1.8486033236919899</c:v>
              </c:pt>
              <c:pt idx="68">
                <c:v>1.8486033236919899</c:v>
              </c:pt>
              <c:pt idx="69">
                <c:v>1.8486033236919899</c:v>
              </c:pt>
              <c:pt idx="70">
                <c:v>1.8486033236919899</c:v>
              </c:pt>
              <c:pt idx="71">
                <c:v>1.8486033236919899</c:v>
              </c:pt>
              <c:pt idx="72">
                <c:v>1.8486033236919899</c:v>
              </c:pt>
              <c:pt idx="73">
                <c:v>1.8486033236919899</c:v>
              </c:pt>
              <c:pt idx="74">
                <c:v>1.8486033236919899</c:v>
              </c:pt>
              <c:pt idx="75">
                <c:v>1.8486033236919899</c:v>
              </c:pt>
              <c:pt idx="76">
                <c:v>1.8486033236919899</c:v>
              </c:pt>
              <c:pt idx="77">
                <c:v>1.8486033236919899</c:v>
              </c:pt>
              <c:pt idx="78">
                <c:v>1.8486033236919899</c:v>
              </c:pt>
              <c:pt idx="79">
                <c:v>1.8486033236919899</c:v>
              </c:pt>
              <c:pt idx="80">
                <c:v>1.8486033236919899</c:v>
              </c:pt>
              <c:pt idx="81">
                <c:v>1.8486033236919899</c:v>
              </c:pt>
              <c:pt idx="82">
                <c:v>1.8486033236919899</c:v>
              </c:pt>
              <c:pt idx="83">
                <c:v>1.8486033236919899</c:v>
              </c:pt>
              <c:pt idx="84">
                <c:v>1.8486033236919899</c:v>
              </c:pt>
              <c:pt idx="85">
                <c:v>1.8486033236919899</c:v>
              </c:pt>
              <c:pt idx="86">
                <c:v>1.8486033236919899</c:v>
              </c:pt>
              <c:pt idx="87">
                <c:v>1.8486033236919899</c:v>
              </c:pt>
              <c:pt idx="88">
                <c:v>1.8486033236919899</c:v>
              </c:pt>
              <c:pt idx="89">
                <c:v>1.8486033236919899</c:v>
              </c:pt>
              <c:pt idx="90">
                <c:v>1.8486033236919899</c:v>
              </c:pt>
              <c:pt idx="91">
                <c:v>1.8486033236919899</c:v>
              </c:pt>
              <c:pt idx="92">
                <c:v>1.8486033236919899</c:v>
              </c:pt>
              <c:pt idx="93">
                <c:v>1.8486033236919899</c:v>
              </c:pt>
              <c:pt idx="94">
                <c:v>1.8486033236919899</c:v>
              </c:pt>
              <c:pt idx="95">
                <c:v>1.8486033236919899</c:v>
              </c:pt>
              <c:pt idx="96">
                <c:v>1.8486033236919899</c:v>
              </c:pt>
              <c:pt idx="97">
                <c:v>1.8486033236919899</c:v>
              </c:pt>
              <c:pt idx="98">
                <c:v>1.8486033236919899</c:v>
              </c:pt>
              <c:pt idx="99">
                <c:v>1.8486033236919899</c:v>
              </c:pt>
              <c:pt idx="100">
                <c:v>1.8486033236919899</c:v>
              </c:pt>
              <c:pt idx="101">
                <c:v>1.8486033236919899</c:v>
              </c:pt>
              <c:pt idx="102">
                <c:v>1.8486033236919899</c:v>
              </c:pt>
              <c:pt idx="103">
                <c:v>1.8486033236919899</c:v>
              </c:pt>
              <c:pt idx="104">
                <c:v>1.8486033236919899</c:v>
              </c:pt>
              <c:pt idx="105">
                <c:v>1.8486033236919899</c:v>
              </c:pt>
              <c:pt idx="106">
                <c:v>1.8486033236919899</c:v>
              </c:pt>
              <c:pt idx="107">
                <c:v>1.8486033236919899</c:v>
              </c:pt>
              <c:pt idx="108">
                <c:v>1.8486033236919899</c:v>
              </c:pt>
              <c:pt idx="109">
                <c:v>1.8486033236919899</c:v>
              </c:pt>
              <c:pt idx="110">
                <c:v>1.8486033236919899</c:v>
              </c:pt>
              <c:pt idx="111">
                <c:v>1.8486033236919899</c:v>
              </c:pt>
              <c:pt idx="112">
                <c:v>1.8486033236919899</c:v>
              </c:pt>
              <c:pt idx="113">
                <c:v>1.8486033236919899</c:v>
              </c:pt>
              <c:pt idx="114">
                <c:v>1.8486033236919899</c:v>
              </c:pt>
              <c:pt idx="115">
                <c:v>1.8486033236919899</c:v>
              </c:pt>
              <c:pt idx="116">
                <c:v>1.8486033236919899</c:v>
              </c:pt>
              <c:pt idx="117">
                <c:v>1.8486033236919899</c:v>
              </c:pt>
              <c:pt idx="118">
                <c:v>1.8486033236919899</c:v>
              </c:pt>
              <c:pt idx="119">
                <c:v>1.8486033236919899</c:v>
              </c:pt>
              <c:pt idx="120">
                <c:v>1.8486033236919899</c:v>
              </c:pt>
              <c:pt idx="121">
                <c:v>1.8486033236919899</c:v>
              </c:pt>
              <c:pt idx="122">
                <c:v>1.8486033236919899</c:v>
              </c:pt>
              <c:pt idx="123">
                <c:v>1.8486033236919899</c:v>
              </c:pt>
              <c:pt idx="124">
                <c:v>1.8486033236919899</c:v>
              </c:pt>
              <c:pt idx="125">
                <c:v>1.8486033236919899</c:v>
              </c:pt>
              <c:pt idx="126">
                <c:v>1.8486033236919899</c:v>
              </c:pt>
              <c:pt idx="127">
                <c:v>1.8486033236919899</c:v>
              </c:pt>
              <c:pt idx="128">
                <c:v>1.8486033236919899</c:v>
              </c:pt>
              <c:pt idx="129">
                <c:v>1.8486033236919899</c:v>
              </c:pt>
              <c:pt idx="130">
                <c:v>1.8486033236919899</c:v>
              </c:pt>
              <c:pt idx="131">
                <c:v>1.8486033236919899</c:v>
              </c:pt>
              <c:pt idx="132">
                <c:v>1.8486033236919899</c:v>
              </c:pt>
              <c:pt idx="133">
                <c:v>1.8486033236919899</c:v>
              </c:pt>
              <c:pt idx="134">
                <c:v>1.8486033236919899</c:v>
              </c:pt>
              <c:pt idx="135">
                <c:v>1.8486033236919899</c:v>
              </c:pt>
              <c:pt idx="136">
                <c:v>1.8486033236919899</c:v>
              </c:pt>
              <c:pt idx="137">
                <c:v>1.8486033236919899</c:v>
              </c:pt>
              <c:pt idx="138">
                <c:v>1.8486033236919899</c:v>
              </c:pt>
              <c:pt idx="139">
                <c:v>1.8486033236919899</c:v>
              </c:pt>
              <c:pt idx="140">
                <c:v>1.8486033236919899</c:v>
              </c:pt>
              <c:pt idx="141">
                <c:v>1.8486033236919899</c:v>
              </c:pt>
              <c:pt idx="142">
                <c:v>1.8486033236919899</c:v>
              </c:pt>
              <c:pt idx="143">
                <c:v>1.8486033236919899</c:v>
              </c:pt>
              <c:pt idx="144">
                <c:v>1.8486033236919899</c:v>
              </c:pt>
              <c:pt idx="145">
                <c:v>1.8486033236919899</c:v>
              </c:pt>
              <c:pt idx="146">
                <c:v>1.8486033236919899</c:v>
              </c:pt>
              <c:pt idx="147">
                <c:v>1.8486033236919899</c:v>
              </c:pt>
              <c:pt idx="148">
                <c:v>1.8486033236919899</c:v>
              </c:pt>
              <c:pt idx="149">
                <c:v>1.8486033236919899</c:v>
              </c:pt>
              <c:pt idx="150">
                <c:v>1.8486033236919899</c:v>
              </c:pt>
              <c:pt idx="151">
                <c:v>1.8486033236919899</c:v>
              </c:pt>
              <c:pt idx="152">
                <c:v>1.8486033236919899</c:v>
              </c:pt>
              <c:pt idx="153">
                <c:v>1.8486033236919899</c:v>
              </c:pt>
              <c:pt idx="154">
                <c:v>1.8486033236919899</c:v>
              </c:pt>
              <c:pt idx="155">
                <c:v>1.8486033236919899</c:v>
              </c:pt>
              <c:pt idx="156">
                <c:v>1.8486033236919899</c:v>
              </c:pt>
              <c:pt idx="157">
                <c:v>1.8486033236919899</c:v>
              </c:pt>
              <c:pt idx="158">
                <c:v>1.8486033236919899</c:v>
              </c:pt>
              <c:pt idx="159">
                <c:v>1.8486033236919899</c:v>
              </c:pt>
              <c:pt idx="160">
                <c:v>1.8486033236919899</c:v>
              </c:pt>
              <c:pt idx="161">
                <c:v>1.8486033236919899</c:v>
              </c:pt>
              <c:pt idx="162">
                <c:v>1.8486033236919899</c:v>
              </c:pt>
              <c:pt idx="163">
                <c:v>1.8486033236919899</c:v>
              </c:pt>
              <c:pt idx="164">
                <c:v>1.8486033236919899</c:v>
              </c:pt>
              <c:pt idx="165">
                <c:v>1.8486033236919899</c:v>
              </c:pt>
              <c:pt idx="166">
                <c:v>1.8486033236919899</c:v>
              </c:pt>
              <c:pt idx="167">
                <c:v>1.8486033236919899</c:v>
              </c:pt>
              <c:pt idx="168">
                <c:v>1.8486033236919899</c:v>
              </c:pt>
              <c:pt idx="169">
                <c:v>1.8486033236919899</c:v>
              </c:pt>
              <c:pt idx="170">
                <c:v>1.8486033236919899</c:v>
              </c:pt>
              <c:pt idx="171">
                <c:v>1.8486033236919899</c:v>
              </c:pt>
              <c:pt idx="172">
                <c:v>1.8486033236919899</c:v>
              </c:pt>
              <c:pt idx="173">
                <c:v>1.8486033236919899</c:v>
              </c:pt>
              <c:pt idx="174">
                <c:v>1.8486033236919899</c:v>
              </c:pt>
              <c:pt idx="175">
                <c:v>1.8486033236919899</c:v>
              </c:pt>
              <c:pt idx="176">
                <c:v>1.8486033236919899</c:v>
              </c:pt>
              <c:pt idx="177">
                <c:v>1.8486033236919899</c:v>
              </c:pt>
              <c:pt idx="178">
                <c:v>1.8486033236919899</c:v>
              </c:pt>
              <c:pt idx="179">
                <c:v>1.8486033236919899</c:v>
              </c:pt>
              <c:pt idx="180">
                <c:v>1.8486033236919899</c:v>
              </c:pt>
              <c:pt idx="181">
                <c:v>1.8486033236919899</c:v>
              </c:pt>
              <c:pt idx="182">
                <c:v>1.8486033236919899</c:v>
              </c:pt>
              <c:pt idx="183">
                <c:v>1.8486033236919899</c:v>
              </c:pt>
              <c:pt idx="184">
                <c:v>1.8486033236919899</c:v>
              </c:pt>
              <c:pt idx="185">
                <c:v>1.8486033236919899</c:v>
              </c:pt>
              <c:pt idx="186">
                <c:v>1.8486033236919899</c:v>
              </c:pt>
              <c:pt idx="187">
                <c:v>1.8486033236919899</c:v>
              </c:pt>
              <c:pt idx="188">
                <c:v>1.8486033236919899</c:v>
              </c:pt>
              <c:pt idx="189">
                <c:v>1.8486033236919899</c:v>
              </c:pt>
              <c:pt idx="190">
                <c:v>1.8486033236919899</c:v>
              </c:pt>
              <c:pt idx="191">
                <c:v>1.8486033236919899</c:v>
              </c:pt>
              <c:pt idx="192">
                <c:v>1.8486033236919899</c:v>
              </c:pt>
              <c:pt idx="193">
                <c:v>1.8486033236919899</c:v>
              </c:pt>
              <c:pt idx="194">
                <c:v>1.8486033236919899</c:v>
              </c:pt>
              <c:pt idx="195">
                <c:v>1.8486033236919899</c:v>
              </c:pt>
              <c:pt idx="196">
                <c:v>1.8486033236919899</c:v>
              </c:pt>
              <c:pt idx="197">
                <c:v>1.8486033236919899</c:v>
              </c:pt>
              <c:pt idx="198">
                <c:v>1.8486033236919899</c:v>
              </c:pt>
              <c:pt idx="199">
                <c:v>1.8486033236919899</c:v>
              </c:pt>
              <c:pt idx="200">
                <c:v>1.8486033236919899</c:v>
              </c:pt>
              <c:pt idx="201">
                <c:v>1.8486033236919899</c:v>
              </c:pt>
              <c:pt idx="202">
                <c:v>1.8486033236919899</c:v>
              </c:pt>
              <c:pt idx="203">
                <c:v>1.8486033236919899</c:v>
              </c:pt>
              <c:pt idx="204">
                <c:v>1.8486033236919899</c:v>
              </c:pt>
              <c:pt idx="205">
                <c:v>1.8486033236919899</c:v>
              </c:pt>
              <c:pt idx="206">
                <c:v>1.8486033236919899</c:v>
              </c:pt>
              <c:pt idx="207">
                <c:v>1.8486033236919899</c:v>
              </c:pt>
              <c:pt idx="208">
                <c:v>1.8486033236919899</c:v>
              </c:pt>
              <c:pt idx="209">
                <c:v>1.8486033236919899</c:v>
              </c:pt>
              <c:pt idx="210">
                <c:v>1.8486033236919899</c:v>
              </c:pt>
              <c:pt idx="211">
                <c:v>1.8486033236919899</c:v>
              </c:pt>
              <c:pt idx="212">
                <c:v>1.8486033236919899</c:v>
              </c:pt>
              <c:pt idx="213">
                <c:v>1.8486033236919899</c:v>
              </c:pt>
              <c:pt idx="214">
                <c:v>1.8486033236919899</c:v>
              </c:pt>
              <c:pt idx="215">
                <c:v>1.8486033236919899</c:v>
              </c:pt>
              <c:pt idx="216">
                <c:v>1.8486033236919899</c:v>
              </c:pt>
              <c:pt idx="217">
                <c:v>1.8486033236919899</c:v>
              </c:pt>
              <c:pt idx="218">
                <c:v>1.8486033236919899</c:v>
              </c:pt>
              <c:pt idx="219">
                <c:v>1.8486033236919899</c:v>
              </c:pt>
              <c:pt idx="220">
                <c:v>1.8486033236919899</c:v>
              </c:pt>
              <c:pt idx="221">
                <c:v>1.8486033236919899</c:v>
              </c:pt>
              <c:pt idx="222">
                <c:v>1.8486033236919899</c:v>
              </c:pt>
              <c:pt idx="223">
                <c:v>1.8486033236919899</c:v>
              </c:pt>
              <c:pt idx="224">
                <c:v>1.8486033236919899</c:v>
              </c:pt>
              <c:pt idx="225">
                <c:v>1.8486033236919899</c:v>
              </c:pt>
              <c:pt idx="226">
                <c:v>1.8486033236919899</c:v>
              </c:pt>
              <c:pt idx="227">
                <c:v>1.8486033236919899</c:v>
              </c:pt>
              <c:pt idx="228">
                <c:v>1.8486033236919899</c:v>
              </c:pt>
              <c:pt idx="229">
                <c:v>1.8486033236919899</c:v>
              </c:pt>
              <c:pt idx="230">
                <c:v>1.8486033236919899</c:v>
              </c:pt>
              <c:pt idx="231">
                <c:v>1.8486033236919899</c:v>
              </c:pt>
              <c:pt idx="232">
                <c:v>1.8486033236919899</c:v>
              </c:pt>
              <c:pt idx="233">
                <c:v>1.8486033236919899</c:v>
              </c:pt>
              <c:pt idx="234">
                <c:v>1.8486033236919899</c:v>
              </c:pt>
              <c:pt idx="235">
                <c:v>1.8486033236919899</c:v>
              </c:pt>
              <c:pt idx="236">
                <c:v>1.8486033236919899</c:v>
              </c:pt>
              <c:pt idx="237">
                <c:v>1.8486033236919899</c:v>
              </c:pt>
              <c:pt idx="238">
                <c:v>1.8486033236919899</c:v>
              </c:pt>
              <c:pt idx="239">
                <c:v>1.8486033236919899</c:v>
              </c:pt>
              <c:pt idx="240">
                <c:v>1.8486033236919899</c:v>
              </c:pt>
              <c:pt idx="241">
                <c:v>1.8486033236919899</c:v>
              </c:pt>
              <c:pt idx="242">
                <c:v>1.8486033236919899</c:v>
              </c:pt>
              <c:pt idx="243">
                <c:v>1.8486033236919899</c:v>
              </c:pt>
              <c:pt idx="244">
                <c:v>1.8486033236919899</c:v>
              </c:pt>
              <c:pt idx="245">
                <c:v>1.8486033236919899</c:v>
              </c:pt>
              <c:pt idx="246">
                <c:v>1.8486033236919899</c:v>
              </c:pt>
              <c:pt idx="247">
                <c:v>1.8486033236919899</c:v>
              </c:pt>
              <c:pt idx="248">
                <c:v>1.8486033236919899</c:v>
              </c:pt>
              <c:pt idx="249">
                <c:v>1.8486033236919899</c:v>
              </c:pt>
              <c:pt idx="250">
                <c:v>1.8486033236919899</c:v>
              </c:pt>
              <c:pt idx="251">
                <c:v>1.8486033236919899</c:v>
              </c:pt>
              <c:pt idx="252">
                <c:v>1.8486033236919899</c:v>
              </c:pt>
              <c:pt idx="253">
                <c:v>1.8486033236919899</c:v>
              </c:pt>
              <c:pt idx="254">
                <c:v>1.8486033236919899</c:v>
              </c:pt>
              <c:pt idx="255">
                <c:v>1.8486033236919899</c:v>
              </c:pt>
              <c:pt idx="256">
                <c:v>1.8486033236919899</c:v>
              </c:pt>
              <c:pt idx="257">
                <c:v>1.8486033236919899</c:v>
              </c:pt>
              <c:pt idx="258">
                <c:v>1.8486033236919899</c:v>
              </c:pt>
              <c:pt idx="259">
                <c:v>1.8486033236919899</c:v>
              </c:pt>
              <c:pt idx="260">
                <c:v>1.8486033236919899</c:v>
              </c:pt>
              <c:pt idx="261">
                <c:v>1.8486033236919899</c:v>
              </c:pt>
              <c:pt idx="262">
                <c:v>1.8486033236919899</c:v>
              </c:pt>
              <c:pt idx="263">
                <c:v>1.8486033236919899</c:v>
              </c:pt>
              <c:pt idx="264">
                <c:v>1.8486033236919899</c:v>
              </c:pt>
              <c:pt idx="265">
                <c:v>1.8486033236919899</c:v>
              </c:pt>
              <c:pt idx="266">
                <c:v>1.8486033236919899</c:v>
              </c:pt>
              <c:pt idx="267">
                <c:v>1.8486033236919899</c:v>
              </c:pt>
              <c:pt idx="268">
                <c:v>1.8486033236919899</c:v>
              </c:pt>
              <c:pt idx="269">
                <c:v>1.8486033236919899</c:v>
              </c:pt>
              <c:pt idx="270">
                <c:v>1.8486033236919899</c:v>
              </c:pt>
              <c:pt idx="271">
                <c:v>1.8486033236919899</c:v>
              </c:pt>
              <c:pt idx="272">
                <c:v>1.8486033236919899</c:v>
              </c:pt>
              <c:pt idx="273">
                <c:v>1.8486033236919899</c:v>
              </c:pt>
              <c:pt idx="274">
                <c:v>1.8486033236919899</c:v>
              </c:pt>
              <c:pt idx="275">
                <c:v>1.8486033236919899</c:v>
              </c:pt>
              <c:pt idx="276">
                <c:v>1.8486033236919899</c:v>
              </c:pt>
              <c:pt idx="277">
                <c:v>1.8486033236919899</c:v>
              </c:pt>
              <c:pt idx="278">
                <c:v>1.8486033236919899</c:v>
              </c:pt>
              <c:pt idx="279">
                <c:v>1.8486033236919899</c:v>
              </c:pt>
              <c:pt idx="280">
                <c:v>1.8486033236919899</c:v>
              </c:pt>
              <c:pt idx="281">
                <c:v>1.8486033236919899</c:v>
              </c:pt>
              <c:pt idx="282">
                <c:v>1.8486033236919899</c:v>
              </c:pt>
              <c:pt idx="283">
                <c:v>1.8486033236919899</c:v>
              </c:pt>
              <c:pt idx="284">
                <c:v>1.8486033236919899</c:v>
              </c:pt>
              <c:pt idx="285">
                <c:v>1.8486033236919899</c:v>
              </c:pt>
              <c:pt idx="286">
                <c:v>1.8486033236919899</c:v>
              </c:pt>
              <c:pt idx="287">
                <c:v>1.8486033236919899</c:v>
              </c:pt>
              <c:pt idx="288">
                <c:v>1.8486033236919899</c:v>
              </c:pt>
              <c:pt idx="289">
                <c:v>1.8486033236919899</c:v>
              </c:pt>
              <c:pt idx="290">
                <c:v>1.8486033236919899</c:v>
              </c:pt>
              <c:pt idx="291">
                <c:v>1.8486033236919899</c:v>
              </c:pt>
              <c:pt idx="292">
                <c:v>1.8486033236919899</c:v>
              </c:pt>
              <c:pt idx="293">
                <c:v>1.8486033236919899</c:v>
              </c:pt>
              <c:pt idx="294">
                <c:v>1.8486033236919899</c:v>
              </c:pt>
              <c:pt idx="295">
                <c:v>1.8486033236919899</c:v>
              </c:pt>
              <c:pt idx="296">
                <c:v>1.8486033236919899</c:v>
              </c:pt>
              <c:pt idx="297">
                <c:v>1.8486033236919899</c:v>
              </c:pt>
              <c:pt idx="298">
                <c:v>1.8486033236919899</c:v>
              </c:pt>
              <c:pt idx="299">
                <c:v>1.8486033236919899</c:v>
              </c:pt>
              <c:pt idx="300">
                <c:v>1.8486033236919899</c:v>
              </c:pt>
              <c:pt idx="301">
                <c:v>1.8486033236919899</c:v>
              </c:pt>
              <c:pt idx="302">
                <c:v>1.8486033236919899</c:v>
              </c:pt>
              <c:pt idx="303">
                <c:v>1.8486033236919899</c:v>
              </c:pt>
              <c:pt idx="304">
                <c:v>1.8486033236919899</c:v>
              </c:pt>
              <c:pt idx="305">
                <c:v>1.8486033236919899</c:v>
              </c:pt>
              <c:pt idx="306">
                <c:v>1.8486033236919899</c:v>
              </c:pt>
              <c:pt idx="307">
                <c:v>1.8486033236919899</c:v>
              </c:pt>
              <c:pt idx="308">
                <c:v>1.8486033236919899</c:v>
              </c:pt>
              <c:pt idx="309">
                <c:v>1.8486033236919899</c:v>
              </c:pt>
              <c:pt idx="310">
                <c:v>1.8486033236919899</c:v>
              </c:pt>
              <c:pt idx="311">
                <c:v>1.8486033236919899</c:v>
              </c:pt>
              <c:pt idx="312">
                <c:v>1.8486033236919899</c:v>
              </c:pt>
              <c:pt idx="313">
                <c:v>1.8486033236919899</c:v>
              </c:pt>
              <c:pt idx="314">
                <c:v>1.8486033236919899</c:v>
              </c:pt>
              <c:pt idx="315">
                <c:v>1.8486033236919899</c:v>
              </c:pt>
              <c:pt idx="316">
                <c:v>1.8486033236919899</c:v>
              </c:pt>
              <c:pt idx="317">
                <c:v>1.8486033236919899</c:v>
              </c:pt>
              <c:pt idx="318">
                <c:v>1.8486033236919899</c:v>
              </c:pt>
              <c:pt idx="319">
                <c:v>1.8486033236919899</c:v>
              </c:pt>
              <c:pt idx="320">
                <c:v>1.8486033236919899</c:v>
              </c:pt>
              <c:pt idx="321">
                <c:v>1.8486033236919899</c:v>
              </c:pt>
              <c:pt idx="322">
                <c:v>1.8486033236919899</c:v>
              </c:pt>
              <c:pt idx="323">
                <c:v>1.8486033236919899</c:v>
              </c:pt>
            </c:numLit>
          </c:xVal>
          <c:yVal>
            <c:numLit>
              <c:formatCode>0.0</c:formatCode>
              <c:ptCount val="324"/>
              <c:pt idx="0">
                <c:v>0.7995948413183116</c:v>
              </c:pt>
              <c:pt idx="1">
                <c:v>0.7995948413183116</c:v>
              </c:pt>
              <c:pt idx="2">
                <c:v>0.7995948413183116</c:v>
              </c:pt>
              <c:pt idx="3">
                <c:v>0.7995948413183116</c:v>
              </c:pt>
              <c:pt idx="4">
                <c:v>0.7995948413183116</c:v>
              </c:pt>
              <c:pt idx="5">
                <c:v>0.7995948413183116</c:v>
              </c:pt>
              <c:pt idx="6">
                <c:v>0.7995948413183116</c:v>
              </c:pt>
              <c:pt idx="7">
                <c:v>0.7995948413183116</c:v>
              </c:pt>
              <c:pt idx="8">
                <c:v>0.7995948413183116</c:v>
              </c:pt>
              <c:pt idx="9">
                <c:v>0.7995948413183116</c:v>
              </c:pt>
              <c:pt idx="10">
                <c:v>0.7995948413183116</c:v>
              </c:pt>
              <c:pt idx="11">
                <c:v>0.7995948413183116</c:v>
              </c:pt>
              <c:pt idx="12">
                <c:v>0.7995948413183116</c:v>
              </c:pt>
              <c:pt idx="13">
                <c:v>0.7995948413183116</c:v>
              </c:pt>
              <c:pt idx="14">
                <c:v>0.7995948413183116</c:v>
              </c:pt>
              <c:pt idx="15">
                <c:v>0.7995948413183116</c:v>
              </c:pt>
              <c:pt idx="16">
                <c:v>0.7995948413183116</c:v>
              </c:pt>
              <c:pt idx="17">
                <c:v>0.7995948413183116</c:v>
              </c:pt>
              <c:pt idx="18">
                <c:v>0.7995948413183116</c:v>
              </c:pt>
              <c:pt idx="19">
                <c:v>0.7995948413183116</c:v>
              </c:pt>
              <c:pt idx="20">
                <c:v>0.7995948413183116</c:v>
              </c:pt>
              <c:pt idx="21">
                <c:v>0.7995948413183116</c:v>
              </c:pt>
              <c:pt idx="22">
                <c:v>0.7995948413183116</c:v>
              </c:pt>
              <c:pt idx="23">
                <c:v>0.7995948413183116</c:v>
              </c:pt>
              <c:pt idx="24">
                <c:v>0.7995948413183116</c:v>
              </c:pt>
              <c:pt idx="25">
                <c:v>0.7995948413183116</c:v>
              </c:pt>
              <c:pt idx="26">
                <c:v>0.7995948413183116</c:v>
              </c:pt>
              <c:pt idx="27">
                <c:v>0.7995948413183116</c:v>
              </c:pt>
              <c:pt idx="28">
                <c:v>0.7995948413183116</c:v>
              </c:pt>
              <c:pt idx="29">
                <c:v>0.7995948413183116</c:v>
              </c:pt>
              <c:pt idx="30">
                <c:v>0.7995948413183116</c:v>
              </c:pt>
              <c:pt idx="31">
                <c:v>0.7995948413183116</c:v>
              </c:pt>
              <c:pt idx="32">
                <c:v>0.7995948413183116</c:v>
              </c:pt>
              <c:pt idx="33">
                <c:v>0.7995948413183116</c:v>
              </c:pt>
              <c:pt idx="34">
                <c:v>0.7995948413183116</c:v>
              </c:pt>
              <c:pt idx="35">
                <c:v>0.7995948413183116</c:v>
              </c:pt>
              <c:pt idx="36">
                <c:v>0.7995948413183116</c:v>
              </c:pt>
              <c:pt idx="37">
                <c:v>0.7995948413183116</c:v>
              </c:pt>
              <c:pt idx="38">
                <c:v>0.7995948413183116</c:v>
              </c:pt>
              <c:pt idx="39">
                <c:v>0.7995948413183116</c:v>
              </c:pt>
              <c:pt idx="40">
                <c:v>0.7995948413183116</c:v>
              </c:pt>
              <c:pt idx="41">
                <c:v>0.7995948413183116</c:v>
              </c:pt>
              <c:pt idx="42">
                <c:v>0.7995948413183116</c:v>
              </c:pt>
              <c:pt idx="43">
                <c:v>0.7995948413183116</c:v>
              </c:pt>
              <c:pt idx="44">
                <c:v>0.7995948413183116</c:v>
              </c:pt>
              <c:pt idx="45">
                <c:v>0.7995948413183116</c:v>
              </c:pt>
              <c:pt idx="46">
                <c:v>0.7995948413183116</c:v>
              </c:pt>
              <c:pt idx="47">
                <c:v>0.7995948413183116</c:v>
              </c:pt>
              <c:pt idx="48">
                <c:v>0.7995948413183116</c:v>
              </c:pt>
              <c:pt idx="49">
                <c:v>0.7995948413183116</c:v>
              </c:pt>
              <c:pt idx="50">
                <c:v>0.7995948413183116</c:v>
              </c:pt>
              <c:pt idx="51">
                <c:v>0.7995948413183116</c:v>
              </c:pt>
              <c:pt idx="52">
                <c:v>0.7995948413183116</c:v>
              </c:pt>
              <c:pt idx="53">
                <c:v>0.7995948413183116</c:v>
              </c:pt>
              <c:pt idx="54">
                <c:v>0.7995948413183116</c:v>
              </c:pt>
              <c:pt idx="55">
                <c:v>0.7995948413183116</c:v>
              </c:pt>
              <c:pt idx="56">
                <c:v>0.7995948413183116</c:v>
              </c:pt>
              <c:pt idx="57">
                <c:v>0.7995948413183116</c:v>
              </c:pt>
              <c:pt idx="58">
                <c:v>0.7995948413183116</c:v>
              </c:pt>
              <c:pt idx="59">
                <c:v>0.7995948413183116</c:v>
              </c:pt>
              <c:pt idx="60">
                <c:v>0.7995948413183116</c:v>
              </c:pt>
              <c:pt idx="61">
                <c:v>0.7995948413183116</c:v>
              </c:pt>
              <c:pt idx="62">
                <c:v>0.7995948413183116</c:v>
              </c:pt>
              <c:pt idx="63">
                <c:v>0.7995948413183116</c:v>
              </c:pt>
              <c:pt idx="64">
                <c:v>0.7995948413183116</c:v>
              </c:pt>
              <c:pt idx="65">
                <c:v>0.7995948413183116</c:v>
              </c:pt>
              <c:pt idx="66">
                <c:v>0.7995948413183116</c:v>
              </c:pt>
              <c:pt idx="67">
                <c:v>0.7995948413183116</c:v>
              </c:pt>
              <c:pt idx="68">
                <c:v>0.7995948413183116</c:v>
              </c:pt>
              <c:pt idx="69">
                <c:v>0.7995948413183116</c:v>
              </c:pt>
              <c:pt idx="70">
                <c:v>0.7995948413183116</c:v>
              </c:pt>
              <c:pt idx="71">
                <c:v>0.7995948413183116</c:v>
              </c:pt>
              <c:pt idx="72">
                <c:v>0.7995948413183116</c:v>
              </c:pt>
              <c:pt idx="73">
                <c:v>0.7995948413183116</c:v>
              </c:pt>
              <c:pt idx="74">
                <c:v>0.7995948413183116</c:v>
              </c:pt>
              <c:pt idx="75">
                <c:v>0.7995948413183116</c:v>
              </c:pt>
              <c:pt idx="76">
                <c:v>0.7995948413183116</c:v>
              </c:pt>
              <c:pt idx="77">
                <c:v>0.7995948413183116</c:v>
              </c:pt>
              <c:pt idx="78">
                <c:v>0.7995948413183116</c:v>
              </c:pt>
              <c:pt idx="79">
                <c:v>0.7995948413183116</c:v>
              </c:pt>
              <c:pt idx="80">
                <c:v>0.7995948413183116</c:v>
              </c:pt>
              <c:pt idx="81">
                <c:v>0.7995948413183116</c:v>
              </c:pt>
              <c:pt idx="82">
                <c:v>0.7995948413183116</c:v>
              </c:pt>
              <c:pt idx="83">
                <c:v>0.7995948413183116</c:v>
              </c:pt>
              <c:pt idx="84">
                <c:v>0.7995948413183116</c:v>
              </c:pt>
              <c:pt idx="85">
                <c:v>0.7995948413183116</c:v>
              </c:pt>
              <c:pt idx="86">
                <c:v>0.7995948413183116</c:v>
              </c:pt>
              <c:pt idx="87">
                <c:v>0.7995948413183116</c:v>
              </c:pt>
              <c:pt idx="88">
                <c:v>0.7995948413183116</c:v>
              </c:pt>
              <c:pt idx="89">
                <c:v>0.7995948413183116</c:v>
              </c:pt>
              <c:pt idx="90">
                <c:v>0.7995948413183116</c:v>
              </c:pt>
              <c:pt idx="91">
                <c:v>0.7995948413183116</c:v>
              </c:pt>
              <c:pt idx="92">
                <c:v>0.7995948413183116</c:v>
              </c:pt>
              <c:pt idx="93">
                <c:v>0.7995948413183116</c:v>
              </c:pt>
              <c:pt idx="94">
                <c:v>0.7995948413183116</c:v>
              </c:pt>
              <c:pt idx="95">
                <c:v>0.7995948413183116</c:v>
              </c:pt>
              <c:pt idx="96">
                <c:v>0.7995948413183116</c:v>
              </c:pt>
              <c:pt idx="97">
                <c:v>0.7995948413183116</c:v>
              </c:pt>
              <c:pt idx="98">
                <c:v>0.7995948413183116</c:v>
              </c:pt>
              <c:pt idx="99">
                <c:v>0.7995948413183116</c:v>
              </c:pt>
              <c:pt idx="100">
                <c:v>0.7995948413183116</c:v>
              </c:pt>
              <c:pt idx="101">
                <c:v>0.7995948413183116</c:v>
              </c:pt>
              <c:pt idx="102">
                <c:v>0.7995948413183116</c:v>
              </c:pt>
              <c:pt idx="103">
                <c:v>0.7995948413183116</c:v>
              </c:pt>
              <c:pt idx="104">
                <c:v>0.7995948413183116</c:v>
              </c:pt>
              <c:pt idx="105">
                <c:v>0.7995948413183116</c:v>
              </c:pt>
              <c:pt idx="106">
                <c:v>0.7995948413183116</c:v>
              </c:pt>
              <c:pt idx="107">
                <c:v>0.7995948413183116</c:v>
              </c:pt>
              <c:pt idx="108">
                <c:v>0.7995948413183116</c:v>
              </c:pt>
              <c:pt idx="109">
                <c:v>0.7995948413183116</c:v>
              </c:pt>
              <c:pt idx="110">
                <c:v>0.7995948413183116</c:v>
              </c:pt>
              <c:pt idx="111">
                <c:v>0.7995948413183116</c:v>
              </c:pt>
              <c:pt idx="112">
                <c:v>0.7995948413183116</c:v>
              </c:pt>
              <c:pt idx="113">
                <c:v>0.7995948413183116</c:v>
              </c:pt>
              <c:pt idx="114">
                <c:v>0.7995948413183116</c:v>
              </c:pt>
              <c:pt idx="115">
                <c:v>0.7995948413183116</c:v>
              </c:pt>
              <c:pt idx="116">
                <c:v>0.7995948413183116</c:v>
              </c:pt>
              <c:pt idx="117">
                <c:v>0.7995948413183116</c:v>
              </c:pt>
              <c:pt idx="118">
                <c:v>0.7995948413183116</c:v>
              </c:pt>
              <c:pt idx="119">
                <c:v>0.7995948413183116</c:v>
              </c:pt>
              <c:pt idx="120">
                <c:v>0.7995948413183116</c:v>
              </c:pt>
              <c:pt idx="121">
                <c:v>0.7995948413183116</c:v>
              </c:pt>
              <c:pt idx="122">
                <c:v>0.7995948413183116</c:v>
              </c:pt>
              <c:pt idx="123">
                <c:v>0.7995948413183116</c:v>
              </c:pt>
              <c:pt idx="124">
                <c:v>0.7995948413183116</c:v>
              </c:pt>
              <c:pt idx="125">
                <c:v>0.7995948413183116</c:v>
              </c:pt>
              <c:pt idx="126">
                <c:v>0.7995948413183116</c:v>
              </c:pt>
              <c:pt idx="127">
                <c:v>0.7995948413183116</c:v>
              </c:pt>
              <c:pt idx="128">
                <c:v>0.7995948413183116</c:v>
              </c:pt>
              <c:pt idx="129">
                <c:v>0.7995948413183116</c:v>
              </c:pt>
              <c:pt idx="130">
                <c:v>0.7995948413183116</c:v>
              </c:pt>
              <c:pt idx="131">
                <c:v>0.7995948413183116</c:v>
              </c:pt>
              <c:pt idx="132">
                <c:v>0.7995948413183116</c:v>
              </c:pt>
              <c:pt idx="133">
                <c:v>0.7995948413183116</c:v>
              </c:pt>
              <c:pt idx="134">
                <c:v>0.7995948413183116</c:v>
              </c:pt>
              <c:pt idx="135">
                <c:v>0.7995948413183116</c:v>
              </c:pt>
              <c:pt idx="136">
                <c:v>0.7995948413183116</c:v>
              </c:pt>
              <c:pt idx="137">
                <c:v>0.7995948413183116</c:v>
              </c:pt>
              <c:pt idx="138">
                <c:v>0.7995948413183116</c:v>
              </c:pt>
              <c:pt idx="139">
                <c:v>0.7995948413183116</c:v>
              </c:pt>
              <c:pt idx="140">
                <c:v>0.7995948413183116</c:v>
              </c:pt>
              <c:pt idx="141">
                <c:v>0.7995948413183116</c:v>
              </c:pt>
              <c:pt idx="142">
                <c:v>0.7995948413183116</c:v>
              </c:pt>
              <c:pt idx="143">
                <c:v>0.7995948413183116</c:v>
              </c:pt>
              <c:pt idx="144">
                <c:v>0.7995948413183116</c:v>
              </c:pt>
              <c:pt idx="145">
                <c:v>0.7995948413183116</c:v>
              </c:pt>
              <c:pt idx="146">
                <c:v>0.7995948413183116</c:v>
              </c:pt>
              <c:pt idx="147">
                <c:v>0.7995948413183116</c:v>
              </c:pt>
              <c:pt idx="148">
                <c:v>0.7995948413183116</c:v>
              </c:pt>
              <c:pt idx="149">
                <c:v>0.7995948413183116</c:v>
              </c:pt>
              <c:pt idx="150">
                <c:v>0.7995948413183116</c:v>
              </c:pt>
              <c:pt idx="151">
                <c:v>0.7995948413183116</c:v>
              </c:pt>
              <c:pt idx="152">
                <c:v>0.7995948413183116</c:v>
              </c:pt>
              <c:pt idx="153">
                <c:v>0.7995948413183116</c:v>
              </c:pt>
              <c:pt idx="154">
                <c:v>0.7995948413183116</c:v>
              </c:pt>
              <c:pt idx="155">
                <c:v>0.7995948413183116</c:v>
              </c:pt>
              <c:pt idx="156">
                <c:v>0.7995948413183116</c:v>
              </c:pt>
              <c:pt idx="157">
                <c:v>0.7995948413183116</c:v>
              </c:pt>
              <c:pt idx="158">
                <c:v>0.7995948413183116</c:v>
              </c:pt>
              <c:pt idx="159">
                <c:v>0.7995948413183116</c:v>
              </c:pt>
              <c:pt idx="160">
                <c:v>0.7995948413183116</c:v>
              </c:pt>
              <c:pt idx="161">
                <c:v>0.7995948413183116</c:v>
              </c:pt>
              <c:pt idx="162">
                <c:v>0.7995948413183116</c:v>
              </c:pt>
              <c:pt idx="163">
                <c:v>0.7995948413183116</c:v>
              </c:pt>
              <c:pt idx="164">
                <c:v>0.7995948413183116</c:v>
              </c:pt>
              <c:pt idx="165">
                <c:v>0.7995948413183116</c:v>
              </c:pt>
              <c:pt idx="166">
                <c:v>0.7995948413183116</c:v>
              </c:pt>
              <c:pt idx="167">
                <c:v>0.7995948413183116</c:v>
              </c:pt>
              <c:pt idx="168">
                <c:v>0.7995948413183116</c:v>
              </c:pt>
              <c:pt idx="169">
                <c:v>0.7995948413183116</c:v>
              </c:pt>
              <c:pt idx="170">
                <c:v>0.7995948413183116</c:v>
              </c:pt>
              <c:pt idx="171">
                <c:v>0.7995948413183116</c:v>
              </c:pt>
              <c:pt idx="172">
                <c:v>0.7995948413183116</c:v>
              </c:pt>
              <c:pt idx="173">
                <c:v>0.7995948413183116</c:v>
              </c:pt>
              <c:pt idx="174">
                <c:v>0.7995948413183116</c:v>
              </c:pt>
              <c:pt idx="175">
                <c:v>0.7995948413183116</c:v>
              </c:pt>
              <c:pt idx="176">
                <c:v>0.7995948413183116</c:v>
              </c:pt>
              <c:pt idx="177">
                <c:v>0.7995948413183116</c:v>
              </c:pt>
              <c:pt idx="178">
                <c:v>0.7995948413183116</c:v>
              </c:pt>
              <c:pt idx="179">
                <c:v>0.7995948413183116</c:v>
              </c:pt>
              <c:pt idx="180">
                <c:v>0.7995948413183116</c:v>
              </c:pt>
              <c:pt idx="181">
                <c:v>0.7995948413183116</c:v>
              </c:pt>
              <c:pt idx="182">
                <c:v>0.7995948413183116</c:v>
              </c:pt>
              <c:pt idx="183">
                <c:v>0.7995948413183116</c:v>
              </c:pt>
              <c:pt idx="184">
                <c:v>0.7995948413183116</c:v>
              </c:pt>
              <c:pt idx="185">
                <c:v>0.7995948413183116</c:v>
              </c:pt>
              <c:pt idx="186">
                <c:v>0.7995948413183116</c:v>
              </c:pt>
              <c:pt idx="187">
                <c:v>0.7995948413183116</c:v>
              </c:pt>
              <c:pt idx="188">
                <c:v>0.7995948413183116</c:v>
              </c:pt>
              <c:pt idx="189">
                <c:v>0.7995948413183116</c:v>
              </c:pt>
              <c:pt idx="190">
                <c:v>0.7995948413183116</c:v>
              </c:pt>
              <c:pt idx="191">
                <c:v>0.7995948413183116</c:v>
              </c:pt>
              <c:pt idx="192">
                <c:v>0.7995948413183116</c:v>
              </c:pt>
              <c:pt idx="193">
                <c:v>0.7995948413183116</c:v>
              </c:pt>
              <c:pt idx="194">
                <c:v>0.7995948413183116</c:v>
              </c:pt>
              <c:pt idx="195">
                <c:v>0.7995948413183116</c:v>
              </c:pt>
              <c:pt idx="196">
                <c:v>0.7995948413183116</c:v>
              </c:pt>
              <c:pt idx="197">
                <c:v>0.7995948413183116</c:v>
              </c:pt>
              <c:pt idx="198">
                <c:v>0.7995948413183116</c:v>
              </c:pt>
              <c:pt idx="199">
                <c:v>0.7995948413183116</c:v>
              </c:pt>
              <c:pt idx="200">
                <c:v>0.7995948413183116</c:v>
              </c:pt>
              <c:pt idx="201">
                <c:v>0.7995948413183116</c:v>
              </c:pt>
              <c:pt idx="202">
                <c:v>0.7995948413183116</c:v>
              </c:pt>
              <c:pt idx="203">
                <c:v>0.7995948413183116</c:v>
              </c:pt>
              <c:pt idx="204">
                <c:v>0.7995948413183116</c:v>
              </c:pt>
              <c:pt idx="205">
                <c:v>0.7995948413183116</c:v>
              </c:pt>
              <c:pt idx="206">
                <c:v>0.7995948413183116</c:v>
              </c:pt>
              <c:pt idx="207">
                <c:v>0.7995948413183116</c:v>
              </c:pt>
              <c:pt idx="208">
                <c:v>0.7995948413183116</c:v>
              </c:pt>
              <c:pt idx="209">
                <c:v>0.7995948413183116</c:v>
              </c:pt>
              <c:pt idx="210">
                <c:v>0.7995948413183116</c:v>
              </c:pt>
              <c:pt idx="211">
                <c:v>0.7995948413183116</c:v>
              </c:pt>
              <c:pt idx="212">
                <c:v>0.7995948413183116</c:v>
              </c:pt>
              <c:pt idx="213">
                <c:v>0.7995948413183116</c:v>
              </c:pt>
              <c:pt idx="214">
                <c:v>0.7995948413183116</c:v>
              </c:pt>
              <c:pt idx="215">
                <c:v>0.7995948413183116</c:v>
              </c:pt>
              <c:pt idx="216">
                <c:v>0.7995948413183116</c:v>
              </c:pt>
              <c:pt idx="217">
                <c:v>0.7995948413183116</c:v>
              </c:pt>
              <c:pt idx="218">
                <c:v>0.7995948413183116</c:v>
              </c:pt>
              <c:pt idx="219">
                <c:v>0.7995948413183116</c:v>
              </c:pt>
              <c:pt idx="220">
                <c:v>0.7995948413183116</c:v>
              </c:pt>
              <c:pt idx="221">
                <c:v>0.7995948413183116</c:v>
              </c:pt>
              <c:pt idx="222">
                <c:v>0.7995948413183116</c:v>
              </c:pt>
              <c:pt idx="223">
                <c:v>0.7995948413183116</c:v>
              </c:pt>
              <c:pt idx="224">
                <c:v>0.7995948413183116</c:v>
              </c:pt>
              <c:pt idx="225">
                <c:v>0.7995948413183116</c:v>
              </c:pt>
              <c:pt idx="226">
                <c:v>0.7995948413183116</c:v>
              </c:pt>
              <c:pt idx="227">
                <c:v>0.7995948413183116</c:v>
              </c:pt>
              <c:pt idx="228">
                <c:v>0.7995948413183116</c:v>
              </c:pt>
              <c:pt idx="229">
                <c:v>0.7995948413183116</c:v>
              </c:pt>
              <c:pt idx="230">
                <c:v>0.7995948413183116</c:v>
              </c:pt>
              <c:pt idx="231">
                <c:v>0.7995948413183116</c:v>
              </c:pt>
              <c:pt idx="232">
                <c:v>0.7995948413183116</c:v>
              </c:pt>
              <c:pt idx="233">
                <c:v>0.7995948413183116</c:v>
              </c:pt>
              <c:pt idx="234">
                <c:v>0.7995948413183116</c:v>
              </c:pt>
              <c:pt idx="235">
                <c:v>0.7995948413183116</c:v>
              </c:pt>
              <c:pt idx="236">
                <c:v>0.7995948413183116</c:v>
              </c:pt>
              <c:pt idx="237">
                <c:v>0.7995948413183116</c:v>
              </c:pt>
              <c:pt idx="238">
                <c:v>0.7995948413183116</c:v>
              </c:pt>
              <c:pt idx="239">
                <c:v>0.7995948413183116</c:v>
              </c:pt>
              <c:pt idx="240">
                <c:v>0.7995948413183116</c:v>
              </c:pt>
              <c:pt idx="241">
                <c:v>0.7995948413183116</c:v>
              </c:pt>
              <c:pt idx="242">
                <c:v>0.7995948413183116</c:v>
              </c:pt>
              <c:pt idx="243">
                <c:v>0.7995948413183116</c:v>
              </c:pt>
              <c:pt idx="244">
                <c:v>0.7995948413183116</c:v>
              </c:pt>
              <c:pt idx="245">
                <c:v>0.7995948413183116</c:v>
              </c:pt>
              <c:pt idx="246">
                <c:v>0.7995948413183116</c:v>
              </c:pt>
              <c:pt idx="247">
                <c:v>0.7995948413183116</c:v>
              </c:pt>
              <c:pt idx="248">
                <c:v>0.7995948413183116</c:v>
              </c:pt>
              <c:pt idx="249">
                <c:v>0.7995948413183116</c:v>
              </c:pt>
              <c:pt idx="250">
                <c:v>0.7995948413183116</c:v>
              </c:pt>
              <c:pt idx="251">
                <c:v>0.7995948413183116</c:v>
              </c:pt>
              <c:pt idx="252">
                <c:v>0.7995948413183116</c:v>
              </c:pt>
              <c:pt idx="253">
                <c:v>0.7995948413183116</c:v>
              </c:pt>
              <c:pt idx="254">
                <c:v>0.7995948413183116</c:v>
              </c:pt>
              <c:pt idx="255">
                <c:v>0.7995948413183116</c:v>
              </c:pt>
              <c:pt idx="256">
                <c:v>0.7995948413183116</c:v>
              </c:pt>
              <c:pt idx="257">
                <c:v>0.7995948413183116</c:v>
              </c:pt>
              <c:pt idx="258">
                <c:v>0.7995948413183116</c:v>
              </c:pt>
              <c:pt idx="259">
                <c:v>0.7995948413183116</c:v>
              </c:pt>
              <c:pt idx="260">
                <c:v>0.7995948413183116</c:v>
              </c:pt>
              <c:pt idx="261">
                <c:v>0.7995948413183116</c:v>
              </c:pt>
              <c:pt idx="262">
                <c:v>0.7995948413183116</c:v>
              </c:pt>
              <c:pt idx="263">
                <c:v>0.7995948413183116</c:v>
              </c:pt>
              <c:pt idx="264">
                <c:v>0.7995948413183116</c:v>
              </c:pt>
              <c:pt idx="265">
                <c:v>0.7995948413183116</c:v>
              </c:pt>
              <c:pt idx="266">
                <c:v>0.7995948413183116</c:v>
              </c:pt>
              <c:pt idx="267">
                <c:v>0.7995948413183116</c:v>
              </c:pt>
              <c:pt idx="268">
                <c:v>0.7995948413183116</c:v>
              </c:pt>
              <c:pt idx="269">
                <c:v>0.7995948413183116</c:v>
              </c:pt>
              <c:pt idx="270">
                <c:v>0.7995948413183116</c:v>
              </c:pt>
              <c:pt idx="271">
                <c:v>0.7995948413183116</c:v>
              </c:pt>
              <c:pt idx="272">
                <c:v>0.7995948413183116</c:v>
              </c:pt>
              <c:pt idx="273">
                <c:v>0.7995948413183116</c:v>
              </c:pt>
              <c:pt idx="274">
                <c:v>0.7995948413183116</c:v>
              </c:pt>
              <c:pt idx="275">
                <c:v>0.7995948413183116</c:v>
              </c:pt>
              <c:pt idx="276">
                <c:v>0.7995948413183116</c:v>
              </c:pt>
              <c:pt idx="277">
                <c:v>0.7995948413183116</c:v>
              </c:pt>
              <c:pt idx="278">
                <c:v>0.7995948413183116</c:v>
              </c:pt>
              <c:pt idx="279">
                <c:v>0.7995948413183116</c:v>
              </c:pt>
              <c:pt idx="280">
                <c:v>0.7995948413183116</c:v>
              </c:pt>
              <c:pt idx="281">
                <c:v>0.7995948413183116</c:v>
              </c:pt>
              <c:pt idx="282">
                <c:v>0.7995948413183116</c:v>
              </c:pt>
              <c:pt idx="283">
                <c:v>0.7995948413183116</c:v>
              </c:pt>
              <c:pt idx="284">
                <c:v>0.7995948413183116</c:v>
              </c:pt>
              <c:pt idx="285">
                <c:v>0.7995948413183116</c:v>
              </c:pt>
              <c:pt idx="286">
                <c:v>0.7995948413183116</c:v>
              </c:pt>
              <c:pt idx="287">
                <c:v>0.7995948413183116</c:v>
              </c:pt>
              <c:pt idx="288">
                <c:v>0.7995948413183116</c:v>
              </c:pt>
              <c:pt idx="289">
                <c:v>0.7995948413183116</c:v>
              </c:pt>
              <c:pt idx="290">
                <c:v>0.7995948413183116</c:v>
              </c:pt>
              <c:pt idx="291">
                <c:v>0.7995948413183116</c:v>
              </c:pt>
              <c:pt idx="292">
                <c:v>0.7995948413183116</c:v>
              </c:pt>
              <c:pt idx="293">
                <c:v>0.7995948413183116</c:v>
              </c:pt>
              <c:pt idx="294">
                <c:v>0.7995948413183116</c:v>
              </c:pt>
              <c:pt idx="295">
                <c:v>0.7995948413183116</c:v>
              </c:pt>
              <c:pt idx="296">
                <c:v>0.7995948413183116</c:v>
              </c:pt>
              <c:pt idx="297">
                <c:v>0.7995948413183116</c:v>
              </c:pt>
              <c:pt idx="298">
                <c:v>0.7995948413183116</c:v>
              </c:pt>
              <c:pt idx="299">
                <c:v>0.7995948413183116</c:v>
              </c:pt>
              <c:pt idx="300">
                <c:v>0.7995948413183116</c:v>
              </c:pt>
              <c:pt idx="301">
                <c:v>0.7995948413183116</c:v>
              </c:pt>
              <c:pt idx="302">
                <c:v>0.7995948413183116</c:v>
              </c:pt>
              <c:pt idx="303">
                <c:v>0.7995948413183116</c:v>
              </c:pt>
              <c:pt idx="304">
                <c:v>0.7995948413183116</c:v>
              </c:pt>
              <c:pt idx="305">
                <c:v>0.7995948413183116</c:v>
              </c:pt>
              <c:pt idx="306">
                <c:v>0.7995948413183116</c:v>
              </c:pt>
              <c:pt idx="307">
                <c:v>0.7995948413183116</c:v>
              </c:pt>
              <c:pt idx="308">
                <c:v>0.7995948413183116</c:v>
              </c:pt>
              <c:pt idx="309">
                <c:v>0.7995948413183116</c:v>
              </c:pt>
              <c:pt idx="310">
                <c:v>0.7995948413183116</c:v>
              </c:pt>
              <c:pt idx="311">
                <c:v>0.7995948413183116</c:v>
              </c:pt>
              <c:pt idx="312">
                <c:v>0.7995948413183116</c:v>
              </c:pt>
              <c:pt idx="313">
                <c:v>0.7995948413183116</c:v>
              </c:pt>
              <c:pt idx="314">
                <c:v>0.7995948413183116</c:v>
              </c:pt>
              <c:pt idx="315">
                <c:v>0.7995948413183116</c:v>
              </c:pt>
              <c:pt idx="316">
                <c:v>0.7995948413183116</c:v>
              </c:pt>
              <c:pt idx="317">
                <c:v>0.7995948413183116</c:v>
              </c:pt>
              <c:pt idx="318">
                <c:v>0.7995948413183116</c:v>
              </c:pt>
              <c:pt idx="319">
                <c:v>0.7995948413183116</c:v>
              </c:pt>
              <c:pt idx="320">
                <c:v>0.7995948413183116</c:v>
              </c:pt>
              <c:pt idx="321">
                <c:v>0.7995948413183116</c:v>
              </c:pt>
              <c:pt idx="322">
                <c:v>0.7995948413183116</c:v>
              </c:pt>
              <c:pt idx="323">
                <c:v>0.7995948413183116</c:v>
              </c:pt>
            </c:numLit>
          </c:yVal>
          <c:smooth val="0"/>
        </c:ser>
        <c:ser>
          <c:idx val="12"/>
          <c:order val="12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324"/>
              <c:pt idx="0">
                <c:v>33.58694481805558</c:v>
              </c:pt>
              <c:pt idx="1">
                <c:v>33.58694481805558</c:v>
              </c:pt>
              <c:pt idx="2">
                <c:v>33.58694481805558</c:v>
              </c:pt>
              <c:pt idx="3">
                <c:v>33.58694481805558</c:v>
              </c:pt>
              <c:pt idx="4">
                <c:v>33.58694481805558</c:v>
              </c:pt>
              <c:pt idx="5">
                <c:v>33.58694481805558</c:v>
              </c:pt>
              <c:pt idx="6">
                <c:v>33.58694481805558</c:v>
              </c:pt>
              <c:pt idx="7">
                <c:v>33.58694481805558</c:v>
              </c:pt>
              <c:pt idx="8">
                <c:v>33.58694481805558</c:v>
              </c:pt>
              <c:pt idx="9">
                <c:v>33.58694481805558</c:v>
              </c:pt>
              <c:pt idx="10">
                <c:v>33.58694481805558</c:v>
              </c:pt>
              <c:pt idx="11">
                <c:v>33.58694481805558</c:v>
              </c:pt>
              <c:pt idx="12">
                <c:v>33.58694481805558</c:v>
              </c:pt>
              <c:pt idx="13">
                <c:v>33.58694481805558</c:v>
              </c:pt>
              <c:pt idx="14">
                <c:v>33.58694481805558</c:v>
              </c:pt>
              <c:pt idx="15">
                <c:v>33.58694481805558</c:v>
              </c:pt>
              <c:pt idx="16">
                <c:v>33.58694481805558</c:v>
              </c:pt>
              <c:pt idx="17">
                <c:v>33.58694481805558</c:v>
              </c:pt>
              <c:pt idx="18">
                <c:v>33.58694481805558</c:v>
              </c:pt>
              <c:pt idx="19">
                <c:v>33.58694481805558</c:v>
              </c:pt>
              <c:pt idx="20">
                <c:v>33.58694481805558</c:v>
              </c:pt>
              <c:pt idx="21">
                <c:v>33.58694481805558</c:v>
              </c:pt>
              <c:pt idx="22">
                <c:v>33.58694481805558</c:v>
              </c:pt>
              <c:pt idx="23">
                <c:v>33.58694481805558</c:v>
              </c:pt>
              <c:pt idx="24">
                <c:v>33.58694481805558</c:v>
              </c:pt>
              <c:pt idx="25">
                <c:v>33.58694481805558</c:v>
              </c:pt>
              <c:pt idx="26">
                <c:v>33.58694481805558</c:v>
              </c:pt>
              <c:pt idx="27">
                <c:v>33.58694481805558</c:v>
              </c:pt>
              <c:pt idx="28">
                <c:v>33.58694481805558</c:v>
              </c:pt>
              <c:pt idx="29">
                <c:v>33.58694481805558</c:v>
              </c:pt>
              <c:pt idx="30">
                <c:v>33.58694481805558</c:v>
              </c:pt>
              <c:pt idx="31">
                <c:v>33.58694481805558</c:v>
              </c:pt>
              <c:pt idx="32">
                <c:v>33.58694481805558</c:v>
              </c:pt>
              <c:pt idx="33">
                <c:v>33.58694481805558</c:v>
              </c:pt>
              <c:pt idx="34">
                <c:v>33.58694481805558</c:v>
              </c:pt>
              <c:pt idx="35">
                <c:v>33.58694481805558</c:v>
              </c:pt>
              <c:pt idx="36">
                <c:v>33.58694481805558</c:v>
              </c:pt>
              <c:pt idx="37">
                <c:v>33.58694481805558</c:v>
              </c:pt>
              <c:pt idx="38">
                <c:v>33.58694481805558</c:v>
              </c:pt>
              <c:pt idx="39">
                <c:v>33.58694481805558</c:v>
              </c:pt>
              <c:pt idx="40">
                <c:v>33.58694481805558</c:v>
              </c:pt>
              <c:pt idx="41">
                <c:v>33.58694481805558</c:v>
              </c:pt>
              <c:pt idx="42">
                <c:v>33.58694481805558</c:v>
              </c:pt>
              <c:pt idx="43">
                <c:v>33.58694481805558</c:v>
              </c:pt>
              <c:pt idx="44">
                <c:v>33.58694481805558</c:v>
              </c:pt>
              <c:pt idx="45">
                <c:v>33.58694481805558</c:v>
              </c:pt>
              <c:pt idx="46">
                <c:v>33.58694481805558</c:v>
              </c:pt>
              <c:pt idx="47">
                <c:v>33.58694481805558</c:v>
              </c:pt>
              <c:pt idx="48">
                <c:v>33.58694481805558</c:v>
              </c:pt>
              <c:pt idx="49">
                <c:v>33.58694481805558</c:v>
              </c:pt>
              <c:pt idx="50">
                <c:v>33.58694481805558</c:v>
              </c:pt>
              <c:pt idx="51">
                <c:v>33.58694481805558</c:v>
              </c:pt>
              <c:pt idx="52">
                <c:v>33.58694481805558</c:v>
              </c:pt>
              <c:pt idx="53">
                <c:v>33.58694481805558</c:v>
              </c:pt>
              <c:pt idx="54">
                <c:v>33.58694481805558</c:v>
              </c:pt>
              <c:pt idx="55">
                <c:v>33.58694481805558</c:v>
              </c:pt>
              <c:pt idx="56">
                <c:v>33.58694481805558</c:v>
              </c:pt>
              <c:pt idx="57">
                <c:v>33.58694481805558</c:v>
              </c:pt>
              <c:pt idx="58">
                <c:v>33.58694481805558</c:v>
              </c:pt>
              <c:pt idx="59">
                <c:v>33.58694481805558</c:v>
              </c:pt>
              <c:pt idx="60">
                <c:v>33.58694481805558</c:v>
              </c:pt>
              <c:pt idx="61">
                <c:v>33.58694481805558</c:v>
              </c:pt>
              <c:pt idx="62">
                <c:v>33.58694481805558</c:v>
              </c:pt>
              <c:pt idx="63">
                <c:v>33.58694481805558</c:v>
              </c:pt>
              <c:pt idx="64">
                <c:v>33.58694481805558</c:v>
              </c:pt>
              <c:pt idx="65">
                <c:v>33.58694481805558</c:v>
              </c:pt>
              <c:pt idx="66">
                <c:v>33.58694481805558</c:v>
              </c:pt>
              <c:pt idx="67">
                <c:v>33.58694481805558</c:v>
              </c:pt>
              <c:pt idx="68">
                <c:v>33.58694481805558</c:v>
              </c:pt>
              <c:pt idx="69">
                <c:v>33.58694481805558</c:v>
              </c:pt>
              <c:pt idx="70">
                <c:v>33.58694481805558</c:v>
              </c:pt>
              <c:pt idx="71">
                <c:v>33.58694481805558</c:v>
              </c:pt>
              <c:pt idx="72">
                <c:v>33.58694481805558</c:v>
              </c:pt>
              <c:pt idx="73">
                <c:v>33.58694481805558</c:v>
              </c:pt>
              <c:pt idx="74">
                <c:v>33.58694481805558</c:v>
              </c:pt>
              <c:pt idx="75">
                <c:v>33.58694481805558</c:v>
              </c:pt>
              <c:pt idx="76">
                <c:v>33.58694481805558</c:v>
              </c:pt>
              <c:pt idx="77">
                <c:v>33.58694481805558</c:v>
              </c:pt>
              <c:pt idx="78">
                <c:v>33.58694481805558</c:v>
              </c:pt>
              <c:pt idx="79">
                <c:v>33.58694481805558</c:v>
              </c:pt>
              <c:pt idx="80">
                <c:v>33.58694481805558</c:v>
              </c:pt>
              <c:pt idx="81">
                <c:v>33.58694481805558</c:v>
              </c:pt>
              <c:pt idx="82">
                <c:v>33.58694481805558</c:v>
              </c:pt>
              <c:pt idx="83">
                <c:v>33.58694481805558</c:v>
              </c:pt>
              <c:pt idx="84">
                <c:v>33.58694481805558</c:v>
              </c:pt>
              <c:pt idx="85">
                <c:v>33.58694481805558</c:v>
              </c:pt>
              <c:pt idx="86">
                <c:v>33.58694481805558</c:v>
              </c:pt>
              <c:pt idx="87">
                <c:v>33.58694481805558</c:v>
              </c:pt>
              <c:pt idx="88">
                <c:v>33.58694481805558</c:v>
              </c:pt>
              <c:pt idx="89">
                <c:v>33.58694481805558</c:v>
              </c:pt>
              <c:pt idx="90">
                <c:v>33.58694481805558</c:v>
              </c:pt>
              <c:pt idx="91">
                <c:v>33.58694481805558</c:v>
              </c:pt>
              <c:pt idx="92">
                <c:v>33.58694481805558</c:v>
              </c:pt>
              <c:pt idx="93">
                <c:v>33.58694481805558</c:v>
              </c:pt>
              <c:pt idx="94">
                <c:v>33.58694481805558</c:v>
              </c:pt>
              <c:pt idx="95">
                <c:v>33.58694481805558</c:v>
              </c:pt>
              <c:pt idx="96">
                <c:v>33.58694481805558</c:v>
              </c:pt>
              <c:pt idx="97">
                <c:v>33.58694481805558</c:v>
              </c:pt>
              <c:pt idx="98">
                <c:v>33.58694481805558</c:v>
              </c:pt>
              <c:pt idx="99">
                <c:v>33.58694481805558</c:v>
              </c:pt>
              <c:pt idx="100">
                <c:v>33.58694481805558</c:v>
              </c:pt>
              <c:pt idx="101">
                <c:v>33.58694481805558</c:v>
              </c:pt>
              <c:pt idx="102">
                <c:v>33.58694481805558</c:v>
              </c:pt>
              <c:pt idx="103">
                <c:v>33.58694481805558</c:v>
              </c:pt>
              <c:pt idx="104">
                <c:v>33.58694481805558</c:v>
              </c:pt>
              <c:pt idx="105">
                <c:v>33.58694481805558</c:v>
              </c:pt>
              <c:pt idx="106">
                <c:v>33.58694481805558</c:v>
              </c:pt>
              <c:pt idx="107">
                <c:v>33.58694481805558</c:v>
              </c:pt>
              <c:pt idx="108">
                <c:v>33.58694481805558</c:v>
              </c:pt>
              <c:pt idx="109">
                <c:v>33.58694481805558</c:v>
              </c:pt>
              <c:pt idx="110">
                <c:v>33.58694481805558</c:v>
              </c:pt>
              <c:pt idx="111">
                <c:v>33.58694481805558</c:v>
              </c:pt>
              <c:pt idx="112">
                <c:v>33.58694481805558</c:v>
              </c:pt>
              <c:pt idx="113">
                <c:v>33.58694481805558</c:v>
              </c:pt>
              <c:pt idx="114">
                <c:v>33.58694481805558</c:v>
              </c:pt>
              <c:pt idx="115">
                <c:v>33.58694481805558</c:v>
              </c:pt>
              <c:pt idx="116">
                <c:v>33.58694481805558</c:v>
              </c:pt>
              <c:pt idx="117">
                <c:v>33.58694481805558</c:v>
              </c:pt>
              <c:pt idx="118">
                <c:v>33.58694481805558</c:v>
              </c:pt>
              <c:pt idx="119">
                <c:v>33.58694481805558</c:v>
              </c:pt>
              <c:pt idx="120">
                <c:v>33.58694481805558</c:v>
              </c:pt>
              <c:pt idx="121">
                <c:v>33.58694481805558</c:v>
              </c:pt>
              <c:pt idx="122">
                <c:v>33.58694481805558</c:v>
              </c:pt>
              <c:pt idx="123">
                <c:v>33.58694481805558</c:v>
              </c:pt>
              <c:pt idx="124">
                <c:v>33.58694481805558</c:v>
              </c:pt>
              <c:pt idx="125">
                <c:v>33.58694481805558</c:v>
              </c:pt>
              <c:pt idx="126">
                <c:v>33.58694481805558</c:v>
              </c:pt>
              <c:pt idx="127">
                <c:v>33.58694481805558</c:v>
              </c:pt>
              <c:pt idx="128">
                <c:v>33.58694481805558</c:v>
              </c:pt>
              <c:pt idx="129">
                <c:v>33.58694481805558</c:v>
              </c:pt>
              <c:pt idx="130">
                <c:v>33.58694481805558</c:v>
              </c:pt>
              <c:pt idx="131">
                <c:v>33.58694481805558</c:v>
              </c:pt>
              <c:pt idx="132">
                <c:v>33.58694481805558</c:v>
              </c:pt>
              <c:pt idx="133">
                <c:v>33.58694481805558</c:v>
              </c:pt>
              <c:pt idx="134">
                <c:v>33.58694481805558</c:v>
              </c:pt>
              <c:pt idx="135">
                <c:v>33.58694481805558</c:v>
              </c:pt>
              <c:pt idx="136">
                <c:v>33.58694481805558</c:v>
              </c:pt>
              <c:pt idx="137">
                <c:v>33.58694481805558</c:v>
              </c:pt>
              <c:pt idx="138">
                <c:v>33.58694481805558</c:v>
              </c:pt>
              <c:pt idx="139">
                <c:v>33.58694481805558</c:v>
              </c:pt>
              <c:pt idx="140">
                <c:v>33.58694481805558</c:v>
              </c:pt>
              <c:pt idx="141">
                <c:v>33.58694481805558</c:v>
              </c:pt>
              <c:pt idx="142">
                <c:v>33.58694481805558</c:v>
              </c:pt>
              <c:pt idx="143">
                <c:v>33.58694481805558</c:v>
              </c:pt>
              <c:pt idx="144">
                <c:v>33.58694481805558</c:v>
              </c:pt>
              <c:pt idx="145">
                <c:v>33.58694481805558</c:v>
              </c:pt>
              <c:pt idx="146">
                <c:v>33.58694481805558</c:v>
              </c:pt>
              <c:pt idx="147">
                <c:v>33.58694481805558</c:v>
              </c:pt>
              <c:pt idx="148">
                <c:v>33.58694481805558</c:v>
              </c:pt>
              <c:pt idx="149">
                <c:v>33.58694481805558</c:v>
              </c:pt>
              <c:pt idx="150">
                <c:v>33.58694481805558</c:v>
              </c:pt>
              <c:pt idx="151">
                <c:v>33.58694481805558</c:v>
              </c:pt>
              <c:pt idx="152">
                <c:v>33.58694481805558</c:v>
              </c:pt>
              <c:pt idx="153">
                <c:v>33.58694481805558</c:v>
              </c:pt>
              <c:pt idx="154">
                <c:v>33.58694481805558</c:v>
              </c:pt>
              <c:pt idx="155">
                <c:v>33.58694481805558</c:v>
              </c:pt>
              <c:pt idx="156">
                <c:v>33.58694481805558</c:v>
              </c:pt>
              <c:pt idx="157">
                <c:v>33.58694481805558</c:v>
              </c:pt>
              <c:pt idx="158">
                <c:v>33.58694481805558</c:v>
              </c:pt>
              <c:pt idx="159">
                <c:v>33.58694481805558</c:v>
              </c:pt>
              <c:pt idx="160">
                <c:v>33.58694481805558</c:v>
              </c:pt>
              <c:pt idx="161">
                <c:v>33.58694481805558</c:v>
              </c:pt>
              <c:pt idx="162">
                <c:v>33.58694481805558</c:v>
              </c:pt>
              <c:pt idx="163">
                <c:v>33.58694481805558</c:v>
              </c:pt>
              <c:pt idx="164">
                <c:v>33.58694481805558</c:v>
              </c:pt>
              <c:pt idx="165">
                <c:v>33.58694481805558</c:v>
              </c:pt>
              <c:pt idx="166">
                <c:v>33.58694481805558</c:v>
              </c:pt>
              <c:pt idx="167">
                <c:v>33.58694481805558</c:v>
              </c:pt>
              <c:pt idx="168">
                <c:v>33.58694481805558</c:v>
              </c:pt>
              <c:pt idx="169">
                <c:v>33.58694481805558</c:v>
              </c:pt>
              <c:pt idx="170">
                <c:v>33.58694481805558</c:v>
              </c:pt>
              <c:pt idx="171">
                <c:v>33.58694481805558</c:v>
              </c:pt>
              <c:pt idx="172">
                <c:v>33.58694481805558</c:v>
              </c:pt>
              <c:pt idx="173">
                <c:v>33.58694481805558</c:v>
              </c:pt>
              <c:pt idx="174">
                <c:v>33.58694481805558</c:v>
              </c:pt>
              <c:pt idx="175">
                <c:v>33.58694481805558</c:v>
              </c:pt>
              <c:pt idx="176">
                <c:v>33.58694481805558</c:v>
              </c:pt>
              <c:pt idx="177">
                <c:v>33.58694481805558</c:v>
              </c:pt>
              <c:pt idx="178">
                <c:v>33.58694481805558</c:v>
              </c:pt>
              <c:pt idx="179">
                <c:v>33.58694481805558</c:v>
              </c:pt>
              <c:pt idx="180">
                <c:v>33.58694481805558</c:v>
              </c:pt>
              <c:pt idx="181">
                <c:v>33.58694481805558</c:v>
              </c:pt>
              <c:pt idx="182">
                <c:v>33.58694481805558</c:v>
              </c:pt>
              <c:pt idx="183">
                <c:v>33.58694481805558</c:v>
              </c:pt>
              <c:pt idx="184">
                <c:v>33.58694481805558</c:v>
              </c:pt>
              <c:pt idx="185">
                <c:v>33.58694481805558</c:v>
              </c:pt>
              <c:pt idx="186">
                <c:v>33.58694481805558</c:v>
              </c:pt>
              <c:pt idx="187">
                <c:v>33.58694481805558</c:v>
              </c:pt>
              <c:pt idx="188">
                <c:v>33.58694481805558</c:v>
              </c:pt>
              <c:pt idx="189">
                <c:v>33.58694481805558</c:v>
              </c:pt>
              <c:pt idx="190">
                <c:v>33.58694481805558</c:v>
              </c:pt>
              <c:pt idx="191">
                <c:v>33.58694481805558</c:v>
              </c:pt>
              <c:pt idx="192">
                <c:v>33.58694481805558</c:v>
              </c:pt>
              <c:pt idx="193">
                <c:v>33.58694481805558</c:v>
              </c:pt>
              <c:pt idx="194">
                <c:v>33.58694481805558</c:v>
              </c:pt>
              <c:pt idx="195">
                <c:v>33.58694481805558</c:v>
              </c:pt>
              <c:pt idx="196">
                <c:v>33.58694481805558</c:v>
              </c:pt>
              <c:pt idx="197">
                <c:v>33.58694481805558</c:v>
              </c:pt>
              <c:pt idx="198">
                <c:v>33.58694481805558</c:v>
              </c:pt>
              <c:pt idx="199">
                <c:v>33.58694481805558</c:v>
              </c:pt>
              <c:pt idx="200">
                <c:v>33.58694481805558</c:v>
              </c:pt>
              <c:pt idx="201">
                <c:v>33.58694481805558</c:v>
              </c:pt>
              <c:pt idx="202">
                <c:v>33.58694481805558</c:v>
              </c:pt>
              <c:pt idx="203">
                <c:v>33.58694481805558</c:v>
              </c:pt>
              <c:pt idx="204">
                <c:v>33.58694481805558</c:v>
              </c:pt>
              <c:pt idx="205">
                <c:v>33.58694481805558</c:v>
              </c:pt>
              <c:pt idx="206">
                <c:v>33.58694481805558</c:v>
              </c:pt>
              <c:pt idx="207">
                <c:v>33.58694481805558</c:v>
              </c:pt>
              <c:pt idx="208">
                <c:v>33.58694481805558</c:v>
              </c:pt>
              <c:pt idx="209">
                <c:v>33.58694481805558</c:v>
              </c:pt>
              <c:pt idx="210">
                <c:v>33.58694481805558</c:v>
              </c:pt>
              <c:pt idx="211">
                <c:v>33.58694481805558</c:v>
              </c:pt>
              <c:pt idx="212">
                <c:v>33.58694481805558</c:v>
              </c:pt>
              <c:pt idx="213">
                <c:v>33.58694481805558</c:v>
              </c:pt>
              <c:pt idx="214">
                <c:v>33.58694481805558</c:v>
              </c:pt>
              <c:pt idx="215">
                <c:v>33.58694481805558</c:v>
              </c:pt>
              <c:pt idx="216">
                <c:v>33.58694481805558</c:v>
              </c:pt>
              <c:pt idx="217">
                <c:v>33.58694481805558</c:v>
              </c:pt>
              <c:pt idx="218">
                <c:v>33.58694481805558</c:v>
              </c:pt>
              <c:pt idx="219">
                <c:v>33.58694481805558</c:v>
              </c:pt>
              <c:pt idx="220">
                <c:v>33.58694481805558</c:v>
              </c:pt>
              <c:pt idx="221">
                <c:v>33.58694481805558</c:v>
              </c:pt>
              <c:pt idx="222">
                <c:v>33.58694481805558</c:v>
              </c:pt>
              <c:pt idx="223">
                <c:v>33.58694481805558</c:v>
              </c:pt>
              <c:pt idx="224">
                <c:v>33.58694481805558</c:v>
              </c:pt>
              <c:pt idx="225">
                <c:v>33.58694481805558</c:v>
              </c:pt>
              <c:pt idx="226">
                <c:v>33.58694481805558</c:v>
              </c:pt>
              <c:pt idx="227">
                <c:v>33.58694481805558</c:v>
              </c:pt>
              <c:pt idx="228">
                <c:v>33.58694481805558</c:v>
              </c:pt>
              <c:pt idx="229">
                <c:v>33.58694481805558</c:v>
              </c:pt>
              <c:pt idx="230">
                <c:v>33.58694481805558</c:v>
              </c:pt>
              <c:pt idx="231">
                <c:v>33.58694481805558</c:v>
              </c:pt>
              <c:pt idx="232">
                <c:v>33.58694481805558</c:v>
              </c:pt>
              <c:pt idx="233">
                <c:v>33.58694481805558</c:v>
              </c:pt>
              <c:pt idx="234">
                <c:v>33.58694481805558</c:v>
              </c:pt>
              <c:pt idx="235">
                <c:v>33.58694481805558</c:v>
              </c:pt>
              <c:pt idx="236">
                <c:v>33.58694481805558</c:v>
              </c:pt>
              <c:pt idx="237">
                <c:v>33.58694481805558</c:v>
              </c:pt>
              <c:pt idx="238">
                <c:v>33.58694481805558</c:v>
              </c:pt>
              <c:pt idx="239">
                <c:v>33.58694481805558</c:v>
              </c:pt>
              <c:pt idx="240">
                <c:v>33.58694481805558</c:v>
              </c:pt>
              <c:pt idx="241">
                <c:v>33.58694481805558</c:v>
              </c:pt>
              <c:pt idx="242">
                <c:v>33.58694481805558</c:v>
              </c:pt>
              <c:pt idx="243">
                <c:v>33.58694481805558</c:v>
              </c:pt>
              <c:pt idx="244">
                <c:v>33.58694481805558</c:v>
              </c:pt>
              <c:pt idx="245">
                <c:v>33.58694481805558</c:v>
              </c:pt>
              <c:pt idx="246">
                <c:v>33.58694481805558</c:v>
              </c:pt>
              <c:pt idx="247">
                <c:v>33.58694481805558</c:v>
              </c:pt>
              <c:pt idx="248">
                <c:v>33.58694481805558</c:v>
              </c:pt>
              <c:pt idx="249">
                <c:v>33.58694481805558</c:v>
              </c:pt>
              <c:pt idx="250">
                <c:v>33.58694481805558</c:v>
              </c:pt>
              <c:pt idx="251">
                <c:v>33.58694481805558</c:v>
              </c:pt>
              <c:pt idx="252">
                <c:v>33.58694481805558</c:v>
              </c:pt>
              <c:pt idx="253">
                <c:v>33.58694481805558</c:v>
              </c:pt>
              <c:pt idx="254">
                <c:v>33.58694481805558</c:v>
              </c:pt>
              <c:pt idx="255">
                <c:v>33.58694481805558</c:v>
              </c:pt>
              <c:pt idx="256">
                <c:v>33.58694481805558</c:v>
              </c:pt>
              <c:pt idx="257">
                <c:v>33.58694481805558</c:v>
              </c:pt>
              <c:pt idx="258">
                <c:v>33.58694481805558</c:v>
              </c:pt>
              <c:pt idx="259">
                <c:v>33.58694481805558</c:v>
              </c:pt>
              <c:pt idx="260">
                <c:v>33.58694481805558</c:v>
              </c:pt>
              <c:pt idx="261">
                <c:v>33.58694481805558</c:v>
              </c:pt>
              <c:pt idx="262">
                <c:v>33.58694481805558</c:v>
              </c:pt>
              <c:pt idx="263">
                <c:v>33.58694481805558</c:v>
              </c:pt>
              <c:pt idx="264">
                <c:v>33.58694481805558</c:v>
              </c:pt>
              <c:pt idx="265">
                <c:v>33.58694481805558</c:v>
              </c:pt>
              <c:pt idx="266">
                <c:v>33.58694481805558</c:v>
              </c:pt>
              <c:pt idx="267">
                <c:v>33.58694481805558</c:v>
              </c:pt>
              <c:pt idx="268">
                <c:v>33.58694481805558</c:v>
              </c:pt>
              <c:pt idx="269">
                <c:v>33.58694481805558</c:v>
              </c:pt>
              <c:pt idx="270">
                <c:v>33.58694481805558</c:v>
              </c:pt>
              <c:pt idx="271">
                <c:v>33.58694481805558</c:v>
              </c:pt>
              <c:pt idx="272">
                <c:v>33.58694481805558</c:v>
              </c:pt>
              <c:pt idx="273">
                <c:v>33.58694481805558</c:v>
              </c:pt>
              <c:pt idx="274">
                <c:v>33.58694481805558</c:v>
              </c:pt>
              <c:pt idx="275">
                <c:v>33.58694481805558</c:v>
              </c:pt>
              <c:pt idx="276">
                <c:v>33.58694481805558</c:v>
              </c:pt>
              <c:pt idx="277">
                <c:v>33.58694481805558</c:v>
              </c:pt>
              <c:pt idx="278">
                <c:v>33.58694481805558</c:v>
              </c:pt>
              <c:pt idx="279">
                <c:v>33.58694481805558</c:v>
              </c:pt>
              <c:pt idx="280">
                <c:v>33.58694481805558</c:v>
              </c:pt>
              <c:pt idx="281">
                <c:v>33.58694481805558</c:v>
              </c:pt>
              <c:pt idx="282">
                <c:v>33.58694481805558</c:v>
              </c:pt>
              <c:pt idx="283">
                <c:v>33.58694481805558</c:v>
              </c:pt>
              <c:pt idx="284">
                <c:v>33.58694481805558</c:v>
              </c:pt>
              <c:pt idx="285">
                <c:v>33.58694481805558</c:v>
              </c:pt>
              <c:pt idx="286">
                <c:v>33.58694481805558</c:v>
              </c:pt>
              <c:pt idx="287">
                <c:v>33.58694481805558</c:v>
              </c:pt>
              <c:pt idx="288">
                <c:v>33.58694481805558</c:v>
              </c:pt>
              <c:pt idx="289">
                <c:v>33.58694481805558</c:v>
              </c:pt>
              <c:pt idx="290">
                <c:v>33.58694481805558</c:v>
              </c:pt>
              <c:pt idx="291">
                <c:v>33.58694481805558</c:v>
              </c:pt>
              <c:pt idx="292">
                <c:v>33.58694481805558</c:v>
              </c:pt>
              <c:pt idx="293">
                <c:v>33.58694481805558</c:v>
              </c:pt>
              <c:pt idx="294">
                <c:v>33.58694481805558</c:v>
              </c:pt>
              <c:pt idx="295">
                <c:v>33.58694481805558</c:v>
              </c:pt>
              <c:pt idx="296">
                <c:v>33.58694481805558</c:v>
              </c:pt>
              <c:pt idx="297">
                <c:v>33.58694481805558</c:v>
              </c:pt>
              <c:pt idx="298">
                <c:v>33.58694481805558</c:v>
              </c:pt>
              <c:pt idx="299">
                <c:v>33.58694481805558</c:v>
              </c:pt>
              <c:pt idx="300">
                <c:v>33.58694481805558</c:v>
              </c:pt>
              <c:pt idx="301">
                <c:v>33.58694481805558</c:v>
              </c:pt>
              <c:pt idx="302">
                <c:v>33.58694481805558</c:v>
              </c:pt>
              <c:pt idx="303">
                <c:v>33.58694481805558</c:v>
              </c:pt>
              <c:pt idx="304">
                <c:v>33.58694481805558</c:v>
              </c:pt>
              <c:pt idx="305">
                <c:v>33.58694481805558</c:v>
              </c:pt>
              <c:pt idx="306">
                <c:v>33.58694481805558</c:v>
              </c:pt>
              <c:pt idx="307">
                <c:v>33.58694481805558</c:v>
              </c:pt>
              <c:pt idx="308">
                <c:v>33.58694481805558</c:v>
              </c:pt>
              <c:pt idx="309">
                <c:v>33.58694481805558</c:v>
              </c:pt>
              <c:pt idx="310">
                <c:v>33.58694481805558</c:v>
              </c:pt>
              <c:pt idx="311">
                <c:v>33.58694481805558</c:v>
              </c:pt>
              <c:pt idx="312">
                <c:v>33.58694481805558</c:v>
              </c:pt>
              <c:pt idx="313">
                <c:v>33.58694481805558</c:v>
              </c:pt>
              <c:pt idx="314">
                <c:v>33.58694481805558</c:v>
              </c:pt>
              <c:pt idx="315">
                <c:v>33.58694481805558</c:v>
              </c:pt>
              <c:pt idx="316">
                <c:v>33.58694481805558</c:v>
              </c:pt>
              <c:pt idx="317">
                <c:v>33.58694481805558</c:v>
              </c:pt>
              <c:pt idx="318">
                <c:v>33.58694481805558</c:v>
              </c:pt>
              <c:pt idx="319">
                <c:v>33.58694481805558</c:v>
              </c:pt>
              <c:pt idx="320">
                <c:v>33.58694481805558</c:v>
              </c:pt>
              <c:pt idx="321">
                <c:v>33.58694481805558</c:v>
              </c:pt>
              <c:pt idx="322">
                <c:v>33.58694481805558</c:v>
              </c:pt>
              <c:pt idx="323">
                <c:v>33.58694481805558</c:v>
              </c:pt>
            </c:numLit>
          </c:xVal>
          <c:yVal>
            <c:numLit>
              <c:formatCode>0.0</c:formatCode>
              <c:ptCount val="324"/>
              <c:pt idx="0">
                <c:v>0.018409778284908234</c:v>
              </c:pt>
              <c:pt idx="1">
                <c:v>0.018409778284908234</c:v>
              </c:pt>
              <c:pt idx="2">
                <c:v>0.018409778284908234</c:v>
              </c:pt>
              <c:pt idx="3">
                <c:v>0.018409778284908234</c:v>
              </c:pt>
              <c:pt idx="4">
                <c:v>0.018409778284908234</c:v>
              </c:pt>
              <c:pt idx="5">
                <c:v>0.018409778284908234</c:v>
              </c:pt>
              <c:pt idx="6">
                <c:v>0.018409778284908234</c:v>
              </c:pt>
              <c:pt idx="7">
                <c:v>0.018409778284908234</c:v>
              </c:pt>
              <c:pt idx="8">
                <c:v>0.018409778284908234</c:v>
              </c:pt>
              <c:pt idx="9">
                <c:v>0.018409778284908234</c:v>
              </c:pt>
              <c:pt idx="10">
                <c:v>0.018409778284908234</c:v>
              </c:pt>
              <c:pt idx="11">
                <c:v>0.018409778284908234</c:v>
              </c:pt>
              <c:pt idx="12">
                <c:v>0.018409778284908234</c:v>
              </c:pt>
              <c:pt idx="13">
                <c:v>0.018409778284908234</c:v>
              </c:pt>
              <c:pt idx="14">
                <c:v>0.018409778284908234</c:v>
              </c:pt>
              <c:pt idx="15">
                <c:v>0.018409778284908234</c:v>
              </c:pt>
              <c:pt idx="16">
                <c:v>0.018409778284908234</c:v>
              </c:pt>
              <c:pt idx="17">
                <c:v>0.018409778284908234</c:v>
              </c:pt>
              <c:pt idx="18">
                <c:v>0.018409778284908234</c:v>
              </c:pt>
              <c:pt idx="19">
                <c:v>0.018409778284908234</c:v>
              </c:pt>
              <c:pt idx="20">
                <c:v>0.018409778284908234</c:v>
              </c:pt>
              <c:pt idx="21">
                <c:v>0.018409778284908234</c:v>
              </c:pt>
              <c:pt idx="22">
                <c:v>0.018409778284908234</c:v>
              </c:pt>
              <c:pt idx="23">
                <c:v>0.018409778284908234</c:v>
              </c:pt>
              <c:pt idx="24">
                <c:v>0.018409778284908234</c:v>
              </c:pt>
              <c:pt idx="25">
                <c:v>0.018409778284908234</c:v>
              </c:pt>
              <c:pt idx="26">
                <c:v>0.018409778284908234</c:v>
              </c:pt>
              <c:pt idx="27">
                <c:v>0.018409778284908234</c:v>
              </c:pt>
              <c:pt idx="28">
                <c:v>0.018409778284908234</c:v>
              </c:pt>
              <c:pt idx="29">
                <c:v>0.018409778284908234</c:v>
              </c:pt>
              <c:pt idx="30">
                <c:v>0.018409778284908234</c:v>
              </c:pt>
              <c:pt idx="31">
                <c:v>0.018409778284908234</c:v>
              </c:pt>
              <c:pt idx="32">
                <c:v>0.018409778284908234</c:v>
              </c:pt>
              <c:pt idx="33">
                <c:v>0.018409778284908234</c:v>
              </c:pt>
              <c:pt idx="34">
                <c:v>0.018409778284908234</c:v>
              </c:pt>
              <c:pt idx="35">
                <c:v>0.018409778284908234</c:v>
              </c:pt>
              <c:pt idx="36">
                <c:v>0.018409778284908234</c:v>
              </c:pt>
              <c:pt idx="37">
                <c:v>0.018409778284908234</c:v>
              </c:pt>
              <c:pt idx="38">
                <c:v>0.018409778284908234</c:v>
              </c:pt>
              <c:pt idx="39">
                <c:v>0.018409778284908234</c:v>
              </c:pt>
              <c:pt idx="40">
                <c:v>0.018409778284908234</c:v>
              </c:pt>
              <c:pt idx="41">
                <c:v>0.018409778284908234</c:v>
              </c:pt>
              <c:pt idx="42">
                <c:v>0.018409778284908234</c:v>
              </c:pt>
              <c:pt idx="43">
                <c:v>0.018409778284908234</c:v>
              </c:pt>
              <c:pt idx="44">
                <c:v>0.018409778284908234</c:v>
              </c:pt>
              <c:pt idx="45">
                <c:v>0.018409778284908234</c:v>
              </c:pt>
              <c:pt idx="46">
                <c:v>0.018409778284908234</c:v>
              </c:pt>
              <c:pt idx="47">
                <c:v>0.018409778284908234</c:v>
              </c:pt>
              <c:pt idx="48">
                <c:v>0.018409778284908234</c:v>
              </c:pt>
              <c:pt idx="49">
                <c:v>0.018409778284908234</c:v>
              </c:pt>
              <c:pt idx="50">
                <c:v>0.018409778284908234</c:v>
              </c:pt>
              <c:pt idx="51">
                <c:v>0.018409778284908234</c:v>
              </c:pt>
              <c:pt idx="52">
                <c:v>0.018409778284908234</c:v>
              </c:pt>
              <c:pt idx="53">
                <c:v>0.018409778284908234</c:v>
              </c:pt>
              <c:pt idx="54">
                <c:v>0.018409778284908234</c:v>
              </c:pt>
              <c:pt idx="55">
                <c:v>0.018409778284908234</c:v>
              </c:pt>
              <c:pt idx="56">
                <c:v>0.018409778284908234</c:v>
              </c:pt>
              <c:pt idx="57">
                <c:v>0.018409778284908234</c:v>
              </c:pt>
              <c:pt idx="58">
                <c:v>0.018409778284908234</c:v>
              </c:pt>
              <c:pt idx="59">
                <c:v>0.018409778284908234</c:v>
              </c:pt>
              <c:pt idx="60">
                <c:v>0.018409778284908234</c:v>
              </c:pt>
              <c:pt idx="61">
                <c:v>0.018409778284908234</c:v>
              </c:pt>
              <c:pt idx="62">
                <c:v>0.018409778284908234</c:v>
              </c:pt>
              <c:pt idx="63">
                <c:v>0.018409778284908234</c:v>
              </c:pt>
              <c:pt idx="64">
                <c:v>0.018409778284908234</c:v>
              </c:pt>
              <c:pt idx="65">
                <c:v>0.018409778284908234</c:v>
              </c:pt>
              <c:pt idx="66">
                <c:v>0.018409778284908234</c:v>
              </c:pt>
              <c:pt idx="67">
                <c:v>0.018409778284908234</c:v>
              </c:pt>
              <c:pt idx="68">
                <c:v>0.018409778284908234</c:v>
              </c:pt>
              <c:pt idx="69">
                <c:v>0.018409778284908234</c:v>
              </c:pt>
              <c:pt idx="70">
                <c:v>0.018409778284908234</c:v>
              </c:pt>
              <c:pt idx="71">
                <c:v>0.018409778284908234</c:v>
              </c:pt>
              <c:pt idx="72">
                <c:v>0.018409778284908234</c:v>
              </c:pt>
              <c:pt idx="73">
                <c:v>0.018409778284908234</c:v>
              </c:pt>
              <c:pt idx="74">
                <c:v>0.018409778284908234</c:v>
              </c:pt>
              <c:pt idx="75">
                <c:v>0.018409778284908234</c:v>
              </c:pt>
              <c:pt idx="76">
                <c:v>0.018409778284908234</c:v>
              </c:pt>
              <c:pt idx="77">
                <c:v>0.018409778284908234</c:v>
              </c:pt>
              <c:pt idx="78">
                <c:v>0.018409778284908234</c:v>
              </c:pt>
              <c:pt idx="79">
                <c:v>0.018409778284908234</c:v>
              </c:pt>
              <c:pt idx="80">
                <c:v>0.018409778284908234</c:v>
              </c:pt>
              <c:pt idx="81">
                <c:v>0.018409778284908234</c:v>
              </c:pt>
              <c:pt idx="82">
                <c:v>0.018409778284908234</c:v>
              </c:pt>
              <c:pt idx="83">
                <c:v>0.018409778284908234</c:v>
              </c:pt>
              <c:pt idx="84">
                <c:v>0.018409778284908234</c:v>
              </c:pt>
              <c:pt idx="85">
                <c:v>0.018409778284908234</c:v>
              </c:pt>
              <c:pt idx="86">
                <c:v>0.018409778284908234</c:v>
              </c:pt>
              <c:pt idx="87">
                <c:v>0.018409778284908234</c:v>
              </c:pt>
              <c:pt idx="88">
                <c:v>0.018409778284908234</c:v>
              </c:pt>
              <c:pt idx="89">
                <c:v>0.018409778284908234</c:v>
              </c:pt>
              <c:pt idx="90">
                <c:v>0.018409778284908234</c:v>
              </c:pt>
              <c:pt idx="91">
                <c:v>0.018409778284908234</c:v>
              </c:pt>
              <c:pt idx="92">
                <c:v>0.018409778284908234</c:v>
              </c:pt>
              <c:pt idx="93">
                <c:v>0.018409778284908234</c:v>
              </c:pt>
              <c:pt idx="94">
                <c:v>0.018409778284908234</c:v>
              </c:pt>
              <c:pt idx="95">
                <c:v>0.018409778284908234</c:v>
              </c:pt>
              <c:pt idx="96">
                <c:v>0.018409778284908234</c:v>
              </c:pt>
              <c:pt idx="97">
                <c:v>0.018409778284908234</c:v>
              </c:pt>
              <c:pt idx="98">
                <c:v>0.018409778284908234</c:v>
              </c:pt>
              <c:pt idx="99">
                <c:v>0.018409778284908234</c:v>
              </c:pt>
              <c:pt idx="100">
                <c:v>0.018409778284908234</c:v>
              </c:pt>
              <c:pt idx="101">
                <c:v>0.018409778284908234</c:v>
              </c:pt>
              <c:pt idx="102">
                <c:v>0.018409778284908234</c:v>
              </c:pt>
              <c:pt idx="103">
                <c:v>0.018409778284908234</c:v>
              </c:pt>
              <c:pt idx="104">
                <c:v>0.018409778284908234</c:v>
              </c:pt>
              <c:pt idx="105">
                <c:v>0.018409778284908234</c:v>
              </c:pt>
              <c:pt idx="106">
                <c:v>0.018409778284908234</c:v>
              </c:pt>
              <c:pt idx="107">
                <c:v>0.018409778284908234</c:v>
              </c:pt>
              <c:pt idx="108">
                <c:v>0.018409778284908234</c:v>
              </c:pt>
              <c:pt idx="109">
                <c:v>0.018409778284908234</c:v>
              </c:pt>
              <c:pt idx="110">
                <c:v>0.018409778284908234</c:v>
              </c:pt>
              <c:pt idx="111">
                <c:v>0.018409778284908234</c:v>
              </c:pt>
              <c:pt idx="112">
                <c:v>0.018409778284908234</c:v>
              </c:pt>
              <c:pt idx="113">
                <c:v>0.018409778284908234</c:v>
              </c:pt>
              <c:pt idx="114">
                <c:v>0.018409778284908234</c:v>
              </c:pt>
              <c:pt idx="115">
                <c:v>0.018409778284908234</c:v>
              </c:pt>
              <c:pt idx="116">
                <c:v>0.018409778284908234</c:v>
              </c:pt>
              <c:pt idx="117">
                <c:v>0.018409778284908234</c:v>
              </c:pt>
              <c:pt idx="118">
                <c:v>0.018409778284908234</c:v>
              </c:pt>
              <c:pt idx="119">
                <c:v>0.018409778284908234</c:v>
              </c:pt>
              <c:pt idx="120">
                <c:v>0.018409778284908234</c:v>
              </c:pt>
              <c:pt idx="121">
                <c:v>0.018409778284908234</c:v>
              </c:pt>
              <c:pt idx="122">
                <c:v>0.018409778284908234</c:v>
              </c:pt>
              <c:pt idx="123">
                <c:v>0.018409778284908234</c:v>
              </c:pt>
              <c:pt idx="124">
                <c:v>0.018409778284908234</c:v>
              </c:pt>
              <c:pt idx="125">
                <c:v>0.018409778284908234</c:v>
              </c:pt>
              <c:pt idx="126">
                <c:v>0.018409778284908234</c:v>
              </c:pt>
              <c:pt idx="127">
                <c:v>0.018409778284908234</c:v>
              </c:pt>
              <c:pt idx="128">
                <c:v>0.018409778284908234</c:v>
              </c:pt>
              <c:pt idx="129">
                <c:v>0.018409778284908234</c:v>
              </c:pt>
              <c:pt idx="130">
                <c:v>0.018409778284908234</c:v>
              </c:pt>
              <c:pt idx="131">
                <c:v>0.018409778284908234</c:v>
              </c:pt>
              <c:pt idx="132">
                <c:v>0.018409778284908234</c:v>
              </c:pt>
              <c:pt idx="133">
                <c:v>0.018409778284908234</c:v>
              </c:pt>
              <c:pt idx="134">
                <c:v>0.018409778284908234</c:v>
              </c:pt>
              <c:pt idx="135">
                <c:v>0.018409778284908234</c:v>
              </c:pt>
              <c:pt idx="136">
                <c:v>0.018409778284908234</c:v>
              </c:pt>
              <c:pt idx="137">
                <c:v>0.018409778284908234</c:v>
              </c:pt>
              <c:pt idx="138">
                <c:v>0.018409778284908234</c:v>
              </c:pt>
              <c:pt idx="139">
                <c:v>0.018409778284908234</c:v>
              </c:pt>
              <c:pt idx="140">
                <c:v>0.018409778284908234</c:v>
              </c:pt>
              <c:pt idx="141">
                <c:v>0.018409778284908234</c:v>
              </c:pt>
              <c:pt idx="142">
                <c:v>0.018409778284908234</c:v>
              </c:pt>
              <c:pt idx="143">
                <c:v>0.018409778284908234</c:v>
              </c:pt>
              <c:pt idx="144">
                <c:v>0.018409778284908234</c:v>
              </c:pt>
              <c:pt idx="145">
                <c:v>0.018409778284908234</c:v>
              </c:pt>
              <c:pt idx="146">
                <c:v>0.018409778284908234</c:v>
              </c:pt>
              <c:pt idx="147">
                <c:v>0.018409778284908234</c:v>
              </c:pt>
              <c:pt idx="148">
                <c:v>0.018409778284908234</c:v>
              </c:pt>
              <c:pt idx="149">
                <c:v>0.018409778284908234</c:v>
              </c:pt>
              <c:pt idx="150">
                <c:v>0.018409778284908234</c:v>
              </c:pt>
              <c:pt idx="151">
                <c:v>0.018409778284908234</c:v>
              </c:pt>
              <c:pt idx="152">
                <c:v>0.018409778284908234</c:v>
              </c:pt>
              <c:pt idx="153">
                <c:v>0.018409778284908234</c:v>
              </c:pt>
              <c:pt idx="154">
                <c:v>0.018409778284908234</c:v>
              </c:pt>
              <c:pt idx="155">
                <c:v>0.018409778284908234</c:v>
              </c:pt>
              <c:pt idx="156">
                <c:v>0.018409778284908234</c:v>
              </c:pt>
              <c:pt idx="157">
                <c:v>0.018409778284908234</c:v>
              </c:pt>
              <c:pt idx="158">
                <c:v>0.018409778284908234</c:v>
              </c:pt>
              <c:pt idx="159">
                <c:v>0.018409778284908234</c:v>
              </c:pt>
              <c:pt idx="160">
                <c:v>0.018409778284908234</c:v>
              </c:pt>
              <c:pt idx="161">
                <c:v>0.018409778284908234</c:v>
              </c:pt>
              <c:pt idx="162">
                <c:v>0.018409778284908234</c:v>
              </c:pt>
              <c:pt idx="163">
                <c:v>0.018409778284908234</c:v>
              </c:pt>
              <c:pt idx="164">
                <c:v>0.018409778284908234</c:v>
              </c:pt>
              <c:pt idx="165">
                <c:v>0.018409778284908234</c:v>
              </c:pt>
              <c:pt idx="166">
                <c:v>0.018409778284908234</c:v>
              </c:pt>
              <c:pt idx="167">
                <c:v>0.018409778284908234</c:v>
              </c:pt>
              <c:pt idx="168">
                <c:v>0.018409778284908234</c:v>
              </c:pt>
              <c:pt idx="169">
                <c:v>0.018409778284908234</c:v>
              </c:pt>
              <c:pt idx="170">
                <c:v>0.018409778284908234</c:v>
              </c:pt>
              <c:pt idx="171">
                <c:v>0.018409778284908234</c:v>
              </c:pt>
              <c:pt idx="172">
                <c:v>0.018409778284908234</c:v>
              </c:pt>
              <c:pt idx="173">
                <c:v>0.018409778284908234</c:v>
              </c:pt>
              <c:pt idx="174">
                <c:v>0.018409778284908234</c:v>
              </c:pt>
              <c:pt idx="175">
                <c:v>0.018409778284908234</c:v>
              </c:pt>
              <c:pt idx="176">
                <c:v>0.018409778284908234</c:v>
              </c:pt>
              <c:pt idx="177">
                <c:v>0.018409778284908234</c:v>
              </c:pt>
              <c:pt idx="178">
                <c:v>0.018409778284908234</c:v>
              </c:pt>
              <c:pt idx="179">
                <c:v>0.018409778284908234</c:v>
              </c:pt>
              <c:pt idx="180">
                <c:v>0.018409778284908234</c:v>
              </c:pt>
              <c:pt idx="181">
                <c:v>0.018409778284908234</c:v>
              </c:pt>
              <c:pt idx="182">
                <c:v>0.018409778284908234</c:v>
              </c:pt>
              <c:pt idx="183">
                <c:v>0.018409778284908234</c:v>
              </c:pt>
              <c:pt idx="184">
                <c:v>0.018409778284908234</c:v>
              </c:pt>
              <c:pt idx="185">
                <c:v>0.018409778284908234</c:v>
              </c:pt>
              <c:pt idx="186">
                <c:v>0.018409778284908234</c:v>
              </c:pt>
              <c:pt idx="187">
                <c:v>0.018409778284908234</c:v>
              </c:pt>
              <c:pt idx="188">
                <c:v>0.018409778284908234</c:v>
              </c:pt>
              <c:pt idx="189">
                <c:v>0.018409778284908234</c:v>
              </c:pt>
              <c:pt idx="190">
                <c:v>0.018409778284908234</c:v>
              </c:pt>
              <c:pt idx="191">
                <c:v>0.018409778284908234</c:v>
              </c:pt>
              <c:pt idx="192">
                <c:v>0.018409778284908234</c:v>
              </c:pt>
              <c:pt idx="193">
                <c:v>0.018409778284908234</c:v>
              </c:pt>
              <c:pt idx="194">
                <c:v>0.018409778284908234</c:v>
              </c:pt>
              <c:pt idx="195">
                <c:v>0.018409778284908234</c:v>
              </c:pt>
              <c:pt idx="196">
                <c:v>0.018409778284908234</c:v>
              </c:pt>
              <c:pt idx="197">
                <c:v>0.018409778284908234</c:v>
              </c:pt>
              <c:pt idx="198">
                <c:v>0.018409778284908234</c:v>
              </c:pt>
              <c:pt idx="199">
                <c:v>0.018409778284908234</c:v>
              </c:pt>
              <c:pt idx="200">
                <c:v>0.018409778284908234</c:v>
              </c:pt>
              <c:pt idx="201">
                <c:v>0.018409778284908234</c:v>
              </c:pt>
              <c:pt idx="202">
                <c:v>0.018409778284908234</c:v>
              </c:pt>
              <c:pt idx="203">
                <c:v>0.018409778284908234</c:v>
              </c:pt>
              <c:pt idx="204">
                <c:v>0.018409778284908234</c:v>
              </c:pt>
              <c:pt idx="205">
                <c:v>0.018409778284908234</c:v>
              </c:pt>
              <c:pt idx="206">
                <c:v>0.018409778284908234</c:v>
              </c:pt>
              <c:pt idx="207">
                <c:v>0.018409778284908234</c:v>
              </c:pt>
              <c:pt idx="208">
                <c:v>0.018409778284908234</c:v>
              </c:pt>
              <c:pt idx="209">
                <c:v>0.018409778284908234</c:v>
              </c:pt>
              <c:pt idx="210">
                <c:v>0.018409778284908234</c:v>
              </c:pt>
              <c:pt idx="211">
                <c:v>0.018409778284908234</c:v>
              </c:pt>
              <c:pt idx="212">
                <c:v>0.018409778284908234</c:v>
              </c:pt>
              <c:pt idx="213">
                <c:v>0.018409778284908234</c:v>
              </c:pt>
              <c:pt idx="214">
                <c:v>0.018409778284908234</c:v>
              </c:pt>
              <c:pt idx="215">
                <c:v>0.018409778284908234</c:v>
              </c:pt>
              <c:pt idx="216">
                <c:v>0.018409778284908234</c:v>
              </c:pt>
              <c:pt idx="217">
                <c:v>0.018409778284908234</c:v>
              </c:pt>
              <c:pt idx="218">
                <c:v>0.018409778284908234</c:v>
              </c:pt>
              <c:pt idx="219">
                <c:v>0.018409778284908234</c:v>
              </c:pt>
              <c:pt idx="220">
                <c:v>0.018409778284908234</c:v>
              </c:pt>
              <c:pt idx="221">
                <c:v>0.018409778284908234</c:v>
              </c:pt>
              <c:pt idx="222">
                <c:v>0.018409778284908234</c:v>
              </c:pt>
              <c:pt idx="223">
                <c:v>0.018409778284908234</c:v>
              </c:pt>
              <c:pt idx="224">
                <c:v>0.018409778284908234</c:v>
              </c:pt>
              <c:pt idx="225">
                <c:v>0.018409778284908234</c:v>
              </c:pt>
              <c:pt idx="226">
                <c:v>0.018409778284908234</c:v>
              </c:pt>
              <c:pt idx="227">
                <c:v>0.018409778284908234</c:v>
              </c:pt>
              <c:pt idx="228">
                <c:v>0.018409778284908234</c:v>
              </c:pt>
              <c:pt idx="229">
                <c:v>0.018409778284908234</c:v>
              </c:pt>
              <c:pt idx="230">
                <c:v>0.018409778284908234</c:v>
              </c:pt>
              <c:pt idx="231">
                <c:v>0.018409778284908234</c:v>
              </c:pt>
              <c:pt idx="232">
                <c:v>0.018409778284908234</c:v>
              </c:pt>
              <c:pt idx="233">
                <c:v>0.018409778284908234</c:v>
              </c:pt>
              <c:pt idx="234">
                <c:v>0.018409778284908234</c:v>
              </c:pt>
              <c:pt idx="235">
                <c:v>0.018409778284908234</c:v>
              </c:pt>
              <c:pt idx="236">
                <c:v>0.018409778284908234</c:v>
              </c:pt>
              <c:pt idx="237">
                <c:v>0.018409778284908234</c:v>
              </c:pt>
              <c:pt idx="238">
                <c:v>0.018409778284908234</c:v>
              </c:pt>
              <c:pt idx="239">
                <c:v>0.018409778284908234</c:v>
              </c:pt>
              <c:pt idx="240">
                <c:v>0.018409778284908234</c:v>
              </c:pt>
              <c:pt idx="241">
                <c:v>0.018409778284908234</c:v>
              </c:pt>
              <c:pt idx="242">
                <c:v>0.018409778284908234</c:v>
              </c:pt>
              <c:pt idx="243">
                <c:v>0.018409778284908234</c:v>
              </c:pt>
              <c:pt idx="244">
                <c:v>0.018409778284908234</c:v>
              </c:pt>
              <c:pt idx="245">
                <c:v>0.018409778284908234</c:v>
              </c:pt>
              <c:pt idx="246">
                <c:v>0.018409778284908234</c:v>
              </c:pt>
              <c:pt idx="247">
                <c:v>0.018409778284908234</c:v>
              </c:pt>
              <c:pt idx="248">
                <c:v>0.018409778284908234</c:v>
              </c:pt>
              <c:pt idx="249">
                <c:v>0.018409778284908234</c:v>
              </c:pt>
              <c:pt idx="250">
                <c:v>0.018409778284908234</c:v>
              </c:pt>
              <c:pt idx="251">
                <c:v>0.018409778284908234</c:v>
              </c:pt>
              <c:pt idx="252">
                <c:v>0.018409778284908234</c:v>
              </c:pt>
              <c:pt idx="253">
                <c:v>0.018409778284908234</c:v>
              </c:pt>
              <c:pt idx="254">
                <c:v>0.018409778284908234</c:v>
              </c:pt>
              <c:pt idx="255">
                <c:v>0.018409778284908234</c:v>
              </c:pt>
              <c:pt idx="256">
                <c:v>0.018409778284908234</c:v>
              </c:pt>
              <c:pt idx="257">
                <c:v>0.018409778284908234</c:v>
              </c:pt>
              <c:pt idx="258">
                <c:v>0.018409778284908234</c:v>
              </c:pt>
              <c:pt idx="259">
                <c:v>0.018409778284908234</c:v>
              </c:pt>
              <c:pt idx="260">
                <c:v>0.018409778284908234</c:v>
              </c:pt>
              <c:pt idx="261">
                <c:v>0.018409778284908234</c:v>
              </c:pt>
              <c:pt idx="262">
                <c:v>0.018409778284908234</c:v>
              </c:pt>
              <c:pt idx="263">
                <c:v>0.018409778284908234</c:v>
              </c:pt>
              <c:pt idx="264">
                <c:v>0.018409778284908234</c:v>
              </c:pt>
              <c:pt idx="265">
                <c:v>0.018409778284908234</c:v>
              </c:pt>
              <c:pt idx="266">
                <c:v>0.018409778284908234</c:v>
              </c:pt>
              <c:pt idx="267">
                <c:v>0.018409778284908234</c:v>
              </c:pt>
              <c:pt idx="268">
                <c:v>0.018409778284908234</c:v>
              </c:pt>
              <c:pt idx="269">
                <c:v>0.018409778284908234</c:v>
              </c:pt>
              <c:pt idx="270">
                <c:v>0.018409778284908234</c:v>
              </c:pt>
              <c:pt idx="271">
                <c:v>0.018409778284908234</c:v>
              </c:pt>
              <c:pt idx="272">
                <c:v>0.018409778284908234</c:v>
              </c:pt>
              <c:pt idx="273">
                <c:v>0.018409778284908234</c:v>
              </c:pt>
              <c:pt idx="274">
                <c:v>0.018409778284908234</c:v>
              </c:pt>
              <c:pt idx="275">
                <c:v>0.018409778284908234</c:v>
              </c:pt>
              <c:pt idx="276">
                <c:v>0.018409778284908234</c:v>
              </c:pt>
              <c:pt idx="277">
                <c:v>0.018409778284908234</c:v>
              </c:pt>
              <c:pt idx="278">
                <c:v>0.018409778284908234</c:v>
              </c:pt>
              <c:pt idx="279">
                <c:v>0.018409778284908234</c:v>
              </c:pt>
              <c:pt idx="280">
                <c:v>0.018409778284908234</c:v>
              </c:pt>
              <c:pt idx="281">
                <c:v>0.018409778284908234</c:v>
              </c:pt>
              <c:pt idx="282">
                <c:v>0.018409778284908234</c:v>
              </c:pt>
              <c:pt idx="283">
                <c:v>0.018409778284908234</c:v>
              </c:pt>
              <c:pt idx="284">
                <c:v>0.018409778284908234</c:v>
              </c:pt>
              <c:pt idx="285">
                <c:v>0.018409778284908234</c:v>
              </c:pt>
              <c:pt idx="286">
                <c:v>0.018409778284908234</c:v>
              </c:pt>
              <c:pt idx="287">
                <c:v>0.018409778284908234</c:v>
              </c:pt>
              <c:pt idx="288">
                <c:v>0.018409778284908234</c:v>
              </c:pt>
              <c:pt idx="289">
                <c:v>0.018409778284908234</c:v>
              </c:pt>
              <c:pt idx="290">
                <c:v>0.018409778284908234</c:v>
              </c:pt>
              <c:pt idx="291">
                <c:v>0.018409778284908234</c:v>
              </c:pt>
              <c:pt idx="292">
                <c:v>0.018409778284908234</c:v>
              </c:pt>
              <c:pt idx="293">
                <c:v>0.018409778284908234</c:v>
              </c:pt>
              <c:pt idx="294">
                <c:v>0.018409778284908234</c:v>
              </c:pt>
              <c:pt idx="295">
                <c:v>0.018409778284908234</c:v>
              </c:pt>
              <c:pt idx="296">
                <c:v>0.018409778284908234</c:v>
              </c:pt>
              <c:pt idx="297">
                <c:v>0.018409778284908234</c:v>
              </c:pt>
              <c:pt idx="298">
                <c:v>0.018409778284908234</c:v>
              </c:pt>
              <c:pt idx="299">
                <c:v>0.018409778284908234</c:v>
              </c:pt>
              <c:pt idx="300">
                <c:v>0.018409778284908234</c:v>
              </c:pt>
              <c:pt idx="301">
                <c:v>0.018409778284908234</c:v>
              </c:pt>
              <c:pt idx="302">
                <c:v>0.018409778284908234</c:v>
              </c:pt>
              <c:pt idx="303">
                <c:v>0.018409778284908234</c:v>
              </c:pt>
              <c:pt idx="304">
                <c:v>0.018409778284908234</c:v>
              </c:pt>
              <c:pt idx="305">
                <c:v>0.018409778284908234</c:v>
              </c:pt>
              <c:pt idx="306">
                <c:v>0.018409778284908234</c:v>
              </c:pt>
              <c:pt idx="307">
                <c:v>0.018409778284908234</c:v>
              </c:pt>
              <c:pt idx="308">
                <c:v>0.018409778284908234</c:v>
              </c:pt>
              <c:pt idx="309">
                <c:v>0.018409778284908234</c:v>
              </c:pt>
              <c:pt idx="310">
                <c:v>0.018409778284908234</c:v>
              </c:pt>
              <c:pt idx="311">
                <c:v>0.018409778284908234</c:v>
              </c:pt>
              <c:pt idx="312">
                <c:v>0.018409778284908234</c:v>
              </c:pt>
              <c:pt idx="313">
                <c:v>0.018409778284908234</c:v>
              </c:pt>
              <c:pt idx="314">
                <c:v>0.018409778284908234</c:v>
              </c:pt>
              <c:pt idx="315">
                <c:v>0.018409778284908234</c:v>
              </c:pt>
              <c:pt idx="316">
                <c:v>0.018409778284908234</c:v>
              </c:pt>
              <c:pt idx="317">
                <c:v>0.018409778284908234</c:v>
              </c:pt>
              <c:pt idx="318">
                <c:v>0.018409778284908234</c:v>
              </c:pt>
              <c:pt idx="319">
                <c:v>0.018409778284908234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ser>
          <c:idx val="13"/>
          <c:order val="13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324"/>
              <c:pt idx="0">
                <c:v>33.58694481805558</c:v>
              </c:pt>
              <c:pt idx="1">
                <c:v>33.58694481805558</c:v>
              </c:pt>
              <c:pt idx="2">
                <c:v>33.58694481805558</c:v>
              </c:pt>
              <c:pt idx="3">
                <c:v>33.58694481805558</c:v>
              </c:pt>
              <c:pt idx="4">
                <c:v>33.58694481805558</c:v>
              </c:pt>
              <c:pt idx="5">
                <c:v>33.58694481805558</c:v>
              </c:pt>
              <c:pt idx="6">
                <c:v>33.58694481805558</c:v>
              </c:pt>
              <c:pt idx="7">
                <c:v>33.58694481805558</c:v>
              </c:pt>
              <c:pt idx="8">
                <c:v>33.58694481805558</c:v>
              </c:pt>
              <c:pt idx="9">
                <c:v>33.58694481805558</c:v>
              </c:pt>
              <c:pt idx="10">
                <c:v>33.58694481805558</c:v>
              </c:pt>
              <c:pt idx="11">
                <c:v>33.58694481805558</c:v>
              </c:pt>
              <c:pt idx="12">
                <c:v>33.58694481805558</c:v>
              </c:pt>
              <c:pt idx="13">
                <c:v>33.58694481805558</c:v>
              </c:pt>
              <c:pt idx="14">
                <c:v>33.58694481805558</c:v>
              </c:pt>
              <c:pt idx="15">
                <c:v>33.58694481805558</c:v>
              </c:pt>
              <c:pt idx="16">
                <c:v>33.58694481805558</c:v>
              </c:pt>
              <c:pt idx="17">
                <c:v>33.58694481805558</c:v>
              </c:pt>
              <c:pt idx="18">
                <c:v>33.58694481805558</c:v>
              </c:pt>
              <c:pt idx="19">
                <c:v>33.58694481805558</c:v>
              </c:pt>
              <c:pt idx="20">
                <c:v>33.58694481805558</c:v>
              </c:pt>
              <c:pt idx="21">
                <c:v>33.58694481805558</c:v>
              </c:pt>
              <c:pt idx="22">
                <c:v>33.58694481805558</c:v>
              </c:pt>
              <c:pt idx="23">
                <c:v>33.58694481805558</c:v>
              </c:pt>
              <c:pt idx="24">
                <c:v>33.58694481805558</c:v>
              </c:pt>
              <c:pt idx="25">
                <c:v>33.58694481805558</c:v>
              </c:pt>
              <c:pt idx="26">
                <c:v>33.58694481805558</c:v>
              </c:pt>
              <c:pt idx="27">
                <c:v>33.58694481805558</c:v>
              </c:pt>
              <c:pt idx="28">
                <c:v>33.58694481805558</c:v>
              </c:pt>
              <c:pt idx="29">
                <c:v>33.58694481805558</c:v>
              </c:pt>
              <c:pt idx="30">
                <c:v>33.58694481805558</c:v>
              </c:pt>
              <c:pt idx="31">
                <c:v>33.58694481805558</c:v>
              </c:pt>
              <c:pt idx="32">
                <c:v>33.58694481805558</c:v>
              </c:pt>
              <c:pt idx="33">
                <c:v>33.58694481805558</c:v>
              </c:pt>
              <c:pt idx="34">
                <c:v>33.58694481805558</c:v>
              </c:pt>
              <c:pt idx="35">
                <c:v>33.58694481805558</c:v>
              </c:pt>
              <c:pt idx="36">
                <c:v>33.58694481805558</c:v>
              </c:pt>
              <c:pt idx="37">
                <c:v>33.58694481805558</c:v>
              </c:pt>
              <c:pt idx="38">
                <c:v>33.58694481805558</c:v>
              </c:pt>
              <c:pt idx="39">
                <c:v>33.58694481805558</c:v>
              </c:pt>
              <c:pt idx="40">
                <c:v>33.58694481805558</c:v>
              </c:pt>
              <c:pt idx="41">
                <c:v>33.58694481805558</c:v>
              </c:pt>
              <c:pt idx="42">
                <c:v>33.58694481805558</c:v>
              </c:pt>
              <c:pt idx="43">
                <c:v>33.58694481805558</c:v>
              </c:pt>
              <c:pt idx="44">
                <c:v>33.58694481805558</c:v>
              </c:pt>
              <c:pt idx="45">
                <c:v>33.58694481805558</c:v>
              </c:pt>
              <c:pt idx="46">
                <c:v>33.58694481805558</c:v>
              </c:pt>
              <c:pt idx="47">
                <c:v>33.58694481805558</c:v>
              </c:pt>
              <c:pt idx="48">
                <c:v>33.58694481805558</c:v>
              </c:pt>
              <c:pt idx="49">
                <c:v>33.58694481805558</c:v>
              </c:pt>
              <c:pt idx="50">
                <c:v>33.58694481805558</c:v>
              </c:pt>
              <c:pt idx="51">
                <c:v>33.58694481805558</c:v>
              </c:pt>
              <c:pt idx="52">
                <c:v>33.58694481805558</c:v>
              </c:pt>
              <c:pt idx="53">
                <c:v>33.58694481805558</c:v>
              </c:pt>
              <c:pt idx="54">
                <c:v>33.58694481805558</c:v>
              </c:pt>
              <c:pt idx="55">
                <c:v>33.58694481805558</c:v>
              </c:pt>
              <c:pt idx="56">
                <c:v>33.58694481805558</c:v>
              </c:pt>
              <c:pt idx="57">
                <c:v>33.58694481805558</c:v>
              </c:pt>
              <c:pt idx="58">
                <c:v>33.58694481805558</c:v>
              </c:pt>
              <c:pt idx="59">
                <c:v>33.58694481805558</c:v>
              </c:pt>
              <c:pt idx="60">
                <c:v>33.58694481805558</c:v>
              </c:pt>
              <c:pt idx="61">
                <c:v>33.58694481805558</c:v>
              </c:pt>
              <c:pt idx="62">
                <c:v>33.58694481805558</c:v>
              </c:pt>
              <c:pt idx="63">
                <c:v>33.58694481805558</c:v>
              </c:pt>
              <c:pt idx="64">
                <c:v>33.58694481805558</c:v>
              </c:pt>
              <c:pt idx="65">
                <c:v>33.58694481805558</c:v>
              </c:pt>
              <c:pt idx="66">
                <c:v>33.58694481805558</c:v>
              </c:pt>
              <c:pt idx="67">
                <c:v>33.58694481805558</c:v>
              </c:pt>
              <c:pt idx="68">
                <c:v>33.58694481805558</c:v>
              </c:pt>
              <c:pt idx="69">
                <c:v>33.58694481805558</c:v>
              </c:pt>
              <c:pt idx="70">
                <c:v>33.58694481805558</c:v>
              </c:pt>
              <c:pt idx="71">
                <c:v>33.58694481805558</c:v>
              </c:pt>
              <c:pt idx="72">
                <c:v>33.58694481805558</c:v>
              </c:pt>
              <c:pt idx="73">
                <c:v>33.58694481805558</c:v>
              </c:pt>
              <c:pt idx="74">
                <c:v>33.58694481805558</c:v>
              </c:pt>
              <c:pt idx="75">
                <c:v>33.58694481805558</c:v>
              </c:pt>
              <c:pt idx="76">
                <c:v>33.58694481805558</c:v>
              </c:pt>
              <c:pt idx="77">
                <c:v>33.58694481805558</c:v>
              </c:pt>
              <c:pt idx="78">
                <c:v>33.58694481805558</c:v>
              </c:pt>
              <c:pt idx="79">
                <c:v>33.58694481805558</c:v>
              </c:pt>
              <c:pt idx="80">
                <c:v>33.58694481805558</c:v>
              </c:pt>
              <c:pt idx="81">
                <c:v>33.58694481805558</c:v>
              </c:pt>
              <c:pt idx="82">
                <c:v>33.58694481805558</c:v>
              </c:pt>
              <c:pt idx="83">
                <c:v>33.58694481805558</c:v>
              </c:pt>
              <c:pt idx="84">
                <c:v>33.58694481805558</c:v>
              </c:pt>
              <c:pt idx="85">
                <c:v>33.58694481805558</c:v>
              </c:pt>
              <c:pt idx="86">
                <c:v>33.58694481805558</c:v>
              </c:pt>
              <c:pt idx="87">
                <c:v>33.58694481805558</c:v>
              </c:pt>
              <c:pt idx="88">
                <c:v>33.58694481805558</c:v>
              </c:pt>
              <c:pt idx="89">
                <c:v>33.58694481805558</c:v>
              </c:pt>
              <c:pt idx="90">
                <c:v>33.58694481805558</c:v>
              </c:pt>
              <c:pt idx="91">
                <c:v>33.58694481805558</c:v>
              </c:pt>
              <c:pt idx="92">
                <c:v>33.58694481805558</c:v>
              </c:pt>
              <c:pt idx="93">
                <c:v>33.58694481805558</c:v>
              </c:pt>
              <c:pt idx="94">
                <c:v>33.58694481805558</c:v>
              </c:pt>
              <c:pt idx="95">
                <c:v>33.58694481805558</c:v>
              </c:pt>
              <c:pt idx="96">
                <c:v>33.58694481805558</c:v>
              </c:pt>
              <c:pt idx="97">
                <c:v>33.58694481805558</c:v>
              </c:pt>
              <c:pt idx="98">
                <c:v>33.58694481805558</c:v>
              </c:pt>
              <c:pt idx="99">
                <c:v>33.58694481805558</c:v>
              </c:pt>
              <c:pt idx="100">
                <c:v>33.58694481805558</c:v>
              </c:pt>
              <c:pt idx="101">
                <c:v>33.58694481805558</c:v>
              </c:pt>
              <c:pt idx="102">
                <c:v>33.58694481805558</c:v>
              </c:pt>
              <c:pt idx="103">
                <c:v>33.58694481805558</c:v>
              </c:pt>
              <c:pt idx="104">
                <c:v>33.58694481805558</c:v>
              </c:pt>
              <c:pt idx="105">
                <c:v>33.58694481805558</c:v>
              </c:pt>
              <c:pt idx="106">
                <c:v>33.58694481805558</c:v>
              </c:pt>
              <c:pt idx="107">
                <c:v>33.58694481805558</c:v>
              </c:pt>
              <c:pt idx="108">
                <c:v>33.58694481805558</c:v>
              </c:pt>
              <c:pt idx="109">
                <c:v>33.58694481805558</c:v>
              </c:pt>
              <c:pt idx="110">
                <c:v>33.58694481805558</c:v>
              </c:pt>
              <c:pt idx="111">
                <c:v>33.58694481805558</c:v>
              </c:pt>
              <c:pt idx="112">
                <c:v>33.58694481805558</c:v>
              </c:pt>
              <c:pt idx="113">
                <c:v>33.58694481805558</c:v>
              </c:pt>
              <c:pt idx="114">
                <c:v>33.58694481805558</c:v>
              </c:pt>
              <c:pt idx="115">
                <c:v>33.58694481805558</c:v>
              </c:pt>
              <c:pt idx="116">
                <c:v>33.58694481805558</c:v>
              </c:pt>
              <c:pt idx="117">
                <c:v>33.58694481805558</c:v>
              </c:pt>
              <c:pt idx="118">
                <c:v>33.58694481805558</c:v>
              </c:pt>
              <c:pt idx="119">
                <c:v>33.58694481805558</c:v>
              </c:pt>
              <c:pt idx="120">
                <c:v>33.58694481805558</c:v>
              </c:pt>
              <c:pt idx="121">
                <c:v>33.58694481805558</c:v>
              </c:pt>
              <c:pt idx="122">
                <c:v>33.58694481805558</c:v>
              </c:pt>
              <c:pt idx="123">
                <c:v>33.58694481805558</c:v>
              </c:pt>
              <c:pt idx="124">
                <c:v>33.58694481805558</c:v>
              </c:pt>
              <c:pt idx="125">
                <c:v>33.58694481805558</c:v>
              </c:pt>
              <c:pt idx="126">
                <c:v>33.58694481805558</c:v>
              </c:pt>
              <c:pt idx="127">
                <c:v>33.58694481805558</c:v>
              </c:pt>
              <c:pt idx="128">
                <c:v>33.58694481805558</c:v>
              </c:pt>
              <c:pt idx="129">
                <c:v>33.58694481805558</c:v>
              </c:pt>
              <c:pt idx="130">
                <c:v>33.58694481805558</c:v>
              </c:pt>
              <c:pt idx="131">
                <c:v>33.58694481805558</c:v>
              </c:pt>
              <c:pt idx="132">
                <c:v>33.58694481805558</c:v>
              </c:pt>
              <c:pt idx="133">
                <c:v>33.58694481805558</c:v>
              </c:pt>
              <c:pt idx="134">
                <c:v>33.58694481805558</c:v>
              </c:pt>
              <c:pt idx="135">
                <c:v>33.58694481805558</c:v>
              </c:pt>
              <c:pt idx="136">
                <c:v>33.58694481805558</c:v>
              </c:pt>
              <c:pt idx="137">
                <c:v>33.58694481805558</c:v>
              </c:pt>
              <c:pt idx="138">
                <c:v>33.58694481805558</c:v>
              </c:pt>
              <c:pt idx="139">
                <c:v>33.58694481805558</c:v>
              </c:pt>
              <c:pt idx="140">
                <c:v>33.58694481805558</c:v>
              </c:pt>
              <c:pt idx="141">
                <c:v>33.58694481805558</c:v>
              </c:pt>
              <c:pt idx="142">
                <c:v>33.58694481805558</c:v>
              </c:pt>
              <c:pt idx="143">
                <c:v>33.58694481805558</c:v>
              </c:pt>
              <c:pt idx="144">
                <c:v>33.58694481805558</c:v>
              </c:pt>
              <c:pt idx="145">
                <c:v>33.58694481805558</c:v>
              </c:pt>
              <c:pt idx="146">
                <c:v>33.58694481805558</c:v>
              </c:pt>
              <c:pt idx="147">
                <c:v>33.58694481805558</c:v>
              </c:pt>
              <c:pt idx="148">
                <c:v>33.58694481805558</c:v>
              </c:pt>
              <c:pt idx="149">
                <c:v>33.58694481805558</c:v>
              </c:pt>
              <c:pt idx="150">
                <c:v>33.58694481805558</c:v>
              </c:pt>
              <c:pt idx="151">
                <c:v>33.58694481805558</c:v>
              </c:pt>
              <c:pt idx="152">
                <c:v>33.58694481805558</c:v>
              </c:pt>
              <c:pt idx="153">
                <c:v>33.58694481805558</c:v>
              </c:pt>
              <c:pt idx="154">
                <c:v>33.58694481805558</c:v>
              </c:pt>
              <c:pt idx="155">
                <c:v>33.58694481805558</c:v>
              </c:pt>
              <c:pt idx="156">
                <c:v>33.58694481805558</c:v>
              </c:pt>
              <c:pt idx="157">
                <c:v>33.58694481805558</c:v>
              </c:pt>
              <c:pt idx="158">
                <c:v>33.58694481805558</c:v>
              </c:pt>
              <c:pt idx="159">
                <c:v>33.58694481805558</c:v>
              </c:pt>
              <c:pt idx="160">
                <c:v>33.58694481805558</c:v>
              </c:pt>
              <c:pt idx="161">
                <c:v>33.58694481805558</c:v>
              </c:pt>
              <c:pt idx="162">
                <c:v>33.58694481805558</c:v>
              </c:pt>
              <c:pt idx="163">
                <c:v>33.58694481805558</c:v>
              </c:pt>
              <c:pt idx="164">
                <c:v>33.58694481805558</c:v>
              </c:pt>
              <c:pt idx="165">
                <c:v>33.58694481805558</c:v>
              </c:pt>
              <c:pt idx="166">
                <c:v>33.58694481805558</c:v>
              </c:pt>
              <c:pt idx="167">
                <c:v>33.58694481805558</c:v>
              </c:pt>
              <c:pt idx="168">
                <c:v>33.58694481805558</c:v>
              </c:pt>
              <c:pt idx="169">
                <c:v>33.58694481805558</c:v>
              </c:pt>
              <c:pt idx="170">
                <c:v>33.58694481805558</c:v>
              </c:pt>
              <c:pt idx="171">
                <c:v>33.58694481805558</c:v>
              </c:pt>
              <c:pt idx="172">
                <c:v>33.58694481805558</c:v>
              </c:pt>
              <c:pt idx="173">
                <c:v>33.58694481805558</c:v>
              </c:pt>
              <c:pt idx="174">
                <c:v>33.58694481805558</c:v>
              </c:pt>
              <c:pt idx="175">
                <c:v>33.58694481805558</c:v>
              </c:pt>
              <c:pt idx="176">
                <c:v>33.58694481805558</c:v>
              </c:pt>
              <c:pt idx="177">
                <c:v>33.58694481805558</c:v>
              </c:pt>
              <c:pt idx="178">
                <c:v>33.58694481805558</c:v>
              </c:pt>
              <c:pt idx="179">
                <c:v>33.58694481805558</c:v>
              </c:pt>
              <c:pt idx="180">
                <c:v>33.58694481805558</c:v>
              </c:pt>
              <c:pt idx="181">
                <c:v>33.58694481805558</c:v>
              </c:pt>
              <c:pt idx="182">
                <c:v>33.58694481805558</c:v>
              </c:pt>
              <c:pt idx="183">
                <c:v>33.58694481805558</c:v>
              </c:pt>
              <c:pt idx="184">
                <c:v>33.58694481805558</c:v>
              </c:pt>
              <c:pt idx="185">
                <c:v>33.58694481805558</c:v>
              </c:pt>
              <c:pt idx="186">
                <c:v>33.58694481805558</c:v>
              </c:pt>
              <c:pt idx="187">
                <c:v>33.58694481805558</c:v>
              </c:pt>
              <c:pt idx="188">
                <c:v>33.58694481805558</c:v>
              </c:pt>
              <c:pt idx="189">
                <c:v>33.58694481805558</c:v>
              </c:pt>
              <c:pt idx="190">
                <c:v>33.58694481805558</c:v>
              </c:pt>
              <c:pt idx="191">
                <c:v>33.58694481805558</c:v>
              </c:pt>
              <c:pt idx="192">
                <c:v>33.58694481805558</c:v>
              </c:pt>
              <c:pt idx="193">
                <c:v>33.58694481805558</c:v>
              </c:pt>
              <c:pt idx="194">
                <c:v>33.58694481805558</c:v>
              </c:pt>
              <c:pt idx="195">
                <c:v>33.58694481805558</c:v>
              </c:pt>
              <c:pt idx="196">
                <c:v>33.58694481805558</c:v>
              </c:pt>
              <c:pt idx="197">
                <c:v>33.58694481805558</c:v>
              </c:pt>
              <c:pt idx="198">
                <c:v>33.58694481805558</c:v>
              </c:pt>
              <c:pt idx="199">
                <c:v>33.58694481805558</c:v>
              </c:pt>
              <c:pt idx="200">
                <c:v>33.58694481805558</c:v>
              </c:pt>
              <c:pt idx="201">
                <c:v>33.58694481805558</c:v>
              </c:pt>
              <c:pt idx="202">
                <c:v>33.58694481805558</c:v>
              </c:pt>
              <c:pt idx="203">
                <c:v>33.58694481805558</c:v>
              </c:pt>
              <c:pt idx="204">
                <c:v>33.58694481805558</c:v>
              </c:pt>
              <c:pt idx="205">
                <c:v>33.58694481805558</c:v>
              </c:pt>
              <c:pt idx="206">
                <c:v>33.58694481805558</c:v>
              </c:pt>
              <c:pt idx="207">
                <c:v>33.58694481805558</c:v>
              </c:pt>
              <c:pt idx="208">
                <c:v>33.58694481805558</c:v>
              </c:pt>
              <c:pt idx="209">
                <c:v>33.58694481805558</c:v>
              </c:pt>
              <c:pt idx="210">
                <c:v>33.58694481805558</c:v>
              </c:pt>
              <c:pt idx="211">
                <c:v>33.58694481805558</c:v>
              </c:pt>
              <c:pt idx="212">
                <c:v>33.58694481805558</c:v>
              </c:pt>
              <c:pt idx="213">
                <c:v>33.58694481805558</c:v>
              </c:pt>
              <c:pt idx="214">
                <c:v>33.58694481805558</c:v>
              </c:pt>
              <c:pt idx="215">
                <c:v>33.58694481805558</c:v>
              </c:pt>
              <c:pt idx="216">
                <c:v>33.58694481805558</c:v>
              </c:pt>
              <c:pt idx="217">
                <c:v>33.58694481805558</c:v>
              </c:pt>
              <c:pt idx="218">
                <c:v>33.58694481805558</c:v>
              </c:pt>
              <c:pt idx="219">
                <c:v>33.58694481805558</c:v>
              </c:pt>
              <c:pt idx="220">
                <c:v>33.58694481805558</c:v>
              </c:pt>
              <c:pt idx="221">
                <c:v>33.58694481805558</c:v>
              </c:pt>
              <c:pt idx="222">
                <c:v>33.58694481805558</c:v>
              </c:pt>
              <c:pt idx="223">
                <c:v>33.58694481805558</c:v>
              </c:pt>
              <c:pt idx="224">
                <c:v>33.58694481805558</c:v>
              </c:pt>
              <c:pt idx="225">
                <c:v>33.58694481805558</c:v>
              </c:pt>
              <c:pt idx="226">
                <c:v>33.58694481805558</c:v>
              </c:pt>
              <c:pt idx="227">
                <c:v>33.58694481805558</c:v>
              </c:pt>
              <c:pt idx="228">
                <c:v>33.58694481805558</c:v>
              </c:pt>
              <c:pt idx="229">
                <c:v>33.58694481805558</c:v>
              </c:pt>
              <c:pt idx="230">
                <c:v>33.58694481805558</c:v>
              </c:pt>
              <c:pt idx="231">
                <c:v>33.58694481805558</c:v>
              </c:pt>
              <c:pt idx="232">
                <c:v>33.58694481805558</c:v>
              </c:pt>
              <c:pt idx="233">
                <c:v>33.58694481805558</c:v>
              </c:pt>
              <c:pt idx="234">
                <c:v>33.58694481805558</c:v>
              </c:pt>
              <c:pt idx="235">
                <c:v>33.58694481805558</c:v>
              </c:pt>
              <c:pt idx="236">
                <c:v>33.58694481805558</c:v>
              </c:pt>
              <c:pt idx="237">
                <c:v>33.58694481805558</c:v>
              </c:pt>
              <c:pt idx="238">
                <c:v>33.58694481805558</c:v>
              </c:pt>
              <c:pt idx="239">
                <c:v>33.58694481805558</c:v>
              </c:pt>
              <c:pt idx="240">
                <c:v>33.58694481805558</c:v>
              </c:pt>
              <c:pt idx="241">
                <c:v>33.58694481805558</c:v>
              </c:pt>
              <c:pt idx="242">
                <c:v>33.58694481805558</c:v>
              </c:pt>
              <c:pt idx="243">
                <c:v>33.58694481805558</c:v>
              </c:pt>
              <c:pt idx="244">
                <c:v>33.58694481805558</c:v>
              </c:pt>
              <c:pt idx="245">
                <c:v>33.58694481805558</c:v>
              </c:pt>
              <c:pt idx="246">
                <c:v>33.58694481805558</c:v>
              </c:pt>
              <c:pt idx="247">
                <c:v>33.58694481805558</c:v>
              </c:pt>
              <c:pt idx="248">
                <c:v>33.58694481805558</c:v>
              </c:pt>
              <c:pt idx="249">
                <c:v>33.58694481805558</c:v>
              </c:pt>
              <c:pt idx="250">
                <c:v>33.58694481805558</c:v>
              </c:pt>
              <c:pt idx="251">
                <c:v>33.58694481805558</c:v>
              </c:pt>
              <c:pt idx="252">
                <c:v>33.58694481805558</c:v>
              </c:pt>
              <c:pt idx="253">
                <c:v>33.58694481805558</c:v>
              </c:pt>
              <c:pt idx="254">
                <c:v>33.58694481805558</c:v>
              </c:pt>
              <c:pt idx="255">
                <c:v>33.58694481805558</c:v>
              </c:pt>
              <c:pt idx="256">
                <c:v>33.58694481805558</c:v>
              </c:pt>
              <c:pt idx="257">
                <c:v>33.58694481805558</c:v>
              </c:pt>
              <c:pt idx="258">
                <c:v>33.58694481805558</c:v>
              </c:pt>
              <c:pt idx="259">
                <c:v>33.58694481805558</c:v>
              </c:pt>
              <c:pt idx="260">
                <c:v>33.58694481805558</c:v>
              </c:pt>
              <c:pt idx="261">
                <c:v>33.58694481805558</c:v>
              </c:pt>
              <c:pt idx="262">
                <c:v>33.58694481805558</c:v>
              </c:pt>
              <c:pt idx="263">
                <c:v>33.58694481805558</c:v>
              </c:pt>
              <c:pt idx="264">
                <c:v>33.58694481805558</c:v>
              </c:pt>
              <c:pt idx="265">
                <c:v>33.58694481805558</c:v>
              </c:pt>
              <c:pt idx="266">
                <c:v>33.58694481805558</c:v>
              </c:pt>
              <c:pt idx="267">
                <c:v>33.58694481805558</c:v>
              </c:pt>
              <c:pt idx="268">
                <c:v>33.58694481805558</c:v>
              </c:pt>
              <c:pt idx="269">
                <c:v>33.58694481805558</c:v>
              </c:pt>
              <c:pt idx="270">
                <c:v>33.58694481805558</c:v>
              </c:pt>
              <c:pt idx="271">
                <c:v>33.58694481805558</c:v>
              </c:pt>
              <c:pt idx="272">
                <c:v>33.58694481805558</c:v>
              </c:pt>
              <c:pt idx="273">
                <c:v>33.58694481805558</c:v>
              </c:pt>
              <c:pt idx="274">
                <c:v>33.58694481805558</c:v>
              </c:pt>
              <c:pt idx="275">
                <c:v>33.58694481805558</c:v>
              </c:pt>
              <c:pt idx="276">
                <c:v>33.58694481805558</c:v>
              </c:pt>
              <c:pt idx="277">
                <c:v>33.58694481805558</c:v>
              </c:pt>
              <c:pt idx="278">
                <c:v>33.58694481805558</c:v>
              </c:pt>
              <c:pt idx="279">
                <c:v>33.58694481805558</c:v>
              </c:pt>
              <c:pt idx="280">
                <c:v>33.58694481805558</c:v>
              </c:pt>
              <c:pt idx="281">
                <c:v>33.58694481805558</c:v>
              </c:pt>
              <c:pt idx="282">
                <c:v>33.58694481805558</c:v>
              </c:pt>
              <c:pt idx="283">
                <c:v>33.58694481805558</c:v>
              </c:pt>
              <c:pt idx="284">
                <c:v>33.58694481805558</c:v>
              </c:pt>
              <c:pt idx="285">
                <c:v>33.58694481805558</c:v>
              </c:pt>
              <c:pt idx="286">
                <c:v>33.58694481805558</c:v>
              </c:pt>
              <c:pt idx="287">
                <c:v>33.58694481805558</c:v>
              </c:pt>
              <c:pt idx="288">
                <c:v>33.58694481805558</c:v>
              </c:pt>
              <c:pt idx="289">
                <c:v>33.58694481805558</c:v>
              </c:pt>
              <c:pt idx="290">
                <c:v>33.58694481805558</c:v>
              </c:pt>
              <c:pt idx="291">
                <c:v>33.58694481805558</c:v>
              </c:pt>
              <c:pt idx="292">
                <c:v>33.58694481805558</c:v>
              </c:pt>
              <c:pt idx="293">
                <c:v>33.58694481805558</c:v>
              </c:pt>
              <c:pt idx="294">
                <c:v>33.58694481805558</c:v>
              </c:pt>
              <c:pt idx="295">
                <c:v>33.58694481805558</c:v>
              </c:pt>
              <c:pt idx="296">
                <c:v>33.58694481805558</c:v>
              </c:pt>
              <c:pt idx="297">
                <c:v>33.58694481805558</c:v>
              </c:pt>
              <c:pt idx="298">
                <c:v>33.58694481805558</c:v>
              </c:pt>
              <c:pt idx="299">
                <c:v>33.58694481805558</c:v>
              </c:pt>
              <c:pt idx="300">
                <c:v>33.58694481805558</c:v>
              </c:pt>
              <c:pt idx="301">
                <c:v>33.58694481805558</c:v>
              </c:pt>
              <c:pt idx="302">
                <c:v>33.58694481805558</c:v>
              </c:pt>
              <c:pt idx="303">
                <c:v>33.58694481805558</c:v>
              </c:pt>
              <c:pt idx="304">
                <c:v>33.58694481805558</c:v>
              </c:pt>
              <c:pt idx="305">
                <c:v>33.58694481805558</c:v>
              </c:pt>
              <c:pt idx="306">
                <c:v>33.58694481805558</c:v>
              </c:pt>
              <c:pt idx="307">
                <c:v>33.58694481805558</c:v>
              </c:pt>
              <c:pt idx="308">
                <c:v>33.58694481805558</c:v>
              </c:pt>
              <c:pt idx="309">
                <c:v>33.58694481805558</c:v>
              </c:pt>
              <c:pt idx="310">
                <c:v>33.58694481805558</c:v>
              </c:pt>
              <c:pt idx="311">
                <c:v>33.58694481805558</c:v>
              </c:pt>
              <c:pt idx="312">
                <c:v>33.58694481805558</c:v>
              </c:pt>
              <c:pt idx="313">
                <c:v>33.58694481805558</c:v>
              </c:pt>
              <c:pt idx="314">
                <c:v>33.58694481805558</c:v>
              </c:pt>
              <c:pt idx="315">
                <c:v>33.58694481805558</c:v>
              </c:pt>
              <c:pt idx="316">
                <c:v>33.58694481805558</c:v>
              </c:pt>
              <c:pt idx="317">
                <c:v>33.58694481805558</c:v>
              </c:pt>
              <c:pt idx="318">
                <c:v>33.58694481805558</c:v>
              </c:pt>
              <c:pt idx="319">
                <c:v>33.58694481805558</c:v>
              </c:pt>
              <c:pt idx="320">
                <c:v>33.58694481805558</c:v>
              </c:pt>
              <c:pt idx="321">
                <c:v>33.58694481805558</c:v>
              </c:pt>
              <c:pt idx="322">
                <c:v>33.58694481805558</c:v>
              </c:pt>
              <c:pt idx="323">
                <c:v>33.58694481805558</c:v>
              </c:pt>
            </c:numLit>
          </c:xVal>
          <c:yVal>
            <c:numLit>
              <c:formatCode>0.0</c:formatCode>
              <c:ptCount val="324"/>
              <c:pt idx="0">
                <c:v>0.018409778284908234</c:v>
              </c:pt>
              <c:pt idx="1">
                <c:v>0.018409778284908234</c:v>
              </c:pt>
              <c:pt idx="2">
                <c:v>0.018409778284908234</c:v>
              </c:pt>
              <c:pt idx="3">
                <c:v>0.018409778284908234</c:v>
              </c:pt>
              <c:pt idx="4">
                <c:v>0.018409778284908234</c:v>
              </c:pt>
              <c:pt idx="5">
                <c:v>0.018409778284908234</c:v>
              </c:pt>
              <c:pt idx="6">
                <c:v>0.018409778284908234</c:v>
              </c:pt>
              <c:pt idx="7">
                <c:v>0.018409778284908234</c:v>
              </c:pt>
              <c:pt idx="8">
                <c:v>0.018409778284908234</c:v>
              </c:pt>
              <c:pt idx="9">
                <c:v>0.018409778284908234</c:v>
              </c:pt>
              <c:pt idx="10">
                <c:v>0.018409778284908234</c:v>
              </c:pt>
              <c:pt idx="11">
                <c:v>0.018409778284908234</c:v>
              </c:pt>
              <c:pt idx="12">
                <c:v>0.018409778284908234</c:v>
              </c:pt>
              <c:pt idx="13">
                <c:v>0.018409778284908234</c:v>
              </c:pt>
              <c:pt idx="14">
                <c:v>0.018409778284908234</c:v>
              </c:pt>
              <c:pt idx="15">
                <c:v>0.018409778284908234</c:v>
              </c:pt>
              <c:pt idx="16">
                <c:v>0.018409778284908234</c:v>
              </c:pt>
              <c:pt idx="17">
                <c:v>0.018409778284908234</c:v>
              </c:pt>
              <c:pt idx="18">
                <c:v>0.018409778284908234</c:v>
              </c:pt>
              <c:pt idx="19">
                <c:v>0.018409778284908234</c:v>
              </c:pt>
              <c:pt idx="20">
                <c:v>0.018409778284908234</c:v>
              </c:pt>
              <c:pt idx="21">
                <c:v>0.018409778284908234</c:v>
              </c:pt>
              <c:pt idx="22">
                <c:v>0.018409778284908234</c:v>
              </c:pt>
              <c:pt idx="23">
                <c:v>0.018409778284908234</c:v>
              </c:pt>
              <c:pt idx="24">
                <c:v>0.018409778284908234</c:v>
              </c:pt>
              <c:pt idx="25">
                <c:v>0.018409778284908234</c:v>
              </c:pt>
              <c:pt idx="26">
                <c:v>0.018409778284908234</c:v>
              </c:pt>
              <c:pt idx="27">
                <c:v>0.018409778284908234</c:v>
              </c:pt>
              <c:pt idx="28">
                <c:v>0.018409778284908234</c:v>
              </c:pt>
              <c:pt idx="29">
                <c:v>0.018409778284908234</c:v>
              </c:pt>
              <c:pt idx="30">
                <c:v>0.018409778284908234</c:v>
              </c:pt>
              <c:pt idx="31">
                <c:v>0.018409778284908234</c:v>
              </c:pt>
              <c:pt idx="32">
                <c:v>0.018409778284908234</c:v>
              </c:pt>
              <c:pt idx="33">
                <c:v>0.018409778284908234</c:v>
              </c:pt>
              <c:pt idx="34">
                <c:v>0.018409778284908234</c:v>
              </c:pt>
              <c:pt idx="35">
                <c:v>0.018409778284908234</c:v>
              </c:pt>
              <c:pt idx="36">
                <c:v>0.018409778284908234</c:v>
              </c:pt>
              <c:pt idx="37">
                <c:v>0.018409778284908234</c:v>
              </c:pt>
              <c:pt idx="38">
                <c:v>0.018409778284908234</c:v>
              </c:pt>
              <c:pt idx="39">
                <c:v>0.018409778284908234</c:v>
              </c:pt>
              <c:pt idx="40">
                <c:v>0.018409778284908234</c:v>
              </c:pt>
              <c:pt idx="41">
                <c:v>0.018409778284908234</c:v>
              </c:pt>
              <c:pt idx="42">
                <c:v>0.018409778284908234</c:v>
              </c:pt>
              <c:pt idx="43">
                <c:v>0.018409778284908234</c:v>
              </c:pt>
              <c:pt idx="44">
                <c:v>0.018409778284908234</c:v>
              </c:pt>
              <c:pt idx="45">
                <c:v>0.018409778284908234</c:v>
              </c:pt>
              <c:pt idx="46">
                <c:v>0.018409778284908234</c:v>
              </c:pt>
              <c:pt idx="47">
                <c:v>0.018409778284908234</c:v>
              </c:pt>
              <c:pt idx="48">
                <c:v>0.018409778284908234</c:v>
              </c:pt>
              <c:pt idx="49">
                <c:v>0.018409778284908234</c:v>
              </c:pt>
              <c:pt idx="50">
                <c:v>0.018409778284908234</c:v>
              </c:pt>
              <c:pt idx="51">
                <c:v>0.018409778284908234</c:v>
              </c:pt>
              <c:pt idx="52">
                <c:v>0.018409778284908234</c:v>
              </c:pt>
              <c:pt idx="53">
                <c:v>0.018409778284908234</c:v>
              </c:pt>
              <c:pt idx="54">
                <c:v>0.018409778284908234</c:v>
              </c:pt>
              <c:pt idx="55">
                <c:v>0.018409778284908234</c:v>
              </c:pt>
              <c:pt idx="56">
                <c:v>0.018409778284908234</c:v>
              </c:pt>
              <c:pt idx="57">
                <c:v>0.018409778284908234</c:v>
              </c:pt>
              <c:pt idx="58">
                <c:v>0.018409778284908234</c:v>
              </c:pt>
              <c:pt idx="59">
                <c:v>0.018409778284908234</c:v>
              </c:pt>
              <c:pt idx="60">
                <c:v>0.018409778284908234</c:v>
              </c:pt>
              <c:pt idx="61">
                <c:v>0.018409778284908234</c:v>
              </c:pt>
              <c:pt idx="62">
                <c:v>0.018409778284908234</c:v>
              </c:pt>
              <c:pt idx="63">
                <c:v>0.018409778284908234</c:v>
              </c:pt>
              <c:pt idx="64">
                <c:v>0.018409778284908234</c:v>
              </c:pt>
              <c:pt idx="65">
                <c:v>0.018409778284908234</c:v>
              </c:pt>
              <c:pt idx="66">
                <c:v>0.018409778284908234</c:v>
              </c:pt>
              <c:pt idx="67">
                <c:v>0.018409778284908234</c:v>
              </c:pt>
              <c:pt idx="68">
                <c:v>0.018409778284908234</c:v>
              </c:pt>
              <c:pt idx="69">
                <c:v>0.018409778284908234</c:v>
              </c:pt>
              <c:pt idx="70">
                <c:v>0.018409778284908234</c:v>
              </c:pt>
              <c:pt idx="71">
                <c:v>0.018409778284908234</c:v>
              </c:pt>
              <c:pt idx="72">
                <c:v>0.018409778284908234</c:v>
              </c:pt>
              <c:pt idx="73">
                <c:v>0.018409778284908234</c:v>
              </c:pt>
              <c:pt idx="74">
                <c:v>0.018409778284908234</c:v>
              </c:pt>
              <c:pt idx="75">
                <c:v>0.018409778284908234</c:v>
              </c:pt>
              <c:pt idx="76">
                <c:v>0.018409778284908234</c:v>
              </c:pt>
              <c:pt idx="77">
                <c:v>0.018409778284908234</c:v>
              </c:pt>
              <c:pt idx="78">
                <c:v>0.018409778284908234</c:v>
              </c:pt>
              <c:pt idx="79">
                <c:v>0.018409778284908234</c:v>
              </c:pt>
              <c:pt idx="80">
                <c:v>0.018409778284908234</c:v>
              </c:pt>
              <c:pt idx="81">
                <c:v>0.018409778284908234</c:v>
              </c:pt>
              <c:pt idx="82">
                <c:v>0.018409778284908234</c:v>
              </c:pt>
              <c:pt idx="83">
                <c:v>0.018409778284908234</c:v>
              </c:pt>
              <c:pt idx="84">
                <c:v>0.018409778284908234</c:v>
              </c:pt>
              <c:pt idx="85">
                <c:v>0.018409778284908234</c:v>
              </c:pt>
              <c:pt idx="86">
                <c:v>0.018409778284908234</c:v>
              </c:pt>
              <c:pt idx="87">
                <c:v>0.018409778284908234</c:v>
              </c:pt>
              <c:pt idx="88">
                <c:v>0.018409778284908234</c:v>
              </c:pt>
              <c:pt idx="89">
                <c:v>0.018409778284908234</c:v>
              </c:pt>
              <c:pt idx="90">
                <c:v>0.018409778284908234</c:v>
              </c:pt>
              <c:pt idx="91">
                <c:v>0.018409778284908234</c:v>
              </c:pt>
              <c:pt idx="92">
                <c:v>0.018409778284908234</c:v>
              </c:pt>
              <c:pt idx="93">
                <c:v>0.018409778284908234</c:v>
              </c:pt>
              <c:pt idx="94">
                <c:v>0.018409778284908234</c:v>
              </c:pt>
              <c:pt idx="95">
                <c:v>0.018409778284908234</c:v>
              </c:pt>
              <c:pt idx="96">
                <c:v>0.018409778284908234</c:v>
              </c:pt>
              <c:pt idx="97">
                <c:v>0.018409778284908234</c:v>
              </c:pt>
              <c:pt idx="98">
                <c:v>0.018409778284908234</c:v>
              </c:pt>
              <c:pt idx="99">
                <c:v>0.018409778284908234</c:v>
              </c:pt>
              <c:pt idx="100">
                <c:v>0.018409778284908234</c:v>
              </c:pt>
              <c:pt idx="101">
                <c:v>0.018409778284908234</c:v>
              </c:pt>
              <c:pt idx="102">
                <c:v>0.018409778284908234</c:v>
              </c:pt>
              <c:pt idx="103">
                <c:v>0.018409778284908234</c:v>
              </c:pt>
              <c:pt idx="104">
                <c:v>0.018409778284908234</c:v>
              </c:pt>
              <c:pt idx="105">
                <c:v>0.018409778284908234</c:v>
              </c:pt>
              <c:pt idx="106">
                <c:v>0.018409778284908234</c:v>
              </c:pt>
              <c:pt idx="107">
                <c:v>0.018409778284908234</c:v>
              </c:pt>
              <c:pt idx="108">
                <c:v>0.018409778284908234</c:v>
              </c:pt>
              <c:pt idx="109">
                <c:v>0.018409778284908234</c:v>
              </c:pt>
              <c:pt idx="110">
                <c:v>0.018409778284908234</c:v>
              </c:pt>
              <c:pt idx="111">
                <c:v>0.018409778284908234</c:v>
              </c:pt>
              <c:pt idx="112">
                <c:v>0.018409778284908234</c:v>
              </c:pt>
              <c:pt idx="113">
                <c:v>0.018409778284908234</c:v>
              </c:pt>
              <c:pt idx="114">
                <c:v>0.018409778284908234</c:v>
              </c:pt>
              <c:pt idx="115">
                <c:v>0.018409778284908234</c:v>
              </c:pt>
              <c:pt idx="116">
                <c:v>0.018409778284908234</c:v>
              </c:pt>
              <c:pt idx="117">
                <c:v>0.018409778284908234</c:v>
              </c:pt>
              <c:pt idx="118">
                <c:v>0.018409778284908234</c:v>
              </c:pt>
              <c:pt idx="119">
                <c:v>0.018409778284908234</c:v>
              </c:pt>
              <c:pt idx="120">
                <c:v>0.018409778284908234</c:v>
              </c:pt>
              <c:pt idx="121">
                <c:v>0.018409778284908234</c:v>
              </c:pt>
              <c:pt idx="122">
                <c:v>0.018409778284908234</c:v>
              </c:pt>
              <c:pt idx="123">
                <c:v>0.018409778284908234</c:v>
              </c:pt>
              <c:pt idx="124">
                <c:v>0.018409778284908234</c:v>
              </c:pt>
              <c:pt idx="125">
                <c:v>0.018409778284908234</c:v>
              </c:pt>
              <c:pt idx="126">
                <c:v>0.018409778284908234</c:v>
              </c:pt>
              <c:pt idx="127">
                <c:v>0.018409778284908234</c:v>
              </c:pt>
              <c:pt idx="128">
                <c:v>0.018409778284908234</c:v>
              </c:pt>
              <c:pt idx="129">
                <c:v>0.018409778284908234</c:v>
              </c:pt>
              <c:pt idx="130">
                <c:v>0.018409778284908234</c:v>
              </c:pt>
              <c:pt idx="131">
                <c:v>0.018409778284908234</c:v>
              </c:pt>
              <c:pt idx="132">
                <c:v>0.018409778284908234</c:v>
              </c:pt>
              <c:pt idx="133">
                <c:v>0.018409778284908234</c:v>
              </c:pt>
              <c:pt idx="134">
                <c:v>0.018409778284908234</c:v>
              </c:pt>
              <c:pt idx="135">
                <c:v>0.018409778284908234</c:v>
              </c:pt>
              <c:pt idx="136">
                <c:v>0.018409778284908234</c:v>
              </c:pt>
              <c:pt idx="137">
                <c:v>0.018409778284908234</c:v>
              </c:pt>
              <c:pt idx="138">
                <c:v>0.018409778284908234</c:v>
              </c:pt>
              <c:pt idx="139">
                <c:v>0.018409778284908234</c:v>
              </c:pt>
              <c:pt idx="140">
                <c:v>0.018409778284908234</c:v>
              </c:pt>
              <c:pt idx="141">
                <c:v>0.018409778284908234</c:v>
              </c:pt>
              <c:pt idx="142">
                <c:v>0.018409778284908234</c:v>
              </c:pt>
              <c:pt idx="143">
                <c:v>0.018409778284908234</c:v>
              </c:pt>
              <c:pt idx="144">
                <c:v>0.018409778284908234</c:v>
              </c:pt>
              <c:pt idx="145">
                <c:v>0.018409778284908234</c:v>
              </c:pt>
              <c:pt idx="146">
                <c:v>0.018409778284908234</c:v>
              </c:pt>
              <c:pt idx="147">
                <c:v>0.018409778284908234</c:v>
              </c:pt>
              <c:pt idx="148">
                <c:v>0.018409778284908234</c:v>
              </c:pt>
              <c:pt idx="149">
                <c:v>0.018409778284908234</c:v>
              </c:pt>
              <c:pt idx="150">
                <c:v>0.018409778284908234</c:v>
              </c:pt>
              <c:pt idx="151">
                <c:v>0.018409778284908234</c:v>
              </c:pt>
              <c:pt idx="152">
                <c:v>0.018409778284908234</c:v>
              </c:pt>
              <c:pt idx="153">
                <c:v>0.018409778284908234</c:v>
              </c:pt>
              <c:pt idx="154">
                <c:v>0.018409778284908234</c:v>
              </c:pt>
              <c:pt idx="155">
                <c:v>0.018409778284908234</c:v>
              </c:pt>
              <c:pt idx="156">
                <c:v>0.018409778284908234</c:v>
              </c:pt>
              <c:pt idx="157">
                <c:v>0.018409778284908234</c:v>
              </c:pt>
              <c:pt idx="158">
                <c:v>0.018409778284908234</c:v>
              </c:pt>
              <c:pt idx="159">
                <c:v>0.018409778284908234</c:v>
              </c:pt>
              <c:pt idx="160">
                <c:v>0.018409778284908234</c:v>
              </c:pt>
              <c:pt idx="161">
                <c:v>0.018409778284908234</c:v>
              </c:pt>
              <c:pt idx="162">
                <c:v>0.018409778284908234</c:v>
              </c:pt>
              <c:pt idx="163">
                <c:v>0.018409778284908234</c:v>
              </c:pt>
              <c:pt idx="164">
                <c:v>0.018409778284908234</c:v>
              </c:pt>
              <c:pt idx="165">
                <c:v>0.018409778284908234</c:v>
              </c:pt>
              <c:pt idx="166">
                <c:v>0.018409778284908234</c:v>
              </c:pt>
              <c:pt idx="167">
                <c:v>0.018409778284908234</c:v>
              </c:pt>
              <c:pt idx="168">
                <c:v>0.018409778284908234</c:v>
              </c:pt>
              <c:pt idx="169">
                <c:v>0.018409778284908234</c:v>
              </c:pt>
              <c:pt idx="170">
                <c:v>0.018409778284908234</c:v>
              </c:pt>
              <c:pt idx="171">
                <c:v>0.018409778284908234</c:v>
              </c:pt>
              <c:pt idx="172">
                <c:v>0.018409778284908234</c:v>
              </c:pt>
              <c:pt idx="173">
                <c:v>0.018409778284908234</c:v>
              </c:pt>
              <c:pt idx="174">
                <c:v>0.018409778284908234</c:v>
              </c:pt>
              <c:pt idx="175">
                <c:v>0.018409778284908234</c:v>
              </c:pt>
              <c:pt idx="176">
                <c:v>0.018409778284908234</c:v>
              </c:pt>
              <c:pt idx="177">
                <c:v>0.018409778284908234</c:v>
              </c:pt>
              <c:pt idx="178">
                <c:v>0.018409778284908234</c:v>
              </c:pt>
              <c:pt idx="179">
                <c:v>0.018409778284908234</c:v>
              </c:pt>
              <c:pt idx="180">
                <c:v>0.018409778284908234</c:v>
              </c:pt>
              <c:pt idx="181">
                <c:v>0.018409778284908234</c:v>
              </c:pt>
              <c:pt idx="182">
                <c:v>0.018409778284908234</c:v>
              </c:pt>
              <c:pt idx="183">
                <c:v>0.018409778284908234</c:v>
              </c:pt>
              <c:pt idx="184">
                <c:v>0.018409778284908234</c:v>
              </c:pt>
              <c:pt idx="185">
                <c:v>0.018409778284908234</c:v>
              </c:pt>
              <c:pt idx="186">
                <c:v>0.018409778284908234</c:v>
              </c:pt>
              <c:pt idx="187">
                <c:v>0.018409778284908234</c:v>
              </c:pt>
              <c:pt idx="188">
                <c:v>0.018409778284908234</c:v>
              </c:pt>
              <c:pt idx="189">
                <c:v>0.018409778284908234</c:v>
              </c:pt>
              <c:pt idx="190">
                <c:v>0.018409778284908234</c:v>
              </c:pt>
              <c:pt idx="191">
                <c:v>0.018409778284908234</c:v>
              </c:pt>
              <c:pt idx="192">
                <c:v>0.018409778284908234</c:v>
              </c:pt>
              <c:pt idx="193">
                <c:v>0.018409778284908234</c:v>
              </c:pt>
              <c:pt idx="194">
                <c:v>0.018409778284908234</c:v>
              </c:pt>
              <c:pt idx="195">
                <c:v>0.018409778284908234</c:v>
              </c:pt>
              <c:pt idx="196">
                <c:v>0.018409778284908234</c:v>
              </c:pt>
              <c:pt idx="197">
                <c:v>0.018409778284908234</c:v>
              </c:pt>
              <c:pt idx="198">
                <c:v>0.018409778284908234</c:v>
              </c:pt>
              <c:pt idx="199">
                <c:v>0.018409778284908234</c:v>
              </c:pt>
              <c:pt idx="200">
                <c:v>0.018409778284908234</c:v>
              </c:pt>
              <c:pt idx="201">
                <c:v>0.018409778284908234</c:v>
              </c:pt>
              <c:pt idx="202">
                <c:v>0.018409778284908234</c:v>
              </c:pt>
              <c:pt idx="203">
                <c:v>0.018409778284908234</c:v>
              </c:pt>
              <c:pt idx="204">
                <c:v>0.018409778284908234</c:v>
              </c:pt>
              <c:pt idx="205">
                <c:v>0.018409778284908234</c:v>
              </c:pt>
              <c:pt idx="206">
                <c:v>0.018409778284908234</c:v>
              </c:pt>
              <c:pt idx="207">
                <c:v>0.018409778284908234</c:v>
              </c:pt>
              <c:pt idx="208">
                <c:v>0.018409778284908234</c:v>
              </c:pt>
              <c:pt idx="209">
                <c:v>0.018409778284908234</c:v>
              </c:pt>
              <c:pt idx="210">
                <c:v>0.018409778284908234</c:v>
              </c:pt>
              <c:pt idx="211">
                <c:v>0.018409778284908234</c:v>
              </c:pt>
              <c:pt idx="212">
                <c:v>0.018409778284908234</c:v>
              </c:pt>
              <c:pt idx="213">
                <c:v>0.018409778284908234</c:v>
              </c:pt>
              <c:pt idx="214">
                <c:v>0.018409778284908234</c:v>
              </c:pt>
              <c:pt idx="215">
                <c:v>0.018409778284908234</c:v>
              </c:pt>
              <c:pt idx="216">
                <c:v>0.018409778284908234</c:v>
              </c:pt>
              <c:pt idx="217">
                <c:v>0.018409778284908234</c:v>
              </c:pt>
              <c:pt idx="218">
                <c:v>0.018409778284908234</c:v>
              </c:pt>
              <c:pt idx="219">
                <c:v>0.018409778284908234</c:v>
              </c:pt>
              <c:pt idx="220">
                <c:v>0.018409778284908234</c:v>
              </c:pt>
              <c:pt idx="221">
                <c:v>0.018409778284908234</c:v>
              </c:pt>
              <c:pt idx="222">
                <c:v>0.018409778284908234</c:v>
              </c:pt>
              <c:pt idx="223">
                <c:v>0.018409778284908234</c:v>
              </c:pt>
              <c:pt idx="224">
                <c:v>0.018409778284908234</c:v>
              </c:pt>
              <c:pt idx="225">
                <c:v>0.018409778284908234</c:v>
              </c:pt>
              <c:pt idx="226">
                <c:v>0.018409778284908234</c:v>
              </c:pt>
              <c:pt idx="227">
                <c:v>0.018409778284908234</c:v>
              </c:pt>
              <c:pt idx="228">
                <c:v>0.018409778284908234</c:v>
              </c:pt>
              <c:pt idx="229">
                <c:v>0.018409778284908234</c:v>
              </c:pt>
              <c:pt idx="230">
                <c:v>0.018409778284908234</c:v>
              </c:pt>
              <c:pt idx="231">
                <c:v>0.018409778284908234</c:v>
              </c:pt>
              <c:pt idx="232">
                <c:v>0.018409778284908234</c:v>
              </c:pt>
              <c:pt idx="233">
                <c:v>0.018409778284908234</c:v>
              </c:pt>
              <c:pt idx="234">
                <c:v>0.018409778284908234</c:v>
              </c:pt>
              <c:pt idx="235">
                <c:v>0.018409778284908234</c:v>
              </c:pt>
              <c:pt idx="236">
                <c:v>0.018409778284908234</c:v>
              </c:pt>
              <c:pt idx="237">
                <c:v>0.018409778284908234</c:v>
              </c:pt>
              <c:pt idx="238">
                <c:v>0.018409778284908234</c:v>
              </c:pt>
              <c:pt idx="239">
                <c:v>0.018409778284908234</c:v>
              </c:pt>
              <c:pt idx="240">
                <c:v>0.018409778284908234</c:v>
              </c:pt>
              <c:pt idx="241">
                <c:v>0.018409778284908234</c:v>
              </c:pt>
              <c:pt idx="242">
                <c:v>0.018409778284908234</c:v>
              </c:pt>
              <c:pt idx="243">
                <c:v>0.018409778284908234</c:v>
              </c:pt>
              <c:pt idx="244">
                <c:v>0.018409778284908234</c:v>
              </c:pt>
              <c:pt idx="245">
                <c:v>0.018409778284908234</c:v>
              </c:pt>
              <c:pt idx="246">
                <c:v>0.018409778284908234</c:v>
              </c:pt>
              <c:pt idx="247">
                <c:v>0.018409778284908234</c:v>
              </c:pt>
              <c:pt idx="248">
                <c:v>0.018409778284908234</c:v>
              </c:pt>
              <c:pt idx="249">
                <c:v>0.018409778284908234</c:v>
              </c:pt>
              <c:pt idx="250">
                <c:v>0.018409778284908234</c:v>
              </c:pt>
              <c:pt idx="251">
                <c:v>0.018409778284908234</c:v>
              </c:pt>
              <c:pt idx="252">
                <c:v>0.018409778284908234</c:v>
              </c:pt>
              <c:pt idx="253">
                <c:v>0.018409778284908234</c:v>
              </c:pt>
              <c:pt idx="254">
                <c:v>0.018409778284908234</c:v>
              </c:pt>
              <c:pt idx="255">
                <c:v>0.018409778284908234</c:v>
              </c:pt>
              <c:pt idx="256">
                <c:v>0.018409778284908234</c:v>
              </c:pt>
              <c:pt idx="257">
                <c:v>0.018409778284908234</c:v>
              </c:pt>
              <c:pt idx="258">
                <c:v>0.018409778284908234</c:v>
              </c:pt>
              <c:pt idx="259">
                <c:v>0.018409778284908234</c:v>
              </c:pt>
              <c:pt idx="260">
                <c:v>0.018409778284908234</c:v>
              </c:pt>
              <c:pt idx="261">
                <c:v>0.018409778284908234</c:v>
              </c:pt>
              <c:pt idx="262">
                <c:v>0.018409778284908234</c:v>
              </c:pt>
              <c:pt idx="263">
                <c:v>0.018409778284908234</c:v>
              </c:pt>
              <c:pt idx="264">
                <c:v>0.018409778284908234</c:v>
              </c:pt>
              <c:pt idx="265">
                <c:v>0.018409778284908234</c:v>
              </c:pt>
              <c:pt idx="266">
                <c:v>0.018409778284908234</c:v>
              </c:pt>
              <c:pt idx="267">
                <c:v>0.018409778284908234</c:v>
              </c:pt>
              <c:pt idx="268">
                <c:v>0.018409778284908234</c:v>
              </c:pt>
              <c:pt idx="269">
                <c:v>0.018409778284908234</c:v>
              </c:pt>
              <c:pt idx="270">
                <c:v>0.018409778284908234</c:v>
              </c:pt>
              <c:pt idx="271">
                <c:v>0.018409778284908234</c:v>
              </c:pt>
              <c:pt idx="272">
                <c:v>0.018409778284908234</c:v>
              </c:pt>
              <c:pt idx="273">
                <c:v>0.018409778284908234</c:v>
              </c:pt>
              <c:pt idx="274">
                <c:v>0.018409778284908234</c:v>
              </c:pt>
              <c:pt idx="275">
                <c:v>0.018409778284908234</c:v>
              </c:pt>
              <c:pt idx="276">
                <c:v>0.018409778284908234</c:v>
              </c:pt>
              <c:pt idx="277">
                <c:v>0.018409778284908234</c:v>
              </c:pt>
              <c:pt idx="278">
                <c:v>0.018409778284908234</c:v>
              </c:pt>
              <c:pt idx="279">
                <c:v>0.018409778284908234</c:v>
              </c:pt>
              <c:pt idx="280">
                <c:v>0.018409778284908234</c:v>
              </c:pt>
              <c:pt idx="281">
                <c:v>0.018409778284908234</c:v>
              </c:pt>
              <c:pt idx="282">
                <c:v>0.018409778284908234</c:v>
              </c:pt>
              <c:pt idx="283">
                <c:v>0.018409778284908234</c:v>
              </c:pt>
              <c:pt idx="284">
                <c:v>0.018409778284908234</c:v>
              </c:pt>
              <c:pt idx="285">
                <c:v>0.018409778284908234</c:v>
              </c:pt>
              <c:pt idx="286">
                <c:v>0.018409778284908234</c:v>
              </c:pt>
              <c:pt idx="287">
                <c:v>0.018409778284908234</c:v>
              </c:pt>
              <c:pt idx="288">
                <c:v>0.018409778284908234</c:v>
              </c:pt>
              <c:pt idx="289">
                <c:v>0.018409778284908234</c:v>
              </c:pt>
              <c:pt idx="290">
                <c:v>0.018409778284908234</c:v>
              </c:pt>
              <c:pt idx="291">
                <c:v>0.018409778284908234</c:v>
              </c:pt>
              <c:pt idx="292">
                <c:v>0.018409778284908234</c:v>
              </c:pt>
              <c:pt idx="293">
                <c:v>0.018409778284908234</c:v>
              </c:pt>
              <c:pt idx="294">
                <c:v>0.018409778284908234</c:v>
              </c:pt>
              <c:pt idx="295">
                <c:v>0.018409778284908234</c:v>
              </c:pt>
              <c:pt idx="296">
                <c:v>0.018409778284908234</c:v>
              </c:pt>
              <c:pt idx="297">
                <c:v>0.018409778284908234</c:v>
              </c:pt>
              <c:pt idx="298">
                <c:v>0.018409778284908234</c:v>
              </c:pt>
              <c:pt idx="299">
                <c:v>0.018409778284908234</c:v>
              </c:pt>
              <c:pt idx="300">
                <c:v>0.018409778284908234</c:v>
              </c:pt>
              <c:pt idx="301">
                <c:v>0.018409778284908234</c:v>
              </c:pt>
              <c:pt idx="302">
                <c:v>0.018409778284908234</c:v>
              </c:pt>
              <c:pt idx="303">
                <c:v>0.018409778284908234</c:v>
              </c:pt>
              <c:pt idx="304">
                <c:v>0.018409778284908234</c:v>
              </c:pt>
              <c:pt idx="305">
                <c:v>0.018409778284908234</c:v>
              </c:pt>
              <c:pt idx="306">
                <c:v>0.018409778284908234</c:v>
              </c:pt>
              <c:pt idx="307">
                <c:v>0.018409778284908234</c:v>
              </c:pt>
              <c:pt idx="308">
                <c:v>0.018409778284908234</c:v>
              </c:pt>
              <c:pt idx="309">
                <c:v>0.018409778284908234</c:v>
              </c:pt>
              <c:pt idx="310">
                <c:v>0.018409778284908234</c:v>
              </c:pt>
              <c:pt idx="311">
                <c:v>0.018409778284908234</c:v>
              </c:pt>
              <c:pt idx="312">
                <c:v>0.018409778284908234</c:v>
              </c:pt>
              <c:pt idx="313">
                <c:v>0.018409778284908234</c:v>
              </c:pt>
              <c:pt idx="314">
                <c:v>0.018409778284908234</c:v>
              </c:pt>
              <c:pt idx="315">
                <c:v>0.018409778284908234</c:v>
              </c:pt>
              <c:pt idx="316">
                <c:v>0.018409778284908234</c:v>
              </c:pt>
              <c:pt idx="317">
                <c:v>0.018409778284908234</c:v>
              </c:pt>
              <c:pt idx="318">
                <c:v>0.018409778284908234</c:v>
              </c:pt>
              <c:pt idx="319">
                <c:v>0.018409778284908234</c:v>
              </c:pt>
              <c:pt idx="320">
                <c:v>0.018409778284908234</c:v>
              </c:pt>
              <c:pt idx="321">
                <c:v>0.018409778284908234</c:v>
              </c:pt>
              <c:pt idx="322">
                <c:v>0.018409778284908234</c:v>
              </c:pt>
              <c:pt idx="323">
                <c:v>0.018409778284908234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755041101935807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Mean τ (% axis)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d_top (% scalar range)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Exact frontier F</c:v>
          </c:tx>
          <c:spPr>
            <a:noFill xmlns:a="http://schemas.openxmlformats.org/drawingml/2006/main"/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412"/>
              <c:pt idx="0">
                <c:v>0</c:v>
              </c:pt>
              <c:pt idx="1">
                <c:v>0.0002020587492098327</c:v>
              </c:pt>
              <c:pt idx="2">
                <c:v>0.0002020587492098327</c:v>
              </c:pt>
              <c:pt idx="3">
                <c:v>0.0005927404816693753</c:v>
              </c:pt>
              <c:pt idx="4">
                <c:v>0.0005927404816693753</c:v>
              </c:pt>
              <c:pt idx="5">
                <c:v>0.0006939629566032715</c:v>
              </c:pt>
              <c:pt idx="6">
                <c:v>0.0006939629566032715</c:v>
              </c:pt>
              <c:pt idx="7">
                <c:v>0.0009605206483057556</c:v>
              </c:pt>
              <c:pt idx="8">
                <c:v>0.0009605206483057556</c:v>
              </c:pt>
              <c:pt idx="9">
                <c:v>0.001122265042248117</c:v>
              </c:pt>
              <c:pt idx="10">
                <c:v>0.001122265042248117</c:v>
              </c:pt>
              <c:pt idx="11">
                <c:v>0.00875695888026131</c:v>
              </c:pt>
              <c:pt idx="12">
                <c:v>0.00875695888026131</c:v>
              </c:pt>
              <c:pt idx="13">
                <c:v>0.011685736634785848</c:v>
              </c:pt>
              <c:pt idx="14">
                <c:v>0.011685736634785848</c:v>
              </c:pt>
              <c:pt idx="15">
                <c:v>0.014964151228102872</c:v>
              </c:pt>
              <c:pt idx="16">
                <c:v>0.014964151228102872</c:v>
              </c:pt>
              <c:pt idx="17">
                <c:v>0.024361121844582386</c:v>
              </c:pt>
              <c:pt idx="18">
                <c:v>0.024361121844582386</c:v>
              </c:pt>
              <c:pt idx="19">
                <c:v>0.025341009803123003</c:v>
              </c:pt>
              <c:pt idx="20">
                <c:v>0.025341009803123003</c:v>
              </c:pt>
              <c:pt idx="21">
                <c:v>0.029564383818975595</c:v>
              </c:pt>
              <c:pt idx="22">
                <c:v>0.029564383818975595</c:v>
              </c:pt>
              <c:pt idx="23">
                <c:v>0.03124505076921237</c:v>
              </c:pt>
              <c:pt idx="24">
                <c:v>0.03124505076921237</c:v>
              </c:pt>
              <c:pt idx="25">
                <c:v>0.03233626717953769</c:v>
              </c:pt>
              <c:pt idx="26">
                <c:v>0.03233626717953769</c:v>
              </c:pt>
              <c:pt idx="27">
                <c:v>0.034094387646901474</c:v>
              </c:pt>
              <c:pt idx="28">
                <c:v>0.034094387646901474</c:v>
              </c:pt>
              <c:pt idx="29">
                <c:v>0.03608653157887347</c:v>
              </c:pt>
              <c:pt idx="30">
                <c:v>0.03608653157887347</c:v>
              </c:pt>
              <c:pt idx="31">
                <c:v>0.04247684189751159</c:v>
              </c:pt>
              <c:pt idx="32">
                <c:v>0.04247684189751159</c:v>
              </c:pt>
              <c:pt idx="33">
                <c:v>0.047547509226268665</c:v>
              </c:pt>
              <c:pt idx="34">
                <c:v>0.047547509226268665</c:v>
              </c:pt>
              <c:pt idx="35">
                <c:v>0.053760810933172656</c:v>
              </c:pt>
              <c:pt idx="36">
                <c:v>0.053760810933172656</c:v>
              </c:pt>
              <c:pt idx="37">
                <c:v>0.06468694030652836</c:v>
              </c:pt>
              <c:pt idx="38">
                <c:v>0.06468694030652836</c:v>
              </c:pt>
              <c:pt idx="39">
                <c:v>0.06582724802063562</c:v>
              </c:pt>
              <c:pt idx="40">
                <c:v>0.06582724802063562</c:v>
              </c:pt>
              <c:pt idx="41">
                <c:v>0.07449103271348698</c:v>
              </c:pt>
              <c:pt idx="42">
                <c:v>0.07449103271348698</c:v>
              </c:pt>
              <c:pt idx="43">
                <c:v>0.07666092661863003</c:v>
              </c:pt>
              <c:pt idx="44">
                <c:v>0.07666092661863003</c:v>
              </c:pt>
              <c:pt idx="45">
                <c:v>0.08277715580537813</c:v>
              </c:pt>
              <c:pt idx="46">
                <c:v>0.08277715580537813</c:v>
              </c:pt>
              <c:pt idx="47">
                <c:v>0.1095372766345272</c:v>
              </c:pt>
              <c:pt idx="48">
                <c:v>0.1095372766345272</c:v>
              </c:pt>
              <c:pt idx="49">
                <c:v>0.117866280181639</c:v>
              </c:pt>
              <c:pt idx="50">
                <c:v>0.117866280181639</c:v>
              </c:pt>
              <c:pt idx="51">
                <c:v>0.1337710047697602</c:v>
              </c:pt>
              <c:pt idx="52">
                <c:v>0.1337710047697602</c:v>
              </c:pt>
              <c:pt idx="53">
                <c:v>0.1487252178514525</c:v>
              </c:pt>
              <c:pt idx="54">
                <c:v>0.1487252178514525</c:v>
              </c:pt>
              <c:pt idx="55">
                <c:v>0.1525611186790609</c:v>
              </c:pt>
              <c:pt idx="56">
                <c:v>0.1525611186790609</c:v>
              </c:pt>
              <c:pt idx="57">
                <c:v>0.17246652228014278</c:v>
              </c:pt>
              <c:pt idx="58">
                <c:v>0.17246652228014278</c:v>
              </c:pt>
              <c:pt idx="59">
                <c:v>0.18885982265472823</c:v>
              </c:pt>
              <c:pt idx="60">
                <c:v>0.18885982265472823</c:v>
              </c:pt>
              <c:pt idx="61">
                <c:v>0.2012656646762018</c:v>
              </c:pt>
              <c:pt idx="62">
                <c:v>0.2012656646762018</c:v>
              </c:pt>
              <c:pt idx="63">
                <c:v>0.21424057613684175</c:v>
              </c:pt>
              <c:pt idx="64">
                <c:v>0.21424057613684175</c:v>
              </c:pt>
              <c:pt idx="65">
                <c:v>0.24210409619165973</c:v>
              </c:pt>
              <c:pt idx="66">
                <c:v>0.24210409619165973</c:v>
              </c:pt>
              <c:pt idx="67">
                <c:v>0.2428509718499829</c:v>
              </c:pt>
              <c:pt idx="68">
                <c:v>0.2428509718499829</c:v>
              </c:pt>
              <c:pt idx="69">
                <c:v>0.24974726329495886</c:v>
              </c:pt>
              <c:pt idx="70">
                <c:v>0.24974726329495886</c:v>
              </c:pt>
              <c:pt idx="71">
                <c:v>0.25027832981456655</c:v>
              </c:pt>
              <c:pt idx="72">
                <c:v>0.25027832981456655</c:v>
              </c:pt>
              <c:pt idx="73">
                <c:v>0.25236010077405285</c:v>
              </c:pt>
              <c:pt idx="74">
                <c:v>0.25236010077405285</c:v>
              </c:pt>
              <c:pt idx="75">
                <c:v>0.28872433913442763</c:v>
              </c:pt>
              <c:pt idx="76">
                <c:v>0.28872433913442763</c:v>
              </c:pt>
              <c:pt idx="77">
                <c:v>0.29749707992114277</c:v>
              </c:pt>
              <c:pt idx="78">
                <c:v>0.29749707992114277</c:v>
              </c:pt>
              <c:pt idx="79">
                <c:v>0.3166367162176152</c:v>
              </c:pt>
              <c:pt idx="80">
                <c:v>0.3166367162176152</c:v>
              </c:pt>
              <c:pt idx="81">
                <c:v>0.3173221743589358</c:v>
              </c:pt>
              <c:pt idx="82">
                <c:v>0.3173221743589358</c:v>
              </c:pt>
              <c:pt idx="83">
                <c:v>0.31820225480038045</c:v>
              </c:pt>
              <c:pt idx="84">
                <c:v>0.31820225480038045</c:v>
              </c:pt>
              <c:pt idx="85">
                <c:v>0.3328605207794386</c:v>
              </c:pt>
              <c:pt idx="86">
                <c:v>0.3328605207794386</c:v>
              </c:pt>
              <c:pt idx="87">
                <c:v>0.33295709757290215</c:v>
              </c:pt>
              <c:pt idx="88">
                <c:v>0.33295709757290215</c:v>
              </c:pt>
              <c:pt idx="89">
                <c:v>0.3395983908741124</c:v>
              </c:pt>
              <c:pt idx="90">
                <c:v>0.3395983908741124</c:v>
              </c:pt>
              <c:pt idx="91">
                <c:v>0.35465815395530825</c:v>
              </c:pt>
              <c:pt idx="92">
                <c:v>0.35465815395530825</c:v>
              </c:pt>
              <c:pt idx="93">
                <c:v>0.3561263314852744</c:v>
              </c:pt>
              <c:pt idx="94">
                <c:v>0.3561263314852744</c:v>
              </c:pt>
              <c:pt idx="95">
                <c:v>0.386754728130288</c:v>
              </c:pt>
              <c:pt idx="96">
                <c:v>0.386754728130288</c:v>
              </c:pt>
              <c:pt idx="97">
                <c:v>0.40975320292123313</c:v>
              </c:pt>
              <c:pt idx="98">
                <c:v>0.40975320292123313</c:v>
              </c:pt>
              <c:pt idx="99">
                <c:v>0.40987032011411473</c:v>
              </c:pt>
              <c:pt idx="100">
                <c:v>0.40987032011411473</c:v>
              </c:pt>
              <c:pt idx="101">
                <c:v>0.4262798723414123</c:v>
              </c:pt>
              <c:pt idx="102">
                <c:v>0.4262798723414123</c:v>
              </c:pt>
              <c:pt idx="103">
                <c:v>0.43061727964442825</c:v>
              </c:pt>
              <c:pt idx="104">
                <c:v>0.43061727964442825</c:v>
              </c:pt>
              <c:pt idx="105">
                <c:v>0.4842048327687463</c:v>
              </c:pt>
              <c:pt idx="106">
                <c:v>0.4842048327687463</c:v>
              </c:pt>
              <c:pt idx="107">
                <c:v>0.48990971703755043</c:v>
              </c:pt>
              <c:pt idx="108">
                <c:v>0.48990971703755043</c:v>
              </c:pt>
              <c:pt idx="109">
                <c:v>0.49529475629310543</c:v>
              </c:pt>
              <c:pt idx="110">
                <c:v>0.49529475629310543</c:v>
              </c:pt>
              <c:pt idx="111">
                <c:v>0.5</c:v>
              </c:pt>
              <c:pt idx="112">
                <c:v>0.5</c:v>
              </c:pt>
              <c:pt idx="113">
                <c:v>0.5021940963639439</c:v>
              </c:pt>
              <c:pt idx="114">
                <c:v>0.5021940963639439</c:v>
              </c:pt>
              <c:pt idx="115">
                <c:v>0.5080789571255008</c:v>
              </c:pt>
              <c:pt idx="116">
                <c:v>0.5080789571255008</c:v>
              </c:pt>
              <c:pt idx="117">
                <c:v>0.5278612187557997</c:v>
              </c:pt>
              <c:pt idx="118">
                <c:v>0.5278612187557997</c:v>
              </c:pt>
              <c:pt idx="119">
                <c:v>0.5516950838406552</c:v>
              </c:pt>
              <c:pt idx="120">
                <c:v>0.5516950838406552</c:v>
              </c:pt>
              <c:pt idx="121">
                <c:v>0.5544217821451588</c:v>
              </c:pt>
              <c:pt idx="122">
                <c:v>0.5544217821451588</c:v>
              </c:pt>
              <c:pt idx="123">
                <c:v>0.5669862647332221</c:v>
              </c:pt>
              <c:pt idx="124">
                <c:v>0.5669862647332221</c:v>
              </c:pt>
              <c:pt idx="125">
                <c:v>0.58045049751121</c:v>
              </c:pt>
              <c:pt idx="126">
                <c:v>0.58045049751121</c:v>
              </c:pt>
              <c:pt idx="127">
                <c:v>0.5829569624644114</c:v>
              </c:pt>
              <c:pt idx="128">
                <c:v>0.5829569624644114</c:v>
              </c:pt>
              <c:pt idx="129">
                <c:v>0.5872638935414554</c:v>
              </c:pt>
              <c:pt idx="130">
                <c:v>0.5872638935414554</c:v>
              </c:pt>
              <c:pt idx="131">
                <c:v>0.5942498462909108</c:v>
              </c:pt>
              <c:pt idx="132">
                <c:v>0.5942498462909108</c:v>
              </c:pt>
              <c:pt idx="133">
                <c:v>0.5949108950498209</c:v>
              </c:pt>
              <c:pt idx="134">
                <c:v>0.5949108950498209</c:v>
              </c:pt>
              <c:pt idx="135">
                <c:v>0.6029516921290539</c:v>
              </c:pt>
              <c:pt idx="136">
                <c:v>0.6029516921290539</c:v>
              </c:pt>
              <c:pt idx="137">
                <c:v>0.6088156404071815</c:v>
              </c:pt>
              <c:pt idx="138">
                <c:v>0.6088156404071815</c:v>
              </c:pt>
              <c:pt idx="139">
                <c:v>0.6417431616347602</c:v>
              </c:pt>
              <c:pt idx="140">
                <c:v>0.6417431616347602</c:v>
              </c:pt>
              <c:pt idx="141">
                <c:v>0.6483620190766558</c:v>
              </c:pt>
              <c:pt idx="142">
                <c:v>0.6483620190766558</c:v>
              </c:pt>
              <c:pt idx="143">
                <c:v>0.6545647088022432</c:v>
              </c:pt>
              <c:pt idx="144">
                <c:v>0.6545647088022432</c:v>
              </c:pt>
              <c:pt idx="145">
                <c:v>0.6644791029551206</c:v>
              </c:pt>
              <c:pt idx="146">
                <c:v>0.6644791029551206</c:v>
              </c:pt>
              <c:pt idx="147">
                <c:v>0.6657273143426191</c:v>
              </c:pt>
              <c:pt idx="148">
                <c:v>0.6657273143426191</c:v>
              </c:pt>
              <c:pt idx="149">
                <c:v>0.6934987335143268</c:v>
              </c:pt>
              <c:pt idx="150">
                <c:v>0.6934987335143268</c:v>
              </c:pt>
              <c:pt idx="151">
                <c:v>0.7440225400407002</c:v>
              </c:pt>
              <c:pt idx="152">
                <c:v>0.7440225400407002</c:v>
              </c:pt>
              <c:pt idx="153">
                <c:v>0.7614777129701753</c:v>
              </c:pt>
              <c:pt idx="154">
                <c:v>0.7614777129701753</c:v>
              </c:pt>
              <c:pt idx="155">
                <c:v>0.7632951313856433</c:v>
              </c:pt>
              <c:pt idx="156">
                <c:v>0.7632951313856433</c:v>
              </c:pt>
              <c:pt idx="157">
                <c:v>0.7637588188704455</c:v>
              </c:pt>
              <c:pt idx="158">
                <c:v>0.7637588188704455</c:v>
              </c:pt>
              <c:pt idx="159">
                <c:v>0.7959983511466264</c:v>
              </c:pt>
              <c:pt idx="160">
                <c:v>0.7959983511466264</c:v>
              </c:pt>
              <c:pt idx="161">
                <c:v>0.8040551846147082</c:v>
              </c:pt>
              <c:pt idx="162">
                <c:v>0.8040551846147082</c:v>
              </c:pt>
              <c:pt idx="163">
                <c:v>0.8253113796764603</c:v>
              </c:pt>
              <c:pt idx="164">
                <c:v>0.8253113796764603</c:v>
              </c:pt>
              <c:pt idx="165">
                <c:v>0.884504970484851</c:v>
              </c:pt>
              <c:pt idx="166">
                <c:v>0.884504970484851</c:v>
              </c:pt>
              <c:pt idx="167">
                <c:v>0.9022182703437671</c:v>
              </c:pt>
              <c:pt idx="168">
                <c:v>0.9022182703437671</c:v>
              </c:pt>
              <c:pt idx="169">
                <c:v>0.9045531049914709</c:v>
              </c:pt>
              <c:pt idx="170">
                <c:v>0.9045531049914709</c:v>
              </c:pt>
              <c:pt idx="171">
                <c:v>0.9202347618275871</c:v>
              </c:pt>
              <c:pt idx="172">
                <c:v>0.9202347618275871</c:v>
              </c:pt>
              <c:pt idx="173">
                <c:v>0.9212259566512369</c:v>
              </c:pt>
              <c:pt idx="174">
                <c:v>0.9212259566512369</c:v>
              </c:pt>
              <c:pt idx="175">
                <c:v>0.9224773878454317</c:v>
              </c:pt>
              <c:pt idx="176">
                <c:v>0.9224773878454317</c:v>
              </c:pt>
              <c:pt idx="177">
                <c:v>1</c:v>
              </c:pt>
              <c:pt idx="178">
                <c:v>1</c:v>
              </c:pt>
              <c:pt idx="179">
                <c:v>1.038324109761231</c:v>
              </c:pt>
              <c:pt idx="180">
                <c:v>1.038324109761231</c:v>
              </c:pt>
              <c:pt idx="181">
                <c:v>1.0494059743148916</c:v>
              </c:pt>
              <c:pt idx="182">
                <c:v>1.0494059743148916</c:v>
              </c:pt>
              <c:pt idx="183">
                <c:v>1.051613481748875</c:v>
              </c:pt>
              <c:pt idx="184">
                <c:v>1.051613481748875</c:v>
              </c:pt>
              <c:pt idx="185">
                <c:v>1.0881192739495626</c:v>
              </c:pt>
              <c:pt idx="186">
                <c:v>1.0881192739495626</c:v>
              </c:pt>
              <c:pt idx="187">
                <c:v>1.119209748245061</c:v>
              </c:pt>
              <c:pt idx="188">
                <c:v>1.119209748245061</c:v>
              </c:pt>
              <c:pt idx="189">
                <c:v>1.1351853392537863</c:v>
              </c:pt>
              <c:pt idx="190">
                <c:v>1.1351853392537863</c:v>
              </c:pt>
              <c:pt idx="191">
                <c:v>1.2006813678309078</c:v>
              </c:pt>
              <c:pt idx="192">
                <c:v>1.2006813678309078</c:v>
              </c:pt>
              <c:pt idx="193">
                <c:v>1.2450607705576597</c:v>
              </c:pt>
              <c:pt idx="194">
                <c:v>1.2450607705576597</c:v>
              </c:pt>
              <c:pt idx="195">
                <c:v>1.2491422624427615</c:v>
              </c:pt>
              <c:pt idx="196">
                <c:v>1.2491422624427615</c:v>
              </c:pt>
              <c:pt idx="197">
                <c:v>1.2640099774063365</c:v>
              </c:pt>
              <c:pt idx="198">
                <c:v>1.2640099774063365</c:v>
              </c:pt>
              <c:pt idx="199">
                <c:v>1.2920363444058074</c:v>
              </c:pt>
              <c:pt idx="200">
                <c:v>1.2920363444058074</c:v>
              </c:pt>
              <c:pt idx="201">
                <c:v>1.3380603884030058</c:v>
              </c:pt>
              <c:pt idx="202">
                <c:v>1.3380603884030058</c:v>
              </c:pt>
              <c:pt idx="203">
                <c:v>1.420562280864945</c:v>
              </c:pt>
              <c:pt idx="204">
                <c:v>1.420562280864945</c:v>
              </c:pt>
              <c:pt idx="205">
                <c:v>1.4325904260151507</c:v>
              </c:pt>
              <c:pt idx="206">
                <c:v>1.4325904260151507</c:v>
              </c:pt>
              <c:pt idx="207">
                <c:v>1.4333821656298675</c:v>
              </c:pt>
              <c:pt idx="208">
                <c:v>1.4333821656298675</c:v>
              </c:pt>
              <c:pt idx="209">
                <c:v>1.4554296631957053</c:v>
              </c:pt>
              <c:pt idx="210">
                <c:v>1.4554296631957053</c:v>
              </c:pt>
              <c:pt idx="211">
                <c:v>1.5214605263650287</c:v>
              </c:pt>
              <c:pt idx="212">
                <c:v>1.5214605263650287</c:v>
              </c:pt>
              <c:pt idx="213">
                <c:v>1.524712507314694</c:v>
              </c:pt>
              <c:pt idx="214">
                <c:v>1.524712507314694</c:v>
              </c:pt>
              <c:pt idx="215">
                <c:v>1.5347260172686834</c:v>
              </c:pt>
              <c:pt idx="216">
                <c:v>1.5347260172686834</c:v>
              </c:pt>
              <c:pt idx="217">
                <c:v>1.5787937839399109</c:v>
              </c:pt>
              <c:pt idx="218">
                <c:v>1.5787937839399109</c:v>
              </c:pt>
              <c:pt idx="219">
                <c:v>1.6184642299314216</c:v>
              </c:pt>
              <c:pt idx="220">
                <c:v>1.6184642299314216</c:v>
              </c:pt>
              <c:pt idx="221">
                <c:v>1.6510089039820586</c:v>
              </c:pt>
              <c:pt idx="222">
                <c:v>1.6510089039820586</c:v>
              </c:pt>
              <c:pt idx="223">
                <c:v>1.6611908355720943</c:v>
              </c:pt>
              <c:pt idx="224">
                <c:v>1.6611908355720943</c:v>
              </c:pt>
              <c:pt idx="225">
                <c:v>1.6746773151758136</c:v>
              </c:pt>
              <c:pt idx="226">
                <c:v>1.6746773151758136</c:v>
              </c:pt>
              <c:pt idx="227">
                <c:v>1.6945029931718154</c:v>
              </c:pt>
              <c:pt idx="228">
                <c:v>1.6945029931718154</c:v>
              </c:pt>
              <c:pt idx="229">
                <c:v>1.7111611079304418</c:v>
              </c:pt>
              <c:pt idx="230">
                <c:v>1.7111611079304418</c:v>
              </c:pt>
              <c:pt idx="231">
                <c:v>1.7165342212557468</c:v>
              </c:pt>
              <c:pt idx="232">
                <c:v>1.7165342212557468</c:v>
              </c:pt>
              <c:pt idx="233">
                <c:v>1.7294055075189878</c:v>
              </c:pt>
              <c:pt idx="234">
                <c:v>1.7294055075189878</c:v>
              </c:pt>
              <c:pt idx="235">
                <c:v>1.7402643136381926</c:v>
              </c:pt>
              <c:pt idx="236">
                <c:v>1.7402643136381926</c:v>
              </c:pt>
              <c:pt idx="237">
                <c:v>1.8132027062591574</c:v>
              </c:pt>
              <c:pt idx="238">
                <c:v>1.8132027062591574</c:v>
              </c:pt>
              <c:pt idx="239">
                <c:v>1.865790202856043</c:v>
              </c:pt>
              <c:pt idx="240">
                <c:v>1.865790202856043</c:v>
              </c:pt>
              <c:pt idx="241">
                <c:v>1.8916695756075894</c:v>
              </c:pt>
              <c:pt idx="242">
                <c:v>1.8916695756075894</c:v>
              </c:pt>
              <c:pt idx="243">
                <c:v>1.9436595333878846</c:v>
              </c:pt>
              <c:pt idx="244">
                <c:v>1.9436595333878846</c:v>
              </c:pt>
              <c:pt idx="245">
                <c:v>1.9688155126335323</c:v>
              </c:pt>
              <c:pt idx="246">
                <c:v>1.9688155126335323</c:v>
              </c:pt>
              <c:pt idx="247">
                <c:v>2</c:v>
              </c:pt>
              <c:pt idx="248">
                <c:v>2</c:v>
              </c:pt>
              <c:pt idx="249">
                <c:v>2.0316462523165</c:v>
              </c:pt>
              <c:pt idx="250">
                <c:v>2.0316462523165</c:v>
              </c:pt>
              <c:pt idx="251">
                <c:v>2.0402901000991074</c:v>
              </c:pt>
              <c:pt idx="252">
                <c:v>2.0402901000991074</c:v>
              </c:pt>
              <c:pt idx="253">
                <c:v>2.061227137345983</c:v>
              </c:pt>
              <c:pt idx="254">
                <c:v>2.061227137345983</c:v>
              </c:pt>
              <c:pt idx="255">
                <c:v>2.1426249202048004</c:v>
              </c:pt>
              <c:pt idx="256">
                <c:v>2.1426249202048004</c:v>
              </c:pt>
              <c:pt idx="257">
                <c:v>2.14359794017796</c:v>
              </c:pt>
              <c:pt idx="258">
                <c:v>2.14359794017796</c:v>
              </c:pt>
              <c:pt idx="259">
                <c:v>2.156533514285818</c:v>
              </c:pt>
              <c:pt idx="260">
                <c:v>2.156533514285818</c:v>
              </c:pt>
              <c:pt idx="261">
                <c:v>2.1905398091422055</c:v>
              </c:pt>
              <c:pt idx="262">
                <c:v>2.1905398091422055</c:v>
              </c:pt>
              <c:pt idx="263">
                <c:v>2.2579916323700764</c:v>
              </c:pt>
              <c:pt idx="264">
                <c:v>2.2579916323700764</c:v>
              </c:pt>
              <c:pt idx="265">
                <c:v>2.287468509416247</c:v>
              </c:pt>
              <c:pt idx="266">
                <c:v>2.287468509416247</c:v>
              </c:pt>
              <c:pt idx="267">
                <c:v>2.3206981455216815</c:v>
              </c:pt>
              <c:pt idx="268">
                <c:v>2.3206981455216815</c:v>
              </c:pt>
              <c:pt idx="269">
                <c:v>2.3228613044021222</c:v>
              </c:pt>
              <c:pt idx="270">
                <c:v>2.3228613044021222</c:v>
              </c:pt>
              <c:pt idx="271">
                <c:v>2.3378784465176725</c:v>
              </c:pt>
              <c:pt idx="272">
                <c:v>2.3378784465176725</c:v>
              </c:pt>
              <c:pt idx="273">
                <c:v>2.341442318720699</c:v>
              </c:pt>
              <c:pt idx="274">
                <c:v>2.341442318720699</c:v>
              </c:pt>
              <c:pt idx="275">
                <c:v>2.3453191567686615</c:v>
              </c:pt>
              <c:pt idx="276">
                <c:v>2.3453191567686615</c:v>
              </c:pt>
              <c:pt idx="277">
                <c:v>2.368131410757828</c:v>
              </c:pt>
              <c:pt idx="278">
                <c:v>2.368131410757828</c:v>
              </c:pt>
              <c:pt idx="279">
                <c:v>2.373161903352829</c:v>
              </c:pt>
              <c:pt idx="280">
                <c:v>2.373161903352829</c:v>
              </c:pt>
              <c:pt idx="281">
                <c:v>2.408561094151636</c:v>
              </c:pt>
              <c:pt idx="282">
                <c:v>2.408561094151636</c:v>
              </c:pt>
              <c:pt idx="283">
                <c:v>2.452437180529151</c:v>
              </c:pt>
              <c:pt idx="284">
                <c:v>2.452437180529151</c:v>
              </c:pt>
              <c:pt idx="285">
                <c:v>2.460962545158719</c:v>
              </c:pt>
              <c:pt idx="286">
                <c:v>2.460962545158719</c:v>
              </c:pt>
              <c:pt idx="287">
                <c:v>2.48583452916475</c:v>
              </c:pt>
              <c:pt idx="288">
                <c:v>2.48583452916475</c:v>
              </c:pt>
              <c:pt idx="289">
                <c:v>2.514182396989435</c:v>
              </c:pt>
              <c:pt idx="290">
                <c:v>2.514182396989435</c:v>
              </c:pt>
              <c:pt idx="291">
                <c:v>2.570318304325982</c:v>
              </c:pt>
              <c:pt idx="292">
                <c:v>2.570318304325982</c:v>
              </c:pt>
              <c:pt idx="293">
                <c:v>2.666276801614424</c:v>
              </c:pt>
              <c:pt idx="294">
                <c:v>2.666276801614424</c:v>
              </c:pt>
              <c:pt idx="295">
                <c:v>2.686148969806944</c:v>
              </c:pt>
              <c:pt idx="296">
                <c:v>2.686148969806944</c:v>
              </c:pt>
              <c:pt idx="297">
                <c:v>2.745348981959733</c:v>
              </c:pt>
              <c:pt idx="298">
                <c:v>2.745348981959733</c:v>
              </c:pt>
              <c:pt idx="299">
                <c:v>2.7669101311952264</c:v>
              </c:pt>
              <c:pt idx="300">
                <c:v>2.7669101311952264</c:v>
              </c:pt>
              <c:pt idx="301">
                <c:v>2.8202889544622876</c:v>
              </c:pt>
              <c:pt idx="302">
                <c:v>2.8202889544622876</c:v>
              </c:pt>
              <c:pt idx="303">
                <c:v>2.8400670644973958</c:v>
              </c:pt>
              <c:pt idx="304">
                <c:v>2.8400670644973958</c:v>
              </c:pt>
              <c:pt idx="305">
                <c:v>2.843753145993903</c:v>
              </c:pt>
              <c:pt idx="306">
                <c:v>2.843753145993903</c:v>
              </c:pt>
              <c:pt idx="307">
                <c:v>2.876841957092049</c:v>
              </c:pt>
              <c:pt idx="308">
                <c:v>2.876841957092049</c:v>
              </c:pt>
              <c:pt idx="309">
                <c:v>2.9222351684237777</c:v>
              </c:pt>
              <c:pt idx="310">
                <c:v>2.9222351684237777</c:v>
              </c:pt>
              <c:pt idx="311">
                <c:v>2.9282066719862767</c:v>
              </c:pt>
              <c:pt idx="312">
                <c:v>2.9282066719862767</c:v>
              </c:pt>
              <c:pt idx="313">
                <c:v>2.9344501935527365</c:v>
              </c:pt>
              <c:pt idx="314">
                <c:v>2.9344501935527365</c:v>
              </c:pt>
              <c:pt idx="315">
                <c:v>2.9440902968826146</c:v>
              </c:pt>
              <c:pt idx="316">
                <c:v>2.9440902968826146</c:v>
              </c:pt>
              <c:pt idx="317">
                <c:v>2.9550306400691007</c:v>
              </c:pt>
              <c:pt idx="318">
                <c:v>2.9550306400691007</c:v>
              </c:pt>
              <c:pt idx="319">
                <c:v>3.0122197524864767</c:v>
              </c:pt>
              <c:pt idx="320">
                <c:v>3.0122197524864767</c:v>
              </c:pt>
              <c:pt idx="321">
                <c:v>3.0310726897004527</c:v>
              </c:pt>
              <c:pt idx="322">
                <c:v>3.0310726897004527</c:v>
              </c:pt>
              <c:pt idx="323">
                <c:v>3.1564353397238203</c:v>
              </c:pt>
              <c:pt idx="324">
                <c:v>3.1564353397238203</c:v>
              </c:pt>
              <c:pt idx="325">
                <c:v>3.1767107369538783</c:v>
              </c:pt>
              <c:pt idx="326">
                <c:v>3.1767107369538783</c:v>
              </c:pt>
              <c:pt idx="327">
                <c:v>3.180275632292906</c:v>
              </c:pt>
              <c:pt idx="328">
                <c:v>3.180275632292906</c:v>
              </c:pt>
              <c:pt idx="329">
                <c:v>3.1813280407779114</c:v>
              </c:pt>
              <c:pt idx="330">
                <c:v>3.1813280407779114</c:v>
              </c:pt>
              <c:pt idx="331">
                <c:v>3.3320041159570435</c:v>
              </c:pt>
              <c:pt idx="332">
                <c:v>3.3320041159570435</c:v>
              </c:pt>
              <c:pt idx="333">
                <c:v>3.3447199359853186</c:v>
              </c:pt>
              <c:pt idx="334">
                <c:v>3.3447199359853186</c:v>
              </c:pt>
              <c:pt idx="335">
                <c:v>3.467136449762656</c:v>
              </c:pt>
              <c:pt idx="336">
                <c:v>3.467136449762656</c:v>
              </c:pt>
              <c:pt idx="337">
                <c:v>3.470696492407372</c:v>
              </c:pt>
              <c:pt idx="338">
                <c:v>3.470696492407372</c:v>
              </c:pt>
              <c:pt idx="339">
                <c:v>3.5010640511770856</c:v>
              </c:pt>
              <c:pt idx="340">
                <c:v>3.5010640511770856</c:v>
              </c:pt>
              <c:pt idx="341">
                <c:v>3.84128745581388</c:v>
              </c:pt>
              <c:pt idx="342">
                <c:v>3.84128745581388</c:v>
              </c:pt>
              <c:pt idx="343">
                <c:v>3.9811339942265525</c:v>
              </c:pt>
              <c:pt idx="344">
                <c:v>3.9811339942265525</c:v>
              </c:pt>
              <c:pt idx="345">
                <c:v>4.054449932307367</c:v>
              </c:pt>
              <c:pt idx="346">
                <c:v>4.054449932307367</c:v>
              </c:pt>
              <c:pt idx="347">
                <c:v>4.110083109153377</c:v>
              </c:pt>
              <c:pt idx="348">
                <c:v>4.110083109153377</c:v>
              </c:pt>
              <c:pt idx="349">
                <c:v>4.381532971863782</c:v>
              </c:pt>
              <c:pt idx="350">
                <c:v>4.381532971863782</c:v>
              </c:pt>
              <c:pt idx="351">
                <c:v>4.474633417076043</c:v>
              </c:pt>
              <c:pt idx="352">
                <c:v>4.474633417076043</c:v>
              </c:pt>
              <c:pt idx="353">
                <c:v>4.5157868235576295</c:v>
              </c:pt>
              <c:pt idx="354">
                <c:v>4.5157868235576295</c:v>
              </c:pt>
              <c:pt idx="355">
                <c:v>4.518794331612874</c:v>
              </c:pt>
              <c:pt idx="356">
                <c:v>4.518794331612874</c:v>
              </c:pt>
              <c:pt idx="357">
                <c:v>4.669276550240401</c:v>
              </c:pt>
              <c:pt idx="358">
                <c:v>4.669276550240401</c:v>
              </c:pt>
              <c:pt idx="359">
                <c:v>4.701941080174179</c:v>
              </c:pt>
              <c:pt idx="360">
                <c:v>4.701941080174179</c:v>
              </c:pt>
              <c:pt idx="361">
                <c:v>4.783523453070028</c:v>
              </c:pt>
              <c:pt idx="362">
                <c:v>4.783523453070028</c:v>
              </c:pt>
              <c:pt idx="363">
                <c:v>4.903896004034577</c:v>
              </c:pt>
              <c:pt idx="364">
                <c:v>4.903896004034577</c:v>
              </c:pt>
              <c:pt idx="365">
                <c:v>4.927276006861227</c:v>
              </c:pt>
              <c:pt idx="366">
                <c:v>4.927276006861227</c:v>
              </c:pt>
              <c:pt idx="367">
                <c:v>5</c:v>
              </c:pt>
              <c:pt idx="368">
                <c:v>5</c:v>
              </c:pt>
              <c:pt idx="369">
                <c:v>5.32371367280702</c:v>
              </c:pt>
              <c:pt idx="370">
                <c:v>5.32371367280702</c:v>
              </c:pt>
              <c:pt idx="371">
                <c:v>5.580843905671755</c:v>
              </c:pt>
              <c:pt idx="372">
                <c:v>5.580843905671755</c:v>
              </c:pt>
              <c:pt idx="373">
                <c:v>5.616402220404511</c:v>
              </c:pt>
              <c:pt idx="374">
                <c:v>5.616402220404511</c:v>
              </c:pt>
              <c:pt idx="375">
                <c:v>5.9388982344163965</c:v>
              </c:pt>
              <c:pt idx="376">
                <c:v>5.9388982344163965</c:v>
              </c:pt>
              <c:pt idx="377">
                <c:v>5.9670187233072</c:v>
              </c:pt>
              <c:pt idx="378">
                <c:v>5.9670187233072</c:v>
              </c:pt>
              <c:pt idx="379">
                <c:v>6.014638337656728</c:v>
              </c:pt>
              <c:pt idx="380">
                <c:v>6.014638337656728</c:v>
              </c:pt>
              <c:pt idx="381">
                <c:v>6.16557685354679</c:v>
              </c:pt>
              <c:pt idx="382">
                <c:v>6.16557685354679</c:v>
              </c:pt>
              <c:pt idx="383">
                <c:v>6.211841840649047</c:v>
              </c:pt>
              <c:pt idx="384">
                <c:v>6.211841840649047</c:v>
              </c:pt>
              <c:pt idx="385">
                <c:v>7.125455647898179</c:v>
              </c:pt>
              <c:pt idx="386">
                <c:v>7.125455647898179</c:v>
              </c:pt>
              <c:pt idx="387">
                <c:v>7.961163156081226</c:v>
              </c:pt>
              <c:pt idx="388">
                <c:v>7.961163156081226</c:v>
              </c:pt>
              <c:pt idx="389">
                <c:v>8.631508395037775</c:v>
              </c:pt>
              <c:pt idx="390">
                <c:v>8.631508395037775</c:v>
              </c:pt>
              <c:pt idx="391">
                <c:v>9.426684011445499</c:v>
              </c:pt>
              <c:pt idx="392">
                <c:v>9.426684011445499</c:v>
              </c:pt>
              <c:pt idx="393">
                <c:v>9.662066569929147</c:v>
              </c:pt>
              <c:pt idx="394">
                <c:v>9.662066569929147</c:v>
              </c:pt>
              <c:pt idx="395">
                <c:v>10</c:v>
              </c:pt>
              <c:pt idx="396">
                <c:v>10</c:v>
              </c:pt>
              <c:pt idx="397">
                <c:v>13.063022272911711</c:v>
              </c:pt>
              <c:pt idx="398">
                <c:v>13.063022272911711</c:v>
              </c:pt>
              <c:pt idx="399">
                <c:v>15</c:v>
              </c:pt>
              <c:pt idx="400">
                <c:v>15</c:v>
              </c:pt>
              <c:pt idx="401">
                <c:v>15.811310549243455</c:v>
              </c:pt>
              <c:pt idx="402">
                <c:v>15.811310549243455</c:v>
              </c:pt>
              <c:pt idx="403">
                <c:v>16.75890324670423</c:v>
              </c:pt>
              <c:pt idx="404">
                <c:v>16.75890324670423</c:v>
              </c:pt>
              <c:pt idx="405">
                <c:v>20</c:v>
              </c:pt>
              <c:pt idx="406">
                <c:v>20</c:v>
              </c:pt>
              <c:pt idx="407">
                <c:v>30</c:v>
              </c:pt>
              <c:pt idx="408">
                <c:v>30</c:v>
              </c:pt>
              <c:pt idx="409">
                <c:v>50</c:v>
              </c:pt>
              <c:pt idx="410">
                <c:v>50</c:v>
              </c:pt>
              <c:pt idx="411">
                <c:v>70</c:v>
              </c:pt>
            </c:numLit>
          </c:xVal>
          <c:yVal>
            <c:numLit>
              <c:formatCode>0.0</c:formatCode>
              <c:ptCount val="412"/>
              <c:pt idx="0">
                <c:v>1.2815565941285691</c:v>
              </c:pt>
              <c:pt idx="1">
                <c:v>1.2815565941285691</c:v>
              </c:pt>
              <c:pt idx="2">
                <c:v>1.2815565941285691</c:v>
              </c:pt>
              <c:pt idx="3">
                <c:v>1.2815565941285691</c:v>
              </c:pt>
              <c:pt idx="4">
                <c:v>1.2815565941285691</c:v>
              </c:pt>
              <c:pt idx="5">
                <c:v>1.2815565941285691</c:v>
              </c:pt>
              <c:pt idx="6">
                <c:v>1.2815565941285691</c:v>
              </c:pt>
              <c:pt idx="7">
                <c:v>1.2815565941285691</c:v>
              </c:pt>
              <c:pt idx="8">
                <c:v>1.2815565941285691</c:v>
              </c:pt>
              <c:pt idx="9">
                <c:v>1.2815565941285691</c:v>
              </c:pt>
              <c:pt idx="10">
                <c:v>1.2815565941285691</c:v>
              </c:pt>
              <c:pt idx="11">
                <c:v>1.2815565941285691</c:v>
              </c:pt>
              <c:pt idx="12">
                <c:v>1.2815565941285691</c:v>
              </c:pt>
              <c:pt idx="13">
                <c:v>1.2815565941285691</c:v>
              </c:pt>
              <c:pt idx="14">
                <c:v>1.2815565941285691</c:v>
              </c:pt>
              <c:pt idx="15">
                <c:v>1.2815565941285691</c:v>
              </c:pt>
              <c:pt idx="16">
                <c:v>1.2815565941285691</c:v>
              </c:pt>
              <c:pt idx="17">
                <c:v>1.2815565941285691</c:v>
              </c:pt>
              <c:pt idx="18">
                <c:v>1.2815565941285691</c:v>
              </c:pt>
              <c:pt idx="19">
                <c:v>1.2815565941285691</c:v>
              </c:pt>
              <c:pt idx="20">
                <c:v>1.2815565941285691</c:v>
              </c:pt>
              <c:pt idx="21">
                <c:v>1.2815565941285691</c:v>
              </c:pt>
              <c:pt idx="22">
                <c:v>1.2815565941285691</c:v>
              </c:pt>
              <c:pt idx="23">
                <c:v>1.2815565941285691</c:v>
              </c:pt>
              <c:pt idx="24">
                <c:v>1.2815565941285691</c:v>
              </c:pt>
              <c:pt idx="25">
                <c:v>1.2815565941285691</c:v>
              </c:pt>
              <c:pt idx="26">
                <c:v>1.2815565941285691</c:v>
              </c:pt>
              <c:pt idx="27">
                <c:v>1.2815565941285691</c:v>
              </c:pt>
              <c:pt idx="28">
                <c:v>1.2815565941285691</c:v>
              </c:pt>
              <c:pt idx="29">
                <c:v>1.2815565941285691</c:v>
              </c:pt>
              <c:pt idx="30">
                <c:v>1.2815565941285691</c:v>
              </c:pt>
              <c:pt idx="31">
                <c:v>1.2815565941285691</c:v>
              </c:pt>
              <c:pt idx="32">
                <c:v>1.2815565941285691</c:v>
              </c:pt>
              <c:pt idx="33">
                <c:v>1.2815565941285691</c:v>
              </c:pt>
              <c:pt idx="34">
                <c:v>1.2815565941285691</c:v>
              </c:pt>
              <c:pt idx="35">
                <c:v>1.2815565941285691</c:v>
              </c:pt>
              <c:pt idx="36">
                <c:v>1.2815565941285691</c:v>
              </c:pt>
              <c:pt idx="37">
                <c:v>1.2815565941285691</c:v>
              </c:pt>
              <c:pt idx="38">
                <c:v>1.2815565941285691</c:v>
              </c:pt>
              <c:pt idx="39">
                <c:v>1.2815565941285691</c:v>
              </c:pt>
              <c:pt idx="40">
                <c:v>1.2815565941285691</c:v>
              </c:pt>
              <c:pt idx="41">
                <c:v>1.2815565941285691</c:v>
              </c:pt>
              <c:pt idx="42">
                <c:v>1.2815565941285691</c:v>
              </c:pt>
              <c:pt idx="43">
                <c:v>1.2815565941285691</c:v>
              </c:pt>
              <c:pt idx="44">
                <c:v>1.2815565941285691</c:v>
              </c:pt>
              <c:pt idx="45">
                <c:v>1.2815565941285691</c:v>
              </c:pt>
              <c:pt idx="46">
                <c:v>1.2815565941285691</c:v>
              </c:pt>
              <c:pt idx="47">
                <c:v>1.2815565941285691</c:v>
              </c:pt>
              <c:pt idx="48">
                <c:v>1.2815565941285691</c:v>
              </c:pt>
              <c:pt idx="49">
                <c:v>1.2815565941285691</c:v>
              </c:pt>
              <c:pt idx="50">
                <c:v>1.2815565941285691</c:v>
              </c:pt>
              <c:pt idx="51">
                <c:v>1.2815565941285691</c:v>
              </c:pt>
              <c:pt idx="52">
                <c:v>1.2815565941285691</c:v>
              </c:pt>
              <c:pt idx="53">
                <c:v>1.2815565941285691</c:v>
              </c:pt>
              <c:pt idx="54">
                <c:v>1.2815565941285691</c:v>
              </c:pt>
              <c:pt idx="55">
                <c:v>1.2815565941285691</c:v>
              </c:pt>
              <c:pt idx="56">
                <c:v>1.2815565941285691</c:v>
              </c:pt>
              <c:pt idx="57">
                <c:v>1.2815565941285691</c:v>
              </c:pt>
              <c:pt idx="58">
                <c:v>1.2815565941285691</c:v>
              </c:pt>
              <c:pt idx="59">
                <c:v>1.2815565941285691</c:v>
              </c:pt>
              <c:pt idx="60">
                <c:v>1.2815565941285691</c:v>
              </c:pt>
              <c:pt idx="61">
                <c:v>1.2815565941285691</c:v>
              </c:pt>
              <c:pt idx="62">
                <c:v>1.2377929882676597</c:v>
              </c:pt>
              <c:pt idx="63">
                <c:v>1.2377929882676597</c:v>
              </c:pt>
              <c:pt idx="64">
                <c:v>1.2377929882676597</c:v>
              </c:pt>
              <c:pt idx="65">
                <c:v>1.2377929882676597</c:v>
              </c:pt>
              <c:pt idx="66">
                <c:v>1.212498795539093</c:v>
              </c:pt>
              <c:pt idx="67">
                <c:v>1.212498795539093</c:v>
              </c:pt>
              <c:pt idx="68">
                <c:v>1.212498795539093</c:v>
              </c:pt>
              <c:pt idx="69">
                <c:v>1.212498795539093</c:v>
              </c:pt>
              <c:pt idx="70">
                <c:v>1.212498795539093</c:v>
              </c:pt>
              <c:pt idx="71">
                <c:v>1.212498795539093</c:v>
              </c:pt>
              <c:pt idx="72">
                <c:v>1.212498795539093</c:v>
              </c:pt>
              <c:pt idx="73">
                <c:v>1.212498795539093</c:v>
              </c:pt>
              <c:pt idx="74">
                <c:v>1.212498795539093</c:v>
              </c:pt>
              <c:pt idx="75">
                <c:v>1.212498795539093</c:v>
              </c:pt>
              <c:pt idx="76">
                <c:v>1.212498795539093</c:v>
              </c:pt>
              <c:pt idx="77">
                <c:v>1.212498795539093</c:v>
              </c:pt>
              <c:pt idx="78">
                <c:v>1.212498795539093</c:v>
              </c:pt>
              <c:pt idx="79">
                <c:v>1.212498795539093</c:v>
              </c:pt>
              <c:pt idx="80">
                <c:v>1.212498795539093</c:v>
              </c:pt>
              <c:pt idx="81">
                <c:v>1.212498795539093</c:v>
              </c:pt>
              <c:pt idx="82">
                <c:v>1.212498795539093</c:v>
              </c:pt>
              <c:pt idx="83">
                <c:v>1.212498795539093</c:v>
              </c:pt>
              <c:pt idx="84">
                <c:v>1.212498795539093</c:v>
              </c:pt>
              <c:pt idx="85">
                <c:v>1.212498795539093</c:v>
              </c:pt>
              <c:pt idx="86">
                <c:v>1.212498795539093</c:v>
              </c:pt>
              <c:pt idx="87">
                <c:v>1.212498795539093</c:v>
              </c:pt>
              <c:pt idx="88">
                <c:v>1.212498795539093</c:v>
              </c:pt>
              <c:pt idx="89">
                <c:v>1.212498795539093</c:v>
              </c:pt>
              <c:pt idx="90">
                <c:v>1.212498795539093</c:v>
              </c:pt>
              <c:pt idx="91">
                <c:v>1.212498795539093</c:v>
              </c:pt>
              <c:pt idx="92">
                <c:v>1.1867494691805307</c:v>
              </c:pt>
              <c:pt idx="93">
                <c:v>1.1867494691805307</c:v>
              </c:pt>
              <c:pt idx="94">
                <c:v>1.1867494691805307</c:v>
              </c:pt>
              <c:pt idx="95">
                <c:v>1.1867494691805307</c:v>
              </c:pt>
              <c:pt idx="96">
                <c:v>1.1867494691805307</c:v>
              </c:pt>
              <c:pt idx="97">
                <c:v>1.1867494691805307</c:v>
              </c:pt>
              <c:pt idx="98">
                <c:v>1.1439472917808235</c:v>
              </c:pt>
              <c:pt idx="99">
                <c:v>1.1439472917808235</c:v>
              </c:pt>
              <c:pt idx="100">
                <c:v>1.1439472917808235</c:v>
              </c:pt>
              <c:pt idx="101">
                <c:v>1.1439472917808235</c:v>
              </c:pt>
              <c:pt idx="102">
                <c:v>1.1439472917808235</c:v>
              </c:pt>
              <c:pt idx="103">
                <c:v>1.1439472917808235</c:v>
              </c:pt>
              <c:pt idx="104">
                <c:v>1.1439472917808235</c:v>
              </c:pt>
              <c:pt idx="105">
                <c:v>1.1439472917808235</c:v>
              </c:pt>
              <c:pt idx="106">
                <c:v>1.1439472917808235</c:v>
              </c:pt>
              <c:pt idx="107">
                <c:v>1.1439472917808235</c:v>
              </c:pt>
              <c:pt idx="108">
                <c:v>1.1077180150926447</c:v>
              </c:pt>
              <c:pt idx="109">
                <c:v>1.1077180150926447</c:v>
              </c:pt>
              <c:pt idx="110">
                <c:v>1.0667892399842094</c:v>
              </c:pt>
              <c:pt idx="111">
                <c:v>1.0667892399842094</c:v>
              </c:pt>
              <c:pt idx="112">
                <c:v>1.0667892399842094</c:v>
              </c:pt>
              <c:pt idx="113">
                <c:v>1.0667892399842094</c:v>
              </c:pt>
              <c:pt idx="114">
                <c:v>1.0574878941977697</c:v>
              </c:pt>
              <c:pt idx="115">
                <c:v>1.0574878941977697</c:v>
              </c:pt>
              <c:pt idx="116">
                <c:v>1.0564247544018972</c:v>
              </c:pt>
              <c:pt idx="117">
                <c:v>1.0564247544018972</c:v>
              </c:pt>
              <c:pt idx="118">
                <c:v>1.0293384156605963</c:v>
              </c:pt>
              <c:pt idx="119">
                <c:v>1.0293384156605963</c:v>
              </c:pt>
              <c:pt idx="120">
                <c:v>1.0293384156605963</c:v>
              </c:pt>
              <c:pt idx="121">
                <c:v>1.0293384156605963</c:v>
              </c:pt>
              <c:pt idx="122">
                <c:v>1.0293384156605963</c:v>
              </c:pt>
              <c:pt idx="123">
                <c:v>1.0293384156605963</c:v>
              </c:pt>
              <c:pt idx="124">
                <c:v>1.0293384156605963</c:v>
              </c:pt>
              <c:pt idx="125">
                <c:v>1.0293384156605963</c:v>
              </c:pt>
              <c:pt idx="126">
                <c:v>1.0293384156605963</c:v>
              </c:pt>
              <c:pt idx="127">
                <c:v>1.0293384156605963</c:v>
              </c:pt>
              <c:pt idx="128">
                <c:v>1.0293384156605963</c:v>
              </c:pt>
              <c:pt idx="129">
                <c:v>1.0293384156605963</c:v>
              </c:pt>
              <c:pt idx="130">
                <c:v>1.0293384156605963</c:v>
              </c:pt>
              <c:pt idx="131">
                <c:v>1.0293384156605963</c:v>
              </c:pt>
              <c:pt idx="132">
                <c:v>1.0293384156605963</c:v>
              </c:pt>
              <c:pt idx="133">
                <c:v>1.0293384156605963</c:v>
              </c:pt>
              <c:pt idx="134">
                <c:v>1.0293384156605963</c:v>
              </c:pt>
              <c:pt idx="135">
                <c:v>1.0293384156605963</c:v>
              </c:pt>
              <c:pt idx="136">
                <c:v>1.0293384156605963</c:v>
              </c:pt>
              <c:pt idx="137">
                <c:v>1.0293384156605963</c:v>
              </c:pt>
              <c:pt idx="138">
                <c:v>0.9873248603258173</c:v>
              </c:pt>
              <c:pt idx="139">
                <c:v>0.9873248603258173</c:v>
              </c:pt>
              <c:pt idx="140">
                <c:v>0.9873248603258173</c:v>
              </c:pt>
              <c:pt idx="141">
                <c:v>0.9873248603258173</c:v>
              </c:pt>
              <c:pt idx="142">
                <c:v>0.9873248603258173</c:v>
              </c:pt>
              <c:pt idx="143">
                <c:v>0.9873248603258173</c:v>
              </c:pt>
              <c:pt idx="144">
                <c:v>0.9873248603258173</c:v>
              </c:pt>
              <c:pt idx="145">
                <c:v>0.9873248603258173</c:v>
              </c:pt>
              <c:pt idx="146">
                <c:v>0.9873248603258173</c:v>
              </c:pt>
              <c:pt idx="147">
                <c:v>0.9873248603258173</c:v>
              </c:pt>
              <c:pt idx="148">
                <c:v>0.9873248603258173</c:v>
              </c:pt>
              <c:pt idx="149">
                <c:v>0.9873248603258173</c:v>
              </c:pt>
              <c:pt idx="150">
                <c:v>0.9873248603258173</c:v>
              </c:pt>
              <c:pt idx="151">
                <c:v>0.9873248603258173</c:v>
              </c:pt>
              <c:pt idx="152">
                <c:v>0.9873248603258173</c:v>
              </c:pt>
              <c:pt idx="153">
                <c:v>0.9873248603258173</c:v>
              </c:pt>
              <c:pt idx="154">
                <c:v>0.9873248603258173</c:v>
              </c:pt>
              <c:pt idx="155">
                <c:v>0.9873248603258173</c:v>
              </c:pt>
              <c:pt idx="156">
                <c:v>0.9873248603258173</c:v>
              </c:pt>
              <c:pt idx="157">
                <c:v>0.9873248603258173</c:v>
              </c:pt>
              <c:pt idx="158">
                <c:v>0.9355777582895898</c:v>
              </c:pt>
              <c:pt idx="159">
                <c:v>0.9355777582895898</c:v>
              </c:pt>
              <c:pt idx="160">
                <c:v>0.9355777582895898</c:v>
              </c:pt>
              <c:pt idx="161">
                <c:v>0.9355777582895898</c:v>
              </c:pt>
              <c:pt idx="162">
                <c:v>0.8979503803438836</c:v>
              </c:pt>
              <c:pt idx="163">
                <c:v>0.8979503803438836</c:v>
              </c:pt>
              <c:pt idx="164">
                <c:v>0.8687965746901687</c:v>
              </c:pt>
              <c:pt idx="165">
                <c:v>0.8687965746901687</c:v>
              </c:pt>
              <c:pt idx="166">
                <c:v>0.8436000878131854</c:v>
              </c:pt>
              <c:pt idx="167">
                <c:v>0.8436000878131854</c:v>
              </c:pt>
              <c:pt idx="168">
                <c:v>0.7974815981795037</c:v>
              </c:pt>
              <c:pt idx="169">
                <c:v>0.7974815981795037</c:v>
              </c:pt>
              <c:pt idx="170">
                <c:v>0.7974815981795037</c:v>
              </c:pt>
              <c:pt idx="171">
                <c:v>0.7974815981795037</c:v>
              </c:pt>
              <c:pt idx="172">
                <c:v>0.7974815981795037</c:v>
              </c:pt>
              <c:pt idx="173">
                <c:v>0.7974815981795037</c:v>
              </c:pt>
              <c:pt idx="174">
                <c:v>0.7974815981795037</c:v>
              </c:pt>
              <c:pt idx="175">
                <c:v>0.7974815981795037</c:v>
              </c:pt>
              <c:pt idx="176">
                <c:v>0.7974815981795037</c:v>
              </c:pt>
              <c:pt idx="177">
                <c:v>0.7974815981795037</c:v>
              </c:pt>
              <c:pt idx="178">
                <c:v>0.7974815981795037</c:v>
              </c:pt>
              <c:pt idx="179">
                <c:v>0.7974815981795037</c:v>
              </c:pt>
              <c:pt idx="180">
                <c:v>0.760778722346453</c:v>
              </c:pt>
              <c:pt idx="181">
                <c:v>0.760778722346453</c:v>
              </c:pt>
              <c:pt idx="182">
                <c:v>0.7498848909489986</c:v>
              </c:pt>
              <c:pt idx="183">
                <c:v>0.7498848909489986</c:v>
              </c:pt>
              <c:pt idx="184">
                <c:v>0.729664719673191</c:v>
              </c:pt>
              <c:pt idx="185">
                <c:v>0.729664719673191</c:v>
              </c:pt>
              <c:pt idx="186">
                <c:v>0.729664719673191</c:v>
              </c:pt>
              <c:pt idx="187">
                <c:v>0.729664719673191</c:v>
              </c:pt>
              <c:pt idx="188">
                <c:v>0.6908849383699289</c:v>
              </c:pt>
              <c:pt idx="189">
                <c:v>0.6908849383699289</c:v>
              </c:pt>
              <c:pt idx="190">
                <c:v>0.6908849383699289</c:v>
              </c:pt>
              <c:pt idx="191">
                <c:v>0.6908849383699289</c:v>
              </c:pt>
              <c:pt idx="192">
                <c:v>0.6908849383699289</c:v>
              </c:pt>
              <c:pt idx="193">
                <c:v>0.6908849383699289</c:v>
              </c:pt>
              <c:pt idx="194">
                <c:v>0.6908849383699289</c:v>
              </c:pt>
              <c:pt idx="195">
                <c:v>0.6908849383699289</c:v>
              </c:pt>
              <c:pt idx="196">
                <c:v>0.6378149528916333</c:v>
              </c:pt>
              <c:pt idx="197">
                <c:v>0.6378149528916333</c:v>
              </c:pt>
              <c:pt idx="198">
                <c:v>0.6378149528916333</c:v>
              </c:pt>
              <c:pt idx="199">
                <c:v>0.6378149528916333</c:v>
              </c:pt>
              <c:pt idx="200">
                <c:v>0.6378149528916333</c:v>
              </c:pt>
              <c:pt idx="201">
                <c:v>0.6378149528916333</c:v>
              </c:pt>
              <c:pt idx="202">
                <c:v>0.6378149528916333</c:v>
              </c:pt>
              <c:pt idx="203">
                <c:v>0.6378149528916333</c:v>
              </c:pt>
              <c:pt idx="204">
                <c:v>0.6378149528916333</c:v>
              </c:pt>
              <c:pt idx="205">
                <c:v>0.6378149528916333</c:v>
              </c:pt>
              <c:pt idx="206">
                <c:v>0.6378149528916333</c:v>
              </c:pt>
              <c:pt idx="207">
                <c:v>0.6378149528916333</c:v>
              </c:pt>
              <c:pt idx="208">
                <c:v>0.6378149528916333</c:v>
              </c:pt>
              <c:pt idx="209">
                <c:v>0.6378149528916333</c:v>
              </c:pt>
              <c:pt idx="210">
                <c:v>0.6107540973580241</c:v>
              </c:pt>
              <c:pt idx="211">
                <c:v>0.6107540973580241</c:v>
              </c:pt>
              <c:pt idx="212">
                <c:v>0.6038313102899701</c:v>
              </c:pt>
              <c:pt idx="213">
                <c:v>0.6038313102899701</c:v>
              </c:pt>
              <c:pt idx="214">
                <c:v>0.5883472755936132</c:v>
              </c:pt>
              <c:pt idx="215">
                <c:v>0.5883472755936132</c:v>
              </c:pt>
              <c:pt idx="216">
                <c:v>0.5883472755936132</c:v>
              </c:pt>
              <c:pt idx="217">
                <c:v>0.5883472755936132</c:v>
              </c:pt>
              <c:pt idx="218">
                <c:v>0.5883472755936132</c:v>
              </c:pt>
              <c:pt idx="219">
                <c:v>0.5883472755936132</c:v>
              </c:pt>
              <c:pt idx="220">
                <c:v>0.5883472755936132</c:v>
              </c:pt>
              <c:pt idx="221">
                <c:v>0.5883472755936132</c:v>
              </c:pt>
              <c:pt idx="222">
                <c:v>0.5883472755936132</c:v>
              </c:pt>
              <c:pt idx="223">
                <c:v>0.5883472755936132</c:v>
              </c:pt>
              <c:pt idx="224">
                <c:v>0.5883472755936132</c:v>
              </c:pt>
              <c:pt idx="225">
                <c:v>0.5883472755936132</c:v>
              </c:pt>
              <c:pt idx="226">
                <c:v>0.5883472755936132</c:v>
              </c:pt>
              <c:pt idx="227">
                <c:v>0.5883472755936132</c:v>
              </c:pt>
              <c:pt idx="228">
                <c:v>0.5883472755936132</c:v>
              </c:pt>
              <c:pt idx="229">
                <c:v>0.5883472755936132</c:v>
              </c:pt>
              <c:pt idx="230">
                <c:v>0.5883472755936132</c:v>
              </c:pt>
              <c:pt idx="231">
                <c:v>0.5883472755936132</c:v>
              </c:pt>
              <c:pt idx="232">
                <c:v>0.5883472755936132</c:v>
              </c:pt>
              <c:pt idx="233">
                <c:v>0.5883472755936132</c:v>
              </c:pt>
              <c:pt idx="234">
                <c:v>0.5883472755936132</c:v>
              </c:pt>
              <c:pt idx="235">
                <c:v>0.5883472755936132</c:v>
              </c:pt>
              <c:pt idx="236">
                <c:v>0.5649376984368413</c:v>
              </c:pt>
              <c:pt idx="237">
                <c:v>0.5649376984368413</c:v>
              </c:pt>
              <c:pt idx="238">
                <c:v>0.5333713249114913</c:v>
              </c:pt>
              <c:pt idx="239">
                <c:v>0.5333713249114913</c:v>
              </c:pt>
              <c:pt idx="240">
                <c:v>0.5333713249114913</c:v>
              </c:pt>
              <c:pt idx="241">
                <c:v>0.5333713249114913</c:v>
              </c:pt>
              <c:pt idx="242">
                <c:v>0.5333713249114913</c:v>
              </c:pt>
              <c:pt idx="243">
                <c:v>0.5333713249114913</c:v>
              </c:pt>
              <c:pt idx="244">
                <c:v>0.5333713249114913</c:v>
              </c:pt>
              <c:pt idx="245">
                <c:v>0.5333713249114913</c:v>
              </c:pt>
              <c:pt idx="246">
                <c:v>0.5333713249114913</c:v>
              </c:pt>
              <c:pt idx="247">
                <c:v>0.5333713249114913</c:v>
              </c:pt>
              <c:pt idx="248">
                <c:v>0.5333713249114913</c:v>
              </c:pt>
              <c:pt idx="249">
                <c:v>0.5333713249114913</c:v>
              </c:pt>
              <c:pt idx="250">
                <c:v>0.5333713249114913</c:v>
              </c:pt>
              <c:pt idx="251">
                <c:v>0.5333713249114913</c:v>
              </c:pt>
              <c:pt idx="252">
                <c:v>0.5333713249114913</c:v>
              </c:pt>
              <c:pt idx="253">
                <c:v>0.5333713249114913</c:v>
              </c:pt>
              <c:pt idx="254">
                <c:v>0.5333713249114913</c:v>
              </c:pt>
              <c:pt idx="255">
                <c:v>0.5333713249114913</c:v>
              </c:pt>
              <c:pt idx="256">
                <c:v>0.5333713249114913</c:v>
              </c:pt>
              <c:pt idx="257">
                <c:v>0.5333713249114913</c:v>
              </c:pt>
              <c:pt idx="258">
                <c:v>0.5333713249114913</c:v>
              </c:pt>
              <c:pt idx="259">
                <c:v>0.5333713249114913</c:v>
              </c:pt>
              <c:pt idx="260">
                <c:v>0.5032697987741125</c:v>
              </c:pt>
              <c:pt idx="261">
                <c:v>0.5032697987741125</c:v>
              </c:pt>
              <c:pt idx="262">
                <c:v>0.5032697987741125</c:v>
              </c:pt>
              <c:pt idx="263">
                <c:v>0.5032697987741125</c:v>
              </c:pt>
              <c:pt idx="264">
                <c:v>0.5032697987741125</c:v>
              </c:pt>
              <c:pt idx="265">
                <c:v>0.5032697987741125</c:v>
              </c:pt>
              <c:pt idx="266">
                <c:v>0.5032697987741125</c:v>
              </c:pt>
              <c:pt idx="267">
                <c:v>0.5032697987741125</c:v>
              </c:pt>
              <c:pt idx="268">
                <c:v>0.5032697987741125</c:v>
              </c:pt>
              <c:pt idx="269">
                <c:v>0.5032697987741125</c:v>
              </c:pt>
              <c:pt idx="270">
                <c:v>0.5032697987741125</c:v>
              </c:pt>
              <c:pt idx="271">
                <c:v>0.5032697987741125</c:v>
              </c:pt>
              <c:pt idx="272">
                <c:v>0.5032697987741125</c:v>
              </c:pt>
              <c:pt idx="273">
                <c:v>0.5032697987741125</c:v>
              </c:pt>
              <c:pt idx="274">
                <c:v>0.47070174417632776</c:v>
              </c:pt>
              <c:pt idx="275">
                <c:v>0.47070174417632776</c:v>
              </c:pt>
              <c:pt idx="276">
                <c:v>0.45175500585569384</c:v>
              </c:pt>
              <c:pt idx="277">
                <c:v>0.45175500585569384</c:v>
              </c:pt>
              <c:pt idx="278">
                <c:v>0.45175500585569384</c:v>
              </c:pt>
              <c:pt idx="279">
                <c:v>0.45175500585569384</c:v>
              </c:pt>
              <c:pt idx="280">
                <c:v>0.43438968706840553</c:v>
              </c:pt>
              <c:pt idx="281">
                <c:v>0.43438968706840553</c:v>
              </c:pt>
              <c:pt idx="282">
                <c:v>0.4052168596295704</c:v>
              </c:pt>
              <c:pt idx="283">
                <c:v>0.4052168596295704</c:v>
              </c:pt>
              <c:pt idx="284">
                <c:v>0.4052168596295704</c:v>
              </c:pt>
              <c:pt idx="285">
                <c:v>0.4052168596295704</c:v>
              </c:pt>
              <c:pt idx="286">
                <c:v>0.4052168596295704</c:v>
              </c:pt>
              <c:pt idx="287">
                <c:v>0.4052168596295704</c:v>
              </c:pt>
              <c:pt idx="288">
                <c:v>0.4052168596295704</c:v>
              </c:pt>
              <c:pt idx="289">
                <c:v>0.4052168596295704</c:v>
              </c:pt>
              <c:pt idx="290">
                <c:v>0.4052168596295704</c:v>
              </c:pt>
              <c:pt idx="291">
                <c:v>0.4052168596295704</c:v>
              </c:pt>
              <c:pt idx="292">
                <c:v>0.4052168596295704</c:v>
              </c:pt>
              <c:pt idx="293">
                <c:v>0.4052168596295704</c:v>
              </c:pt>
              <c:pt idx="294">
                <c:v>0.3863353411502964</c:v>
              </c:pt>
              <c:pt idx="295">
                <c:v>0.3863353411502964</c:v>
              </c:pt>
              <c:pt idx="296">
                <c:v>0.34989348889100186</c:v>
              </c:pt>
              <c:pt idx="297">
                <c:v>0.34989348889100186</c:v>
              </c:pt>
              <c:pt idx="298">
                <c:v>0.34989348889100186</c:v>
              </c:pt>
              <c:pt idx="299">
                <c:v>0.34989348889100186</c:v>
              </c:pt>
              <c:pt idx="300">
                <c:v>0.34989348889100186</c:v>
              </c:pt>
              <c:pt idx="301">
                <c:v>0.34989348889100186</c:v>
              </c:pt>
              <c:pt idx="302">
                <c:v>0.34989348889100186</c:v>
              </c:pt>
              <c:pt idx="303">
                <c:v>0.34989348889100186</c:v>
              </c:pt>
              <c:pt idx="304">
                <c:v>0.34989348889100186</c:v>
              </c:pt>
              <c:pt idx="305">
                <c:v>0.34989348889100186</c:v>
              </c:pt>
              <c:pt idx="306">
                <c:v>0.34989348889100186</c:v>
              </c:pt>
              <c:pt idx="307">
                <c:v>0.34989348889100186</c:v>
              </c:pt>
              <c:pt idx="308">
                <c:v>0.30331197293010126</c:v>
              </c:pt>
              <c:pt idx="309">
                <c:v>0.30331197293010126</c:v>
              </c:pt>
              <c:pt idx="310">
                <c:v>0.30331197293010126</c:v>
              </c:pt>
              <c:pt idx="311">
                <c:v>0.30331197293010126</c:v>
              </c:pt>
              <c:pt idx="312">
                <c:v>0.30331197293010126</c:v>
              </c:pt>
              <c:pt idx="313">
                <c:v>0.30331197293010126</c:v>
              </c:pt>
              <c:pt idx="314">
                <c:v>0.30331197293010126</c:v>
              </c:pt>
              <c:pt idx="315">
                <c:v>0.30331197293010126</c:v>
              </c:pt>
              <c:pt idx="316">
                <c:v>0.29872002798661595</c:v>
              </c:pt>
              <c:pt idx="317">
                <c:v>0.29872002798661595</c:v>
              </c:pt>
              <c:pt idx="318">
                <c:v>0.29389787973916665</c:v>
              </c:pt>
              <c:pt idx="319">
                <c:v>0.29389787973916665</c:v>
              </c:pt>
              <c:pt idx="320">
                <c:v>0.2505754857103642</c:v>
              </c:pt>
              <c:pt idx="321">
                <c:v>0.2505754857103642</c:v>
              </c:pt>
              <c:pt idx="322">
                <c:v>0.2505754857103642</c:v>
              </c:pt>
              <c:pt idx="323">
                <c:v>0.2505754857103642</c:v>
              </c:pt>
              <c:pt idx="324">
                <c:v>0.2354837701646127</c:v>
              </c:pt>
              <c:pt idx="325">
                <c:v>0.2354837701646127</c:v>
              </c:pt>
              <c:pt idx="326">
                <c:v>0.2354837701646127</c:v>
              </c:pt>
              <c:pt idx="327">
                <c:v>0.2354837701646127</c:v>
              </c:pt>
              <c:pt idx="328">
                <c:v>0.2077855370451171</c:v>
              </c:pt>
              <c:pt idx="329">
                <c:v>0.2077855370451171</c:v>
              </c:pt>
              <c:pt idx="330">
                <c:v>0.2077855370451171</c:v>
              </c:pt>
              <c:pt idx="331">
                <c:v>0.2077855370451171</c:v>
              </c:pt>
              <c:pt idx="332">
                <c:v>0.17497976711659852</c:v>
              </c:pt>
              <c:pt idx="333">
                <c:v>0.17497976711659852</c:v>
              </c:pt>
              <c:pt idx="334">
                <c:v>0.17497976711659852</c:v>
              </c:pt>
              <c:pt idx="335">
                <c:v>0.17497976711659852</c:v>
              </c:pt>
              <c:pt idx="336">
                <c:v>0.17497976711659852</c:v>
              </c:pt>
              <c:pt idx="337">
                <c:v>0.17497976711659852</c:v>
              </c:pt>
              <c:pt idx="338">
                <c:v>0.17497976711659852</c:v>
              </c:pt>
              <c:pt idx="339">
                <c:v>0.17497976711659852</c:v>
              </c:pt>
              <c:pt idx="340">
                <c:v>0.17497976711659852</c:v>
              </c:pt>
              <c:pt idx="341">
                <c:v>0.17497976711659852</c:v>
              </c:pt>
              <c:pt idx="342">
                <c:v>0.17497976711659852</c:v>
              </c:pt>
              <c:pt idx="343">
                <c:v>0.17497976711659852</c:v>
              </c:pt>
              <c:pt idx="344">
                <c:v>0.17497976711659852</c:v>
              </c:pt>
              <c:pt idx="345">
                <c:v>0.17497976711659852</c:v>
              </c:pt>
              <c:pt idx="346">
                <c:v>0.1675848224631603</c:v>
              </c:pt>
              <c:pt idx="347">
                <c:v>0.1675848224631603</c:v>
              </c:pt>
              <c:pt idx="348">
                <c:v>0.15720456031184574</c:v>
              </c:pt>
              <c:pt idx="349">
                <c:v>0.15720456031184574</c:v>
              </c:pt>
              <c:pt idx="350">
                <c:v>0.15720456031184574</c:v>
              </c:pt>
              <c:pt idx="351">
                <c:v>0.15720456031184574</c:v>
              </c:pt>
              <c:pt idx="352">
                <c:v>0.15720456031184574</c:v>
              </c:pt>
              <c:pt idx="353">
                <c:v>0.15720456031184574</c:v>
              </c:pt>
              <c:pt idx="354">
                <c:v>0.15191885164751306</c:v>
              </c:pt>
              <c:pt idx="355">
                <c:v>0.15191885164751306</c:v>
              </c:pt>
              <c:pt idx="356">
                <c:v>0.15191885164751306</c:v>
              </c:pt>
              <c:pt idx="357">
                <c:v>0.15191885164751306</c:v>
              </c:pt>
              <c:pt idx="358">
                <c:v>0.1261535147153795</c:v>
              </c:pt>
              <c:pt idx="359">
                <c:v>0.1261535147153795</c:v>
              </c:pt>
              <c:pt idx="360">
                <c:v>0.1261535147153795</c:v>
              </c:pt>
              <c:pt idx="361">
                <c:v>0.1261535147153795</c:v>
              </c:pt>
              <c:pt idx="362">
                <c:v>0.1261535147153795</c:v>
              </c:pt>
              <c:pt idx="363">
                <c:v>0.1261535147153795</c:v>
              </c:pt>
              <c:pt idx="364">
                <c:v>0.1261535147153795</c:v>
              </c:pt>
              <c:pt idx="365">
                <c:v>0.1261535147153795</c:v>
              </c:pt>
              <c:pt idx="366">
                <c:v>0.1261535147153795</c:v>
              </c:pt>
              <c:pt idx="367">
                <c:v>0.1261535147153795</c:v>
              </c:pt>
              <c:pt idx="368">
                <c:v>0.1261535147153795</c:v>
              </c:pt>
              <c:pt idx="369">
                <c:v>0.1261535147153795</c:v>
              </c:pt>
              <c:pt idx="370">
                <c:v>0.1261535147153795</c:v>
              </c:pt>
              <c:pt idx="371">
                <c:v>0.1261535147153795</c:v>
              </c:pt>
              <c:pt idx="372">
                <c:v>0.1261535147153795</c:v>
              </c:pt>
              <c:pt idx="373">
                <c:v>0.1261535147153795</c:v>
              </c:pt>
              <c:pt idx="374">
                <c:v>0.12084563360302937</c:v>
              </c:pt>
              <c:pt idx="375">
                <c:v>0.12084563360302937</c:v>
              </c:pt>
              <c:pt idx="376">
                <c:v>0.12084563360302937</c:v>
              </c:pt>
              <c:pt idx="377">
                <c:v>0.12084563360302937</c:v>
              </c:pt>
              <c:pt idx="378">
                <c:v>0.12084563360302937</c:v>
              </c:pt>
              <c:pt idx="379">
                <c:v>0.12084563360302937</c:v>
              </c:pt>
              <c:pt idx="380">
                <c:v>0.12084563360302937</c:v>
              </c:pt>
              <c:pt idx="381">
                <c:v>0.12084563360302937</c:v>
              </c:pt>
              <c:pt idx="382">
                <c:v>0.12084563360302937</c:v>
              </c:pt>
              <c:pt idx="383">
                <c:v>0.12084563360302937</c:v>
              </c:pt>
              <c:pt idx="384">
                <c:v>0.12084563360302937</c:v>
              </c:pt>
              <c:pt idx="385">
                <c:v>0.12084563360302937</c:v>
              </c:pt>
              <c:pt idx="386">
                <c:v>0.12084563360302937</c:v>
              </c:pt>
              <c:pt idx="387">
                <c:v>0.12084563360302937</c:v>
              </c:pt>
              <c:pt idx="388">
                <c:v>0.12084563360302937</c:v>
              </c:pt>
              <c:pt idx="389">
                <c:v>0.12084563360302937</c:v>
              </c:pt>
              <c:pt idx="390">
                <c:v>0.12084563360302937</c:v>
              </c:pt>
              <c:pt idx="391">
                <c:v>0.12084563360302937</c:v>
              </c:pt>
              <c:pt idx="392">
                <c:v>0.12084563360302937</c:v>
              </c:pt>
              <c:pt idx="393">
                <c:v>0.12084563360302937</c:v>
              </c:pt>
              <c:pt idx="394">
                <c:v>0.12084563360302937</c:v>
              </c:pt>
              <c:pt idx="395">
                <c:v>0.12084563360302937</c:v>
              </c:pt>
              <c:pt idx="396">
                <c:v>0.12084563360302937</c:v>
              </c:pt>
              <c:pt idx="397">
                <c:v>0.12084563360302937</c:v>
              </c:pt>
              <c:pt idx="398">
                <c:v>0.12084563360302937</c:v>
              </c:pt>
              <c:pt idx="399">
                <c:v>0.12084563360302937</c:v>
              </c:pt>
              <c:pt idx="400">
                <c:v>0.12084563360302937</c:v>
              </c:pt>
              <c:pt idx="401">
                <c:v>0.12084563360302937</c:v>
              </c:pt>
              <c:pt idx="402">
                <c:v>0.12084563360302937</c:v>
              </c:pt>
              <c:pt idx="403">
                <c:v>0.12084563360302937</c:v>
              </c:pt>
              <c:pt idx="404">
                <c:v>0.12084563360302937</c:v>
              </c:pt>
              <c:pt idx="405">
                <c:v>0.12084563360302937</c:v>
              </c:pt>
              <c:pt idx="406">
                <c:v>0.12084563360302937</c:v>
              </c:pt>
              <c:pt idx="407">
                <c:v>0.12084563360302937</c:v>
              </c:pt>
              <c:pt idx="408">
                <c:v>0.12084563360302937</c:v>
              </c:pt>
              <c:pt idx="409">
                <c:v>0.12084563360302937</c:v>
              </c:pt>
              <c:pt idx="410">
                <c:v>0.12084563360302937</c:v>
              </c:pt>
              <c:pt idx="411">
                <c:v>0.12084563360302937</c:v>
              </c:pt>
            </c:numLit>
          </c:yVal>
          <c:smooth val="0"/>
        </c:ser>
        <c:ser>
          <c:idx val="1"/>
          <c:order val="1"/>
          <c:tx>
            <c:v>Certified bound Φ</c:v>
          </c:tx>
          <c:spPr>
            <a:noFill xmlns:a="http://schemas.openxmlformats.org/drawingml/2006/main"/>
            <a:ln xmlns:a="http://schemas.openxmlformats.org/drawingml/2006/main" w="13335">
              <a:solidFill>
                <a:srgbClr val="7B8790"/>
              </a:solidFill>
              <a:prstDash val="dash"/>
            </a:ln>
          </c:spPr>
          <c:marker>
            <c:symbol val="none"/>
            <c:size val="7"/>
            <c:spPr>
              <a:solidFill xmlns:a="http://schemas.openxmlformats.org/drawingml/2006/main">
                <a:srgbClr val="7B8790"/>
              </a:solidFill>
            </c:spPr>
          </c:marker>
          <c:xVal>
            <c:numLit>
              <c:formatCode>General</c:formatCode>
              <c:ptCount val="412"/>
              <c:pt idx="0">
                <c:v>0</c:v>
              </c:pt>
              <c:pt idx="1">
                <c:v>0.0002020587492098327</c:v>
              </c:pt>
              <c:pt idx="2">
                <c:v>0.0002020587492098327</c:v>
              </c:pt>
              <c:pt idx="3">
                <c:v>0.0005927404816693753</c:v>
              </c:pt>
              <c:pt idx="4">
                <c:v>0.0005927404816693753</c:v>
              </c:pt>
              <c:pt idx="5">
                <c:v>0.0006939629566032715</c:v>
              </c:pt>
              <c:pt idx="6">
                <c:v>0.0006939629566032715</c:v>
              </c:pt>
              <c:pt idx="7">
                <c:v>0.0009605206483057556</c:v>
              </c:pt>
              <c:pt idx="8">
                <c:v>0.0009605206483057556</c:v>
              </c:pt>
              <c:pt idx="9">
                <c:v>0.001122265042248117</c:v>
              </c:pt>
              <c:pt idx="10">
                <c:v>0.001122265042248117</c:v>
              </c:pt>
              <c:pt idx="11">
                <c:v>0.00875695888026131</c:v>
              </c:pt>
              <c:pt idx="12">
                <c:v>0.00875695888026131</c:v>
              </c:pt>
              <c:pt idx="13">
                <c:v>0.011685736634785848</c:v>
              </c:pt>
              <c:pt idx="14">
                <c:v>0.011685736634785848</c:v>
              </c:pt>
              <c:pt idx="15">
                <c:v>0.014964151228102872</c:v>
              </c:pt>
              <c:pt idx="16">
                <c:v>0.014964151228102872</c:v>
              </c:pt>
              <c:pt idx="17">
                <c:v>0.024361121844582386</c:v>
              </c:pt>
              <c:pt idx="18">
                <c:v>0.024361121844582386</c:v>
              </c:pt>
              <c:pt idx="19">
                <c:v>0.025341009803123003</c:v>
              </c:pt>
              <c:pt idx="20">
                <c:v>0.025341009803123003</c:v>
              </c:pt>
              <c:pt idx="21">
                <c:v>0.029564383818975595</c:v>
              </c:pt>
              <c:pt idx="22">
                <c:v>0.029564383818975595</c:v>
              </c:pt>
              <c:pt idx="23">
                <c:v>0.03124505076921237</c:v>
              </c:pt>
              <c:pt idx="24">
                <c:v>0.03124505076921237</c:v>
              </c:pt>
              <c:pt idx="25">
                <c:v>0.03233626717953769</c:v>
              </c:pt>
              <c:pt idx="26">
                <c:v>0.03233626717953769</c:v>
              </c:pt>
              <c:pt idx="27">
                <c:v>0.034094387646901474</c:v>
              </c:pt>
              <c:pt idx="28">
                <c:v>0.034094387646901474</c:v>
              </c:pt>
              <c:pt idx="29">
                <c:v>0.03608653157887347</c:v>
              </c:pt>
              <c:pt idx="30">
                <c:v>0.03608653157887347</c:v>
              </c:pt>
              <c:pt idx="31">
                <c:v>0.04247684189751159</c:v>
              </c:pt>
              <c:pt idx="32">
                <c:v>0.04247684189751159</c:v>
              </c:pt>
              <c:pt idx="33">
                <c:v>0.047547509226268665</c:v>
              </c:pt>
              <c:pt idx="34">
                <c:v>0.047547509226268665</c:v>
              </c:pt>
              <c:pt idx="35">
                <c:v>0.053760810933172656</c:v>
              </c:pt>
              <c:pt idx="36">
                <c:v>0.053760810933172656</c:v>
              </c:pt>
              <c:pt idx="37">
                <c:v>0.06468694030652836</c:v>
              </c:pt>
              <c:pt idx="38">
                <c:v>0.06468694030652836</c:v>
              </c:pt>
              <c:pt idx="39">
                <c:v>0.06582724802063562</c:v>
              </c:pt>
              <c:pt idx="40">
                <c:v>0.06582724802063562</c:v>
              </c:pt>
              <c:pt idx="41">
                <c:v>0.07449103271348698</c:v>
              </c:pt>
              <c:pt idx="42">
                <c:v>0.07449103271348698</c:v>
              </c:pt>
              <c:pt idx="43">
                <c:v>0.07666092661863003</c:v>
              </c:pt>
              <c:pt idx="44">
                <c:v>0.07666092661863003</c:v>
              </c:pt>
              <c:pt idx="45">
                <c:v>0.08277715580537813</c:v>
              </c:pt>
              <c:pt idx="46">
                <c:v>0.08277715580537813</c:v>
              </c:pt>
              <c:pt idx="47">
                <c:v>0.1095372766345272</c:v>
              </c:pt>
              <c:pt idx="48">
                <c:v>0.1095372766345272</c:v>
              </c:pt>
              <c:pt idx="49">
                <c:v>0.117866280181639</c:v>
              </c:pt>
              <c:pt idx="50">
                <c:v>0.117866280181639</c:v>
              </c:pt>
              <c:pt idx="51">
                <c:v>0.1337710047697602</c:v>
              </c:pt>
              <c:pt idx="52">
                <c:v>0.1337710047697602</c:v>
              </c:pt>
              <c:pt idx="53">
                <c:v>0.1487252178514525</c:v>
              </c:pt>
              <c:pt idx="54">
                <c:v>0.1487252178514525</c:v>
              </c:pt>
              <c:pt idx="55">
                <c:v>0.1525611186790609</c:v>
              </c:pt>
              <c:pt idx="56">
                <c:v>0.1525611186790609</c:v>
              </c:pt>
              <c:pt idx="57">
                <c:v>0.17246652228014278</c:v>
              </c:pt>
              <c:pt idx="58">
                <c:v>0.17246652228014278</c:v>
              </c:pt>
              <c:pt idx="59">
                <c:v>0.18885982265472823</c:v>
              </c:pt>
              <c:pt idx="60">
                <c:v>0.18885982265472823</c:v>
              </c:pt>
              <c:pt idx="61">
                <c:v>0.2012656646762018</c:v>
              </c:pt>
              <c:pt idx="62">
                <c:v>0.2012656646762018</c:v>
              </c:pt>
              <c:pt idx="63">
                <c:v>0.21424057613684175</c:v>
              </c:pt>
              <c:pt idx="64">
                <c:v>0.21424057613684175</c:v>
              </c:pt>
              <c:pt idx="65">
                <c:v>0.24210409619165973</c:v>
              </c:pt>
              <c:pt idx="66">
                <c:v>0.24210409619165973</c:v>
              </c:pt>
              <c:pt idx="67">
                <c:v>0.2428509718499829</c:v>
              </c:pt>
              <c:pt idx="68">
                <c:v>0.2428509718499829</c:v>
              </c:pt>
              <c:pt idx="69">
                <c:v>0.24974726329495886</c:v>
              </c:pt>
              <c:pt idx="70">
                <c:v>0.24974726329495886</c:v>
              </c:pt>
              <c:pt idx="71">
                <c:v>0.25027832981456655</c:v>
              </c:pt>
              <c:pt idx="72">
                <c:v>0.25027832981456655</c:v>
              </c:pt>
              <c:pt idx="73">
                <c:v>0.25236010077405285</c:v>
              </c:pt>
              <c:pt idx="74">
                <c:v>0.25236010077405285</c:v>
              </c:pt>
              <c:pt idx="75">
                <c:v>0.28872433913442763</c:v>
              </c:pt>
              <c:pt idx="76">
                <c:v>0.28872433913442763</c:v>
              </c:pt>
              <c:pt idx="77">
                <c:v>0.29749707992114277</c:v>
              </c:pt>
              <c:pt idx="78">
                <c:v>0.29749707992114277</c:v>
              </c:pt>
              <c:pt idx="79">
                <c:v>0.3166367162176152</c:v>
              </c:pt>
              <c:pt idx="80">
                <c:v>0.3166367162176152</c:v>
              </c:pt>
              <c:pt idx="81">
                <c:v>0.3173221743589358</c:v>
              </c:pt>
              <c:pt idx="82">
                <c:v>0.3173221743589358</c:v>
              </c:pt>
              <c:pt idx="83">
                <c:v>0.31820225480038045</c:v>
              </c:pt>
              <c:pt idx="84">
                <c:v>0.31820225480038045</c:v>
              </c:pt>
              <c:pt idx="85">
                <c:v>0.3328605207794386</c:v>
              </c:pt>
              <c:pt idx="86">
                <c:v>0.3328605207794386</c:v>
              </c:pt>
              <c:pt idx="87">
                <c:v>0.33295709757290215</c:v>
              </c:pt>
              <c:pt idx="88">
                <c:v>0.33295709757290215</c:v>
              </c:pt>
              <c:pt idx="89">
                <c:v>0.3395983908741124</c:v>
              </c:pt>
              <c:pt idx="90">
                <c:v>0.3395983908741124</c:v>
              </c:pt>
              <c:pt idx="91">
                <c:v>0.35465815395530825</c:v>
              </c:pt>
              <c:pt idx="92">
                <c:v>0.35465815395530825</c:v>
              </c:pt>
              <c:pt idx="93">
                <c:v>0.3561263314852744</c:v>
              </c:pt>
              <c:pt idx="94">
                <c:v>0.3561263314852744</c:v>
              </c:pt>
              <c:pt idx="95">
                <c:v>0.386754728130288</c:v>
              </c:pt>
              <c:pt idx="96">
                <c:v>0.386754728130288</c:v>
              </c:pt>
              <c:pt idx="97">
                <c:v>0.40975320292123313</c:v>
              </c:pt>
              <c:pt idx="98">
                <c:v>0.40975320292123313</c:v>
              </c:pt>
              <c:pt idx="99">
                <c:v>0.40987032011411473</c:v>
              </c:pt>
              <c:pt idx="100">
                <c:v>0.40987032011411473</c:v>
              </c:pt>
              <c:pt idx="101">
                <c:v>0.4262798723414123</c:v>
              </c:pt>
              <c:pt idx="102">
                <c:v>0.4262798723414123</c:v>
              </c:pt>
              <c:pt idx="103">
                <c:v>0.43061727964442825</c:v>
              </c:pt>
              <c:pt idx="104">
                <c:v>0.43061727964442825</c:v>
              </c:pt>
              <c:pt idx="105">
                <c:v>0.4842048327687463</c:v>
              </c:pt>
              <c:pt idx="106">
                <c:v>0.4842048327687463</c:v>
              </c:pt>
              <c:pt idx="107">
                <c:v>0.48990971703755043</c:v>
              </c:pt>
              <c:pt idx="108">
                <c:v>0.48990971703755043</c:v>
              </c:pt>
              <c:pt idx="109">
                <c:v>0.49529475629310543</c:v>
              </c:pt>
              <c:pt idx="110">
                <c:v>0.49529475629310543</c:v>
              </c:pt>
              <c:pt idx="111">
                <c:v>0.5</c:v>
              </c:pt>
              <c:pt idx="112">
                <c:v>0.5</c:v>
              </c:pt>
              <c:pt idx="113">
                <c:v>0.5021940963639439</c:v>
              </c:pt>
              <c:pt idx="114">
                <c:v>0.5021940963639439</c:v>
              </c:pt>
              <c:pt idx="115">
                <c:v>0.5080789571255008</c:v>
              </c:pt>
              <c:pt idx="116">
                <c:v>0.5080789571255008</c:v>
              </c:pt>
              <c:pt idx="117">
                <c:v>0.5278612187557997</c:v>
              </c:pt>
              <c:pt idx="118">
                <c:v>0.5278612187557997</c:v>
              </c:pt>
              <c:pt idx="119">
                <c:v>0.5516950838406552</c:v>
              </c:pt>
              <c:pt idx="120">
                <c:v>0.5516950838406552</c:v>
              </c:pt>
              <c:pt idx="121">
                <c:v>0.5544217821451588</c:v>
              </c:pt>
              <c:pt idx="122">
                <c:v>0.5544217821451588</c:v>
              </c:pt>
              <c:pt idx="123">
                <c:v>0.5669862647332221</c:v>
              </c:pt>
              <c:pt idx="124">
                <c:v>0.5669862647332221</c:v>
              </c:pt>
              <c:pt idx="125">
                <c:v>0.58045049751121</c:v>
              </c:pt>
              <c:pt idx="126">
                <c:v>0.58045049751121</c:v>
              </c:pt>
              <c:pt idx="127">
                <c:v>0.5829569624644114</c:v>
              </c:pt>
              <c:pt idx="128">
                <c:v>0.5829569624644114</c:v>
              </c:pt>
              <c:pt idx="129">
                <c:v>0.5872638935414554</c:v>
              </c:pt>
              <c:pt idx="130">
                <c:v>0.5872638935414554</c:v>
              </c:pt>
              <c:pt idx="131">
                <c:v>0.5942498462909108</c:v>
              </c:pt>
              <c:pt idx="132">
                <c:v>0.5942498462909108</c:v>
              </c:pt>
              <c:pt idx="133">
                <c:v>0.5949108950498209</c:v>
              </c:pt>
              <c:pt idx="134">
                <c:v>0.5949108950498209</c:v>
              </c:pt>
              <c:pt idx="135">
                <c:v>0.6029516921290539</c:v>
              </c:pt>
              <c:pt idx="136">
                <c:v>0.6029516921290539</c:v>
              </c:pt>
              <c:pt idx="137">
                <c:v>0.6088156404071815</c:v>
              </c:pt>
              <c:pt idx="138">
                <c:v>0.6088156404071815</c:v>
              </c:pt>
              <c:pt idx="139">
                <c:v>0.6417431616347602</c:v>
              </c:pt>
              <c:pt idx="140">
                <c:v>0.6417431616347602</c:v>
              </c:pt>
              <c:pt idx="141">
                <c:v>0.6483620190766558</c:v>
              </c:pt>
              <c:pt idx="142">
                <c:v>0.6483620190766558</c:v>
              </c:pt>
              <c:pt idx="143">
                <c:v>0.6545647088022432</c:v>
              </c:pt>
              <c:pt idx="144">
                <c:v>0.6545647088022432</c:v>
              </c:pt>
              <c:pt idx="145">
                <c:v>0.6644791029551206</c:v>
              </c:pt>
              <c:pt idx="146">
                <c:v>0.6644791029551206</c:v>
              </c:pt>
              <c:pt idx="147">
                <c:v>0.6657273143426191</c:v>
              </c:pt>
              <c:pt idx="148">
                <c:v>0.6657273143426191</c:v>
              </c:pt>
              <c:pt idx="149">
                <c:v>0.6934987335143268</c:v>
              </c:pt>
              <c:pt idx="150">
                <c:v>0.6934987335143268</c:v>
              </c:pt>
              <c:pt idx="151">
                <c:v>0.7440225400407002</c:v>
              </c:pt>
              <c:pt idx="152">
                <c:v>0.7440225400407002</c:v>
              </c:pt>
              <c:pt idx="153">
                <c:v>0.7614777129701753</c:v>
              </c:pt>
              <c:pt idx="154">
                <c:v>0.7614777129701753</c:v>
              </c:pt>
              <c:pt idx="155">
                <c:v>0.7632951313856433</c:v>
              </c:pt>
              <c:pt idx="156">
                <c:v>0.7632951313856433</c:v>
              </c:pt>
              <c:pt idx="157">
                <c:v>0.7637588188704455</c:v>
              </c:pt>
              <c:pt idx="158">
                <c:v>0.7637588188704455</c:v>
              </c:pt>
              <c:pt idx="159">
                <c:v>0.7959983511466264</c:v>
              </c:pt>
              <c:pt idx="160">
                <c:v>0.7959983511466264</c:v>
              </c:pt>
              <c:pt idx="161">
                <c:v>0.8040551846147082</c:v>
              </c:pt>
              <c:pt idx="162">
                <c:v>0.8040551846147082</c:v>
              </c:pt>
              <c:pt idx="163">
                <c:v>0.8253113796764603</c:v>
              </c:pt>
              <c:pt idx="164">
                <c:v>0.8253113796764603</c:v>
              </c:pt>
              <c:pt idx="165">
                <c:v>0.884504970484851</c:v>
              </c:pt>
              <c:pt idx="166">
                <c:v>0.884504970484851</c:v>
              </c:pt>
              <c:pt idx="167">
                <c:v>0.9022182703437671</c:v>
              </c:pt>
              <c:pt idx="168">
                <c:v>0.9022182703437671</c:v>
              </c:pt>
              <c:pt idx="169">
                <c:v>0.9045531049914709</c:v>
              </c:pt>
              <c:pt idx="170">
                <c:v>0.9045531049914709</c:v>
              </c:pt>
              <c:pt idx="171">
                <c:v>0.9202347618275871</c:v>
              </c:pt>
              <c:pt idx="172">
                <c:v>0.9202347618275871</c:v>
              </c:pt>
              <c:pt idx="173">
                <c:v>0.9212259566512369</c:v>
              </c:pt>
              <c:pt idx="174">
                <c:v>0.9212259566512369</c:v>
              </c:pt>
              <c:pt idx="175">
                <c:v>0.9224773878454317</c:v>
              </c:pt>
              <c:pt idx="176">
                <c:v>0.9224773878454317</c:v>
              </c:pt>
              <c:pt idx="177">
                <c:v>1</c:v>
              </c:pt>
              <c:pt idx="178">
                <c:v>1</c:v>
              </c:pt>
              <c:pt idx="179">
                <c:v>1.038324109761231</c:v>
              </c:pt>
              <c:pt idx="180">
                <c:v>1.038324109761231</c:v>
              </c:pt>
              <c:pt idx="181">
                <c:v>1.0494059743148916</c:v>
              </c:pt>
              <c:pt idx="182">
                <c:v>1.0494059743148916</c:v>
              </c:pt>
              <c:pt idx="183">
                <c:v>1.051613481748875</c:v>
              </c:pt>
              <c:pt idx="184">
                <c:v>1.051613481748875</c:v>
              </c:pt>
              <c:pt idx="185">
                <c:v>1.0881192739495626</c:v>
              </c:pt>
              <c:pt idx="186">
                <c:v>1.0881192739495626</c:v>
              </c:pt>
              <c:pt idx="187">
                <c:v>1.119209748245061</c:v>
              </c:pt>
              <c:pt idx="188">
                <c:v>1.119209748245061</c:v>
              </c:pt>
              <c:pt idx="189">
                <c:v>1.1351853392537863</c:v>
              </c:pt>
              <c:pt idx="190">
                <c:v>1.1351853392537863</c:v>
              </c:pt>
              <c:pt idx="191">
                <c:v>1.2006813678309078</c:v>
              </c:pt>
              <c:pt idx="192">
                <c:v>1.2006813678309078</c:v>
              </c:pt>
              <c:pt idx="193">
                <c:v>1.2450607705576597</c:v>
              </c:pt>
              <c:pt idx="194">
                <c:v>1.2450607705576597</c:v>
              </c:pt>
              <c:pt idx="195">
                <c:v>1.2491422624427615</c:v>
              </c:pt>
              <c:pt idx="196">
                <c:v>1.2491422624427615</c:v>
              </c:pt>
              <c:pt idx="197">
                <c:v>1.2640099774063365</c:v>
              </c:pt>
              <c:pt idx="198">
                <c:v>1.2640099774063365</c:v>
              </c:pt>
              <c:pt idx="199">
                <c:v>1.2920363444058074</c:v>
              </c:pt>
              <c:pt idx="200">
                <c:v>1.2920363444058074</c:v>
              </c:pt>
              <c:pt idx="201">
                <c:v>1.3380603884030058</c:v>
              </c:pt>
              <c:pt idx="202">
                <c:v>1.3380603884030058</c:v>
              </c:pt>
              <c:pt idx="203">
                <c:v>1.420562280864945</c:v>
              </c:pt>
              <c:pt idx="204">
                <c:v>1.420562280864945</c:v>
              </c:pt>
              <c:pt idx="205">
                <c:v>1.4325904260151507</c:v>
              </c:pt>
              <c:pt idx="206">
                <c:v>1.4325904260151507</c:v>
              </c:pt>
              <c:pt idx="207">
                <c:v>1.4333821656298675</c:v>
              </c:pt>
              <c:pt idx="208">
                <c:v>1.4333821656298675</c:v>
              </c:pt>
              <c:pt idx="209">
                <c:v>1.4554296631957053</c:v>
              </c:pt>
              <c:pt idx="210">
                <c:v>1.4554296631957053</c:v>
              </c:pt>
              <c:pt idx="211">
                <c:v>1.5214605263650287</c:v>
              </c:pt>
              <c:pt idx="212">
                <c:v>1.5214605263650287</c:v>
              </c:pt>
              <c:pt idx="213">
                <c:v>1.524712507314694</c:v>
              </c:pt>
              <c:pt idx="214">
                <c:v>1.524712507314694</c:v>
              </c:pt>
              <c:pt idx="215">
                <c:v>1.5347260172686834</c:v>
              </c:pt>
              <c:pt idx="216">
                <c:v>1.5347260172686834</c:v>
              </c:pt>
              <c:pt idx="217">
                <c:v>1.5787937839399109</c:v>
              </c:pt>
              <c:pt idx="218">
                <c:v>1.5787937839399109</c:v>
              </c:pt>
              <c:pt idx="219">
                <c:v>1.6184642299314216</c:v>
              </c:pt>
              <c:pt idx="220">
                <c:v>1.6184642299314216</c:v>
              </c:pt>
              <c:pt idx="221">
                <c:v>1.6510089039820586</c:v>
              </c:pt>
              <c:pt idx="222">
                <c:v>1.6510089039820586</c:v>
              </c:pt>
              <c:pt idx="223">
                <c:v>1.6611908355720943</c:v>
              </c:pt>
              <c:pt idx="224">
                <c:v>1.6611908355720943</c:v>
              </c:pt>
              <c:pt idx="225">
                <c:v>1.6746773151758136</c:v>
              </c:pt>
              <c:pt idx="226">
                <c:v>1.6746773151758136</c:v>
              </c:pt>
              <c:pt idx="227">
                <c:v>1.6945029931718154</c:v>
              </c:pt>
              <c:pt idx="228">
                <c:v>1.6945029931718154</c:v>
              </c:pt>
              <c:pt idx="229">
                <c:v>1.7111611079304418</c:v>
              </c:pt>
              <c:pt idx="230">
                <c:v>1.7111611079304418</c:v>
              </c:pt>
              <c:pt idx="231">
                <c:v>1.7165342212557468</c:v>
              </c:pt>
              <c:pt idx="232">
                <c:v>1.7165342212557468</c:v>
              </c:pt>
              <c:pt idx="233">
                <c:v>1.7294055075189878</c:v>
              </c:pt>
              <c:pt idx="234">
                <c:v>1.7294055075189878</c:v>
              </c:pt>
              <c:pt idx="235">
                <c:v>1.7402643136381926</c:v>
              </c:pt>
              <c:pt idx="236">
                <c:v>1.7402643136381926</c:v>
              </c:pt>
              <c:pt idx="237">
                <c:v>1.8132027062591574</c:v>
              </c:pt>
              <c:pt idx="238">
                <c:v>1.8132027062591574</c:v>
              </c:pt>
              <c:pt idx="239">
                <c:v>1.865790202856043</c:v>
              </c:pt>
              <c:pt idx="240">
                <c:v>1.865790202856043</c:v>
              </c:pt>
              <c:pt idx="241">
                <c:v>1.8916695756075894</c:v>
              </c:pt>
              <c:pt idx="242">
                <c:v>1.8916695756075894</c:v>
              </c:pt>
              <c:pt idx="243">
                <c:v>1.9436595333878846</c:v>
              </c:pt>
              <c:pt idx="244">
                <c:v>1.9436595333878846</c:v>
              </c:pt>
              <c:pt idx="245">
                <c:v>1.9688155126335323</c:v>
              </c:pt>
              <c:pt idx="246">
                <c:v>1.9688155126335323</c:v>
              </c:pt>
              <c:pt idx="247">
                <c:v>2</c:v>
              </c:pt>
              <c:pt idx="248">
                <c:v>2</c:v>
              </c:pt>
              <c:pt idx="249">
                <c:v>2.0316462523165</c:v>
              </c:pt>
              <c:pt idx="250">
                <c:v>2.0316462523165</c:v>
              </c:pt>
              <c:pt idx="251">
                <c:v>2.0402901000991074</c:v>
              </c:pt>
              <c:pt idx="252">
                <c:v>2.0402901000991074</c:v>
              </c:pt>
              <c:pt idx="253">
                <c:v>2.061227137345983</c:v>
              </c:pt>
              <c:pt idx="254">
                <c:v>2.061227137345983</c:v>
              </c:pt>
              <c:pt idx="255">
                <c:v>2.1426249202048004</c:v>
              </c:pt>
              <c:pt idx="256">
                <c:v>2.1426249202048004</c:v>
              </c:pt>
              <c:pt idx="257">
                <c:v>2.14359794017796</c:v>
              </c:pt>
              <c:pt idx="258">
                <c:v>2.14359794017796</c:v>
              </c:pt>
              <c:pt idx="259">
                <c:v>2.156533514285818</c:v>
              </c:pt>
              <c:pt idx="260">
                <c:v>2.156533514285818</c:v>
              </c:pt>
              <c:pt idx="261">
                <c:v>2.1905398091422055</c:v>
              </c:pt>
              <c:pt idx="262">
                <c:v>2.1905398091422055</c:v>
              </c:pt>
              <c:pt idx="263">
                <c:v>2.2579916323700764</c:v>
              </c:pt>
              <c:pt idx="264">
                <c:v>2.2579916323700764</c:v>
              </c:pt>
              <c:pt idx="265">
                <c:v>2.287468509416247</c:v>
              </c:pt>
              <c:pt idx="266">
                <c:v>2.287468509416247</c:v>
              </c:pt>
              <c:pt idx="267">
                <c:v>2.3206981455216815</c:v>
              </c:pt>
              <c:pt idx="268">
                <c:v>2.3206981455216815</c:v>
              </c:pt>
              <c:pt idx="269">
                <c:v>2.3228613044021222</c:v>
              </c:pt>
              <c:pt idx="270">
                <c:v>2.3228613044021222</c:v>
              </c:pt>
              <c:pt idx="271">
                <c:v>2.3378784465176725</c:v>
              </c:pt>
              <c:pt idx="272">
                <c:v>2.3378784465176725</c:v>
              </c:pt>
              <c:pt idx="273">
                <c:v>2.341442318720699</c:v>
              </c:pt>
              <c:pt idx="274">
                <c:v>2.341442318720699</c:v>
              </c:pt>
              <c:pt idx="275">
                <c:v>2.3453191567686615</c:v>
              </c:pt>
              <c:pt idx="276">
                <c:v>2.3453191567686615</c:v>
              </c:pt>
              <c:pt idx="277">
                <c:v>2.368131410757828</c:v>
              </c:pt>
              <c:pt idx="278">
                <c:v>2.368131410757828</c:v>
              </c:pt>
              <c:pt idx="279">
                <c:v>2.373161903352829</c:v>
              </c:pt>
              <c:pt idx="280">
                <c:v>2.373161903352829</c:v>
              </c:pt>
              <c:pt idx="281">
                <c:v>2.408561094151636</c:v>
              </c:pt>
              <c:pt idx="282">
                <c:v>2.408561094151636</c:v>
              </c:pt>
              <c:pt idx="283">
                <c:v>2.452437180529151</c:v>
              </c:pt>
              <c:pt idx="284">
                <c:v>2.452437180529151</c:v>
              </c:pt>
              <c:pt idx="285">
                <c:v>2.460962545158719</c:v>
              </c:pt>
              <c:pt idx="286">
                <c:v>2.460962545158719</c:v>
              </c:pt>
              <c:pt idx="287">
                <c:v>2.48583452916475</c:v>
              </c:pt>
              <c:pt idx="288">
                <c:v>2.48583452916475</c:v>
              </c:pt>
              <c:pt idx="289">
                <c:v>2.514182396989435</c:v>
              </c:pt>
              <c:pt idx="290">
                <c:v>2.514182396989435</c:v>
              </c:pt>
              <c:pt idx="291">
                <c:v>2.570318304325982</c:v>
              </c:pt>
              <c:pt idx="292">
                <c:v>2.570318304325982</c:v>
              </c:pt>
              <c:pt idx="293">
                <c:v>2.666276801614424</c:v>
              </c:pt>
              <c:pt idx="294">
                <c:v>2.666276801614424</c:v>
              </c:pt>
              <c:pt idx="295">
                <c:v>2.686148969806944</c:v>
              </c:pt>
              <c:pt idx="296">
                <c:v>2.686148969806944</c:v>
              </c:pt>
              <c:pt idx="297">
                <c:v>2.745348981959733</c:v>
              </c:pt>
              <c:pt idx="298">
                <c:v>2.745348981959733</c:v>
              </c:pt>
              <c:pt idx="299">
                <c:v>2.7669101311952264</c:v>
              </c:pt>
              <c:pt idx="300">
                <c:v>2.7669101311952264</c:v>
              </c:pt>
              <c:pt idx="301">
                <c:v>2.8202889544622876</c:v>
              </c:pt>
              <c:pt idx="302">
                <c:v>2.8202889544622876</c:v>
              </c:pt>
              <c:pt idx="303">
                <c:v>2.8400670644973958</c:v>
              </c:pt>
              <c:pt idx="304">
                <c:v>2.8400670644973958</c:v>
              </c:pt>
              <c:pt idx="305">
                <c:v>2.843753145993903</c:v>
              </c:pt>
              <c:pt idx="306">
                <c:v>2.843753145993903</c:v>
              </c:pt>
              <c:pt idx="307">
                <c:v>2.876841957092049</c:v>
              </c:pt>
              <c:pt idx="308">
                <c:v>2.876841957092049</c:v>
              </c:pt>
              <c:pt idx="309">
                <c:v>2.9222351684237777</c:v>
              </c:pt>
              <c:pt idx="310">
                <c:v>2.9222351684237777</c:v>
              </c:pt>
              <c:pt idx="311">
                <c:v>2.9282066719862767</c:v>
              </c:pt>
              <c:pt idx="312">
                <c:v>2.9282066719862767</c:v>
              </c:pt>
              <c:pt idx="313">
                <c:v>2.9344501935527365</c:v>
              </c:pt>
              <c:pt idx="314">
                <c:v>2.9344501935527365</c:v>
              </c:pt>
              <c:pt idx="315">
                <c:v>2.9440902968826146</c:v>
              </c:pt>
              <c:pt idx="316">
                <c:v>2.9440902968826146</c:v>
              </c:pt>
              <c:pt idx="317">
                <c:v>2.9550306400691007</c:v>
              </c:pt>
              <c:pt idx="318">
                <c:v>2.9550306400691007</c:v>
              </c:pt>
              <c:pt idx="319">
                <c:v>3.0122197524864767</c:v>
              </c:pt>
              <c:pt idx="320">
                <c:v>3.0122197524864767</c:v>
              </c:pt>
              <c:pt idx="321">
                <c:v>3.0310726897004527</c:v>
              </c:pt>
              <c:pt idx="322">
                <c:v>3.0310726897004527</c:v>
              </c:pt>
              <c:pt idx="323">
                <c:v>3.1564353397238203</c:v>
              </c:pt>
              <c:pt idx="324">
                <c:v>3.1564353397238203</c:v>
              </c:pt>
              <c:pt idx="325">
                <c:v>3.1767107369538783</c:v>
              </c:pt>
              <c:pt idx="326">
                <c:v>3.1767107369538783</c:v>
              </c:pt>
              <c:pt idx="327">
                <c:v>3.180275632292906</c:v>
              </c:pt>
              <c:pt idx="328">
                <c:v>3.180275632292906</c:v>
              </c:pt>
              <c:pt idx="329">
                <c:v>3.1813280407779114</c:v>
              </c:pt>
              <c:pt idx="330">
                <c:v>3.1813280407779114</c:v>
              </c:pt>
              <c:pt idx="331">
                <c:v>3.3320041159570435</c:v>
              </c:pt>
              <c:pt idx="332">
                <c:v>3.3320041159570435</c:v>
              </c:pt>
              <c:pt idx="333">
                <c:v>3.3447199359853186</c:v>
              </c:pt>
              <c:pt idx="334">
                <c:v>3.3447199359853186</c:v>
              </c:pt>
              <c:pt idx="335">
                <c:v>3.467136449762656</c:v>
              </c:pt>
              <c:pt idx="336">
                <c:v>3.467136449762656</c:v>
              </c:pt>
              <c:pt idx="337">
                <c:v>3.470696492407372</c:v>
              </c:pt>
              <c:pt idx="338">
                <c:v>3.470696492407372</c:v>
              </c:pt>
              <c:pt idx="339">
                <c:v>3.5010640511770856</c:v>
              </c:pt>
              <c:pt idx="340">
                <c:v>3.5010640511770856</c:v>
              </c:pt>
              <c:pt idx="341">
                <c:v>3.84128745581388</c:v>
              </c:pt>
              <c:pt idx="342">
                <c:v>3.84128745581388</c:v>
              </c:pt>
              <c:pt idx="343">
                <c:v>3.9811339942265525</c:v>
              </c:pt>
              <c:pt idx="344">
                <c:v>3.9811339942265525</c:v>
              </c:pt>
              <c:pt idx="345">
                <c:v>4.054449932307367</c:v>
              </c:pt>
              <c:pt idx="346">
                <c:v>4.054449932307367</c:v>
              </c:pt>
              <c:pt idx="347">
                <c:v>4.110083109153377</c:v>
              </c:pt>
              <c:pt idx="348">
                <c:v>4.110083109153377</c:v>
              </c:pt>
              <c:pt idx="349">
                <c:v>4.381532971863782</c:v>
              </c:pt>
              <c:pt idx="350">
                <c:v>4.381532971863782</c:v>
              </c:pt>
              <c:pt idx="351">
                <c:v>4.474633417076043</c:v>
              </c:pt>
              <c:pt idx="352">
                <c:v>4.474633417076043</c:v>
              </c:pt>
              <c:pt idx="353">
                <c:v>4.5157868235576295</c:v>
              </c:pt>
              <c:pt idx="354">
                <c:v>4.5157868235576295</c:v>
              </c:pt>
              <c:pt idx="355">
                <c:v>4.518794331612874</c:v>
              </c:pt>
              <c:pt idx="356">
                <c:v>4.518794331612874</c:v>
              </c:pt>
              <c:pt idx="357">
                <c:v>4.669276550240401</c:v>
              </c:pt>
              <c:pt idx="358">
                <c:v>4.669276550240401</c:v>
              </c:pt>
              <c:pt idx="359">
                <c:v>4.701941080174179</c:v>
              </c:pt>
              <c:pt idx="360">
                <c:v>4.701941080174179</c:v>
              </c:pt>
              <c:pt idx="361">
                <c:v>4.783523453070028</c:v>
              </c:pt>
              <c:pt idx="362">
                <c:v>4.783523453070028</c:v>
              </c:pt>
              <c:pt idx="363">
                <c:v>4.903896004034577</c:v>
              </c:pt>
              <c:pt idx="364">
                <c:v>4.903896004034577</c:v>
              </c:pt>
              <c:pt idx="365">
                <c:v>4.927276006861227</c:v>
              </c:pt>
              <c:pt idx="366">
                <c:v>4.927276006861227</c:v>
              </c:pt>
              <c:pt idx="367">
                <c:v>5</c:v>
              </c:pt>
              <c:pt idx="368">
                <c:v>5</c:v>
              </c:pt>
              <c:pt idx="369">
                <c:v>5.32371367280702</c:v>
              </c:pt>
              <c:pt idx="370">
                <c:v>5.32371367280702</c:v>
              </c:pt>
              <c:pt idx="371">
                <c:v>5.580843905671755</c:v>
              </c:pt>
              <c:pt idx="372">
                <c:v>5.580843905671755</c:v>
              </c:pt>
              <c:pt idx="373">
                <c:v>5.616402220404511</c:v>
              </c:pt>
              <c:pt idx="374">
                <c:v>5.616402220404511</c:v>
              </c:pt>
              <c:pt idx="375">
                <c:v>5.9388982344163965</c:v>
              </c:pt>
              <c:pt idx="376">
                <c:v>5.9388982344163965</c:v>
              </c:pt>
              <c:pt idx="377">
                <c:v>5.9670187233072</c:v>
              </c:pt>
              <c:pt idx="378">
                <c:v>5.9670187233072</c:v>
              </c:pt>
              <c:pt idx="379">
                <c:v>6.014638337656728</c:v>
              </c:pt>
              <c:pt idx="380">
                <c:v>6.014638337656728</c:v>
              </c:pt>
              <c:pt idx="381">
                <c:v>6.16557685354679</c:v>
              </c:pt>
              <c:pt idx="382">
                <c:v>6.16557685354679</c:v>
              </c:pt>
              <c:pt idx="383">
                <c:v>6.211841840649047</c:v>
              </c:pt>
              <c:pt idx="384">
                <c:v>6.211841840649047</c:v>
              </c:pt>
              <c:pt idx="385">
                <c:v>7.125455647898179</c:v>
              </c:pt>
              <c:pt idx="386">
                <c:v>7.125455647898179</c:v>
              </c:pt>
              <c:pt idx="387">
                <c:v>7.961163156081226</c:v>
              </c:pt>
              <c:pt idx="388">
                <c:v>7.961163156081226</c:v>
              </c:pt>
              <c:pt idx="389">
                <c:v>8.631508395037775</c:v>
              </c:pt>
              <c:pt idx="390">
                <c:v>8.631508395037775</c:v>
              </c:pt>
              <c:pt idx="391">
                <c:v>9.426684011445499</c:v>
              </c:pt>
              <c:pt idx="392">
                <c:v>9.426684011445499</c:v>
              </c:pt>
              <c:pt idx="393">
                <c:v>9.662066569929147</c:v>
              </c:pt>
              <c:pt idx="394">
                <c:v>9.662066569929147</c:v>
              </c:pt>
              <c:pt idx="395">
                <c:v>10</c:v>
              </c:pt>
              <c:pt idx="396">
                <c:v>10</c:v>
              </c:pt>
              <c:pt idx="397">
                <c:v>13.063022272911711</c:v>
              </c:pt>
              <c:pt idx="398">
                <c:v>13.063022272911711</c:v>
              </c:pt>
              <c:pt idx="399">
                <c:v>15</c:v>
              </c:pt>
              <c:pt idx="400">
                <c:v>15</c:v>
              </c:pt>
              <c:pt idx="401">
                <c:v>15.811310549243455</c:v>
              </c:pt>
              <c:pt idx="402">
                <c:v>15.811310549243455</c:v>
              </c:pt>
              <c:pt idx="403">
                <c:v>16.75890324670423</c:v>
              </c:pt>
              <c:pt idx="404">
                <c:v>16.75890324670423</c:v>
              </c:pt>
              <c:pt idx="405">
                <c:v>20</c:v>
              </c:pt>
              <c:pt idx="406">
                <c:v>20</c:v>
              </c:pt>
              <c:pt idx="407">
                <c:v>30</c:v>
              </c:pt>
              <c:pt idx="408">
                <c:v>30</c:v>
              </c:pt>
              <c:pt idx="409">
                <c:v>50</c:v>
              </c:pt>
              <c:pt idx="410">
                <c:v>50</c:v>
              </c:pt>
              <c:pt idx="411">
                <c:v>70</c:v>
              </c:pt>
            </c:numLit>
          </c:xVal>
          <c:yVal>
            <c:numLit>
              <c:formatCode>0.0</c:formatCode>
              <c:ptCount val="412"/>
              <c:pt idx="0">
                <c:v>1.2707308176041194</c:v>
              </c:pt>
              <c:pt idx="1">
                <c:v>1.2707308176041194</c:v>
              </c:pt>
              <c:pt idx="2">
                <c:v>1.2707308176041194</c:v>
              </c:pt>
              <c:pt idx="3">
                <c:v>1.2707308176041194</c:v>
              </c:pt>
              <c:pt idx="4">
                <c:v>1.2707308176041194</c:v>
              </c:pt>
              <c:pt idx="5">
                <c:v>1.2707308176041194</c:v>
              </c:pt>
              <c:pt idx="6">
                <c:v>1.2707308176041194</c:v>
              </c:pt>
              <c:pt idx="7">
                <c:v>1.2707308176041194</c:v>
              </c:pt>
              <c:pt idx="8">
                <c:v>1.2707308176041194</c:v>
              </c:pt>
              <c:pt idx="9">
                <c:v>1.2707308176041194</c:v>
              </c:pt>
              <c:pt idx="10">
                <c:v>1.2707308176041194</c:v>
              </c:pt>
              <c:pt idx="11">
                <c:v>1.2707308176041194</c:v>
              </c:pt>
              <c:pt idx="12">
                <c:v>1.2707308176041194</c:v>
              </c:pt>
              <c:pt idx="13">
                <c:v>1.2707308176041194</c:v>
              </c:pt>
              <c:pt idx="14">
                <c:v>1.2707308176041194</c:v>
              </c:pt>
              <c:pt idx="15">
                <c:v>1.2707308176041194</c:v>
              </c:pt>
              <c:pt idx="16">
                <c:v>1.2707308176041194</c:v>
              </c:pt>
              <c:pt idx="17">
                <c:v>1.2707308176041194</c:v>
              </c:pt>
              <c:pt idx="18">
                <c:v>1.2707308176041194</c:v>
              </c:pt>
              <c:pt idx="19">
                <c:v>1.2707308176041194</c:v>
              </c:pt>
              <c:pt idx="20">
                <c:v>1.2707308176041194</c:v>
              </c:pt>
              <c:pt idx="21">
                <c:v>1.2707308176041194</c:v>
              </c:pt>
              <c:pt idx="22">
                <c:v>1.2707308176041194</c:v>
              </c:pt>
              <c:pt idx="23">
                <c:v>1.2707308176041194</c:v>
              </c:pt>
              <c:pt idx="24">
                <c:v>1.2707308176041194</c:v>
              </c:pt>
              <c:pt idx="25">
                <c:v>1.2707308176041194</c:v>
              </c:pt>
              <c:pt idx="26">
                <c:v>1.2707308176041194</c:v>
              </c:pt>
              <c:pt idx="27">
                <c:v>1.2707308176041194</c:v>
              </c:pt>
              <c:pt idx="28">
                <c:v>1.2707308176041194</c:v>
              </c:pt>
              <c:pt idx="29">
                <c:v>1.2707308176041194</c:v>
              </c:pt>
              <c:pt idx="30">
                <c:v>1.2707308176041194</c:v>
              </c:pt>
              <c:pt idx="31">
                <c:v>1.2707308176041194</c:v>
              </c:pt>
              <c:pt idx="32">
                <c:v>1.2707308176041194</c:v>
              </c:pt>
              <c:pt idx="33">
                <c:v>1.2707308176041194</c:v>
              </c:pt>
              <c:pt idx="34">
                <c:v>1.2707308176041194</c:v>
              </c:pt>
              <c:pt idx="35">
                <c:v>1.2707308176041194</c:v>
              </c:pt>
              <c:pt idx="36">
                <c:v>1.2707308176041194</c:v>
              </c:pt>
              <c:pt idx="37">
                <c:v>1.2707308176041194</c:v>
              </c:pt>
              <c:pt idx="38">
                <c:v>1.2707308176041194</c:v>
              </c:pt>
              <c:pt idx="39">
                <c:v>1.2707308176041194</c:v>
              </c:pt>
              <c:pt idx="40">
                <c:v>1.2707308176041194</c:v>
              </c:pt>
              <c:pt idx="41">
                <c:v>1.2707308176041194</c:v>
              </c:pt>
              <c:pt idx="42">
                <c:v>1.2707308176041194</c:v>
              </c:pt>
              <c:pt idx="43">
                <c:v>1.2707308176041194</c:v>
              </c:pt>
              <c:pt idx="44">
                <c:v>1.2707308176041194</c:v>
              </c:pt>
              <c:pt idx="45">
                <c:v>1.2707308176041194</c:v>
              </c:pt>
              <c:pt idx="46">
                <c:v>1.2707308176041194</c:v>
              </c:pt>
              <c:pt idx="47">
                <c:v>1.2707308176041194</c:v>
              </c:pt>
              <c:pt idx="48">
                <c:v>1.2707308176041194</c:v>
              </c:pt>
              <c:pt idx="49">
                <c:v>1.2707308176041194</c:v>
              </c:pt>
              <c:pt idx="50">
                <c:v>1.2707308176041194</c:v>
              </c:pt>
              <c:pt idx="51">
                <c:v>1.2707308176041194</c:v>
              </c:pt>
              <c:pt idx="52">
                <c:v>1.2707308176041194</c:v>
              </c:pt>
              <c:pt idx="53">
                <c:v>1.2707308176041194</c:v>
              </c:pt>
              <c:pt idx="54">
                <c:v>1.2707308176041194</c:v>
              </c:pt>
              <c:pt idx="55">
                <c:v>1.2707308176041194</c:v>
              </c:pt>
              <c:pt idx="56">
                <c:v>1.2707308176041194</c:v>
              </c:pt>
              <c:pt idx="57">
                <c:v>1.2707308176041194</c:v>
              </c:pt>
              <c:pt idx="58">
                <c:v>1.2707308176041194</c:v>
              </c:pt>
              <c:pt idx="59">
                <c:v>1.2707308176041194</c:v>
              </c:pt>
              <c:pt idx="60">
                <c:v>1.2707308176041194</c:v>
              </c:pt>
              <c:pt idx="61">
                <c:v>1.2707308176041194</c:v>
              </c:pt>
              <c:pt idx="62">
                <c:v>1.2271443375090896</c:v>
              </c:pt>
              <c:pt idx="63">
                <c:v>1.2271443375090896</c:v>
              </c:pt>
              <c:pt idx="64">
                <c:v>1.2271443375090896</c:v>
              </c:pt>
              <c:pt idx="65">
                <c:v>1.2271443375090896</c:v>
              </c:pt>
              <c:pt idx="66">
                <c:v>1.202047333886591</c:v>
              </c:pt>
              <c:pt idx="67">
                <c:v>1.202047333886591</c:v>
              </c:pt>
              <c:pt idx="68">
                <c:v>1.202047333886591</c:v>
              </c:pt>
              <c:pt idx="69">
                <c:v>1.202047333886591</c:v>
              </c:pt>
              <c:pt idx="70">
                <c:v>1.202047333886591</c:v>
              </c:pt>
              <c:pt idx="71">
                <c:v>1.202047333886591</c:v>
              </c:pt>
              <c:pt idx="72">
                <c:v>1.202047333886591</c:v>
              </c:pt>
              <c:pt idx="73">
                <c:v>1.202047333886591</c:v>
              </c:pt>
              <c:pt idx="74">
                <c:v>1.202047333886591</c:v>
              </c:pt>
              <c:pt idx="75">
                <c:v>1.202047333886591</c:v>
              </c:pt>
              <c:pt idx="76">
                <c:v>1.202047333886591</c:v>
              </c:pt>
              <c:pt idx="77">
                <c:v>1.202047333886591</c:v>
              </c:pt>
              <c:pt idx="78">
                <c:v>1.202047333886591</c:v>
              </c:pt>
              <c:pt idx="79">
                <c:v>1.202047333886591</c:v>
              </c:pt>
              <c:pt idx="80">
                <c:v>1.202047333886591</c:v>
              </c:pt>
              <c:pt idx="81">
                <c:v>1.202047333886591</c:v>
              </c:pt>
              <c:pt idx="82">
                <c:v>1.202047333886591</c:v>
              </c:pt>
              <c:pt idx="83">
                <c:v>1.202047333886591</c:v>
              </c:pt>
              <c:pt idx="84">
                <c:v>1.202047333886591</c:v>
              </c:pt>
              <c:pt idx="85">
                <c:v>1.202047333886591</c:v>
              </c:pt>
              <c:pt idx="86">
                <c:v>1.202047333886591</c:v>
              </c:pt>
              <c:pt idx="87">
                <c:v>1.202047333886591</c:v>
              </c:pt>
              <c:pt idx="88">
                <c:v>1.202047333886591</c:v>
              </c:pt>
              <c:pt idx="89">
                <c:v>1.202047333886591</c:v>
              </c:pt>
              <c:pt idx="90">
                <c:v>1.202047333886591</c:v>
              </c:pt>
              <c:pt idx="91">
                <c:v>1.202047333886591</c:v>
              </c:pt>
              <c:pt idx="92">
                <c:v>1.1764357172611821</c:v>
              </c:pt>
              <c:pt idx="93">
                <c:v>1.1764357172611821</c:v>
              </c:pt>
              <c:pt idx="94">
                <c:v>1.1764357172611821</c:v>
              </c:pt>
              <c:pt idx="95">
                <c:v>1.1764357172611821</c:v>
              </c:pt>
              <c:pt idx="96">
                <c:v>1.1764357172611821</c:v>
              </c:pt>
              <c:pt idx="97">
                <c:v>1.1764357172611821</c:v>
              </c:pt>
              <c:pt idx="98">
                <c:v>1.1338129867378088</c:v>
              </c:pt>
              <c:pt idx="99">
                <c:v>1.1338129867378088</c:v>
              </c:pt>
              <c:pt idx="100">
                <c:v>1.1338129867378088</c:v>
              </c:pt>
              <c:pt idx="101">
                <c:v>1.1338129867378088</c:v>
              </c:pt>
              <c:pt idx="102">
                <c:v>1.1338129867378088</c:v>
              </c:pt>
              <c:pt idx="103">
                <c:v>1.1338129867378088</c:v>
              </c:pt>
              <c:pt idx="104">
                <c:v>1.106910229859822</c:v>
              </c:pt>
              <c:pt idx="105">
                <c:v>1.106910229859822</c:v>
              </c:pt>
              <c:pt idx="106">
                <c:v>1.106910229859822</c:v>
              </c:pt>
              <c:pt idx="107">
                <c:v>1.106910229859822</c:v>
              </c:pt>
              <c:pt idx="108">
                <c:v>1.0708139605622395</c:v>
              </c:pt>
              <c:pt idx="109">
                <c:v>1.0708139605622395</c:v>
              </c:pt>
              <c:pt idx="110">
                <c:v>1.0300579629370217</c:v>
              </c:pt>
              <c:pt idx="111">
                <c:v>1.0300579629370217</c:v>
              </c:pt>
              <c:pt idx="112">
                <c:v>1.0300579629370217</c:v>
              </c:pt>
              <c:pt idx="113">
                <c:v>1.0300579629370217</c:v>
              </c:pt>
              <c:pt idx="114">
                <c:v>1.0207166041873788</c:v>
              </c:pt>
              <c:pt idx="115">
                <c:v>1.0207166041873788</c:v>
              </c:pt>
              <c:pt idx="116">
                <c:v>1.0197380299663115</c:v>
              </c:pt>
              <c:pt idx="117">
                <c:v>1.0197380299663115</c:v>
              </c:pt>
              <c:pt idx="118">
                <c:v>1.0197380299663115</c:v>
              </c:pt>
              <c:pt idx="119">
                <c:v>1.0197380299663115</c:v>
              </c:pt>
              <c:pt idx="120">
                <c:v>0.9822793432785294</c:v>
              </c:pt>
              <c:pt idx="121">
                <c:v>0.9822793432785294</c:v>
              </c:pt>
              <c:pt idx="122">
                <c:v>0.9822793432785294</c:v>
              </c:pt>
              <c:pt idx="123">
                <c:v>0.9822793432785294</c:v>
              </c:pt>
              <c:pt idx="124">
                <c:v>0.9822793432785294</c:v>
              </c:pt>
              <c:pt idx="125">
                <c:v>0.9822793432785294</c:v>
              </c:pt>
              <c:pt idx="126">
                <c:v>0.9822793432785294</c:v>
              </c:pt>
              <c:pt idx="127">
                <c:v>0.9822793432785294</c:v>
              </c:pt>
              <c:pt idx="128">
                <c:v>0.9822793432785294</c:v>
              </c:pt>
              <c:pt idx="129">
                <c:v>0.9822793432785294</c:v>
              </c:pt>
              <c:pt idx="130">
                <c:v>0.9822793432785294</c:v>
              </c:pt>
              <c:pt idx="131">
                <c:v>0.9822793432785294</c:v>
              </c:pt>
              <c:pt idx="132">
                <c:v>0.9822793432785294</c:v>
              </c:pt>
              <c:pt idx="133">
                <c:v>0.9822793432785294</c:v>
              </c:pt>
              <c:pt idx="134">
                <c:v>0.9362532549050682</c:v>
              </c:pt>
              <c:pt idx="135">
                <c:v>0.9362532549050682</c:v>
              </c:pt>
              <c:pt idx="136">
                <c:v>0.9362532549050682</c:v>
              </c:pt>
              <c:pt idx="137">
                <c:v>0.9362532549050682</c:v>
              </c:pt>
              <c:pt idx="138">
                <c:v>0.8944581310101174</c:v>
              </c:pt>
              <c:pt idx="139">
                <c:v>0.8944581310101174</c:v>
              </c:pt>
              <c:pt idx="140">
                <c:v>0.8742234054941045</c:v>
              </c:pt>
              <c:pt idx="141">
                <c:v>0.8742234054941045</c:v>
              </c:pt>
              <c:pt idx="142">
                <c:v>0.8742234054941045</c:v>
              </c:pt>
              <c:pt idx="143">
                <c:v>0.8742234054941045</c:v>
              </c:pt>
              <c:pt idx="144">
                <c:v>0.8742234054941045</c:v>
              </c:pt>
              <c:pt idx="145">
                <c:v>0.8742234054941045</c:v>
              </c:pt>
              <c:pt idx="146">
                <c:v>0.8742234054941045</c:v>
              </c:pt>
              <c:pt idx="147">
                <c:v>0.8742234054941045</c:v>
              </c:pt>
              <c:pt idx="148">
                <c:v>0.8742234054941045</c:v>
              </c:pt>
              <c:pt idx="149">
                <c:v>0.8742234054941045</c:v>
              </c:pt>
              <c:pt idx="150">
                <c:v>0.8742234054941045</c:v>
              </c:pt>
              <c:pt idx="151">
                <c:v>0.8742234054941045</c:v>
              </c:pt>
              <c:pt idx="152">
                <c:v>0.8742234054941045</c:v>
              </c:pt>
              <c:pt idx="153">
                <c:v>0.8742234054941045</c:v>
              </c:pt>
              <c:pt idx="154">
                <c:v>0.8742234054941045</c:v>
              </c:pt>
              <c:pt idx="155">
                <c:v>0.8742234054941045</c:v>
              </c:pt>
              <c:pt idx="156">
                <c:v>0.8742234054941045</c:v>
              </c:pt>
              <c:pt idx="157">
                <c:v>0.8742234054941045</c:v>
              </c:pt>
              <c:pt idx="158">
                <c:v>0.8225893379797993</c:v>
              </c:pt>
              <c:pt idx="159">
                <c:v>0.8225893379797993</c:v>
              </c:pt>
              <c:pt idx="160">
                <c:v>0.8225893379797993</c:v>
              </c:pt>
              <c:pt idx="161">
                <c:v>0.8225893379797993</c:v>
              </c:pt>
              <c:pt idx="162">
                <c:v>0.8225893379797993</c:v>
              </c:pt>
              <c:pt idx="163">
                <c:v>0.8225893379797993</c:v>
              </c:pt>
              <c:pt idx="164">
                <c:v>0.7936204940236767</c:v>
              </c:pt>
              <c:pt idx="165">
                <c:v>0.7936204940236767</c:v>
              </c:pt>
              <c:pt idx="166">
                <c:v>0.7685675416504213</c:v>
              </c:pt>
              <c:pt idx="167">
                <c:v>0.7685675416504213</c:v>
              </c:pt>
              <c:pt idx="168">
                <c:v>0.7685675416504213</c:v>
              </c:pt>
              <c:pt idx="169">
                <c:v>0.7685675416504213</c:v>
              </c:pt>
              <c:pt idx="170">
                <c:v>0.7320778777435296</c:v>
              </c:pt>
              <c:pt idx="171">
                <c:v>0.7320778777435296</c:v>
              </c:pt>
              <c:pt idx="172">
                <c:v>0.7320778777435296</c:v>
              </c:pt>
              <c:pt idx="173">
                <c:v>0.7320778777435296</c:v>
              </c:pt>
              <c:pt idx="174">
                <c:v>0.7320778777435296</c:v>
              </c:pt>
              <c:pt idx="175">
                <c:v>0.7320778777435296</c:v>
              </c:pt>
              <c:pt idx="176">
                <c:v>0.7320778777435296</c:v>
              </c:pt>
              <c:pt idx="177">
                <c:v>0.7320778777435296</c:v>
              </c:pt>
              <c:pt idx="178">
                <c:v>0.7320778777435296</c:v>
              </c:pt>
              <c:pt idx="179">
                <c:v>0.7320778777435296</c:v>
              </c:pt>
              <c:pt idx="180">
                <c:v>0.7320778777435296</c:v>
              </c:pt>
              <c:pt idx="181">
                <c:v>0.7320778777435296</c:v>
              </c:pt>
              <c:pt idx="182">
                <c:v>0.7212072728963598</c:v>
              </c:pt>
              <c:pt idx="183">
                <c:v>0.7212072728963598</c:v>
              </c:pt>
              <c:pt idx="184">
                <c:v>0.7212072728963598</c:v>
              </c:pt>
              <c:pt idx="185">
                <c:v>0.7212072728963598</c:v>
              </c:pt>
              <c:pt idx="186">
                <c:v>0.7212072728963598</c:v>
              </c:pt>
              <c:pt idx="187">
                <c:v>0.7212072728963598</c:v>
              </c:pt>
              <c:pt idx="188">
                <c:v>0.6825790827921302</c:v>
              </c:pt>
              <c:pt idx="189">
                <c:v>0.6825790827921302</c:v>
              </c:pt>
              <c:pt idx="190">
                <c:v>0.6825790827921302</c:v>
              </c:pt>
              <c:pt idx="191">
                <c:v>0.6825790827921302</c:v>
              </c:pt>
              <c:pt idx="192">
                <c:v>0.6825790827921302</c:v>
              </c:pt>
              <c:pt idx="193">
                <c:v>0.6825790827921302</c:v>
              </c:pt>
              <c:pt idx="194">
                <c:v>0.6825790827921302</c:v>
              </c:pt>
              <c:pt idx="195">
                <c:v>0.6825790827921302</c:v>
              </c:pt>
              <c:pt idx="196">
                <c:v>0.6297388317808047</c:v>
              </c:pt>
              <c:pt idx="197">
                <c:v>0.6297388317808047</c:v>
              </c:pt>
              <c:pt idx="198">
                <c:v>0.6297388317808047</c:v>
              </c:pt>
              <c:pt idx="199">
                <c:v>0.6297388317808047</c:v>
              </c:pt>
              <c:pt idx="200">
                <c:v>0.5973707626521277</c:v>
              </c:pt>
              <c:pt idx="201">
                <c:v>0.5973707626521277</c:v>
              </c:pt>
              <c:pt idx="202">
                <c:v>0.5973707626521277</c:v>
              </c:pt>
              <c:pt idx="203">
                <c:v>0.5973707626521277</c:v>
              </c:pt>
              <c:pt idx="204">
                <c:v>0.5973707626521277</c:v>
              </c:pt>
              <c:pt idx="205">
                <c:v>0.5973707626521277</c:v>
              </c:pt>
              <c:pt idx="206">
                <c:v>0.5929670811558705</c:v>
              </c:pt>
              <c:pt idx="207">
                <c:v>0.5929670811558705</c:v>
              </c:pt>
              <c:pt idx="208">
                <c:v>0.5929670811558705</c:v>
              </c:pt>
              <c:pt idx="209">
                <c:v>0.5929670811558705</c:v>
              </c:pt>
              <c:pt idx="210">
                <c:v>0.5660710734463668</c:v>
              </c:pt>
              <c:pt idx="211">
                <c:v>0.5660710734463668</c:v>
              </c:pt>
              <c:pt idx="212">
                <c:v>0.5589857622840947</c:v>
              </c:pt>
              <c:pt idx="213">
                <c:v>0.5589857622840947</c:v>
              </c:pt>
              <c:pt idx="214">
                <c:v>0.5437018462763472</c:v>
              </c:pt>
              <c:pt idx="215">
                <c:v>0.5437018462763472</c:v>
              </c:pt>
              <c:pt idx="216">
                <c:v>0.5437018462763472</c:v>
              </c:pt>
              <c:pt idx="217">
                <c:v>0.5437018462763472</c:v>
              </c:pt>
              <c:pt idx="218">
                <c:v>0.5437018462763472</c:v>
              </c:pt>
              <c:pt idx="219">
                <c:v>0.5437018462763472</c:v>
              </c:pt>
              <c:pt idx="220">
                <c:v>0.5005459174139384</c:v>
              </c:pt>
              <c:pt idx="221">
                <c:v>0.5005459174139384</c:v>
              </c:pt>
              <c:pt idx="222">
                <c:v>0.5005459174139384</c:v>
              </c:pt>
              <c:pt idx="223">
                <c:v>0.5005459174139384</c:v>
              </c:pt>
              <c:pt idx="224">
                <c:v>0.5005459174139384</c:v>
              </c:pt>
              <c:pt idx="225">
                <c:v>0.5005459174139384</c:v>
              </c:pt>
              <c:pt idx="226">
                <c:v>0.5005459174139384</c:v>
              </c:pt>
              <c:pt idx="227">
                <c:v>0.5005459174139384</c:v>
              </c:pt>
              <c:pt idx="228">
                <c:v>0.5005459174139384</c:v>
              </c:pt>
              <c:pt idx="229">
                <c:v>0.5005459174139384</c:v>
              </c:pt>
              <c:pt idx="230">
                <c:v>0.5005459174139384</c:v>
              </c:pt>
              <c:pt idx="231">
                <c:v>0.5005459174139384</c:v>
              </c:pt>
              <c:pt idx="232">
                <c:v>0.5005459174139384</c:v>
              </c:pt>
              <c:pt idx="233">
                <c:v>0.5005459174139384</c:v>
              </c:pt>
              <c:pt idx="234">
                <c:v>0.4730728576439634</c:v>
              </c:pt>
              <c:pt idx="235">
                <c:v>0.4730728576439634</c:v>
              </c:pt>
              <c:pt idx="236">
                <c:v>0.4498288533584462</c:v>
              </c:pt>
              <c:pt idx="237">
                <c:v>0.4498288533584462</c:v>
              </c:pt>
              <c:pt idx="238">
                <c:v>0.41843597816730305</c:v>
              </c:pt>
              <c:pt idx="239">
                <c:v>0.41843597816730305</c:v>
              </c:pt>
              <c:pt idx="240">
                <c:v>0.38935032477807113</c:v>
              </c:pt>
              <c:pt idx="241">
                <c:v>0.38935032477807113</c:v>
              </c:pt>
              <c:pt idx="242">
                <c:v>0.38935032477807113</c:v>
              </c:pt>
              <c:pt idx="243">
                <c:v>0.38935032477807113</c:v>
              </c:pt>
              <c:pt idx="244">
                <c:v>0.38935032477807113</c:v>
              </c:pt>
              <c:pt idx="245">
                <c:v>0.38935032477807113</c:v>
              </c:pt>
              <c:pt idx="246">
                <c:v>0.38935032477807113</c:v>
              </c:pt>
              <c:pt idx="247">
                <c:v>0.38935032477807113</c:v>
              </c:pt>
              <c:pt idx="248">
                <c:v>0.38935032477807113</c:v>
              </c:pt>
              <c:pt idx="249">
                <c:v>0.38935032477807113</c:v>
              </c:pt>
              <c:pt idx="250">
                <c:v>0.38935032477807113</c:v>
              </c:pt>
              <c:pt idx="251">
                <c:v>0.38935032477807113</c:v>
              </c:pt>
              <c:pt idx="252">
                <c:v>0.38935032477807113</c:v>
              </c:pt>
              <c:pt idx="253">
                <c:v>0.38935032477807113</c:v>
              </c:pt>
              <c:pt idx="254">
                <c:v>0.38935032477807113</c:v>
              </c:pt>
              <c:pt idx="255">
                <c:v>0.38935032477807113</c:v>
              </c:pt>
              <c:pt idx="256">
                <c:v>0.38935032477807113</c:v>
              </c:pt>
              <c:pt idx="257">
                <c:v>0.38935032477807113</c:v>
              </c:pt>
              <c:pt idx="258">
                <c:v>0.38935032477807113</c:v>
              </c:pt>
              <c:pt idx="259">
                <c:v>0.38935032477807113</c:v>
              </c:pt>
              <c:pt idx="260">
                <c:v>0.35951090049600615</c:v>
              </c:pt>
              <c:pt idx="261">
                <c:v>0.35951090049600615</c:v>
              </c:pt>
              <c:pt idx="262">
                <c:v>0.35951090049600615</c:v>
              </c:pt>
              <c:pt idx="263">
                <c:v>0.35951090049600615</c:v>
              </c:pt>
              <c:pt idx="264">
                <c:v>0.35951090049600615</c:v>
              </c:pt>
              <c:pt idx="265">
                <c:v>0.35951090049600615</c:v>
              </c:pt>
              <c:pt idx="266">
                <c:v>0.35951090049600615</c:v>
              </c:pt>
              <c:pt idx="267">
                <c:v>0.35951090049600615</c:v>
              </c:pt>
              <c:pt idx="268">
                <c:v>0.35951090049600615</c:v>
              </c:pt>
              <c:pt idx="269">
                <c:v>0.35951090049600615</c:v>
              </c:pt>
              <c:pt idx="270">
                <c:v>0.35951090049600615</c:v>
              </c:pt>
              <c:pt idx="271">
                <c:v>0.35951090049600615</c:v>
              </c:pt>
              <c:pt idx="272">
                <c:v>0.35951090049600615</c:v>
              </c:pt>
              <c:pt idx="273">
                <c:v>0.35951090049600615</c:v>
              </c:pt>
              <c:pt idx="274">
                <c:v>0.35951090049600615</c:v>
              </c:pt>
              <c:pt idx="275">
                <c:v>0.35951090049600615</c:v>
              </c:pt>
              <c:pt idx="276">
                <c:v>0.34075931395945375</c:v>
              </c:pt>
              <c:pt idx="277">
                <c:v>0.34075931395945375</c:v>
              </c:pt>
              <c:pt idx="278">
                <c:v>0.34075931395945375</c:v>
              </c:pt>
              <c:pt idx="279">
                <c:v>0.34075931395945375</c:v>
              </c:pt>
              <c:pt idx="280">
                <c:v>0.3183101731997971</c:v>
              </c:pt>
              <c:pt idx="281">
                <c:v>0.3183101731997971</c:v>
              </c:pt>
              <c:pt idx="282">
                <c:v>0.3183101731997971</c:v>
              </c:pt>
              <c:pt idx="283">
                <c:v>0.3183101731997971</c:v>
              </c:pt>
              <c:pt idx="284">
                <c:v>0.3183101731997971</c:v>
              </c:pt>
              <c:pt idx="285">
                <c:v>0.3183101731997971</c:v>
              </c:pt>
              <c:pt idx="286">
                <c:v>0.3183101731997971</c:v>
              </c:pt>
              <c:pt idx="287">
                <c:v>0.3183101731997971</c:v>
              </c:pt>
              <c:pt idx="288">
                <c:v>0.3183101731997971</c:v>
              </c:pt>
              <c:pt idx="289">
                <c:v>0.3183101731997971</c:v>
              </c:pt>
              <c:pt idx="290">
                <c:v>0.2926870422619875</c:v>
              </c:pt>
              <c:pt idx="291">
                <c:v>0.2926870422619875</c:v>
              </c:pt>
              <c:pt idx="292">
                <c:v>0.2926870422619875</c:v>
              </c:pt>
              <c:pt idx="293">
                <c:v>0.2926870422619875</c:v>
              </c:pt>
              <c:pt idx="294">
                <c:v>0.24124064293407171</c:v>
              </c:pt>
              <c:pt idx="295">
                <c:v>0.24124064293407171</c:v>
              </c:pt>
              <c:pt idx="296">
                <c:v>0.20488230409856575</c:v>
              </c:pt>
              <c:pt idx="297">
                <c:v>0.20488230409856575</c:v>
              </c:pt>
              <c:pt idx="298">
                <c:v>0.20488230409856575</c:v>
              </c:pt>
              <c:pt idx="299">
                <c:v>0.20488230409856575</c:v>
              </c:pt>
              <c:pt idx="300">
                <c:v>0.20488230409856575</c:v>
              </c:pt>
              <c:pt idx="301">
                <c:v>0.20488230409856575</c:v>
              </c:pt>
              <c:pt idx="302">
                <c:v>0.20488230409856575</c:v>
              </c:pt>
              <c:pt idx="303">
                <c:v>0.20488230409856575</c:v>
              </c:pt>
              <c:pt idx="304">
                <c:v>0.20488230409856575</c:v>
              </c:pt>
              <c:pt idx="305">
                <c:v>0.20488230409856575</c:v>
              </c:pt>
              <c:pt idx="306">
                <c:v>0.20488230409856575</c:v>
              </c:pt>
              <c:pt idx="307">
                <c:v>0.20488230409856575</c:v>
              </c:pt>
              <c:pt idx="308">
                <c:v>0.1584889376946661</c:v>
              </c:pt>
              <c:pt idx="309">
                <c:v>0.1584889376946661</c:v>
              </c:pt>
              <c:pt idx="310">
                <c:v>0.1584889376946661</c:v>
              </c:pt>
              <c:pt idx="311">
                <c:v>0.1584889376946661</c:v>
              </c:pt>
              <c:pt idx="312">
                <c:v>0.1584889376946661</c:v>
              </c:pt>
              <c:pt idx="313">
                <c:v>0.1584889376946661</c:v>
              </c:pt>
              <c:pt idx="314">
                <c:v>0.1584889376946661</c:v>
              </c:pt>
              <c:pt idx="315">
                <c:v>0.1584889376946661</c:v>
              </c:pt>
              <c:pt idx="316">
                <c:v>0.1584889376946661</c:v>
              </c:pt>
              <c:pt idx="317">
                <c:v>0.1584889376946661</c:v>
              </c:pt>
              <c:pt idx="318">
                <c:v>0.15360218511723187</c:v>
              </c:pt>
              <c:pt idx="319">
                <c:v>0.15360218511723187</c:v>
              </c:pt>
              <c:pt idx="320">
                <c:v>0.15360218511723187</c:v>
              </c:pt>
              <c:pt idx="321">
                <c:v>0.15360218511723187</c:v>
              </c:pt>
              <c:pt idx="322">
                <c:v>0.15360218511723187</c:v>
              </c:pt>
              <c:pt idx="323">
                <c:v>0.15360218511723187</c:v>
              </c:pt>
              <c:pt idx="324">
                <c:v>0.13872895102835736</c:v>
              </c:pt>
              <c:pt idx="325">
                <c:v>0.13872895102835736</c:v>
              </c:pt>
              <c:pt idx="326">
                <c:v>0.13872895102835736</c:v>
              </c:pt>
              <c:pt idx="327">
                <c:v>0.13872895102835736</c:v>
              </c:pt>
              <c:pt idx="328">
                <c:v>0.13872895102835736</c:v>
              </c:pt>
              <c:pt idx="329">
                <c:v>0.13872895102835736</c:v>
              </c:pt>
              <c:pt idx="330">
                <c:v>0.13872895102835736</c:v>
              </c:pt>
              <c:pt idx="331">
                <c:v>0.13872895102835736</c:v>
              </c:pt>
              <c:pt idx="332">
                <c:v>0.13872895102835736</c:v>
              </c:pt>
              <c:pt idx="333">
                <c:v>0.13872895102835736</c:v>
              </c:pt>
              <c:pt idx="334">
                <c:v>0.13872895102835736</c:v>
              </c:pt>
              <c:pt idx="335">
                <c:v>0.13872895102835736</c:v>
              </c:pt>
              <c:pt idx="336">
                <c:v>0.13872895102835736</c:v>
              </c:pt>
              <c:pt idx="337">
                <c:v>0.13872895102835736</c:v>
              </c:pt>
              <c:pt idx="338">
                <c:v>0.13872895102835736</c:v>
              </c:pt>
              <c:pt idx="339">
                <c:v>0.13872895102835736</c:v>
              </c:pt>
              <c:pt idx="340">
                <c:v>0.13872895102835736</c:v>
              </c:pt>
              <c:pt idx="341">
                <c:v>0.13872895102835736</c:v>
              </c:pt>
              <c:pt idx="342">
                <c:v>0.13872895102835736</c:v>
              </c:pt>
              <c:pt idx="343">
                <c:v>0.13872895102835736</c:v>
              </c:pt>
              <c:pt idx="344">
                <c:v>0.13872895102835736</c:v>
              </c:pt>
              <c:pt idx="345">
                <c:v>0.13872895102835736</c:v>
              </c:pt>
              <c:pt idx="346">
                <c:v>0.13152719530515164</c:v>
              </c:pt>
              <c:pt idx="347">
                <c:v>0.13152719530515164</c:v>
              </c:pt>
              <c:pt idx="348">
                <c:v>0.1213497972041898</c:v>
              </c:pt>
              <c:pt idx="349">
                <c:v>0.1213497972041898</c:v>
              </c:pt>
              <c:pt idx="350">
                <c:v>0.1213497972041898</c:v>
              </c:pt>
              <c:pt idx="351">
                <c:v>0.1213497972041898</c:v>
              </c:pt>
              <c:pt idx="352">
                <c:v>0.1213497972041898</c:v>
              </c:pt>
              <c:pt idx="353">
                <c:v>0.1213497972041898</c:v>
              </c:pt>
              <c:pt idx="354">
                <c:v>0.1213497972041898</c:v>
              </c:pt>
              <c:pt idx="355">
                <c:v>0.1213497972041898</c:v>
              </c:pt>
              <c:pt idx="356">
                <c:v>0.1213497972041898</c:v>
              </c:pt>
              <c:pt idx="357">
                <c:v>0.1213497972041898</c:v>
              </c:pt>
              <c:pt idx="358">
                <c:v>0.1213497972041898</c:v>
              </c:pt>
              <c:pt idx="359">
                <c:v>0.1213497972041898</c:v>
              </c:pt>
              <c:pt idx="360">
                <c:v>0.1213497972041898</c:v>
              </c:pt>
              <c:pt idx="361">
                <c:v>0.1213497972041898</c:v>
              </c:pt>
              <c:pt idx="362">
                <c:v>0.1213497972041898</c:v>
              </c:pt>
              <c:pt idx="363">
                <c:v>0.1213497972041898</c:v>
              </c:pt>
              <c:pt idx="364">
                <c:v>0.1213497972041898</c:v>
              </c:pt>
              <c:pt idx="365">
                <c:v>0.1213497972041898</c:v>
              </c:pt>
              <c:pt idx="366">
                <c:v>0.1213497972041898</c:v>
              </c:pt>
              <c:pt idx="367">
                <c:v>0.1213497972041898</c:v>
              </c:pt>
              <c:pt idx="368">
                <c:v>0.1213497972041898</c:v>
              </c:pt>
              <c:pt idx="369">
                <c:v>0.1213497972041898</c:v>
              </c:pt>
              <c:pt idx="370">
                <c:v>0.1213497972041898</c:v>
              </c:pt>
              <c:pt idx="371">
                <c:v>0.1213497972041898</c:v>
              </c:pt>
              <c:pt idx="372">
                <c:v>0.1213497972041898</c:v>
              </c:pt>
              <c:pt idx="373">
                <c:v>0.1213497972041898</c:v>
              </c:pt>
              <c:pt idx="374">
                <c:v>0.11608756976003178</c:v>
              </c:pt>
              <c:pt idx="375">
                <c:v>0.11608756976003178</c:v>
              </c:pt>
              <c:pt idx="376">
                <c:v>0.11608756976003178</c:v>
              </c:pt>
              <c:pt idx="377">
                <c:v>0.11608756976003178</c:v>
              </c:pt>
              <c:pt idx="378">
                <c:v>0.11608756976003178</c:v>
              </c:pt>
              <c:pt idx="379">
                <c:v>0.11608756976003178</c:v>
              </c:pt>
              <c:pt idx="380">
                <c:v>0.11608756976003178</c:v>
              </c:pt>
              <c:pt idx="381">
                <c:v>0.11608756976003178</c:v>
              </c:pt>
              <c:pt idx="382">
                <c:v>0.11608756976003178</c:v>
              </c:pt>
              <c:pt idx="383">
                <c:v>0.11608756976003178</c:v>
              </c:pt>
              <c:pt idx="384">
                <c:v>0.11608756976003178</c:v>
              </c:pt>
              <c:pt idx="385">
                <c:v>0.11608756976003178</c:v>
              </c:pt>
              <c:pt idx="386">
                <c:v>0.11608756976003178</c:v>
              </c:pt>
              <c:pt idx="387">
                <c:v>0.11608756976003178</c:v>
              </c:pt>
              <c:pt idx="388">
                <c:v>0.11608756976003178</c:v>
              </c:pt>
              <c:pt idx="389">
                <c:v>0.11608756976003178</c:v>
              </c:pt>
              <c:pt idx="390">
                <c:v>0.11608756976003178</c:v>
              </c:pt>
              <c:pt idx="391">
                <c:v>0.11608756976003178</c:v>
              </c:pt>
              <c:pt idx="392">
                <c:v>0.11608756976003178</c:v>
              </c:pt>
              <c:pt idx="393">
                <c:v>0.11608756976003178</c:v>
              </c:pt>
              <c:pt idx="394">
                <c:v>0.11608756976003178</c:v>
              </c:pt>
              <c:pt idx="395">
                <c:v>0.11608756976003178</c:v>
              </c:pt>
              <c:pt idx="396">
                <c:v>0.11608756976003178</c:v>
              </c:pt>
              <c:pt idx="397">
                <c:v>0.11608756976003178</c:v>
              </c:pt>
              <c:pt idx="398">
                <c:v>0.11608756976003178</c:v>
              </c:pt>
              <c:pt idx="399">
                <c:v>0.11608756976003178</c:v>
              </c:pt>
              <c:pt idx="400">
                <c:v>0.11608756976003178</c:v>
              </c:pt>
              <c:pt idx="401">
                <c:v>0.11608756976003178</c:v>
              </c:pt>
              <c:pt idx="402">
                <c:v>0.11608756976003178</c:v>
              </c:pt>
              <c:pt idx="403">
                <c:v>0.11608756976003178</c:v>
              </c:pt>
              <c:pt idx="404">
                <c:v>0.11608756976003178</c:v>
              </c:pt>
              <c:pt idx="405">
                <c:v>0.11608756976003178</c:v>
              </c:pt>
              <c:pt idx="406">
                <c:v>0.11608756976003178</c:v>
              </c:pt>
              <c:pt idx="407">
                <c:v>0.11608756976003178</c:v>
              </c:pt>
              <c:pt idx="408">
                <c:v>0.11608756976003178</c:v>
              </c:pt>
              <c:pt idx="409">
                <c:v>0.11608756976003178</c:v>
              </c:pt>
              <c:pt idx="410">
                <c:v>0.11608756976003178</c:v>
              </c:pt>
              <c:pt idx="411">
                <c:v>0.11608756976003178</c:v>
              </c:pt>
            </c:numLit>
          </c:yVal>
          <c:smooth val="0"/>
        </c:ser>
        <c:ser>
          <c:idx val="2"/>
          <c:order val="2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</c:numLit>
          </c:xVal>
          <c:yVal>
            <c:numLit>
              <c:formatCode>0.0</c:formatCode>
              <c:ptCount val="412"/>
              <c:pt idx="0">
                <c:v>1.283387195849231</c:v>
              </c:pt>
              <c:pt idx="1">
                <c:v>1.283387195849231</c:v>
              </c:pt>
              <c:pt idx="2">
                <c:v>1.283387195849231</c:v>
              </c:pt>
              <c:pt idx="3">
                <c:v>1.283387195849231</c:v>
              </c:pt>
              <c:pt idx="4">
                <c:v>1.283387195849231</c:v>
              </c:pt>
              <c:pt idx="5">
                <c:v>1.283387195849231</c:v>
              </c:pt>
              <c:pt idx="6">
                <c:v>1.283387195849231</c:v>
              </c:pt>
              <c:pt idx="7">
                <c:v>1.283387195849231</c:v>
              </c:pt>
              <c:pt idx="8">
                <c:v>1.283387195849231</c:v>
              </c:pt>
              <c:pt idx="9">
                <c:v>1.283387195849231</c:v>
              </c:pt>
              <c:pt idx="10">
                <c:v>1.283387195849231</c:v>
              </c:pt>
              <c:pt idx="11">
                <c:v>1.283387195849231</c:v>
              </c:pt>
              <c:pt idx="12">
                <c:v>1.283387195849231</c:v>
              </c:pt>
              <c:pt idx="13">
                <c:v>1.283387195849231</c:v>
              </c:pt>
              <c:pt idx="14">
                <c:v>1.283387195849231</c:v>
              </c:pt>
              <c:pt idx="15">
                <c:v>1.283387195849231</c:v>
              </c:pt>
              <c:pt idx="16">
                <c:v>1.283387195849231</c:v>
              </c:pt>
              <c:pt idx="17">
                <c:v>1.283387195849231</c:v>
              </c:pt>
              <c:pt idx="18">
                <c:v>1.283387195849231</c:v>
              </c:pt>
              <c:pt idx="19">
                <c:v>1.283387195849231</c:v>
              </c:pt>
              <c:pt idx="20">
                <c:v>1.283387195849231</c:v>
              </c:pt>
              <c:pt idx="21">
                <c:v>1.283387195849231</c:v>
              </c:pt>
              <c:pt idx="22">
                <c:v>1.283387195849231</c:v>
              </c:pt>
              <c:pt idx="23">
                <c:v>1.283387195849231</c:v>
              </c:pt>
              <c:pt idx="24">
                <c:v>1.283387195849231</c:v>
              </c:pt>
              <c:pt idx="25">
                <c:v>1.283387195849231</c:v>
              </c:pt>
              <c:pt idx="26">
                <c:v>1.283387195849231</c:v>
              </c:pt>
              <c:pt idx="27">
                <c:v>1.283387195849231</c:v>
              </c:pt>
              <c:pt idx="28">
                <c:v>1.283387195849231</c:v>
              </c:pt>
              <c:pt idx="29">
                <c:v>1.283387195849231</c:v>
              </c:pt>
              <c:pt idx="30">
                <c:v>1.283387195849231</c:v>
              </c:pt>
              <c:pt idx="31">
                <c:v>1.283387195849231</c:v>
              </c:pt>
              <c:pt idx="32">
                <c:v>1.283387195849231</c:v>
              </c:pt>
              <c:pt idx="33">
                <c:v>1.283387195849231</c:v>
              </c:pt>
              <c:pt idx="34">
                <c:v>1.283387195849231</c:v>
              </c:pt>
              <c:pt idx="35">
                <c:v>1.283387195849231</c:v>
              </c:pt>
              <c:pt idx="36">
                <c:v>1.283387195849231</c:v>
              </c:pt>
              <c:pt idx="37">
                <c:v>1.283387195849231</c:v>
              </c:pt>
              <c:pt idx="38">
                <c:v>1.283387195849231</c:v>
              </c:pt>
              <c:pt idx="39">
                <c:v>1.283387195849231</c:v>
              </c:pt>
              <c:pt idx="40">
                <c:v>1.283387195849231</c:v>
              </c:pt>
              <c:pt idx="41">
                <c:v>1.283387195849231</c:v>
              </c:pt>
              <c:pt idx="42">
                <c:v>1.283387195849231</c:v>
              </c:pt>
              <c:pt idx="43">
                <c:v>1.283387195849231</c:v>
              </c:pt>
              <c:pt idx="44">
                <c:v>1.283387195849231</c:v>
              </c:pt>
              <c:pt idx="45">
                <c:v>1.283387195849231</c:v>
              </c:pt>
              <c:pt idx="46">
                <c:v>1.283387195849231</c:v>
              </c:pt>
              <c:pt idx="47">
                <c:v>1.283387195849231</c:v>
              </c:pt>
              <c:pt idx="48">
                <c:v>1.283387195849231</c:v>
              </c:pt>
              <c:pt idx="49">
                <c:v>1.283387195849231</c:v>
              </c:pt>
              <c:pt idx="50">
                <c:v>1.283387195849231</c:v>
              </c:pt>
              <c:pt idx="51">
                <c:v>1.283387195849231</c:v>
              </c:pt>
              <c:pt idx="52">
                <c:v>1.283387195849231</c:v>
              </c:pt>
              <c:pt idx="53">
                <c:v>1.283387195849231</c:v>
              </c:pt>
              <c:pt idx="54">
                <c:v>1.283387195849231</c:v>
              </c:pt>
              <c:pt idx="55">
                <c:v>1.283387195849231</c:v>
              </c:pt>
              <c:pt idx="56">
                <c:v>1.283387195849231</c:v>
              </c:pt>
              <c:pt idx="57">
                <c:v>1.283387195849231</c:v>
              </c:pt>
              <c:pt idx="58">
                <c:v>1.283387195849231</c:v>
              </c:pt>
              <c:pt idx="59">
                <c:v>1.283387195849231</c:v>
              </c:pt>
              <c:pt idx="60">
                <c:v>1.283387195849231</c:v>
              </c:pt>
              <c:pt idx="61">
                <c:v>1.283387195849231</c:v>
              </c:pt>
              <c:pt idx="62">
                <c:v>1.283387195849231</c:v>
              </c:pt>
              <c:pt idx="63">
                <c:v>1.283387195849231</c:v>
              </c:pt>
              <c:pt idx="64">
                <c:v>1.283387195849231</c:v>
              </c:pt>
              <c:pt idx="65">
                <c:v>1.283387195849231</c:v>
              </c:pt>
              <c:pt idx="66">
                <c:v>1.283387195849231</c:v>
              </c:pt>
              <c:pt idx="67">
                <c:v>1.283387195849231</c:v>
              </c:pt>
              <c:pt idx="68">
                <c:v>1.283387195849231</c:v>
              </c:pt>
              <c:pt idx="69">
                <c:v>1.283387195849231</c:v>
              </c:pt>
              <c:pt idx="70">
                <c:v>1.283387195849231</c:v>
              </c:pt>
              <c:pt idx="71">
                <c:v>1.283387195849231</c:v>
              </c:pt>
              <c:pt idx="72">
                <c:v>1.283387195849231</c:v>
              </c:pt>
              <c:pt idx="73">
                <c:v>1.283387195849231</c:v>
              </c:pt>
              <c:pt idx="74">
                <c:v>1.283387195849231</c:v>
              </c:pt>
              <c:pt idx="75">
                <c:v>1.283387195849231</c:v>
              </c:pt>
              <c:pt idx="76">
                <c:v>1.283387195849231</c:v>
              </c:pt>
              <c:pt idx="77">
                <c:v>1.283387195849231</c:v>
              </c:pt>
              <c:pt idx="78">
                <c:v>1.283387195849231</c:v>
              </c:pt>
              <c:pt idx="79">
                <c:v>1.283387195849231</c:v>
              </c:pt>
              <c:pt idx="80">
                <c:v>1.283387195849231</c:v>
              </c:pt>
              <c:pt idx="81">
                <c:v>1.283387195849231</c:v>
              </c:pt>
              <c:pt idx="82">
                <c:v>1.283387195849231</c:v>
              </c:pt>
              <c:pt idx="83">
                <c:v>1.283387195849231</c:v>
              </c:pt>
              <c:pt idx="84">
                <c:v>1.283387195849231</c:v>
              </c:pt>
              <c:pt idx="85">
                <c:v>1.283387195849231</c:v>
              </c:pt>
              <c:pt idx="86">
                <c:v>1.283387195849231</c:v>
              </c:pt>
              <c:pt idx="87">
                <c:v>1.283387195849231</c:v>
              </c:pt>
              <c:pt idx="88">
                <c:v>1.283387195849231</c:v>
              </c:pt>
              <c:pt idx="89">
                <c:v>1.283387195849231</c:v>
              </c:pt>
              <c:pt idx="90">
                <c:v>1.283387195849231</c:v>
              </c:pt>
              <c:pt idx="91">
                <c:v>1.283387195849231</c:v>
              </c:pt>
              <c:pt idx="92">
                <c:v>1.283387195849231</c:v>
              </c:pt>
              <c:pt idx="93">
                <c:v>1.283387195849231</c:v>
              </c:pt>
              <c:pt idx="94">
                <c:v>1.283387195849231</c:v>
              </c:pt>
              <c:pt idx="95">
                <c:v>1.283387195849231</c:v>
              </c:pt>
              <c:pt idx="96">
                <c:v>1.283387195849231</c:v>
              </c:pt>
              <c:pt idx="97">
                <c:v>1.283387195849231</c:v>
              </c:pt>
              <c:pt idx="98">
                <c:v>1.283387195849231</c:v>
              </c:pt>
              <c:pt idx="99">
                <c:v>1.283387195849231</c:v>
              </c:pt>
              <c:pt idx="100">
                <c:v>1.283387195849231</c:v>
              </c:pt>
              <c:pt idx="101">
                <c:v>1.283387195849231</c:v>
              </c:pt>
              <c:pt idx="102">
                <c:v>1.283387195849231</c:v>
              </c:pt>
              <c:pt idx="103">
                <c:v>1.283387195849231</c:v>
              </c:pt>
              <c:pt idx="104">
                <c:v>1.283387195849231</c:v>
              </c:pt>
              <c:pt idx="105">
                <c:v>1.283387195849231</c:v>
              </c:pt>
              <c:pt idx="106">
                <c:v>1.283387195849231</c:v>
              </c:pt>
              <c:pt idx="107">
                <c:v>1.283387195849231</c:v>
              </c:pt>
              <c:pt idx="108">
                <c:v>1.283387195849231</c:v>
              </c:pt>
              <c:pt idx="109">
                <c:v>1.283387195849231</c:v>
              </c:pt>
              <c:pt idx="110">
                <c:v>1.283387195849231</c:v>
              </c:pt>
              <c:pt idx="111">
                <c:v>1.283387195849231</c:v>
              </c:pt>
              <c:pt idx="112">
                <c:v>1.283387195849231</c:v>
              </c:pt>
              <c:pt idx="113">
                <c:v>1.283387195849231</c:v>
              </c:pt>
              <c:pt idx="114">
                <c:v>1.283387195849231</c:v>
              </c:pt>
              <c:pt idx="115">
                <c:v>1.283387195849231</c:v>
              </c:pt>
              <c:pt idx="116">
                <c:v>1.283387195849231</c:v>
              </c:pt>
              <c:pt idx="117">
                <c:v>1.283387195849231</c:v>
              </c:pt>
              <c:pt idx="118">
                <c:v>1.283387195849231</c:v>
              </c:pt>
              <c:pt idx="119">
                <c:v>1.283387195849231</c:v>
              </c:pt>
              <c:pt idx="120">
                <c:v>1.283387195849231</c:v>
              </c:pt>
              <c:pt idx="121">
                <c:v>1.283387195849231</c:v>
              </c:pt>
              <c:pt idx="122">
                <c:v>1.283387195849231</c:v>
              </c:pt>
              <c:pt idx="123">
                <c:v>1.283387195849231</c:v>
              </c:pt>
              <c:pt idx="124">
                <c:v>1.283387195849231</c:v>
              </c:pt>
              <c:pt idx="125">
                <c:v>1.283387195849231</c:v>
              </c:pt>
              <c:pt idx="126">
                <c:v>1.283387195849231</c:v>
              </c:pt>
              <c:pt idx="127">
                <c:v>1.283387195849231</c:v>
              </c:pt>
              <c:pt idx="128">
                <c:v>1.283387195849231</c:v>
              </c:pt>
              <c:pt idx="129">
                <c:v>1.283387195849231</c:v>
              </c:pt>
              <c:pt idx="130">
                <c:v>1.283387195849231</c:v>
              </c:pt>
              <c:pt idx="131">
                <c:v>1.283387195849231</c:v>
              </c:pt>
              <c:pt idx="132">
                <c:v>1.283387195849231</c:v>
              </c:pt>
              <c:pt idx="133">
                <c:v>1.283387195849231</c:v>
              </c:pt>
              <c:pt idx="134">
                <c:v>1.283387195849231</c:v>
              </c:pt>
              <c:pt idx="135">
                <c:v>1.283387195849231</c:v>
              </c:pt>
              <c:pt idx="136">
                <c:v>1.283387195849231</c:v>
              </c:pt>
              <c:pt idx="137">
                <c:v>1.283387195849231</c:v>
              </c:pt>
              <c:pt idx="138">
                <c:v>1.283387195849231</c:v>
              </c:pt>
              <c:pt idx="139">
                <c:v>1.283387195849231</c:v>
              </c:pt>
              <c:pt idx="140">
                <c:v>1.283387195849231</c:v>
              </c:pt>
              <c:pt idx="141">
                <c:v>1.283387195849231</c:v>
              </c:pt>
              <c:pt idx="142">
                <c:v>1.283387195849231</c:v>
              </c:pt>
              <c:pt idx="143">
                <c:v>1.283387195849231</c:v>
              </c:pt>
              <c:pt idx="144">
                <c:v>1.283387195849231</c:v>
              </c:pt>
              <c:pt idx="145">
                <c:v>1.283387195849231</c:v>
              </c:pt>
              <c:pt idx="146">
                <c:v>1.283387195849231</c:v>
              </c:pt>
              <c:pt idx="147">
                <c:v>1.283387195849231</c:v>
              </c:pt>
              <c:pt idx="148">
                <c:v>1.283387195849231</c:v>
              </c:pt>
              <c:pt idx="149">
                <c:v>1.283387195849231</c:v>
              </c:pt>
              <c:pt idx="150">
                <c:v>1.283387195849231</c:v>
              </c:pt>
              <c:pt idx="151">
                <c:v>1.283387195849231</c:v>
              </c:pt>
              <c:pt idx="152">
                <c:v>1.283387195849231</c:v>
              </c:pt>
              <c:pt idx="153">
                <c:v>1.283387195849231</c:v>
              </c:pt>
              <c:pt idx="154">
                <c:v>1.283387195849231</c:v>
              </c:pt>
              <c:pt idx="155">
                <c:v>1.283387195849231</c:v>
              </c:pt>
              <c:pt idx="156">
                <c:v>1.283387195849231</c:v>
              </c:pt>
              <c:pt idx="157">
                <c:v>1.283387195849231</c:v>
              </c:pt>
              <c:pt idx="158">
                <c:v>1.283387195849231</c:v>
              </c:pt>
              <c:pt idx="159">
                <c:v>1.283387195849231</c:v>
              </c:pt>
              <c:pt idx="160">
                <c:v>1.283387195849231</c:v>
              </c:pt>
              <c:pt idx="161">
                <c:v>1.283387195849231</c:v>
              </c:pt>
              <c:pt idx="162">
                <c:v>1.283387195849231</c:v>
              </c:pt>
              <c:pt idx="163">
                <c:v>1.283387195849231</c:v>
              </c:pt>
              <c:pt idx="164">
                <c:v>1.283387195849231</c:v>
              </c:pt>
              <c:pt idx="165">
                <c:v>1.283387195849231</c:v>
              </c:pt>
              <c:pt idx="166">
                <c:v>1.283387195849231</c:v>
              </c:pt>
              <c:pt idx="167">
                <c:v>1.283387195849231</c:v>
              </c:pt>
              <c:pt idx="168">
                <c:v>1.283387195849231</c:v>
              </c:pt>
              <c:pt idx="169">
                <c:v>1.283387195849231</c:v>
              </c:pt>
              <c:pt idx="170">
                <c:v>1.283387195849231</c:v>
              </c:pt>
              <c:pt idx="171">
                <c:v>1.283387195849231</c:v>
              </c:pt>
              <c:pt idx="172">
                <c:v>1.283387195849231</c:v>
              </c:pt>
              <c:pt idx="173">
                <c:v>1.283387195849231</c:v>
              </c:pt>
              <c:pt idx="174">
                <c:v>1.283387195849231</c:v>
              </c:pt>
              <c:pt idx="175">
                <c:v>1.283387195849231</c:v>
              </c:pt>
              <c:pt idx="176">
                <c:v>1.283387195849231</c:v>
              </c:pt>
              <c:pt idx="177">
                <c:v>1.283387195849231</c:v>
              </c:pt>
              <c:pt idx="178">
                <c:v>1.283387195849231</c:v>
              </c:pt>
              <c:pt idx="179">
                <c:v>1.283387195849231</c:v>
              </c:pt>
              <c:pt idx="180">
                <c:v>1.283387195849231</c:v>
              </c:pt>
              <c:pt idx="181">
                <c:v>1.283387195849231</c:v>
              </c:pt>
              <c:pt idx="182">
                <c:v>1.283387195849231</c:v>
              </c:pt>
              <c:pt idx="183">
                <c:v>1.283387195849231</c:v>
              </c:pt>
              <c:pt idx="184">
                <c:v>1.283387195849231</c:v>
              </c:pt>
              <c:pt idx="185">
                <c:v>1.283387195849231</c:v>
              </c:pt>
              <c:pt idx="186">
                <c:v>1.283387195849231</c:v>
              </c:pt>
              <c:pt idx="187">
                <c:v>1.283387195849231</c:v>
              </c:pt>
              <c:pt idx="188">
                <c:v>1.283387195849231</c:v>
              </c:pt>
              <c:pt idx="189">
                <c:v>1.283387195849231</c:v>
              </c:pt>
              <c:pt idx="190">
                <c:v>1.283387195849231</c:v>
              </c:pt>
              <c:pt idx="191">
                <c:v>1.283387195849231</c:v>
              </c:pt>
              <c:pt idx="192">
                <c:v>1.283387195849231</c:v>
              </c:pt>
              <c:pt idx="193">
                <c:v>1.283387195849231</c:v>
              </c:pt>
              <c:pt idx="194">
                <c:v>1.283387195849231</c:v>
              </c:pt>
              <c:pt idx="195">
                <c:v>1.283387195849231</c:v>
              </c:pt>
              <c:pt idx="196">
                <c:v>1.283387195849231</c:v>
              </c:pt>
              <c:pt idx="197">
                <c:v>1.283387195849231</c:v>
              </c:pt>
              <c:pt idx="198">
                <c:v>1.283387195849231</c:v>
              </c:pt>
              <c:pt idx="199">
                <c:v>1.283387195849231</c:v>
              </c:pt>
              <c:pt idx="200">
                <c:v>1.283387195849231</c:v>
              </c:pt>
              <c:pt idx="201">
                <c:v>1.283387195849231</c:v>
              </c:pt>
              <c:pt idx="202">
                <c:v>1.283387195849231</c:v>
              </c:pt>
              <c:pt idx="203">
                <c:v>1.283387195849231</c:v>
              </c:pt>
              <c:pt idx="204">
                <c:v>1.283387195849231</c:v>
              </c:pt>
              <c:pt idx="205">
                <c:v>1.283387195849231</c:v>
              </c:pt>
              <c:pt idx="206">
                <c:v>1.283387195849231</c:v>
              </c:pt>
              <c:pt idx="207">
                <c:v>1.283387195849231</c:v>
              </c:pt>
              <c:pt idx="208">
                <c:v>1.283387195849231</c:v>
              </c:pt>
              <c:pt idx="209">
                <c:v>1.283387195849231</c:v>
              </c:pt>
              <c:pt idx="210">
                <c:v>1.283387195849231</c:v>
              </c:pt>
              <c:pt idx="211">
                <c:v>1.283387195849231</c:v>
              </c:pt>
              <c:pt idx="212">
                <c:v>1.283387195849231</c:v>
              </c:pt>
              <c:pt idx="213">
                <c:v>1.283387195849231</c:v>
              </c:pt>
              <c:pt idx="214">
                <c:v>1.283387195849231</c:v>
              </c:pt>
              <c:pt idx="215">
                <c:v>1.283387195849231</c:v>
              </c:pt>
              <c:pt idx="216">
                <c:v>1.283387195849231</c:v>
              </c:pt>
              <c:pt idx="217">
                <c:v>1.283387195849231</c:v>
              </c:pt>
              <c:pt idx="218">
                <c:v>1.283387195849231</c:v>
              </c:pt>
              <c:pt idx="219">
                <c:v>1.283387195849231</c:v>
              </c:pt>
              <c:pt idx="220">
                <c:v>1.283387195849231</c:v>
              </c:pt>
              <c:pt idx="221">
                <c:v>1.283387195849231</c:v>
              </c:pt>
              <c:pt idx="222">
                <c:v>1.283387195849231</c:v>
              </c:pt>
              <c:pt idx="223">
                <c:v>1.283387195849231</c:v>
              </c:pt>
              <c:pt idx="224">
                <c:v>1.283387195849231</c:v>
              </c:pt>
              <c:pt idx="225">
                <c:v>1.283387195849231</c:v>
              </c:pt>
              <c:pt idx="226">
                <c:v>1.283387195849231</c:v>
              </c:pt>
              <c:pt idx="227">
                <c:v>1.283387195849231</c:v>
              </c:pt>
              <c:pt idx="228">
                <c:v>1.283387195849231</c:v>
              </c:pt>
              <c:pt idx="229">
                <c:v>1.283387195849231</c:v>
              </c:pt>
              <c:pt idx="230">
                <c:v>1.283387195849231</c:v>
              </c:pt>
              <c:pt idx="231">
                <c:v>1.283387195849231</c:v>
              </c:pt>
              <c:pt idx="232">
                <c:v>1.283387195849231</c:v>
              </c:pt>
              <c:pt idx="233">
                <c:v>1.283387195849231</c:v>
              </c:pt>
              <c:pt idx="234">
                <c:v>1.283387195849231</c:v>
              </c:pt>
              <c:pt idx="235">
                <c:v>1.283387195849231</c:v>
              </c:pt>
              <c:pt idx="236">
                <c:v>1.283387195849231</c:v>
              </c:pt>
              <c:pt idx="237">
                <c:v>1.283387195849231</c:v>
              </c:pt>
              <c:pt idx="238">
                <c:v>1.283387195849231</c:v>
              </c:pt>
              <c:pt idx="239">
                <c:v>1.283387195849231</c:v>
              </c:pt>
              <c:pt idx="240">
                <c:v>1.283387195849231</c:v>
              </c:pt>
              <c:pt idx="241">
                <c:v>1.283387195849231</c:v>
              </c:pt>
              <c:pt idx="242">
                <c:v>1.283387195849231</c:v>
              </c:pt>
              <c:pt idx="243">
                <c:v>1.283387195849231</c:v>
              </c:pt>
              <c:pt idx="244">
                <c:v>1.283387195849231</c:v>
              </c:pt>
              <c:pt idx="245">
                <c:v>1.283387195849231</c:v>
              </c:pt>
              <c:pt idx="246">
                <c:v>1.283387195849231</c:v>
              </c:pt>
              <c:pt idx="247">
                <c:v>1.283387195849231</c:v>
              </c:pt>
              <c:pt idx="248">
                <c:v>1.283387195849231</c:v>
              </c:pt>
              <c:pt idx="249">
                <c:v>1.283387195849231</c:v>
              </c:pt>
              <c:pt idx="250">
                <c:v>1.283387195849231</c:v>
              </c:pt>
              <c:pt idx="251">
                <c:v>1.283387195849231</c:v>
              </c:pt>
              <c:pt idx="252">
                <c:v>1.283387195849231</c:v>
              </c:pt>
              <c:pt idx="253">
                <c:v>1.283387195849231</c:v>
              </c:pt>
              <c:pt idx="254">
                <c:v>1.283387195849231</c:v>
              </c:pt>
              <c:pt idx="255">
                <c:v>1.283387195849231</c:v>
              </c:pt>
              <c:pt idx="256">
                <c:v>1.283387195849231</c:v>
              </c:pt>
              <c:pt idx="257">
                <c:v>1.283387195849231</c:v>
              </c:pt>
              <c:pt idx="258">
                <c:v>1.283387195849231</c:v>
              </c:pt>
              <c:pt idx="259">
                <c:v>1.283387195849231</c:v>
              </c:pt>
              <c:pt idx="260">
                <c:v>1.283387195849231</c:v>
              </c:pt>
              <c:pt idx="261">
                <c:v>1.283387195849231</c:v>
              </c:pt>
              <c:pt idx="262">
                <c:v>1.283387195849231</c:v>
              </c:pt>
              <c:pt idx="263">
                <c:v>1.283387195849231</c:v>
              </c:pt>
              <c:pt idx="264">
                <c:v>1.283387195849231</c:v>
              </c:pt>
              <c:pt idx="265">
                <c:v>1.283387195849231</c:v>
              </c:pt>
              <c:pt idx="266">
                <c:v>1.283387195849231</c:v>
              </c:pt>
              <c:pt idx="267">
                <c:v>1.283387195849231</c:v>
              </c:pt>
              <c:pt idx="268">
                <c:v>1.283387195849231</c:v>
              </c:pt>
              <c:pt idx="269">
                <c:v>1.283387195849231</c:v>
              </c:pt>
              <c:pt idx="270">
                <c:v>1.283387195849231</c:v>
              </c:pt>
              <c:pt idx="271">
                <c:v>1.283387195849231</c:v>
              </c:pt>
              <c:pt idx="272">
                <c:v>1.283387195849231</c:v>
              </c:pt>
              <c:pt idx="273">
                <c:v>1.283387195849231</c:v>
              </c:pt>
              <c:pt idx="274">
                <c:v>1.283387195849231</c:v>
              </c:pt>
              <c:pt idx="275">
                <c:v>1.283387195849231</c:v>
              </c:pt>
              <c:pt idx="276">
                <c:v>1.283387195849231</c:v>
              </c:pt>
              <c:pt idx="277">
                <c:v>1.283387195849231</c:v>
              </c:pt>
              <c:pt idx="278">
                <c:v>1.283387195849231</c:v>
              </c:pt>
              <c:pt idx="279">
                <c:v>1.283387195849231</c:v>
              </c:pt>
              <c:pt idx="280">
                <c:v>1.283387195849231</c:v>
              </c:pt>
              <c:pt idx="281">
                <c:v>1.283387195849231</c:v>
              </c:pt>
              <c:pt idx="282">
                <c:v>1.283387195849231</c:v>
              </c:pt>
              <c:pt idx="283">
                <c:v>1.283387195849231</c:v>
              </c:pt>
              <c:pt idx="284">
                <c:v>1.283387195849231</c:v>
              </c:pt>
              <c:pt idx="285">
                <c:v>1.283387195849231</c:v>
              </c:pt>
              <c:pt idx="286">
                <c:v>1.283387195849231</c:v>
              </c:pt>
              <c:pt idx="287">
                <c:v>1.283387195849231</c:v>
              </c:pt>
              <c:pt idx="288">
                <c:v>1.283387195849231</c:v>
              </c:pt>
              <c:pt idx="289">
                <c:v>1.283387195849231</c:v>
              </c:pt>
              <c:pt idx="290">
                <c:v>1.283387195849231</c:v>
              </c:pt>
              <c:pt idx="291">
                <c:v>1.283387195849231</c:v>
              </c:pt>
              <c:pt idx="292">
                <c:v>1.283387195849231</c:v>
              </c:pt>
              <c:pt idx="293">
                <c:v>1.283387195849231</c:v>
              </c:pt>
              <c:pt idx="294">
                <c:v>1.283387195849231</c:v>
              </c:pt>
              <c:pt idx="295">
                <c:v>1.283387195849231</c:v>
              </c:pt>
              <c:pt idx="296">
                <c:v>1.283387195849231</c:v>
              </c:pt>
              <c:pt idx="297">
                <c:v>1.283387195849231</c:v>
              </c:pt>
              <c:pt idx="298">
                <c:v>1.283387195849231</c:v>
              </c:pt>
              <c:pt idx="299">
                <c:v>1.283387195849231</c:v>
              </c:pt>
              <c:pt idx="300">
                <c:v>1.283387195849231</c:v>
              </c:pt>
              <c:pt idx="301">
                <c:v>1.283387195849231</c:v>
              </c:pt>
              <c:pt idx="302">
                <c:v>1.283387195849231</c:v>
              </c:pt>
              <c:pt idx="303">
                <c:v>1.283387195849231</c:v>
              </c:pt>
              <c:pt idx="304">
                <c:v>1.283387195849231</c:v>
              </c:pt>
              <c:pt idx="305">
                <c:v>1.283387195849231</c:v>
              </c:pt>
              <c:pt idx="306">
                <c:v>1.283387195849231</c:v>
              </c:pt>
              <c:pt idx="307">
                <c:v>1.283387195849231</c:v>
              </c:pt>
              <c:pt idx="308">
                <c:v>1.283387195849231</c:v>
              </c:pt>
              <c:pt idx="309">
                <c:v>1.283387195849231</c:v>
              </c:pt>
              <c:pt idx="310">
                <c:v>1.283387195849231</c:v>
              </c:pt>
              <c:pt idx="311">
                <c:v>1.283387195849231</c:v>
              </c:pt>
              <c:pt idx="312">
                <c:v>1.283387195849231</c:v>
              </c:pt>
              <c:pt idx="313">
                <c:v>1.283387195849231</c:v>
              </c:pt>
              <c:pt idx="314">
                <c:v>1.283387195849231</c:v>
              </c:pt>
              <c:pt idx="315">
                <c:v>1.283387195849231</c:v>
              </c:pt>
              <c:pt idx="316">
                <c:v>1.283387195849231</c:v>
              </c:pt>
              <c:pt idx="317">
                <c:v>1.283387195849231</c:v>
              </c:pt>
              <c:pt idx="318">
                <c:v>1.283387195849231</c:v>
              </c:pt>
              <c:pt idx="319">
                <c:v>1.283387195849231</c:v>
              </c:pt>
              <c:pt idx="320">
                <c:v>1.283387195849231</c:v>
              </c:pt>
              <c:pt idx="321">
                <c:v>1.283387195849231</c:v>
              </c:pt>
              <c:pt idx="322">
                <c:v>1.283387195849231</c:v>
              </c:pt>
              <c:pt idx="323">
                <c:v>1.283387195849231</c:v>
              </c:pt>
              <c:pt idx="324">
                <c:v>1.283387195849231</c:v>
              </c:pt>
              <c:pt idx="325">
                <c:v>1.283387195849231</c:v>
              </c:pt>
              <c:pt idx="326">
                <c:v>1.283387195849231</c:v>
              </c:pt>
              <c:pt idx="327">
                <c:v>1.283387195849231</c:v>
              </c:pt>
              <c:pt idx="328">
                <c:v>1.283387195849231</c:v>
              </c:pt>
              <c:pt idx="329">
                <c:v>1.283387195849231</c:v>
              </c:pt>
              <c:pt idx="330">
                <c:v>1.283387195849231</c:v>
              </c:pt>
              <c:pt idx="331">
                <c:v>1.283387195849231</c:v>
              </c:pt>
              <c:pt idx="332">
                <c:v>1.283387195849231</c:v>
              </c:pt>
              <c:pt idx="333">
                <c:v>1.283387195849231</c:v>
              </c:pt>
              <c:pt idx="334">
                <c:v>1.283387195849231</c:v>
              </c:pt>
              <c:pt idx="335">
                <c:v>1.283387195849231</c:v>
              </c:pt>
              <c:pt idx="336">
                <c:v>1.283387195849231</c:v>
              </c:pt>
              <c:pt idx="337">
                <c:v>1.283387195849231</c:v>
              </c:pt>
              <c:pt idx="338">
                <c:v>1.283387195849231</c:v>
              </c:pt>
              <c:pt idx="339">
                <c:v>1.283387195849231</c:v>
              </c:pt>
              <c:pt idx="340">
                <c:v>1.283387195849231</c:v>
              </c:pt>
              <c:pt idx="341">
                <c:v>1.283387195849231</c:v>
              </c:pt>
              <c:pt idx="342">
                <c:v>1.283387195849231</c:v>
              </c:pt>
              <c:pt idx="343">
                <c:v>1.283387195849231</c:v>
              </c:pt>
              <c:pt idx="344">
                <c:v>1.283387195849231</c:v>
              </c:pt>
              <c:pt idx="345">
                <c:v>1.283387195849231</c:v>
              </c:pt>
              <c:pt idx="346">
                <c:v>1.283387195849231</c:v>
              </c:pt>
              <c:pt idx="347">
                <c:v>1.283387195849231</c:v>
              </c:pt>
              <c:pt idx="348">
                <c:v>1.283387195849231</c:v>
              </c:pt>
              <c:pt idx="349">
                <c:v>1.283387195849231</c:v>
              </c:pt>
              <c:pt idx="350">
                <c:v>1.283387195849231</c:v>
              </c:pt>
              <c:pt idx="351">
                <c:v>1.283387195849231</c:v>
              </c:pt>
              <c:pt idx="352">
                <c:v>1.283387195849231</c:v>
              </c:pt>
              <c:pt idx="353">
                <c:v>1.283387195849231</c:v>
              </c:pt>
              <c:pt idx="354">
                <c:v>1.283387195849231</c:v>
              </c:pt>
              <c:pt idx="355">
                <c:v>1.283387195849231</c:v>
              </c:pt>
              <c:pt idx="356">
                <c:v>1.283387195849231</c:v>
              </c:pt>
              <c:pt idx="357">
                <c:v>1.283387195849231</c:v>
              </c:pt>
              <c:pt idx="358">
                <c:v>1.283387195849231</c:v>
              </c:pt>
              <c:pt idx="359">
                <c:v>1.283387195849231</c:v>
              </c:pt>
              <c:pt idx="360">
                <c:v>1.283387195849231</c:v>
              </c:pt>
              <c:pt idx="361">
                <c:v>1.283387195849231</c:v>
              </c:pt>
              <c:pt idx="362">
                <c:v>1.283387195849231</c:v>
              </c:pt>
              <c:pt idx="363">
                <c:v>1.283387195849231</c:v>
              </c:pt>
              <c:pt idx="364">
                <c:v>1.283387195849231</c:v>
              </c:pt>
              <c:pt idx="365">
                <c:v>1.283387195849231</c:v>
              </c:pt>
              <c:pt idx="366">
                <c:v>1.283387195849231</c:v>
              </c:pt>
              <c:pt idx="367">
                <c:v>1.283387195849231</c:v>
              </c:pt>
              <c:pt idx="368">
                <c:v>1.283387195849231</c:v>
              </c:pt>
              <c:pt idx="369">
                <c:v>1.283387195849231</c:v>
              </c:pt>
              <c:pt idx="370">
                <c:v>1.283387195849231</c:v>
              </c:pt>
              <c:pt idx="371">
                <c:v>1.283387195849231</c:v>
              </c:pt>
              <c:pt idx="372">
                <c:v>1.283387195849231</c:v>
              </c:pt>
              <c:pt idx="373">
                <c:v>1.283387195849231</c:v>
              </c:pt>
              <c:pt idx="374">
                <c:v>1.283387195849231</c:v>
              </c:pt>
              <c:pt idx="375">
                <c:v>1.283387195849231</c:v>
              </c:pt>
              <c:pt idx="376">
                <c:v>1.283387195849231</c:v>
              </c:pt>
              <c:pt idx="377">
                <c:v>1.283387195849231</c:v>
              </c:pt>
              <c:pt idx="378">
                <c:v>1.283387195849231</c:v>
              </c:pt>
              <c:pt idx="379">
                <c:v>1.283387195849231</c:v>
              </c:pt>
              <c:pt idx="380">
                <c:v>1.283387195849231</c:v>
              </c:pt>
              <c:pt idx="381">
                <c:v>1.283387195849231</c:v>
              </c:pt>
              <c:pt idx="382">
                <c:v>1.283387195849231</c:v>
              </c:pt>
              <c:pt idx="383">
                <c:v>1.283387195849231</c:v>
              </c:pt>
              <c:pt idx="384">
                <c:v>1.283387195849231</c:v>
              </c:pt>
              <c:pt idx="385">
                <c:v>1.283387195849231</c:v>
              </c:pt>
              <c:pt idx="386">
                <c:v>1.283387195849231</c:v>
              </c:pt>
              <c:pt idx="387">
                <c:v>1.283387195849231</c:v>
              </c:pt>
              <c:pt idx="388">
                <c:v>1.283387195849231</c:v>
              </c:pt>
              <c:pt idx="389">
                <c:v>1.283387195849231</c:v>
              </c:pt>
              <c:pt idx="390">
                <c:v>1.283387195849231</c:v>
              </c:pt>
              <c:pt idx="391">
                <c:v>1.283387195849231</c:v>
              </c:pt>
              <c:pt idx="392">
                <c:v>1.283387195849231</c:v>
              </c:pt>
              <c:pt idx="393">
                <c:v>1.283387195849231</c:v>
              </c:pt>
              <c:pt idx="394">
                <c:v>1.283387195849231</c:v>
              </c:pt>
              <c:pt idx="395">
                <c:v>1.283387195849231</c:v>
              </c:pt>
              <c:pt idx="396">
                <c:v>1.283387195849231</c:v>
              </c:pt>
              <c:pt idx="397">
                <c:v>1.283387195849231</c:v>
              </c:pt>
              <c:pt idx="398">
                <c:v>1.283387195849231</c:v>
              </c:pt>
              <c:pt idx="399">
                <c:v>1.283387195849231</c:v>
              </c:pt>
              <c:pt idx="400">
                <c:v>1.283387195849231</c:v>
              </c:pt>
              <c:pt idx="401">
                <c:v>1.283387195849231</c:v>
              </c:pt>
              <c:pt idx="402">
                <c:v>1.283387195849231</c:v>
              </c:pt>
              <c:pt idx="403">
                <c:v>1.283387195849231</c:v>
              </c:pt>
              <c:pt idx="404">
                <c:v>1.283387195849231</c:v>
              </c:pt>
              <c:pt idx="405">
                <c:v>1.283387195849231</c:v>
              </c:pt>
              <c:pt idx="406">
                <c:v>1.283387195849231</c:v>
              </c:pt>
              <c:pt idx="407">
                <c:v>1.283387195849231</c:v>
              </c:pt>
              <c:pt idx="408">
                <c:v>1.283387195849231</c:v>
              </c:pt>
              <c:pt idx="409">
                <c:v>1.283387195849231</c:v>
              </c:pt>
              <c:pt idx="410">
                <c:v>1.283387195849231</c:v>
              </c:pt>
              <c:pt idx="411">
                <c:v>1.283387195849231</c:v>
              </c:pt>
            </c:numLit>
          </c:yVal>
          <c:smooth val="0"/>
        </c:ser>
        <c:ser>
          <c:idx val="3"/>
          <c:order val="3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1.051613481748875</c:v>
              </c:pt>
              <c:pt idx="1">
                <c:v>2.10322696349775</c:v>
              </c:pt>
              <c:pt idx="2">
                <c:v>2.10322696349775</c:v>
              </c:pt>
              <c:pt idx="3">
                <c:v>2.10322696349775</c:v>
              </c:pt>
              <c:pt idx="4">
                <c:v>2.10322696349775</c:v>
              </c:pt>
              <c:pt idx="5">
                <c:v>2.10322696349775</c:v>
              </c:pt>
              <c:pt idx="6">
                <c:v>2.10322696349775</c:v>
              </c:pt>
              <c:pt idx="7">
                <c:v>2.10322696349775</c:v>
              </c:pt>
              <c:pt idx="8">
                <c:v>2.10322696349775</c:v>
              </c:pt>
              <c:pt idx="9">
                <c:v>2.10322696349775</c:v>
              </c:pt>
              <c:pt idx="10">
                <c:v>2.10322696349775</c:v>
              </c:pt>
              <c:pt idx="11">
                <c:v>2.10322696349775</c:v>
              </c:pt>
              <c:pt idx="12">
                <c:v>2.10322696349775</c:v>
              </c:pt>
              <c:pt idx="13">
                <c:v>2.10322696349775</c:v>
              </c:pt>
              <c:pt idx="14">
                <c:v>2.10322696349775</c:v>
              </c:pt>
              <c:pt idx="15">
                <c:v>2.10322696349775</c:v>
              </c:pt>
              <c:pt idx="16">
                <c:v>2.10322696349775</c:v>
              </c:pt>
              <c:pt idx="17">
                <c:v>2.10322696349775</c:v>
              </c:pt>
              <c:pt idx="18">
                <c:v>2.10322696349775</c:v>
              </c:pt>
              <c:pt idx="19">
                <c:v>2.10322696349775</c:v>
              </c:pt>
              <c:pt idx="20">
                <c:v>2.10322696349775</c:v>
              </c:pt>
              <c:pt idx="21">
                <c:v>2.10322696349775</c:v>
              </c:pt>
              <c:pt idx="22">
                <c:v>2.10322696349775</c:v>
              </c:pt>
              <c:pt idx="23">
                <c:v>2.10322696349775</c:v>
              </c:pt>
              <c:pt idx="24">
                <c:v>2.10322696349775</c:v>
              </c:pt>
              <c:pt idx="25">
                <c:v>2.10322696349775</c:v>
              </c:pt>
              <c:pt idx="26">
                <c:v>2.10322696349775</c:v>
              </c:pt>
              <c:pt idx="27">
                <c:v>2.10322696349775</c:v>
              </c:pt>
              <c:pt idx="28">
                <c:v>2.10322696349775</c:v>
              </c:pt>
              <c:pt idx="29">
                <c:v>2.10322696349775</c:v>
              </c:pt>
              <c:pt idx="30">
                <c:v>2.10322696349775</c:v>
              </c:pt>
              <c:pt idx="31">
                <c:v>2.10322696349775</c:v>
              </c:pt>
              <c:pt idx="32">
                <c:v>2.10322696349775</c:v>
              </c:pt>
              <c:pt idx="33">
                <c:v>2.10322696349775</c:v>
              </c:pt>
              <c:pt idx="34">
                <c:v>2.10322696349775</c:v>
              </c:pt>
              <c:pt idx="35">
                <c:v>2.10322696349775</c:v>
              </c:pt>
              <c:pt idx="36">
                <c:v>2.10322696349775</c:v>
              </c:pt>
              <c:pt idx="37">
                <c:v>2.10322696349775</c:v>
              </c:pt>
              <c:pt idx="38">
                <c:v>2.10322696349775</c:v>
              </c:pt>
              <c:pt idx="39">
                <c:v>2.10322696349775</c:v>
              </c:pt>
              <c:pt idx="40">
                <c:v>2.10322696349775</c:v>
              </c:pt>
              <c:pt idx="41">
                <c:v>2.10322696349775</c:v>
              </c:pt>
              <c:pt idx="42">
                <c:v>2.10322696349775</c:v>
              </c:pt>
              <c:pt idx="43">
                <c:v>2.10322696349775</c:v>
              </c:pt>
              <c:pt idx="44">
                <c:v>2.10322696349775</c:v>
              </c:pt>
              <c:pt idx="45">
                <c:v>2.10322696349775</c:v>
              </c:pt>
              <c:pt idx="46">
                <c:v>2.10322696349775</c:v>
              </c:pt>
              <c:pt idx="47">
                <c:v>2.10322696349775</c:v>
              </c:pt>
              <c:pt idx="48">
                <c:v>2.10322696349775</c:v>
              </c:pt>
              <c:pt idx="49">
                <c:v>2.10322696349775</c:v>
              </c:pt>
              <c:pt idx="50">
                <c:v>2.10322696349775</c:v>
              </c:pt>
              <c:pt idx="51">
                <c:v>2.10322696349775</c:v>
              </c:pt>
              <c:pt idx="52">
                <c:v>2.10322696349775</c:v>
              </c:pt>
              <c:pt idx="53">
                <c:v>2.10322696349775</c:v>
              </c:pt>
              <c:pt idx="54">
                <c:v>2.10322696349775</c:v>
              </c:pt>
              <c:pt idx="55">
                <c:v>2.10322696349775</c:v>
              </c:pt>
              <c:pt idx="56">
                <c:v>2.10322696349775</c:v>
              </c:pt>
              <c:pt idx="57">
                <c:v>2.10322696349775</c:v>
              </c:pt>
              <c:pt idx="58">
                <c:v>2.10322696349775</c:v>
              </c:pt>
              <c:pt idx="59">
                <c:v>2.10322696349775</c:v>
              </c:pt>
              <c:pt idx="60">
                <c:v>2.10322696349775</c:v>
              </c:pt>
              <c:pt idx="61">
                <c:v>2.10322696349775</c:v>
              </c:pt>
              <c:pt idx="62">
                <c:v>2.10322696349775</c:v>
              </c:pt>
              <c:pt idx="63">
                <c:v>2.10322696349775</c:v>
              </c:pt>
              <c:pt idx="64">
                <c:v>2.10322696349775</c:v>
              </c:pt>
              <c:pt idx="65">
                <c:v>2.10322696349775</c:v>
              </c:pt>
              <c:pt idx="66">
                <c:v>2.10322696349775</c:v>
              </c:pt>
              <c:pt idx="67">
                <c:v>2.10322696349775</c:v>
              </c:pt>
              <c:pt idx="68">
                <c:v>2.10322696349775</c:v>
              </c:pt>
              <c:pt idx="69">
                <c:v>2.10322696349775</c:v>
              </c:pt>
              <c:pt idx="70">
                <c:v>2.10322696349775</c:v>
              </c:pt>
              <c:pt idx="71">
                <c:v>2.10322696349775</c:v>
              </c:pt>
              <c:pt idx="72">
                <c:v>2.10322696349775</c:v>
              </c:pt>
              <c:pt idx="73">
                <c:v>2.10322696349775</c:v>
              </c:pt>
              <c:pt idx="74">
                <c:v>2.10322696349775</c:v>
              </c:pt>
              <c:pt idx="75">
                <c:v>2.10322696349775</c:v>
              </c:pt>
              <c:pt idx="76">
                <c:v>2.10322696349775</c:v>
              </c:pt>
              <c:pt idx="77">
                <c:v>2.10322696349775</c:v>
              </c:pt>
              <c:pt idx="78">
                <c:v>2.10322696349775</c:v>
              </c:pt>
              <c:pt idx="79">
                <c:v>2.10322696349775</c:v>
              </c:pt>
              <c:pt idx="80">
                <c:v>2.10322696349775</c:v>
              </c:pt>
              <c:pt idx="81">
                <c:v>2.10322696349775</c:v>
              </c:pt>
              <c:pt idx="82">
                <c:v>2.10322696349775</c:v>
              </c:pt>
              <c:pt idx="83">
                <c:v>2.10322696349775</c:v>
              </c:pt>
              <c:pt idx="84">
                <c:v>2.10322696349775</c:v>
              </c:pt>
              <c:pt idx="85">
                <c:v>2.10322696349775</c:v>
              </c:pt>
              <c:pt idx="86">
                <c:v>2.10322696349775</c:v>
              </c:pt>
              <c:pt idx="87">
                <c:v>2.10322696349775</c:v>
              </c:pt>
              <c:pt idx="88">
                <c:v>2.10322696349775</c:v>
              </c:pt>
              <c:pt idx="89">
                <c:v>2.10322696349775</c:v>
              </c:pt>
              <c:pt idx="90">
                <c:v>2.10322696349775</c:v>
              </c:pt>
              <c:pt idx="91">
                <c:v>2.10322696349775</c:v>
              </c:pt>
              <c:pt idx="92">
                <c:v>2.10322696349775</c:v>
              </c:pt>
              <c:pt idx="93">
                <c:v>2.10322696349775</c:v>
              </c:pt>
              <c:pt idx="94">
                <c:v>2.10322696349775</c:v>
              </c:pt>
              <c:pt idx="95">
                <c:v>2.10322696349775</c:v>
              </c:pt>
              <c:pt idx="96">
                <c:v>2.10322696349775</c:v>
              </c:pt>
              <c:pt idx="97">
                <c:v>2.10322696349775</c:v>
              </c:pt>
              <c:pt idx="98">
                <c:v>2.10322696349775</c:v>
              </c:pt>
              <c:pt idx="99">
                <c:v>2.10322696349775</c:v>
              </c:pt>
              <c:pt idx="100">
                <c:v>2.10322696349775</c:v>
              </c:pt>
              <c:pt idx="101">
                <c:v>2.10322696349775</c:v>
              </c:pt>
              <c:pt idx="102">
                <c:v>2.10322696349775</c:v>
              </c:pt>
              <c:pt idx="103">
                <c:v>2.10322696349775</c:v>
              </c:pt>
              <c:pt idx="104">
                <c:v>2.10322696349775</c:v>
              </c:pt>
              <c:pt idx="105">
                <c:v>2.10322696349775</c:v>
              </c:pt>
              <c:pt idx="106">
                <c:v>2.10322696349775</c:v>
              </c:pt>
              <c:pt idx="107">
                <c:v>2.10322696349775</c:v>
              </c:pt>
              <c:pt idx="108">
                <c:v>2.10322696349775</c:v>
              </c:pt>
              <c:pt idx="109">
                <c:v>2.10322696349775</c:v>
              </c:pt>
              <c:pt idx="110">
                <c:v>2.10322696349775</c:v>
              </c:pt>
              <c:pt idx="111">
                <c:v>2.10322696349775</c:v>
              </c:pt>
              <c:pt idx="112">
                <c:v>2.10322696349775</c:v>
              </c:pt>
              <c:pt idx="113">
                <c:v>2.10322696349775</c:v>
              </c:pt>
              <c:pt idx="114">
                <c:v>2.10322696349775</c:v>
              </c:pt>
              <c:pt idx="115">
                <c:v>2.10322696349775</c:v>
              </c:pt>
              <c:pt idx="116">
                <c:v>2.10322696349775</c:v>
              </c:pt>
              <c:pt idx="117">
                <c:v>2.10322696349775</c:v>
              </c:pt>
              <c:pt idx="118">
                <c:v>2.10322696349775</c:v>
              </c:pt>
              <c:pt idx="119">
                <c:v>2.10322696349775</c:v>
              </c:pt>
              <c:pt idx="120">
                <c:v>2.10322696349775</c:v>
              </c:pt>
              <c:pt idx="121">
                <c:v>2.10322696349775</c:v>
              </c:pt>
              <c:pt idx="122">
                <c:v>2.10322696349775</c:v>
              </c:pt>
              <c:pt idx="123">
                <c:v>2.10322696349775</c:v>
              </c:pt>
              <c:pt idx="124">
                <c:v>2.10322696349775</c:v>
              </c:pt>
              <c:pt idx="125">
                <c:v>2.10322696349775</c:v>
              </c:pt>
              <c:pt idx="126">
                <c:v>2.10322696349775</c:v>
              </c:pt>
              <c:pt idx="127">
                <c:v>2.10322696349775</c:v>
              </c:pt>
              <c:pt idx="128">
                <c:v>2.10322696349775</c:v>
              </c:pt>
              <c:pt idx="129">
                <c:v>2.10322696349775</c:v>
              </c:pt>
              <c:pt idx="130">
                <c:v>2.10322696349775</c:v>
              </c:pt>
              <c:pt idx="131">
                <c:v>2.10322696349775</c:v>
              </c:pt>
              <c:pt idx="132">
                <c:v>2.10322696349775</c:v>
              </c:pt>
              <c:pt idx="133">
                <c:v>2.10322696349775</c:v>
              </c:pt>
              <c:pt idx="134">
                <c:v>2.10322696349775</c:v>
              </c:pt>
              <c:pt idx="135">
                <c:v>2.10322696349775</c:v>
              </c:pt>
              <c:pt idx="136">
                <c:v>2.10322696349775</c:v>
              </c:pt>
              <c:pt idx="137">
                <c:v>2.10322696349775</c:v>
              </c:pt>
              <c:pt idx="138">
                <c:v>2.10322696349775</c:v>
              </c:pt>
              <c:pt idx="139">
                <c:v>2.10322696349775</c:v>
              </c:pt>
              <c:pt idx="140">
                <c:v>2.10322696349775</c:v>
              </c:pt>
              <c:pt idx="141">
                <c:v>2.10322696349775</c:v>
              </c:pt>
              <c:pt idx="142">
                <c:v>2.10322696349775</c:v>
              </c:pt>
              <c:pt idx="143">
                <c:v>2.10322696349775</c:v>
              </c:pt>
              <c:pt idx="144">
                <c:v>2.10322696349775</c:v>
              </c:pt>
              <c:pt idx="145">
                <c:v>2.10322696349775</c:v>
              </c:pt>
              <c:pt idx="146">
                <c:v>2.10322696349775</c:v>
              </c:pt>
              <c:pt idx="147">
                <c:v>2.10322696349775</c:v>
              </c:pt>
              <c:pt idx="148">
                <c:v>2.10322696349775</c:v>
              </c:pt>
              <c:pt idx="149">
                <c:v>2.10322696349775</c:v>
              </c:pt>
              <c:pt idx="150">
                <c:v>2.10322696349775</c:v>
              </c:pt>
              <c:pt idx="151">
                <c:v>2.10322696349775</c:v>
              </c:pt>
              <c:pt idx="152">
                <c:v>2.10322696349775</c:v>
              </c:pt>
              <c:pt idx="153">
                <c:v>2.10322696349775</c:v>
              </c:pt>
              <c:pt idx="154">
                <c:v>2.10322696349775</c:v>
              </c:pt>
              <c:pt idx="155">
                <c:v>2.10322696349775</c:v>
              </c:pt>
              <c:pt idx="156">
                <c:v>2.10322696349775</c:v>
              </c:pt>
              <c:pt idx="157">
                <c:v>2.10322696349775</c:v>
              </c:pt>
              <c:pt idx="158">
                <c:v>2.10322696349775</c:v>
              </c:pt>
              <c:pt idx="159">
                <c:v>2.10322696349775</c:v>
              </c:pt>
              <c:pt idx="160">
                <c:v>2.10322696349775</c:v>
              </c:pt>
              <c:pt idx="161">
                <c:v>2.10322696349775</c:v>
              </c:pt>
              <c:pt idx="162">
                <c:v>2.10322696349775</c:v>
              </c:pt>
              <c:pt idx="163">
                <c:v>2.10322696349775</c:v>
              </c:pt>
              <c:pt idx="164">
                <c:v>2.10322696349775</c:v>
              </c:pt>
              <c:pt idx="165">
                <c:v>2.10322696349775</c:v>
              </c:pt>
              <c:pt idx="166">
                <c:v>2.10322696349775</c:v>
              </c:pt>
              <c:pt idx="167">
                <c:v>2.10322696349775</c:v>
              </c:pt>
              <c:pt idx="168">
                <c:v>2.10322696349775</c:v>
              </c:pt>
              <c:pt idx="169">
                <c:v>2.10322696349775</c:v>
              </c:pt>
              <c:pt idx="170">
                <c:v>2.10322696349775</c:v>
              </c:pt>
              <c:pt idx="171">
                <c:v>2.10322696349775</c:v>
              </c:pt>
              <c:pt idx="172">
                <c:v>2.10322696349775</c:v>
              </c:pt>
              <c:pt idx="173">
                <c:v>2.10322696349775</c:v>
              </c:pt>
              <c:pt idx="174">
                <c:v>2.10322696349775</c:v>
              </c:pt>
              <c:pt idx="175">
                <c:v>2.10322696349775</c:v>
              </c:pt>
              <c:pt idx="176">
                <c:v>2.10322696349775</c:v>
              </c:pt>
              <c:pt idx="177">
                <c:v>2.10322696349775</c:v>
              </c:pt>
              <c:pt idx="178">
                <c:v>2.10322696349775</c:v>
              </c:pt>
              <c:pt idx="179">
                <c:v>2.10322696349775</c:v>
              </c:pt>
              <c:pt idx="180">
                <c:v>2.10322696349775</c:v>
              </c:pt>
              <c:pt idx="181">
                <c:v>2.10322696349775</c:v>
              </c:pt>
              <c:pt idx="182">
                <c:v>2.10322696349775</c:v>
              </c:pt>
              <c:pt idx="183">
                <c:v>2.10322696349775</c:v>
              </c:pt>
              <c:pt idx="184">
                <c:v>2.10322696349775</c:v>
              </c:pt>
              <c:pt idx="185">
                <c:v>2.10322696349775</c:v>
              </c:pt>
              <c:pt idx="186">
                <c:v>2.10322696349775</c:v>
              </c:pt>
              <c:pt idx="187">
                <c:v>2.10322696349775</c:v>
              </c:pt>
              <c:pt idx="188">
                <c:v>2.10322696349775</c:v>
              </c:pt>
              <c:pt idx="189">
                <c:v>2.10322696349775</c:v>
              </c:pt>
              <c:pt idx="190">
                <c:v>2.10322696349775</c:v>
              </c:pt>
              <c:pt idx="191">
                <c:v>2.10322696349775</c:v>
              </c:pt>
              <c:pt idx="192">
                <c:v>2.10322696349775</c:v>
              </c:pt>
              <c:pt idx="193">
                <c:v>2.10322696349775</c:v>
              </c:pt>
              <c:pt idx="194">
                <c:v>2.10322696349775</c:v>
              </c:pt>
              <c:pt idx="195">
                <c:v>2.10322696349775</c:v>
              </c:pt>
              <c:pt idx="196">
                <c:v>2.10322696349775</c:v>
              </c:pt>
              <c:pt idx="197">
                <c:v>2.10322696349775</c:v>
              </c:pt>
              <c:pt idx="198">
                <c:v>2.10322696349775</c:v>
              </c:pt>
              <c:pt idx="199">
                <c:v>2.10322696349775</c:v>
              </c:pt>
              <c:pt idx="200">
                <c:v>2.10322696349775</c:v>
              </c:pt>
              <c:pt idx="201">
                <c:v>2.10322696349775</c:v>
              </c:pt>
              <c:pt idx="202">
                <c:v>2.10322696349775</c:v>
              </c:pt>
              <c:pt idx="203">
                <c:v>2.10322696349775</c:v>
              </c:pt>
              <c:pt idx="204">
                <c:v>2.10322696349775</c:v>
              </c:pt>
              <c:pt idx="205">
                <c:v>2.10322696349775</c:v>
              </c:pt>
              <c:pt idx="206">
                <c:v>2.10322696349775</c:v>
              </c:pt>
              <c:pt idx="207">
                <c:v>2.10322696349775</c:v>
              </c:pt>
              <c:pt idx="208">
                <c:v>2.10322696349775</c:v>
              </c:pt>
              <c:pt idx="209">
                <c:v>2.10322696349775</c:v>
              </c:pt>
              <c:pt idx="210">
                <c:v>2.10322696349775</c:v>
              </c:pt>
              <c:pt idx="211">
                <c:v>2.10322696349775</c:v>
              </c:pt>
              <c:pt idx="212">
                <c:v>2.10322696349775</c:v>
              </c:pt>
              <c:pt idx="213">
                <c:v>2.10322696349775</c:v>
              </c:pt>
              <c:pt idx="214">
                <c:v>2.10322696349775</c:v>
              </c:pt>
              <c:pt idx="215">
                <c:v>2.10322696349775</c:v>
              </c:pt>
              <c:pt idx="216">
                <c:v>2.10322696349775</c:v>
              </c:pt>
              <c:pt idx="217">
                <c:v>2.10322696349775</c:v>
              </c:pt>
              <c:pt idx="218">
                <c:v>2.10322696349775</c:v>
              </c:pt>
              <c:pt idx="219">
                <c:v>2.10322696349775</c:v>
              </c:pt>
              <c:pt idx="220">
                <c:v>2.10322696349775</c:v>
              </c:pt>
              <c:pt idx="221">
                <c:v>2.10322696349775</c:v>
              </c:pt>
              <c:pt idx="222">
                <c:v>2.10322696349775</c:v>
              </c:pt>
              <c:pt idx="223">
                <c:v>2.10322696349775</c:v>
              </c:pt>
              <c:pt idx="224">
                <c:v>2.10322696349775</c:v>
              </c:pt>
              <c:pt idx="225">
                <c:v>2.10322696349775</c:v>
              </c:pt>
              <c:pt idx="226">
                <c:v>2.10322696349775</c:v>
              </c:pt>
              <c:pt idx="227">
                <c:v>2.10322696349775</c:v>
              </c:pt>
              <c:pt idx="228">
                <c:v>2.10322696349775</c:v>
              </c:pt>
              <c:pt idx="229">
                <c:v>2.10322696349775</c:v>
              </c:pt>
              <c:pt idx="230">
                <c:v>2.10322696349775</c:v>
              </c:pt>
              <c:pt idx="231">
                <c:v>2.10322696349775</c:v>
              </c:pt>
              <c:pt idx="232">
                <c:v>2.10322696349775</c:v>
              </c:pt>
              <c:pt idx="233">
                <c:v>2.10322696349775</c:v>
              </c:pt>
              <c:pt idx="234">
                <c:v>2.10322696349775</c:v>
              </c:pt>
              <c:pt idx="235">
                <c:v>2.10322696349775</c:v>
              </c:pt>
              <c:pt idx="236">
                <c:v>2.10322696349775</c:v>
              </c:pt>
              <c:pt idx="237">
                <c:v>2.10322696349775</c:v>
              </c:pt>
              <c:pt idx="238">
                <c:v>2.10322696349775</c:v>
              </c:pt>
              <c:pt idx="239">
                <c:v>2.10322696349775</c:v>
              </c:pt>
              <c:pt idx="240">
                <c:v>2.10322696349775</c:v>
              </c:pt>
              <c:pt idx="241">
                <c:v>2.10322696349775</c:v>
              </c:pt>
              <c:pt idx="242">
                <c:v>2.10322696349775</c:v>
              </c:pt>
              <c:pt idx="243">
                <c:v>2.10322696349775</c:v>
              </c:pt>
              <c:pt idx="244">
                <c:v>2.10322696349775</c:v>
              </c:pt>
              <c:pt idx="245">
                <c:v>2.10322696349775</c:v>
              </c:pt>
              <c:pt idx="246">
                <c:v>2.10322696349775</c:v>
              </c:pt>
              <c:pt idx="247">
                <c:v>2.10322696349775</c:v>
              </c:pt>
              <c:pt idx="248">
                <c:v>2.10322696349775</c:v>
              </c:pt>
              <c:pt idx="249">
                <c:v>2.10322696349775</c:v>
              </c:pt>
              <c:pt idx="250">
                <c:v>2.10322696349775</c:v>
              </c:pt>
              <c:pt idx="251">
                <c:v>2.10322696349775</c:v>
              </c:pt>
              <c:pt idx="252">
                <c:v>2.10322696349775</c:v>
              </c:pt>
              <c:pt idx="253">
                <c:v>2.10322696349775</c:v>
              </c:pt>
              <c:pt idx="254">
                <c:v>2.10322696349775</c:v>
              </c:pt>
              <c:pt idx="255">
                <c:v>2.10322696349775</c:v>
              </c:pt>
              <c:pt idx="256">
                <c:v>2.10322696349775</c:v>
              </c:pt>
              <c:pt idx="257">
                <c:v>2.10322696349775</c:v>
              </c:pt>
              <c:pt idx="258">
                <c:v>2.10322696349775</c:v>
              </c:pt>
              <c:pt idx="259">
                <c:v>2.10322696349775</c:v>
              </c:pt>
              <c:pt idx="260">
                <c:v>2.10322696349775</c:v>
              </c:pt>
              <c:pt idx="261">
                <c:v>2.10322696349775</c:v>
              </c:pt>
              <c:pt idx="262">
                <c:v>2.10322696349775</c:v>
              </c:pt>
              <c:pt idx="263">
                <c:v>2.10322696349775</c:v>
              </c:pt>
              <c:pt idx="264">
                <c:v>2.10322696349775</c:v>
              </c:pt>
              <c:pt idx="265">
                <c:v>2.10322696349775</c:v>
              </c:pt>
              <c:pt idx="266">
                <c:v>2.10322696349775</c:v>
              </c:pt>
              <c:pt idx="267">
                <c:v>2.10322696349775</c:v>
              </c:pt>
              <c:pt idx="268">
                <c:v>2.10322696349775</c:v>
              </c:pt>
              <c:pt idx="269">
                <c:v>2.10322696349775</c:v>
              </c:pt>
              <c:pt idx="270">
                <c:v>2.10322696349775</c:v>
              </c:pt>
              <c:pt idx="271">
                <c:v>2.10322696349775</c:v>
              </c:pt>
              <c:pt idx="272">
                <c:v>2.10322696349775</c:v>
              </c:pt>
              <c:pt idx="273">
                <c:v>2.10322696349775</c:v>
              </c:pt>
              <c:pt idx="274">
                <c:v>2.10322696349775</c:v>
              </c:pt>
              <c:pt idx="275">
                <c:v>2.10322696349775</c:v>
              </c:pt>
              <c:pt idx="276">
                <c:v>2.10322696349775</c:v>
              </c:pt>
              <c:pt idx="277">
                <c:v>2.10322696349775</c:v>
              </c:pt>
              <c:pt idx="278">
                <c:v>2.10322696349775</c:v>
              </c:pt>
              <c:pt idx="279">
                <c:v>2.10322696349775</c:v>
              </c:pt>
              <c:pt idx="280">
                <c:v>2.10322696349775</c:v>
              </c:pt>
              <c:pt idx="281">
                <c:v>2.10322696349775</c:v>
              </c:pt>
              <c:pt idx="282">
                <c:v>2.10322696349775</c:v>
              </c:pt>
              <c:pt idx="283">
                <c:v>2.10322696349775</c:v>
              </c:pt>
              <c:pt idx="284">
                <c:v>2.10322696349775</c:v>
              </c:pt>
              <c:pt idx="285">
                <c:v>2.10322696349775</c:v>
              </c:pt>
              <c:pt idx="286">
                <c:v>2.10322696349775</c:v>
              </c:pt>
              <c:pt idx="287">
                <c:v>2.10322696349775</c:v>
              </c:pt>
              <c:pt idx="288">
                <c:v>2.10322696349775</c:v>
              </c:pt>
              <c:pt idx="289">
                <c:v>2.10322696349775</c:v>
              </c:pt>
              <c:pt idx="290">
                <c:v>2.10322696349775</c:v>
              </c:pt>
              <c:pt idx="291">
                <c:v>2.10322696349775</c:v>
              </c:pt>
              <c:pt idx="292">
                <c:v>2.10322696349775</c:v>
              </c:pt>
              <c:pt idx="293">
                <c:v>2.10322696349775</c:v>
              </c:pt>
              <c:pt idx="294">
                <c:v>2.10322696349775</c:v>
              </c:pt>
              <c:pt idx="295">
                <c:v>2.10322696349775</c:v>
              </c:pt>
              <c:pt idx="296">
                <c:v>2.10322696349775</c:v>
              </c:pt>
              <c:pt idx="297">
                <c:v>2.10322696349775</c:v>
              </c:pt>
              <c:pt idx="298">
                <c:v>2.10322696349775</c:v>
              </c:pt>
              <c:pt idx="299">
                <c:v>2.10322696349775</c:v>
              </c:pt>
              <c:pt idx="300">
                <c:v>2.10322696349775</c:v>
              </c:pt>
              <c:pt idx="301">
                <c:v>2.10322696349775</c:v>
              </c:pt>
              <c:pt idx="302">
                <c:v>2.10322696349775</c:v>
              </c:pt>
              <c:pt idx="303">
                <c:v>2.10322696349775</c:v>
              </c:pt>
              <c:pt idx="304">
                <c:v>2.10322696349775</c:v>
              </c:pt>
              <c:pt idx="305">
                <c:v>2.10322696349775</c:v>
              </c:pt>
              <c:pt idx="306">
                <c:v>2.10322696349775</c:v>
              </c:pt>
              <c:pt idx="307">
                <c:v>2.10322696349775</c:v>
              </c:pt>
              <c:pt idx="308">
                <c:v>2.10322696349775</c:v>
              </c:pt>
              <c:pt idx="309">
                <c:v>2.10322696349775</c:v>
              </c:pt>
              <c:pt idx="310">
                <c:v>2.10322696349775</c:v>
              </c:pt>
              <c:pt idx="311">
                <c:v>2.10322696349775</c:v>
              </c:pt>
              <c:pt idx="312">
                <c:v>2.10322696349775</c:v>
              </c:pt>
              <c:pt idx="313">
                <c:v>2.10322696349775</c:v>
              </c:pt>
              <c:pt idx="314">
                <c:v>2.10322696349775</c:v>
              </c:pt>
              <c:pt idx="315">
                <c:v>2.10322696349775</c:v>
              </c:pt>
              <c:pt idx="316">
                <c:v>2.10322696349775</c:v>
              </c:pt>
              <c:pt idx="317">
                <c:v>2.10322696349775</c:v>
              </c:pt>
              <c:pt idx="318">
                <c:v>2.10322696349775</c:v>
              </c:pt>
              <c:pt idx="319">
                <c:v>2.10322696349775</c:v>
              </c:pt>
              <c:pt idx="320">
                <c:v>2.10322696349775</c:v>
              </c:pt>
              <c:pt idx="321">
                <c:v>2.10322696349775</c:v>
              </c:pt>
              <c:pt idx="322">
                <c:v>2.10322696349775</c:v>
              </c:pt>
              <c:pt idx="323">
                <c:v>2.10322696349775</c:v>
              </c:pt>
              <c:pt idx="324">
                <c:v>2.10322696349775</c:v>
              </c:pt>
              <c:pt idx="325">
                <c:v>2.10322696349775</c:v>
              </c:pt>
              <c:pt idx="326">
                <c:v>2.10322696349775</c:v>
              </c:pt>
              <c:pt idx="327">
                <c:v>2.10322696349775</c:v>
              </c:pt>
              <c:pt idx="328">
                <c:v>2.10322696349775</c:v>
              </c:pt>
              <c:pt idx="329">
                <c:v>2.10322696349775</c:v>
              </c:pt>
              <c:pt idx="330">
                <c:v>2.10322696349775</c:v>
              </c:pt>
              <c:pt idx="331">
                <c:v>2.10322696349775</c:v>
              </c:pt>
              <c:pt idx="332">
                <c:v>2.10322696349775</c:v>
              </c:pt>
              <c:pt idx="333">
                <c:v>2.10322696349775</c:v>
              </c:pt>
              <c:pt idx="334">
                <c:v>2.10322696349775</c:v>
              </c:pt>
              <c:pt idx="335">
                <c:v>2.10322696349775</c:v>
              </c:pt>
              <c:pt idx="336">
                <c:v>2.10322696349775</c:v>
              </c:pt>
              <c:pt idx="337">
                <c:v>2.10322696349775</c:v>
              </c:pt>
              <c:pt idx="338">
                <c:v>2.10322696349775</c:v>
              </c:pt>
              <c:pt idx="339">
                <c:v>2.10322696349775</c:v>
              </c:pt>
              <c:pt idx="340">
                <c:v>2.10322696349775</c:v>
              </c:pt>
              <c:pt idx="341">
                <c:v>2.10322696349775</c:v>
              </c:pt>
              <c:pt idx="342">
                <c:v>2.10322696349775</c:v>
              </c:pt>
              <c:pt idx="343">
                <c:v>2.10322696349775</c:v>
              </c:pt>
              <c:pt idx="344">
                <c:v>2.10322696349775</c:v>
              </c:pt>
              <c:pt idx="345">
                <c:v>2.10322696349775</c:v>
              </c:pt>
              <c:pt idx="346">
                <c:v>2.10322696349775</c:v>
              </c:pt>
              <c:pt idx="347">
                <c:v>2.10322696349775</c:v>
              </c:pt>
              <c:pt idx="348">
                <c:v>2.10322696349775</c:v>
              </c:pt>
              <c:pt idx="349">
                <c:v>2.10322696349775</c:v>
              </c:pt>
              <c:pt idx="350">
                <c:v>2.10322696349775</c:v>
              </c:pt>
              <c:pt idx="351">
                <c:v>2.10322696349775</c:v>
              </c:pt>
              <c:pt idx="352">
                <c:v>2.10322696349775</c:v>
              </c:pt>
              <c:pt idx="353">
                <c:v>2.10322696349775</c:v>
              </c:pt>
              <c:pt idx="354">
                <c:v>2.10322696349775</c:v>
              </c:pt>
              <c:pt idx="355">
                <c:v>2.10322696349775</c:v>
              </c:pt>
              <c:pt idx="356">
                <c:v>2.10322696349775</c:v>
              </c:pt>
              <c:pt idx="357">
                <c:v>2.10322696349775</c:v>
              </c:pt>
              <c:pt idx="358">
                <c:v>2.10322696349775</c:v>
              </c:pt>
              <c:pt idx="359">
                <c:v>2.10322696349775</c:v>
              </c:pt>
              <c:pt idx="360">
                <c:v>2.10322696349775</c:v>
              </c:pt>
              <c:pt idx="361">
                <c:v>2.10322696349775</c:v>
              </c:pt>
              <c:pt idx="362">
                <c:v>2.10322696349775</c:v>
              </c:pt>
              <c:pt idx="363">
                <c:v>2.10322696349775</c:v>
              </c:pt>
              <c:pt idx="364">
                <c:v>2.10322696349775</c:v>
              </c:pt>
              <c:pt idx="365">
                <c:v>2.10322696349775</c:v>
              </c:pt>
              <c:pt idx="366">
                <c:v>2.10322696349775</c:v>
              </c:pt>
              <c:pt idx="367">
                <c:v>2.10322696349775</c:v>
              </c:pt>
              <c:pt idx="368">
                <c:v>2.10322696349775</c:v>
              </c:pt>
              <c:pt idx="369">
                <c:v>2.10322696349775</c:v>
              </c:pt>
              <c:pt idx="370">
                <c:v>2.10322696349775</c:v>
              </c:pt>
              <c:pt idx="371">
                <c:v>2.10322696349775</c:v>
              </c:pt>
              <c:pt idx="372">
                <c:v>2.10322696349775</c:v>
              </c:pt>
              <c:pt idx="373">
                <c:v>2.10322696349775</c:v>
              </c:pt>
              <c:pt idx="374">
                <c:v>2.10322696349775</c:v>
              </c:pt>
              <c:pt idx="375">
                <c:v>2.10322696349775</c:v>
              </c:pt>
              <c:pt idx="376">
                <c:v>2.10322696349775</c:v>
              </c:pt>
              <c:pt idx="377">
                <c:v>2.10322696349775</c:v>
              </c:pt>
              <c:pt idx="378">
                <c:v>2.10322696349775</c:v>
              </c:pt>
              <c:pt idx="379">
                <c:v>2.10322696349775</c:v>
              </c:pt>
              <c:pt idx="380">
                <c:v>2.10322696349775</c:v>
              </c:pt>
              <c:pt idx="381">
                <c:v>2.10322696349775</c:v>
              </c:pt>
              <c:pt idx="382">
                <c:v>2.10322696349775</c:v>
              </c:pt>
              <c:pt idx="383">
                <c:v>2.10322696349775</c:v>
              </c:pt>
              <c:pt idx="384">
                <c:v>2.10322696349775</c:v>
              </c:pt>
              <c:pt idx="385">
                <c:v>2.10322696349775</c:v>
              </c:pt>
              <c:pt idx="386">
                <c:v>2.10322696349775</c:v>
              </c:pt>
              <c:pt idx="387">
                <c:v>2.10322696349775</c:v>
              </c:pt>
              <c:pt idx="388">
                <c:v>2.10322696349775</c:v>
              </c:pt>
              <c:pt idx="389">
                <c:v>2.10322696349775</c:v>
              </c:pt>
              <c:pt idx="390">
                <c:v>2.10322696349775</c:v>
              </c:pt>
              <c:pt idx="391">
                <c:v>2.10322696349775</c:v>
              </c:pt>
              <c:pt idx="392">
                <c:v>2.10322696349775</c:v>
              </c:pt>
              <c:pt idx="393">
                <c:v>2.10322696349775</c:v>
              </c:pt>
              <c:pt idx="394">
                <c:v>2.10322696349775</c:v>
              </c:pt>
              <c:pt idx="395">
                <c:v>2.10322696349775</c:v>
              </c:pt>
              <c:pt idx="396">
                <c:v>2.10322696349775</c:v>
              </c:pt>
              <c:pt idx="397">
                <c:v>2.10322696349775</c:v>
              </c:pt>
              <c:pt idx="398">
                <c:v>2.10322696349775</c:v>
              </c:pt>
              <c:pt idx="399">
                <c:v>2.10322696349775</c:v>
              </c:pt>
              <c:pt idx="400">
                <c:v>2.10322696349775</c:v>
              </c:pt>
              <c:pt idx="401">
                <c:v>2.10322696349775</c:v>
              </c:pt>
              <c:pt idx="402">
                <c:v>2.10322696349775</c:v>
              </c:pt>
              <c:pt idx="403">
                <c:v>2.10322696349775</c:v>
              </c:pt>
              <c:pt idx="404">
                <c:v>2.10322696349775</c:v>
              </c:pt>
              <c:pt idx="405">
                <c:v>2.10322696349775</c:v>
              </c:pt>
              <c:pt idx="406">
                <c:v>2.10322696349775</c:v>
              </c:pt>
              <c:pt idx="407">
                <c:v>2.10322696349775</c:v>
              </c:pt>
              <c:pt idx="408">
                <c:v>2.10322696349775</c:v>
              </c:pt>
              <c:pt idx="409">
                <c:v>2.10322696349775</c:v>
              </c:pt>
              <c:pt idx="410">
                <c:v>2.10322696349775</c:v>
              </c:pt>
              <c:pt idx="411">
                <c:v>2.10322696349775</c:v>
              </c:pt>
            </c:numLit>
          </c:xVal>
          <c:yVal>
            <c:numLit>
              <c:formatCode>0.0</c:formatCode>
              <c:ptCount val="412"/>
              <c:pt idx="0">
                <c:v>0.7416488088086174</c:v>
              </c:pt>
              <c:pt idx="1">
                <c:v>0.7416488088086174</c:v>
              </c:pt>
              <c:pt idx="2">
                <c:v>0.7416488088086174</c:v>
              </c:pt>
              <c:pt idx="3">
                <c:v>0.7416488088086174</c:v>
              </c:pt>
              <c:pt idx="4">
                <c:v>0.7416488088086174</c:v>
              </c:pt>
              <c:pt idx="5">
                <c:v>0.7416488088086174</c:v>
              </c:pt>
              <c:pt idx="6">
                <c:v>0.7416488088086174</c:v>
              </c:pt>
              <c:pt idx="7">
                <c:v>0.7416488088086174</c:v>
              </c:pt>
              <c:pt idx="8">
                <c:v>0.7416488088086174</c:v>
              </c:pt>
              <c:pt idx="9">
                <c:v>0.7416488088086174</c:v>
              </c:pt>
              <c:pt idx="10">
                <c:v>0.7416488088086174</c:v>
              </c:pt>
              <c:pt idx="11">
                <c:v>0.7416488088086174</c:v>
              </c:pt>
              <c:pt idx="12">
                <c:v>0.7416488088086174</c:v>
              </c:pt>
              <c:pt idx="13">
                <c:v>0.7416488088086174</c:v>
              </c:pt>
              <c:pt idx="14">
                <c:v>0.7416488088086174</c:v>
              </c:pt>
              <c:pt idx="15">
                <c:v>0.7416488088086174</c:v>
              </c:pt>
              <c:pt idx="16">
                <c:v>0.7416488088086174</c:v>
              </c:pt>
              <c:pt idx="17">
                <c:v>0.7416488088086174</c:v>
              </c:pt>
              <c:pt idx="18">
                <c:v>0.7416488088086174</c:v>
              </c:pt>
              <c:pt idx="19">
                <c:v>0.7416488088086174</c:v>
              </c:pt>
              <c:pt idx="20">
                <c:v>0.7416488088086174</c:v>
              </c:pt>
              <c:pt idx="21">
                <c:v>0.7416488088086174</c:v>
              </c:pt>
              <c:pt idx="22">
                <c:v>0.7416488088086174</c:v>
              </c:pt>
              <c:pt idx="23">
                <c:v>0.7416488088086174</c:v>
              </c:pt>
              <c:pt idx="24">
                <c:v>0.7416488088086174</c:v>
              </c:pt>
              <c:pt idx="25">
                <c:v>0.7416488088086174</c:v>
              </c:pt>
              <c:pt idx="26">
                <c:v>0.7416488088086174</c:v>
              </c:pt>
              <c:pt idx="27">
                <c:v>0.7416488088086174</c:v>
              </c:pt>
              <c:pt idx="28">
                <c:v>0.7416488088086174</c:v>
              </c:pt>
              <c:pt idx="29">
                <c:v>0.7416488088086174</c:v>
              </c:pt>
              <c:pt idx="30">
                <c:v>0.7416488088086174</c:v>
              </c:pt>
              <c:pt idx="31">
                <c:v>0.7416488088086174</c:v>
              </c:pt>
              <c:pt idx="32">
                <c:v>0.7416488088086174</c:v>
              </c:pt>
              <c:pt idx="33">
                <c:v>0.7416488088086174</c:v>
              </c:pt>
              <c:pt idx="34">
                <c:v>0.7416488088086174</c:v>
              </c:pt>
              <c:pt idx="35">
                <c:v>0.7416488088086174</c:v>
              </c:pt>
              <c:pt idx="36">
                <c:v>0.7416488088086174</c:v>
              </c:pt>
              <c:pt idx="37">
                <c:v>0.7416488088086174</c:v>
              </c:pt>
              <c:pt idx="38">
                <c:v>0.7416488088086174</c:v>
              </c:pt>
              <c:pt idx="39">
                <c:v>0.7416488088086174</c:v>
              </c:pt>
              <c:pt idx="40">
                <c:v>0.7416488088086174</c:v>
              </c:pt>
              <c:pt idx="41">
                <c:v>0.7416488088086174</c:v>
              </c:pt>
              <c:pt idx="42">
                <c:v>0.7416488088086174</c:v>
              </c:pt>
              <c:pt idx="43">
                <c:v>0.7416488088086174</c:v>
              </c:pt>
              <c:pt idx="44">
                <c:v>0.7416488088086174</c:v>
              </c:pt>
              <c:pt idx="45">
                <c:v>0.7416488088086174</c:v>
              </c:pt>
              <c:pt idx="46">
                <c:v>0.7416488088086174</c:v>
              </c:pt>
              <c:pt idx="47">
                <c:v>0.7416488088086174</c:v>
              </c:pt>
              <c:pt idx="48">
                <c:v>0.7416488088086174</c:v>
              </c:pt>
              <c:pt idx="49">
                <c:v>0.7416488088086174</c:v>
              </c:pt>
              <c:pt idx="50">
                <c:v>0.7416488088086174</c:v>
              </c:pt>
              <c:pt idx="51">
                <c:v>0.7416488088086174</c:v>
              </c:pt>
              <c:pt idx="52">
                <c:v>0.7416488088086174</c:v>
              </c:pt>
              <c:pt idx="53">
                <c:v>0.7416488088086174</c:v>
              </c:pt>
              <c:pt idx="54">
                <c:v>0.7416488088086174</c:v>
              </c:pt>
              <c:pt idx="55">
                <c:v>0.7416488088086174</c:v>
              </c:pt>
              <c:pt idx="56">
                <c:v>0.7416488088086174</c:v>
              </c:pt>
              <c:pt idx="57">
                <c:v>0.7416488088086174</c:v>
              </c:pt>
              <c:pt idx="58">
                <c:v>0.7416488088086174</c:v>
              </c:pt>
              <c:pt idx="59">
                <c:v>0.7416488088086174</c:v>
              </c:pt>
              <c:pt idx="60">
                <c:v>0.7416488088086174</c:v>
              </c:pt>
              <c:pt idx="61">
                <c:v>0.7416488088086174</c:v>
              </c:pt>
              <c:pt idx="62">
                <c:v>0.7416488088086174</c:v>
              </c:pt>
              <c:pt idx="63">
                <c:v>0.7416488088086174</c:v>
              </c:pt>
              <c:pt idx="64">
                <c:v>0.7416488088086174</c:v>
              </c:pt>
              <c:pt idx="65">
                <c:v>0.7416488088086174</c:v>
              </c:pt>
              <c:pt idx="66">
                <c:v>0.7416488088086174</c:v>
              </c:pt>
              <c:pt idx="67">
                <c:v>0.7416488088086174</c:v>
              </c:pt>
              <c:pt idx="68">
                <c:v>0.7416488088086174</c:v>
              </c:pt>
              <c:pt idx="69">
                <c:v>0.7416488088086174</c:v>
              </c:pt>
              <c:pt idx="70">
                <c:v>0.7416488088086174</c:v>
              </c:pt>
              <c:pt idx="71">
                <c:v>0.7416488088086174</c:v>
              </c:pt>
              <c:pt idx="72">
                <c:v>0.7416488088086174</c:v>
              </c:pt>
              <c:pt idx="73">
                <c:v>0.7416488088086174</c:v>
              </c:pt>
              <c:pt idx="74">
                <c:v>0.7416488088086174</c:v>
              </c:pt>
              <c:pt idx="75">
                <c:v>0.7416488088086174</c:v>
              </c:pt>
              <c:pt idx="76">
                <c:v>0.7416488088086174</c:v>
              </c:pt>
              <c:pt idx="77">
                <c:v>0.7416488088086174</c:v>
              </c:pt>
              <c:pt idx="78">
                <c:v>0.7416488088086174</c:v>
              </c:pt>
              <c:pt idx="79">
                <c:v>0.7416488088086174</c:v>
              </c:pt>
              <c:pt idx="80">
                <c:v>0.7416488088086174</c:v>
              </c:pt>
              <c:pt idx="81">
                <c:v>0.7416488088086174</c:v>
              </c:pt>
              <c:pt idx="82">
                <c:v>0.7416488088086174</c:v>
              </c:pt>
              <c:pt idx="83">
                <c:v>0.7416488088086174</c:v>
              </c:pt>
              <c:pt idx="84">
                <c:v>0.7416488088086174</c:v>
              </c:pt>
              <c:pt idx="85">
                <c:v>0.7416488088086174</c:v>
              </c:pt>
              <c:pt idx="86">
                <c:v>0.7416488088086174</c:v>
              </c:pt>
              <c:pt idx="87">
                <c:v>0.7416488088086174</c:v>
              </c:pt>
              <c:pt idx="88">
                <c:v>0.7416488088086174</c:v>
              </c:pt>
              <c:pt idx="89">
                <c:v>0.7416488088086174</c:v>
              </c:pt>
              <c:pt idx="90">
                <c:v>0.7416488088086174</c:v>
              </c:pt>
              <c:pt idx="91">
                <c:v>0.7416488088086174</c:v>
              </c:pt>
              <c:pt idx="92">
                <c:v>0.7416488088086174</c:v>
              </c:pt>
              <c:pt idx="93">
                <c:v>0.7416488088086174</c:v>
              </c:pt>
              <c:pt idx="94">
                <c:v>0.7416488088086174</c:v>
              </c:pt>
              <c:pt idx="95">
                <c:v>0.7416488088086174</c:v>
              </c:pt>
              <c:pt idx="96">
                <c:v>0.7416488088086174</c:v>
              </c:pt>
              <c:pt idx="97">
                <c:v>0.7416488088086174</c:v>
              </c:pt>
              <c:pt idx="98">
                <c:v>0.7416488088086174</c:v>
              </c:pt>
              <c:pt idx="99">
                <c:v>0.7416488088086174</c:v>
              </c:pt>
              <c:pt idx="100">
                <c:v>0.7416488088086174</c:v>
              </c:pt>
              <c:pt idx="101">
                <c:v>0.7416488088086174</c:v>
              </c:pt>
              <c:pt idx="102">
                <c:v>0.7416488088086174</c:v>
              </c:pt>
              <c:pt idx="103">
                <c:v>0.7416488088086174</c:v>
              </c:pt>
              <c:pt idx="104">
                <c:v>0.7416488088086174</c:v>
              </c:pt>
              <c:pt idx="105">
                <c:v>0.7416488088086174</c:v>
              </c:pt>
              <c:pt idx="106">
                <c:v>0.7416488088086174</c:v>
              </c:pt>
              <c:pt idx="107">
                <c:v>0.7416488088086174</c:v>
              </c:pt>
              <c:pt idx="108">
                <c:v>0.7416488088086174</c:v>
              </c:pt>
              <c:pt idx="109">
                <c:v>0.7416488088086174</c:v>
              </c:pt>
              <c:pt idx="110">
                <c:v>0.7416488088086174</c:v>
              </c:pt>
              <c:pt idx="111">
                <c:v>0.7416488088086174</c:v>
              </c:pt>
              <c:pt idx="112">
                <c:v>0.7416488088086174</c:v>
              </c:pt>
              <c:pt idx="113">
                <c:v>0.7416488088086174</c:v>
              </c:pt>
              <c:pt idx="114">
                <c:v>0.7416488088086174</c:v>
              </c:pt>
              <c:pt idx="115">
                <c:v>0.7416488088086174</c:v>
              </c:pt>
              <c:pt idx="116">
                <c:v>0.7416488088086174</c:v>
              </c:pt>
              <c:pt idx="117">
                <c:v>0.7416488088086174</c:v>
              </c:pt>
              <c:pt idx="118">
                <c:v>0.7416488088086174</c:v>
              </c:pt>
              <c:pt idx="119">
                <c:v>0.7416488088086174</c:v>
              </c:pt>
              <c:pt idx="120">
                <c:v>0.7416488088086174</c:v>
              </c:pt>
              <c:pt idx="121">
                <c:v>0.7416488088086174</c:v>
              </c:pt>
              <c:pt idx="122">
                <c:v>0.7416488088086174</c:v>
              </c:pt>
              <c:pt idx="123">
                <c:v>0.7416488088086174</c:v>
              </c:pt>
              <c:pt idx="124">
                <c:v>0.7416488088086174</c:v>
              </c:pt>
              <c:pt idx="125">
                <c:v>0.7416488088086174</c:v>
              </c:pt>
              <c:pt idx="126">
                <c:v>0.7416488088086174</c:v>
              </c:pt>
              <c:pt idx="127">
                <c:v>0.7416488088086174</c:v>
              </c:pt>
              <c:pt idx="128">
                <c:v>0.7416488088086174</c:v>
              </c:pt>
              <c:pt idx="129">
                <c:v>0.7416488088086174</c:v>
              </c:pt>
              <c:pt idx="130">
                <c:v>0.7416488088086174</c:v>
              </c:pt>
              <c:pt idx="131">
                <c:v>0.7416488088086174</c:v>
              </c:pt>
              <c:pt idx="132">
                <c:v>0.7416488088086174</c:v>
              </c:pt>
              <c:pt idx="133">
                <c:v>0.7416488088086174</c:v>
              </c:pt>
              <c:pt idx="134">
                <c:v>0.7416488088086174</c:v>
              </c:pt>
              <c:pt idx="135">
                <c:v>0.7416488088086174</c:v>
              </c:pt>
              <c:pt idx="136">
                <c:v>0.7416488088086174</c:v>
              </c:pt>
              <c:pt idx="137">
                <c:v>0.7416488088086174</c:v>
              </c:pt>
              <c:pt idx="138">
                <c:v>0.7416488088086174</c:v>
              </c:pt>
              <c:pt idx="139">
                <c:v>0.7416488088086174</c:v>
              </c:pt>
              <c:pt idx="140">
                <c:v>0.7416488088086174</c:v>
              </c:pt>
              <c:pt idx="141">
                <c:v>0.7416488088086174</c:v>
              </c:pt>
              <c:pt idx="142">
                <c:v>0.7416488088086174</c:v>
              </c:pt>
              <c:pt idx="143">
                <c:v>0.7416488088086174</c:v>
              </c:pt>
              <c:pt idx="144">
                <c:v>0.7416488088086174</c:v>
              </c:pt>
              <c:pt idx="145">
                <c:v>0.7416488088086174</c:v>
              </c:pt>
              <c:pt idx="146">
                <c:v>0.7416488088086174</c:v>
              </c:pt>
              <c:pt idx="147">
                <c:v>0.7416488088086174</c:v>
              </c:pt>
              <c:pt idx="148">
                <c:v>0.7416488088086174</c:v>
              </c:pt>
              <c:pt idx="149">
                <c:v>0.7416488088086174</c:v>
              </c:pt>
              <c:pt idx="150">
                <c:v>0.7416488088086174</c:v>
              </c:pt>
              <c:pt idx="151">
                <c:v>0.7416488088086174</c:v>
              </c:pt>
              <c:pt idx="152">
                <c:v>0.7416488088086174</c:v>
              </c:pt>
              <c:pt idx="153">
                <c:v>0.7416488088086174</c:v>
              </c:pt>
              <c:pt idx="154">
                <c:v>0.7416488088086174</c:v>
              </c:pt>
              <c:pt idx="155">
                <c:v>0.7416488088086174</c:v>
              </c:pt>
              <c:pt idx="156">
                <c:v>0.7416488088086174</c:v>
              </c:pt>
              <c:pt idx="157">
                <c:v>0.7416488088086174</c:v>
              </c:pt>
              <c:pt idx="158">
                <c:v>0.7416488088086174</c:v>
              </c:pt>
              <c:pt idx="159">
                <c:v>0.7416488088086174</c:v>
              </c:pt>
              <c:pt idx="160">
                <c:v>0.7416488088086174</c:v>
              </c:pt>
              <c:pt idx="161">
                <c:v>0.7416488088086174</c:v>
              </c:pt>
              <c:pt idx="162">
                <c:v>0.7416488088086174</c:v>
              </c:pt>
              <c:pt idx="163">
                <c:v>0.7416488088086174</c:v>
              </c:pt>
              <c:pt idx="164">
                <c:v>0.7416488088086174</c:v>
              </c:pt>
              <c:pt idx="165">
                <c:v>0.7416488088086174</c:v>
              </c:pt>
              <c:pt idx="166">
                <c:v>0.7416488088086174</c:v>
              </c:pt>
              <c:pt idx="167">
                <c:v>0.7416488088086174</c:v>
              </c:pt>
              <c:pt idx="168">
                <c:v>0.7416488088086174</c:v>
              </c:pt>
              <c:pt idx="169">
                <c:v>0.7416488088086174</c:v>
              </c:pt>
              <c:pt idx="170">
                <c:v>0.7416488088086174</c:v>
              </c:pt>
              <c:pt idx="171">
                <c:v>0.7416488088086174</c:v>
              </c:pt>
              <c:pt idx="172">
                <c:v>0.7416488088086174</c:v>
              </c:pt>
              <c:pt idx="173">
                <c:v>0.7416488088086174</c:v>
              </c:pt>
              <c:pt idx="174">
                <c:v>0.7416488088086174</c:v>
              </c:pt>
              <c:pt idx="175">
                <c:v>0.7416488088086174</c:v>
              </c:pt>
              <c:pt idx="176">
                <c:v>0.7416488088086174</c:v>
              </c:pt>
              <c:pt idx="177">
                <c:v>0.7416488088086174</c:v>
              </c:pt>
              <c:pt idx="178">
                <c:v>0.7416488088086174</c:v>
              </c:pt>
              <c:pt idx="179">
                <c:v>0.7416488088086174</c:v>
              </c:pt>
              <c:pt idx="180">
                <c:v>0.7416488088086174</c:v>
              </c:pt>
              <c:pt idx="181">
                <c:v>0.7416488088086174</c:v>
              </c:pt>
              <c:pt idx="182">
                <c:v>0.7416488088086174</c:v>
              </c:pt>
              <c:pt idx="183">
                <c:v>0.7416488088086174</c:v>
              </c:pt>
              <c:pt idx="184">
                <c:v>0.7416488088086174</c:v>
              </c:pt>
              <c:pt idx="185">
                <c:v>0.7416488088086174</c:v>
              </c:pt>
              <c:pt idx="186">
                <c:v>0.7416488088086174</c:v>
              </c:pt>
              <c:pt idx="187">
                <c:v>0.7416488088086174</c:v>
              </c:pt>
              <c:pt idx="188">
                <c:v>0.7416488088086174</c:v>
              </c:pt>
              <c:pt idx="189">
                <c:v>0.7416488088086174</c:v>
              </c:pt>
              <c:pt idx="190">
                <c:v>0.7416488088086174</c:v>
              </c:pt>
              <c:pt idx="191">
                <c:v>0.7416488088086174</c:v>
              </c:pt>
              <c:pt idx="192">
                <c:v>0.7416488088086174</c:v>
              </c:pt>
              <c:pt idx="193">
                <c:v>0.7416488088086174</c:v>
              </c:pt>
              <c:pt idx="194">
                <c:v>0.7416488088086174</c:v>
              </c:pt>
              <c:pt idx="195">
                <c:v>0.7416488088086174</c:v>
              </c:pt>
              <c:pt idx="196">
                <c:v>0.7416488088086174</c:v>
              </c:pt>
              <c:pt idx="197">
                <c:v>0.7416488088086174</c:v>
              </c:pt>
              <c:pt idx="198">
                <c:v>0.7416488088086174</c:v>
              </c:pt>
              <c:pt idx="199">
                <c:v>0.7416488088086174</c:v>
              </c:pt>
              <c:pt idx="200">
                <c:v>0.7416488088086174</c:v>
              </c:pt>
              <c:pt idx="201">
                <c:v>0.7416488088086174</c:v>
              </c:pt>
              <c:pt idx="202">
                <c:v>0.7416488088086174</c:v>
              </c:pt>
              <c:pt idx="203">
                <c:v>0.7416488088086174</c:v>
              </c:pt>
              <c:pt idx="204">
                <c:v>0.7416488088086174</c:v>
              </c:pt>
              <c:pt idx="205">
                <c:v>0.7416488088086174</c:v>
              </c:pt>
              <c:pt idx="206">
                <c:v>0.7416488088086174</c:v>
              </c:pt>
              <c:pt idx="207">
                <c:v>0.7416488088086174</c:v>
              </c:pt>
              <c:pt idx="208">
                <c:v>0.7416488088086174</c:v>
              </c:pt>
              <c:pt idx="209">
                <c:v>0.7416488088086174</c:v>
              </c:pt>
              <c:pt idx="210">
                <c:v>0.7416488088086174</c:v>
              </c:pt>
              <c:pt idx="211">
                <c:v>0.7416488088086174</c:v>
              </c:pt>
              <c:pt idx="212">
                <c:v>0.7416488088086174</c:v>
              </c:pt>
              <c:pt idx="213">
                <c:v>0.7416488088086174</c:v>
              </c:pt>
              <c:pt idx="214">
                <c:v>0.7416488088086174</c:v>
              </c:pt>
              <c:pt idx="215">
                <c:v>0.7416488088086174</c:v>
              </c:pt>
              <c:pt idx="216">
                <c:v>0.7416488088086174</c:v>
              </c:pt>
              <c:pt idx="217">
                <c:v>0.7416488088086174</c:v>
              </c:pt>
              <c:pt idx="218">
                <c:v>0.7416488088086174</c:v>
              </c:pt>
              <c:pt idx="219">
                <c:v>0.7416488088086174</c:v>
              </c:pt>
              <c:pt idx="220">
                <c:v>0.7416488088086174</c:v>
              </c:pt>
              <c:pt idx="221">
                <c:v>0.7416488088086174</c:v>
              </c:pt>
              <c:pt idx="222">
                <c:v>0.7416488088086174</c:v>
              </c:pt>
              <c:pt idx="223">
                <c:v>0.7416488088086174</c:v>
              </c:pt>
              <c:pt idx="224">
                <c:v>0.7416488088086174</c:v>
              </c:pt>
              <c:pt idx="225">
                <c:v>0.7416488088086174</c:v>
              </c:pt>
              <c:pt idx="226">
                <c:v>0.7416488088086174</c:v>
              </c:pt>
              <c:pt idx="227">
                <c:v>0.7416488088086174</c:v>
              </c:pt>
              <c:pt idx="228">
                <c:v>0.7416488088086174</c:v>
              </c:pt>
              <c:pt idx="229">
                <c:v>0.7416488088086174</c:v>
              </c:pt>
              <c:pt idx="230">
                <c:v>0.7416488088086174</c:v>
              </c:pt>
              <c:pt idx="231">
                <c:v>0.7416488088086174</c:v>
              </c:pt>
              <c:pt idx="232">
                <c:v>0.7416488088086174</c:v>
              </c:pt>
              <c:pt idx="233">
                <c:v>0.7416488088086174</c:v>
              </c:pt>
              <c:pt idx="234">
                <c:v>0.7416488088086174</c:v>
              </c:pt>
              <c:pt idx="235">
                <c:v>0.7416488088086174</c:v>
              </c:pt>
              <c:pt idx="236">
                <c:v>0.7416488088086174</c:v>
              </c:pt>
              <c:pt idx="237">
                <c:v>0.7416488088086174</c:v>
              </c:pt>
              <c:pt idx="238">
                <c:v>0.7416488088086174</c:v>
              </c:pt>
              <c:pt idx="239">
                <c:v>0.7416488088086174</c:v>
              </c:pt>
              <c:pt idx="240">
                <c:v>0.7416488088086174</c:v>
              </c:pt>
              <c:pt idx="241">
                <c:v>0.7416488088086174</c:v>
              </c:pt>
              <c:pt idx="242">
                <c:v>0.7416488088086174</c:v>
              </c:pt>
              <c:pt idx="243">
                <c:v>0.7416488088086174</c:v>
              </c:pt>
              <c:pt idx="244">
                <c:v>0.7416488088086174</c:v>
              </c:pt>
              <c:pt idx="245">
                <c:v>0.7416488088086174</c:v>
              </c:pt>
              <c:pt idx="246">
                <c:v>0.7416488088086174</c:v>
              </c:pt>
              <c:pt idx="247">
                <c:v>0.7416488088086174</c:v>
              </c:pt>
              <c:pt idx="248">
                <c:v>0.7416488088086174</c:v>
              </c:pt>
              <c:pt idx="249">
                <c:v>0.7416488088086174</c:v>
              </c:pt>
              <c:pt idx="250">
                <c:v>0.7416488088086174</c:v>
              </c:pt>
              <c:pt idx="251">
                <c:v>0.7416488088086174</c:v>
              </c:pt>
              <c:pt idx="252">
                <c:v>0.7416488088086174</c:v>
              </c:pt>
              <c:pt idx="253">
                <c:v>0.7416488088086174</c:v>
              </c:pt>
              <c:pt idx="254">
                <c:v>0.7416488088086174</c:v>
              </c:pt>
              <c:pt idx="255">
                <c:v>0.7416488088086174</c:v>
              </c:pt>
              <c:pt idx="256">
                <c:v>0.7416488088086174</c:v>
              </c:pt>
              <c:pt idx="257">
                <c:v>0.7416488088086174</c:v>
              </c:pt>
              <c:pt idx="258">
                <c:v>0.7416488088086174</c:v>
              </c:pt>
              <c:pt idx="259">
                <c:v>0.7416488088086174</c:v>
              </c:pt>
              <c:pt idx="260">
                <c:v>0.7416488088086174</c:v>
              </c:pt>
              <c:pt idx="261">
                <c:v>0.7416488088086174</c:v>
              </c:pt>
              <c:pt idx="262">
                <c:v>0.7416488088086174</c:v>
              </c:pt>
              <c:pt idx="263">
                <c:v>0.7416488088086174</c:v>
              </c:pt>
              <c:pt idx="264">
                <c:v>0.7416488088086174</c:v>
              </c:pt>
              <c:pt idx="265">
                <c:v>0.7416488088086174</c:v>
              </c:pt>
              <c:pt idx="266">
                <c:v>0.7416488088086174</c:v>
              </c:pt>
              <c:pt idx="267">
                <c:v>0.7416488088086174</c:v>
              </c:pt>
              <c:pt idx="268">
                <c:v>0.7416488088086174</c:v>
              </c:pt>
              <c:pt idx="269">
                <c:v>0.7416488088086174</c:v>
              </c:pt>
              <c:pt idx="270">
                <c:v>0.7416488088086174</c:v>
              </c:pt>
              <c:pt idx="271">
                <c:v>0.7416488088086174</c:v>
              </c:pt>
              <c:pt idx="272">
                <c:v>0.7416488088086174</c:v>
              </c:pt>
              <c:pt idx="273">
                <c:v>0.7416488088086174</c:v>
              </c:pt>
              <c:pt idx="274">
                <c:v>0.7416488088086174</c:v>
              </c:pt>
              <c:pt idx="275">
                <c:v>0.7416488088086174</c:v>
              </c:pt>
              <c:pt idx="276">
                <c:v>0.7416488088086174</c:v>
              </c:pt>
              <c:pt idx="277">
                <c:v>0.7416488088086174</c:v>
              </c:pt>
              <c:pt idx="278">
                <c:v>0.7416488088086174</c:v>
              </c:pt>
              <c:pt idx="279">
                <c:v>0.7416488088086174</c:v>
              </c:pt>
              <c:pt idx="280">
                <c:v>0.7416488088086174</c:v>
              </c:pt>
              <c:pt idx="281">
                <c:v>0.7416488088086174</c:v>
              </c:pt>
              <c:pt idx="282">
                <c:v>0.7416488088086174</c:v>
              </c:pt>
              <c:pt idx="283">
                <c:v>0.7416488088086174</c:v>
              </c:pt>
              <c:pt idx="284">
                <c:v>0.7416488088086174</c:v>
              </c:pt>
              <c:pt idx="285">
                <c:v>0.7416488088086174</c:v>
              </c:pt>
              <c:pt idx="286">
                <c:v>0.7416488088086174</c:v>
              </c:pt>
              <c:pt idx="287">
                <c:v>0.7416488088086174</c:v>
              </c:pt>
              <c:pt idx="288">
                <c:v>0.7416488088086174</c:v>
              </c:pt>
              <c:pt idx="289">
                <c:v>0.7416488088086174</c:v>
              </c:pt>
              <c:pt idx="290">
                <c:v>0.7416488088086174</c:v>
              </c:pt>
              <c:pt idx="291">
                <c:v>0.7416488088086174</c:v>
              </c:pt>
              <c:pt idx="292">
                <c:v>0.7416488088086174</c:v>
              </c:pt>
              <c:pt idx="293">
                <c:v>0.7416488088086174</c:v>
              </c:pt>
              <c:pt idx="294">
                <c:v>0.7416488088086174</c:v>
              </c:pt>
              <c:pt idx="295">
                <c:v>0.7416488088086174</c:v>
              </c:pt>
              <c:pt idx="296">
                <c:v>0.7416488088086174</c:v>
              </c:pt>
              <c:pt idx="297">
                <c:v>0.7416488088086174</c:v>
              </c:pt>
              <c:pt idx="298">
                <c:v>0.7416488088086174</c:v>
              </c:pt>
              <c:pt idx="299">
                <c:v>0.7416488088086174</c:v>
              </c:pt>
              <c:pt idx="300">
                <c:v>0.7416488088086174</c:v>
              </c:pt>
              <c:pt idx="301">
                <c:v>0.7416488088086174</c:v>
              </c:pt>
              <c:pt idx="302">
                <c:v>0.7416488088086174</c:v>
              </c:pt>
              <c:pt idx="303">
                <c:v>0.7416488088086174</c:v>
              </c:pt>
              <c:pt idx="304">
                <c:v>0.7416488088086174</c:v>
              </c:pt>
              <c:pt idx="305">
                <c:v>0.7416488088086174</c:v>
              </c:pt>
              <c:pt idx="306">
                <c:v>0.7416488088086174</c:v>
              </c:pt>
              <c:pt idx="307">
                <c:v>0.7416488088086174</c:v>
              </c:pt>
              <c:pt idx="308">
                <c:v>0.7416488088086174</c:v>
              </c:pt>
              <c:pt idx="309">
                <c:v>0.7416488088086174</c:v>
              </c:pt>
              <c:pt idx="310">
                <c:v>0.7416488088086174</c:v>
              </c:pt>
              <c:pt idx="311">
                <c:v>0.7416488088086174</c:v>
              </c:pt>
              <c:pt idx="312">
                <c:v>0.7416488088086174</c:v>
              </c:pt>
              <c:pt idx="313">
                <c:v>0.7416488088086174</c:v>
              </c:pt>
              <c:pt idx="314">
                <c:v>0.7416488088086174</c:v>
              </c:pt>
              <c:pt idx="315">
                <c:v>0.7416488088086174</c:v>
              </c:pt>
              <c:pt idx="316">
                <c:v>0.7416488088086174</c:v>
              </c:pt>
              <c:pt idx="317">
                <c:v>0.7416488088086174</c:v>
              </c:pt>
              <c:pt idx="318">
                <c:v>0.7416488088086174</c:v>
              </c:pt>
              <c:pt idx="319">
                <c:v>0.7416488088086174</c:v>
              </c:pt>
              <c:pt idx="320">
                <c:v>0.7416488088086174</c:v>
              </c:pt>
              <c:pt idx="321">
                <c:v>0.7416488088086174</c:v>
              </c:pt>
              <c:pt idx="322">
                <c:v>0.7416488088086174</c:v>
              </c:pt>
              <c:pt idx="323">
                <c:v>0.7416488088086174</c:v>
              </c:pt>
              <c:pt idx="324">
                <c:v>0.7416488088086174</c:v>
              </c:pt>
              <c:pt idx="325">
                <c:v>0.7416488088086174</c:v>
              </c:pt>
              <c:pt idx="326">
                <c:v>0.7416488088086174</c:v>
              </c:pt>
              <c:pt idx="327">
                <c:v>0.7416488088086174</c:v>
              </c:pt>
              <c:pt idx="328">
                <c:v>0.7416488088086174</c:v>
              </c:pt>
              <c:pt idx="329">
                <c:v>0.7416488088086174</c:v>
              </c:pt>
              <c:pt idx="330">
                <c:v>0.7416488088086174</c:v>
              </c:pt>
              <c:pt idx="331">
                <c:v>0.7416488088086174</c:v>
              </c:pt>
              <c:pt idx="332">
                <c:v>0.7416488088086174</c:v>
              </c:pt>
              <c:pt idx="333">
                <c:v>0.7416488088086174</c:v>
              </c:pt>
              <c:pt idx="334">
                <c:v>0.7416488088086174</c:v>
              </c:pt>
              <c:pt idx="335">
                <c:v>0.7416488088086174</c:v>
              </c:pt>
              <c:pt idx="336">
                <c:v>0.7416488088086174</c:v>
              </c:pt>
              <c:pt idx="337">
                <c:v>0.7416488088086174</c:v>
              </c:pt>
              <c:pt idx="338">
                <c:v>0.7416488088086174</c:v>
              </c:pt>
              <c:pt idx="339">
                <c:v>0.7416488088086174</c:v>
              </c:pt>
              <c:pt idx="340">
                <c:v>0.7416488088086174</c:v>
              </c:pt>
              <c:pt idx="341">
                <c:v>0.7416488088086174</c:v>
              </c:pt>
              <c:pt idx="342">
                <c:v>0.7416488088086174</c:v>
              </c:pt>
              <c:pt idx="343">
                <c:v>0.7416488088086174</c:v>
              </c:pt>
              <c:pt idx="344">
                <c:v>0.7416488088086174</c:v>
              </c:pt>
              <c:pt idx="345">
                <c:v>0.7416488088086174</c:v>
              </c:pt>
              <c:pt idx="346">
                <c:v>0.7416488088086174</c:v>
              </c:pt>
              <c:pt idx="347">
                <c:v>0.7416488088086174</c:v>
              </c:pt>
              <c:pt idx="348">
                <c:v>0.7416488088086174</c:v>
              </c:pt>
              <c:pt idx="349">
                <c:v>0.7416488088086174</c:v>
              </c:pt>
              <c:pt idx="350">
                <c:v>0.7416488088086174</c:v>
              </c:pt>
              <c:pt idx="351">
                <c:v>0.7416488088086174</c:v>
              </c:pt>
              <c:pt idx="352">
                <c:v>0.7416488088086174</c:v>
              </c:pt>
              <c:pt idx="353">
                <c:v>0.7416488088086174</c:v>
              </c:pt>
              <c:pt idx="354">
                <c:v>0.7416488088086174</c:v>
              </c:pt>
              <c:pt idx="355">
                <c:v>0.7416488088086174</c:v>
              </c:pt>
              <c:pt idx="356">
                <c:v>0.7416488088086174</c:v>
              </c:pt>
              <c:pt idx="357">
                <c:v>0.7416488088086174</c:v>
              </c:pt>
              <c:pt idx="358">
                <c:v>0.7416488088086174</c:v>
              </c:pt>
              <c:pt idx="359">
                <c:v>0.7416488088086174</c:v>
              </c:pt>
              <c:pt idx="360">
                <c:v>0.7416488088086174</c:v>
              </c:pt>
              <c:pt idx="361">
                <c:v>0.7416488088086174</c:v>
              </c:pt>
              <c:pt idx="362">
                <c:v>0.7416488088086174</c:v>
              </c:pt>
              <c:pt idx="363">
                <c:v>0.7416488088086174</c:v>
              </c:pt>
              <c:pt idx="364">
                <c:v>0.7416488088086174</c:v>
              </c:pt>
              <c:pt idx="365">
                <c:v>0.7416488088086174</c:v>
              </c:pt>
              <c:pt idx="366">
                <c:v>0.7416488088086174</c:v>
              </c:pt>
              <c:pt idx="367">
                <c:v>0.7416488088086174</c:v>
              </c:pt>
              <c:pt idx="368">
                <c:v>0.7416488088086174</c:v>
              </c:pt>
              <c:pt idx="369">
                <c:v>0.7416488088086174</c:v>
              </c:pt>
              <c:pt idx="370">
                <c:v>0.7416488088086174</c:v>
              </c:pt>
              <c:pt idx="371">
                <c:v>0.7416488088086174</c:v>
              </c:pt>
              <c:pt idx="372">
                <c:v>0.7416488088086174</c:v>
              </c:pt>
              <c:pt idx="373">
                <c:v>0.7416488088086174</c:v>
              </c:pt>
              <c:pt idx="374">
                <c:v>0.7416488088086174</c:v>
              </c:pt>
              <c:pt idx="375">
                <c:v>0.7416488088086174</c:v>
              </c:pt>
              <c:pt idx="376">
                <c:v>0.7416488088086174</c:v>
              </c:pt>
              <c:pt idx="377">
                <c:v>0.7416488088086174</c:v>
              </c:pt>
              <c:pt idx="378">
                <c:v>0.7416488088086174</c:v>
              </c:pt>
              <c:pt idx="379">
                <c:v>0.7416488088086174</c:v>
              </c:pt>
              <c:pt idx="380">
                <c:v>0.7416488088086174</c:v>
              </c:pt>
              <c:pt idx="381">
                <c:v>0.7416488088086174</c:v>
              </c:pt>
              <c:pt idx="382">
                <c:v>0.7416488088086174</c:v>
              </c:pt>
              <c:pt idx="383">
                <c:v>0.7416488088086174</c:v>
              </c:pt>
              <c:pt idx="384">
                <c:v>0.7416488088086174</c:v>
              </c:pt>
              <c:pt idx="385">
                <c:v>0.7416488088086174</c:v>
              </c:pt>
              <c:pt idx="386">
                <c:v>0.7416488088086174</c:v>
              </c:pt>
              <c:pt idx="387">
                <c:v>0.7416488088086174</c:v>
              </c:pt>
              <c:pt idx="388">
                <c:v>0.7416488088086174</c:v>
              </c:pt>
              <c:pt idx="389">
                <c:v>0.7416488088086174</c:v>
              </c:pt>
              <c:pt idx="390">
                <c:v>0.7416488088086174</c:v>
              </c:pt>
              <c:pt idx="391">
                <c:v>0.7416488088086174</c:v>
              </c:pt>
              <c:pt idx="392">
                <c:v>0.7416488088086174</c:v>
              </c:pt>
              <c:pt idx="393">
                <c:v>0.7416488088086174</c:v>
              </c:pt>
              <c:pt idx="394">
                <c:v>0.7416488088086174</c:v>
              </c:pt>
              <c:pt idx="395">
                <c:v>0.7416488088086174</c:v>
              </c:pt>
              <c:pt idx="396">
                <c:v>0.7416488088086174</c:v>
              </c:pt>
              <c:pt idx="397">
                <c:v>0.7416488088086174</c:v>
              </c:pt>
              <c:pt idx="398">
                <c:v>0.7416488088086174</c:v>
              </c:pt>
              <c:pt idx="399">
                <c:v>0.7416488088086174</c:v>
              </c:pt>
              <c:pt idx="400">
                <c:v>0.7416488088086174</c:v>
              </c:pt>
              <c:pt idx="401">
                <c:v>0.7416488088086174</c:v>
              </c:pt>
              <c:pt idx="402">
                <c:v>0.7416488088086174</c:v>
              </c:pt>
              <c:pt idx="403">
                <c:v>0.7416488088086174</c:v>
              </c:pt>
              <c:pt idx="404">
                <c:v>0.7416488088086174</c:v>
              </c:pt>
              <c:pt idx="405">
                <c:v>0.7416488088086174</c:v>
              </c:pt>
              <c:pt idx="406">
                <c:v>0.7416488088086174</c:v>
              </c:pt>
              <c:pt idx="407">
                <c:v>0.7416488088086174</c:v>
              </c:pt>
              <c:pt idx="408">
                <c:v>0.7416488088086174</c:v>
              </c:pt>
              <c:pt idx="409">
                <c:v>0.7416488088086174</c:v>
              </c:pt>
              <c:pt idx="410">
                <c:v>0.7416488088086174</c:v>
              </c:pt>
              <c:pt idx="411">
                <c:v>0.7416488088086174</c:v>
              </c:pt>
            </c:numLit>
          </c:yVal>
          <c:smooth val="0"/>
        </c:ser>
        <c:ser>
          <c:idx val="4"/>
          <c:order val="4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4.669276550240401</c:v>
              </c:pt>
              <c:pt idx="1">
                <c:v>9.031573647115259</c:v>
              </c:pt>
              <c:pt idx="2">
                <c:v>9.031573647115259</c:v>
              </c:pt>
              <c:pt idx="3">
                <c:v>9.031573647115259</c:v>
              </c:pt>
              <c:pt idx="4">
                <c:v>9.031573647115259</c:v>
              </c:pt>
              <c:pt idx="5">
                <c:v>9.031573647115259</c:v>
              </c:pt>
              <c:pt idx="6">
                <c:v>9.031573647115259</c:v>
              </c:pt>
              <c:pt idx="7">
                <c:v>9.031573647115259</c:v>
              </c:pt>
              <c:pt idx="8">
                <c:v>9.031573647115259</c:v>
              </c:pt>
              <c:pt idx="9">
                <c:v>9.031573647115259</c:v>
              </c:pt>
              <c:pt idx="10">
                <c:v>9.031573647115259</c:v>
              </c:pt>
              <c:pt idx="11">
                <c:v>9.031573647115259</c:v>
              </c:pt>
              <c:pt idx="12">
                <c:v>9.031573647115259</c:v>
              </c:pt>
              <c:pt idx="13">
                <c:v>9.031573647115259</c:v>
              </c:pt>
              <c:pt idx="14">
                <c:v>9.031573647115259</c:v>
              </c:pt>
              <c:pt idx="15">
                <c:v>9.031573647115259</c:v>
              </c:pt>
              <c:pt idx="16">
                <c:v>9.031573647115259</c:v>
              </c:pt>
              <c:pt idx="17">
                <c:v>9.031573647115259</c:v>
              </c:pt>
              <c:pt idx="18">
                <c:v>9.031573647115259</c:v>
              </c:pt>
              <c:pt idx="19">
                <c:v>9.031573647115259</c:v>
              </c:pt>
              <c:pt idx="20">
                <c:v>9.031573647115259</c:v>
              </c:pt>
              <c:pt idx="21">
                <c:v>9.031573647115259</c:v>
              </c:pt>
              <c:pt idx="22">
                <c:v>9.031573647115259</c:v>
              </c:pt>
              <c:pt idx="23">
                <c:v>9.031573647115259</c:v>
              </c:pt>
              <c:pt idx="24">
                <c:v>9.031573647115259</c:v>
              </c:pt>
              <c:pt idx="25">
                <c:v>9.031573647115259</c:v>
              </c:pt>
              <c:pt idx="26">
                <c:v>9.031573647115259</c:v>
              </c:pt>
              <c:pt idx="27">
                <c:v>9.031573647115259</c:v>
              </c:pt>
              <c:pt idx="28">
                <c:v>9.031573647115259</c:v>
              </c:pt>
              <c:pt idx="29">
                <c:v>9.031573647115259</c:v>
              </c:pt>
              <c:pt idx="30">
                <c:v>9.031573647115259</c:v>
              </c:pt>
              <c:pt idx="31">
                <c:v>9.031573647115259</c:v>
              </c:pt>
              <c:pt idx="32">
                <c:v>9.031573647115259</c:v>
              </c:pt>
              <c:pt idx="33">
                <c:v>9.031573647115259</c:v>
              </c:pt>
              <c:pt idx="34">
                <c:v>9.031573647115259</c:v>
              </c:pt>
              <c:pt idx="35">
                <c:v>9.031573647115259</c:v>
              </c:pt>
              <c:pt idx="36">
                <c:v>9.031573647115259</c:v>
              </c:pt>
              <c:pt idx="37">
                <c:v>9.031573647115259</c:v>
              </c:pt>
              <c:pt idx="38">
                <c:v>9.031573647115259</c:v>
              </c:pt>
              <c:pt idx="39">
                <c:v>9.031573647115259</c:v>
              </c:pt>
              <c:pt idx="40">
                <c:v>9.031573647115259</c:v>
              </c:pt>
              <c:pt idx="41">
                <c:v>9.031573647115259</c:v>
              </c:pt>
              <c:pt idx="42">
                <c:v>9.031573647115259</c:v>
              </c:pt>
              <c:pt idx="43">
                <c:v>9.031573647115259</c:v>
              </c:pt>
              <c:pt idx="44">
                <c:v>9.031573647115259</c:v>
              </c:pt>
              <c:pt idx="45">
                <c:v>9.031573647115259</c:v>
              </c:pt>
              <c:pt idx="46">
                <c:v>9.031573647115259</c:v>
              </c:pt>
              <c:pt idx="47">
                <c:v>9.031573647115259</c:v>
              </c:pt>
              <c:pt idx="48">
                <c:v>9.031573647115259</c:v>
              </c:pt>
              <c:pt idx="49">
                <c:v>9.031573647115259</c:v>
              </c:pt>
              <c:pt idx="50">
                <c:v>9.031573647115259</c:v>
              </c:pt>
              <c:pt idx="51">
                <c:v>9.031573647115259</c:v>
              </c:pt>
              <c:pt idx="52">
                <c:v>9.031573647115259</c:v>
              </c:pt>
              <c:pt idx="53">
                <c:v>9.031573647115259</c:v>
              </c:pt>
              <c:pt idx="54">
                <c:v>9.031573647115259</c:v>
              </c:pt>
              <c:pt idx="55">
                <c:v>9.031573647115259</c:v>
              </c:pt>
              <c:pt idx="56">
                <c:v>9.031573647115259</c:v>
              </c:pt>
              <c:pt idx="57">
                <c:v>9.031573647115259</c:v>
              </c:pt>
              <c:pt idx="58">
                <c:v>9.031573647115259</c:v>
              </c:pt>
              <c:pt idx="59">
                <c:v>9.031573647115259</c:v>
              </c:pt>
              <c:pt idx="60">
                <c:v>9.031573647115259</c:v>
              </c:pt>
              <c:pt idx="61">
                <c:v>9.031573647115259</c:v>
              </c:pt>
              <c:pt idx="62">
                <c:v>9.031573647115259</c:v>
              </c:pt>
              <c:pt idx="63">
                <c:v>9.031573647115259</c:v>
              </c:pt>
              <c:pt idx="64">
                <c:v>9.031573647115259</c:v>
              </c:pt>
              <c:pt idx="65">
                <c:v>9.031573647115259</c:v>
              </c:pt>
              <c:pt idx="66">
                <c:v>9.031573647115259</c:v>
              </c:pt>
              <c:pt idx="67">
                <c:v>9.031573647115259</c:v>
              </c:pt>
              <c:pt idx="68">
                <c:v>9.031573647115259</c:v>
              </c:pt>
              <c:pt idx="69">
                <c:v>9.031573647115259</c:v>
              </c:pt>
              <c:pt idx="70">
                <c:v>9.031573647115259</c:v>
              </c:pt>
              <c:pt idx="71">
                <c:v>9.031573647115259</c:v>
              </c:pt>
              <c:pt idx="72">
                <c:v>9.031573647115259</c:v>
              </c:pt>
              <c:pt idx="73">
                <c:v>9.031573647115259</c:v>
              </c:pt>
              <c:pt idx="74">
                <c:v>9.031573647115259</c:v>
              </c:pt>
              <c:pt idx="75">
                <c:v>9.031573647115259</c:v>
              </c:pt>
              <c:pt idx="76">
                <c:v>9.031573647115259</c:v>
              </c:pt>
              <c:pt idx="77">
                <c:v>9.031573647115259</c:v>
              </c:pt>
              <c:pt idx="78">
                <c:v>9.031573647115259</c:v>
              </c:pt>
              <c:pt idx="79">
                <c:v>9.031573647115259</c:v>
              </c:pt>
              <c:pt idx="80">
                <c:v>9.031573647115259</c:v>
              </c:pt>
              <c:pt idx="81">
                <c:v>9.031573647115259</c:v>
              </c:pt>
              <c:pt idx="82">
                <c:v>9.031573647115259</c:v>
              </c:pt>
              <c:pt idx="83">
                <c:v>9.031573647115259</c:v>
              </c:pt>
              <c:pt idx="84">
                <c:v>9.031573647115259</c:v>
              </c:pt>
              <c:pt idx="85">
                <c:v>9.031573647115259</c:v>
              </c:pt>
              <c:pt idx="86">
                <c:v>9.031573647115259</c:v>
              </c:pt>
              <c:pt idx="87">
                <c:v>9.031573647115259</c:v>
              </c:pt>
              <c:pt idx="88">
                <c:v>9.031573647115259</c:v>
              </c:pt>
              <c:pt idx="89">
                <c:v>9.031573647115259</c:v>
              </c:pt>
              <c:pt idx="90">
                <c:v>9.031573647115259</c:v>
              </c:pt>
              <c:pt idx="91">
                <c:v>9.031573647115259</c:v>
              </c:pt>
              <c:pt idx="92">
                <c:v>9.031573647115259</c:v>
              </c:pt>
              <c:pt idx="93">
                <c:v>9.031573647115259</c:v>
              </c:pt>
              <c:pt idx="94">
                <c:v>9.031573647115259</c:v>
              </c:pt>
              <c:pt idx="95">
                <c:v>9.031573647115259</c:v>
              </c:pt>
              <c:pt idx="96">
                <c:v>9.031573647115259</c:v>
              </c:pt>
              <c:pt idx="97">
                <c:v>9.031573647115259</c:v>
              </c:pt>
              <c:pt idx="98">
                <c:v>9.031573647115259</c:v>
              </c:pt>
              <c:pt idx="99">
                <c:v>9.031573647115259</c:v>
              </c:pt>
              <c:pt idx="100">
                <c:v>9.031573647115259</c:v>
              </c:pt>
              <c:pt idx="101">
                <c:v>9.031573647115259</c:v>
              </c:pt>
              <c:pt idx="102">
                <c:v>9.031573647115259</c:v>
              </c:pt>
              <c:pt idx="103">
                <c:v>9.031573647115259</c:v>
              </c:pt>
              <c:pt idx="104">
                <c:v>9.031573647115259</c:v>
              </c:pt>
              <c:pt idx="105">
                <c:v>9.031573647115259</c:v>
              </c:pt>
              <c:pt idx="106">
                <c:v>9.031573647115259</c:v>
              </c:pt>
              <c:pt idx="107">
                <c:v>9.031573647115259</c:v>
              </c:pt>
              <c:pt idx="108">
                <c:v>9.031573647115259</c:v>
              </c:pt>
              <c:pt idx="109">
                <c:v>9.031573647115259</c:v>
              </c:pt>
              <c:pt idx="110">
                <c:v>9.031573647115259</c:v>
              </c:pt>
              <c:pt idx="111">
                <c:v>9.031573647115259</c:v>
              </c:pt>
              <c:pt idx="112">
                <c:v>9.031573647115259</c:v>
              </c:pt>
              <c:pt idx="113">
                <c:v>9.031573647115259</c:v>
              </c:pt>
              <c:pt idx="114">
                <c:v>9.031573647115259</c:v>
              </c:pt>
              <c:pt idx="115">
                <c:v>9.031573647115259</c:v>
              </c:pt>
              <c:pt idx="116">
                <c:v>9.031573647115259</c:v>
              </c:pt>
              <c:pt idx="117">
                <c:v>9.031573647115259</c:v>
              </c:pt>
              <c:pt idx="118">
                <c:v>9.031573647115259</c:v>
              </c:pt>
              <c:pt idx="119">
                <c:v>9.031573647115259</c:v>
              </c:pt>
              <c:pt idx="120">
                <c:v>9.031573647115259</c:v>
              </c:pt>
              <c:pt idx="121">
                <c:v>9.031573647115259</c:v>
              </c:pt>
              <c:pt idx="122">
                <c:v>9.031573647115259</c:v>
              </c:pt>
              <c:pt idx="123">
                <c:v>9.031573647115259</c:v>
              </c:pt>
              <c:pt idx="124">
                <c:v>9.031573647115259</c:v>
              </c:pt>
              <c:pt idx="125">
                <c:v>9.031573647115259</c:v>
              </c:pt>
              <c:pt idx="126">
                <c:v>9.031573647115259</c:v>
              </c:pt>
              <c:pt idx="127">
                <c:v>9.031573647115259</c:v>
              </c:pt>
              <c:pt idx="128">
                <c:v>9.031573647115259</c:v>
              </c:pt>
              <c:pt idx="129">
                <c:v>9.031573647115259</c:v>
              </c:pt>
              <c:pt idx="130">
                <c:v>9.031573647115259</c:v>
              </c:pt>
              <c:pt idx="131">
                <c:v>9.031573647115259</c:v>
              </c:pt>
              <c:pt idx="132">
                <c:v>9.031573647115259</c:v>
              </c:pt>
              <c:pt idx="133">
                <c:v>9.031573647115259</c:v>
              </c:pt>
              <c:pt idx="134">
                <c:v>9.031573647115259</c:v>
              </c:pt>
              <c:pt idx="135">
                <c:v>9.031573647115259</c:v>
              </c:pt>
              <c:pt idx="136">
                <c:v>9.031573647115259</c:v>
              </c:pt>
              <c:pt idx="137">
                <c:v>9.031573647115259</c:v>
              </c:pt>
              <c:pt idx="138">
                <c:v>9.031573647115259</c:v>
              </c:pt>
              <c:pt idx="139">
                <c:v>9.031573647115259</c:v>
              </c:pt>
              <c:pt idx="140">
                <c:v>9.031573647115259</c:v>
              </c:pt>
              <c:pt idx="141">
                <c:v>9.031573647115259</c:v>
              </c:pt>
              <c:pt idx="142">
                <c:v>9.031573647115259</c:v>
              </c:pt>
              <c:pt idx="143">
                <c:v>9.031573647115259</c:v>
              </c:pt>
              <c:pt idx="144">
                <c:v>9.031573647115259</c:v>
              </c:pt>
              <c:pt idx="145">
                <c:v>9.031573647115259</c:v>
              </c:pt>
              <c:pt idx="146">
                <c:v>9.031573647115259</c:v>
              </c:pt>
              <c:pt idx="147">
                <c:v>9.031573647115259</c:v>
              </c:pt>
              <c:pt idx="148">
                <c:v>9.031573647115259</c:v>
              </c:pt>
              <c:pt idx="149">
                <c:v>9.031573647115259</c:v>
              </c:pt>
              <c:pt idx="150">
                <c:v>9.031573647115259</c:v>
              </c:pt>
              <c:pt idx="151">
                <c:v>9.031573647115259</c:v>
              </c:pt>
              <c:pt idx="152">
                <c:v>9.031573647115259</c:v>
              </c:pt>
              <c:pt idx="153">
                <c:v>9.031573647115259</c:v>
              </c:pt>
              <c:pt idx="154">
                <c:v>9.031573647115259</c:v>
              </c:pt>
              <c:pt idx="155">
                <c:v>9.031573647115259</c:v>
              </c:pt>
              <c:pt idx="156">
                <c:v>9.031573647115259</c:v>
              </c:pt>
              <c:pt idx="157">
                <c:v>9.031573647115259</c:v>
              </c:pt>
              <c:pt idx="158">
                <c:v>9.031573647115259</c:v>
              </c:pt>
              <c:pt idx="159">
                <c:v>9.031573647115259</c:v>
              </c:pt>
              <c:pt idx="160">
                <c:v>9.031573647115259</c:v>
              </c:pt>
              <c:pt idx="161">
                <c:v>9.031573647115259</c:v>
              </c:pt>
              <c:pt idx="162">
                <c:v>9.031573647115259</c:v>
              </c:pt>
              <c:pt idx="163">
                <c:v>9.031573647115259</c:v>
              </c:pt>
              <c:pt idx="164">
                <c:v>9.031573647115259</c:v>
              </c:pt>
              <c:pt idx="165">
                <c:v>9.031573647115259</c:v>
              </c:pt>
              <c:pt idx="166">
                <c:v>9.031573647115259</c:v>
              </c:pt>
              <c:pt idx="167">
                <c:v>9.031573647115259</c:v>
              </c:pt>
              <c:pt idx="168">
                <c:v>9.031573647115259</c:v>
              </c:pt>
              <c:pt idx="169">
                <c:v>9.031573647115259</c:v>
              </c:pt>
              <c:pt idx="170">
                <c:v>9.031573647115259</c:v>
              </c:pt>
              <c:pt idx="171">
                <c:v>9.031573647115259</c:v>
              </c:pt>
              <c:pt idx="172">
                <c:v>9.031573647115259</c:v>
              </c:pt>
              <c:pt idx="173">
                <c:v>9.031573647115259</c:v>
              </c:pt>
              <c:pt idx="174">
                <c:v>9.031573647115259</c:v>
              </c:pt>
              <c:pt idx="175">
                <c:v>9.031573647115259</c:v>
              </c:pt>
              <c:pt idx="176">
                <c:v>9.031573647115259</c:v>
              </c:pt>
              <c:pt idx="177">
                <c:v>9.031573647115259</c:v>
              </c:pt>
              <c:pt idx="178">
                <c:v>9.031573647115259</c:v>
              </c:pt>
              <c:pt idx="179">
                <c:v>9.031573647115259</c:v>
              </c:pt>
              <c:pt idx="180">
                <c:v>9.031573647115259</c:v>
              </c:pt>
              <c:pt idx="181">
                <c:v>9.031573647115259</c:v>
              </c:pt>
              <c:pt idx="182">
                <c:v>9.031573647115259</c:v>
              </c:pt>
              <c:pt idx="183">
                <c:v>9.031573647115259</c:v>
              </c:pt>
              <c:pt idx="184">
                <c:v>9.031573647115259</c:v>
              </c:pt>
              <c:pt idx="185">
                <c:v>9.031573647115259</c:v>
              </c:pt>
              <c:pt idx="186">
                <c:v>9.031573647115259</c:v>
              </c:pt>
              <c:pt idx="187">
                <c:v>9.031573647115259</c:v>
              </c:pt>
              <c:pt idx="188">
                <c:v>9.031573647115259</c:v>
              </c:pt>
              <c:pt idx="189">
                <c:v>9.031573647115259</c:v>
              </c:pt>
              <c:pt idx="190">
                <c:v>9.031573647115259</c:v>
              </c:pt>
              <c:pt idx="191">
                <c:v>9.031573647115259</c:v>
              </c:pt>
              <c:pt idx="192">
                <c:v>9.031573647115259</c:v>
              </c:pt>
              <c:pt idx="193">
                <c:v>9.031573647115259</c:v>
              </c:pt>
              <c:pt idx="194">
                <c:v>9.031573647115259</c:v>
              </c:pt>
              <c:pt idx="195">
                <c:v>9.031573647115259</c:v>
              </c:pt>
              <c:pt idx="196">
                <c:v>9.031573647115259</c:v>
              </c:pt>
              <c:pt idx="197">
                <c:v>9.031573647115259</c:v>
              </c:pt>
              <c:pt idx="198">
                <c:v>9.031573647115259</c:v>
              </c:pt>
              <c:pt idx="199">
                <c:v>9.031573647115259</c:v>
              </c:pt>
              <c:pt idx="200">
                <c:v>9.031573647115259</c:v>
              </c:pt>
              <c:pt idx="201">
                <c:v>9.031573647115259</c:v>
              </c:pt>
              <c:pt idx="202">
                <c:v>9.031573647115259</c:v>
              </c:pt>
              <c:pt idx="203">
                <c:v>9.031573647115259</c:v>
              </c:pt>
              <c:pt idx="204">
                <c:v>9.031573647115259</c:v>
              </c:pt>
              <c:pt idx="205">
                <c:v>9.031573647115259</c:v>
              </c:pt>
              <c:pt idx="206">
                <c:v>9.031573647115259</c:v>
              </c:pt>
              <c:pt idx="207">
                <c:v>9.031573647115259</c:v>
              </c:pt>
              <c:pt idx="208">
                <c:v>9.031573647115259</c:v>
              </c:pt>
              <c:pt idx="209">
                <c:v>9.031573647115259</c:v>
              </c:pt>
              <c:pt idx="210">
                <c:v>9.031573647115259</c:v>
              </c:pt>
              <c:pt idx="211">
                <c:v>9.031573647115259</c:v>
              </c:pt>
              <c:pt idx="212">
                <c:v>9.031573647115259</c:v>
              </c:pt>
              <c:pt idx="213">
                <c:v>9.031573647115259</c:v>
              </c:pt>
              <c:pt idx="214">
                <c:v>9.031573647115259</c:v>
              </c:pt>
              <c:pt idx="215">
                <c:v>9.031573647115259</c:v>
              </c:pt>
              <c:pt idx="216">
                <c:v>9.031573647115259</c:v>
              </c:pt>
              <c:pt idx="217">
                <c:v>9.031573647115259</c:v>
              </c:pt>
              <c:pt idx="218">
                <c:v>9.031573647115259</c:v>
              </c:pt>
              <c:pt idx="219">
                <c:v>9.031573647115259</c:v>
              </c:pt>
              <c:pt idx="220">
                <c:v>9.031573647115259</c:v>
              </c:pt>
              <c:pt idx="221">
                <c:v>9.031573647115259</c:v>
              </c:pt>
              <c:pt idx="222">
                <c:v>9.031573647115259</c:v>
              </c:pt>
              <c:pt idx="223">
                <c:v>9.031573647115259</c:v>
              </c:pt>
              <c:pt idx="224">
                <c:v>9.031573647115259</c:v>
              </c:pt>
              <c:pt idx="225">
                <c:v>9.031573647115259</c:v>
              </c:pt>
              <c:pt idx="226">
                <c:v>9.031573647115259</c:v>
              </c:pt>
              <c:pt idx="227">
                <c:v>9.031573647115259</c:v>
              </c:pt>
              <c:pt idx="228">
                <c:v>9.031573647115259</c:v>
              </c:pt>
              <c:pt idx="229">
                <c:v>9.031573647115259</c:v>
              </c:pt>
              <c:pt idx="230">
                <c:v>9.031573647115259</c:v>
              </c:pt>
              <c:pt idx="231">
                <c:v>9.031573647115259</c:v>
              </c:pt>
              <c:pt idx="232">
                <c:v>9.031573647115259</c:v>
              </c:pt>
              <c:pt idx="233">
                <c:v>9.031573647115259</c:v>
              </c:pt>
              <c:pt idx="234">
                <c:v>9.031573647115259</c:v>
              </c:pt>
              <c:pt idx="235">
                <c:v>9.031573647115259</c:v>
              </c:pt>
              <c:pt idx="236">
                <c:v>9.031573647115259</c:v>
              </c:pt>
              <c:pt idx="237">
                <c:v>9.031573647115259</c:v>
              </c:pt>
              <c:pt idx="238">
                <c:v>9.031573647115259</c:v>
              </c:pt>
              <c:pt idx="239">
                <c:v>9.031573647115259</c:v>
              </c:pt>
              <c:pt idx="240">
                <c:v>9.031573647115259</c:v>
              </c:pt>
              <c:pt idx="241">
                <c:v>9.031573647115259</c:v>
              </c:pt>
              <c:pt idx="242">
                <c:v>9.031573647115259</c:v>
              </c:pt>
              <c:pt idx="243">
                <c:v>9.031573647115259</c:v>
              </c:pt>
              <c:pt idx="244">
                <c:v>9.031573647115259</c:v>
              </c:pt>
              <c:pt idx="245">
                <c:v>9.031573647115259</c:v>
              </c:pt>
              <c:pt idx="246">
                <c:v>9.031573647115259</c:v>
              </c:pt>
              <c:pt idx="247">
                <c:v>9.031573647115259</c:v>
              </c:pt>
              <c:pt idx="248">
                <c:v>9.031573647115259</c:v>
              </c:pt>
              <c:pt idx="249">
                <c:v>9.031573647115259</c:v>
              </c:pt>
              <c:pt idx="250">
                <c:v>9.031573647115259</c:v>
              </c:pt>
              <c:pt idx="251">
                <c:v>9.031573647115259</c:v>
              </c:pt>
              <c:pt idx="252">
                <c:v>9.031573647115259</c:v>
              </c:pt>
              <c:pt idx="253">
                <c:v>9.031573647115259</c:v>
              </c:pt>
              <c:pt idx="254">
                <c:v>9.031573647115259</c:v>
              </c:pt>
              <c:pt idx="255">
                <c:v>9.031573647115259</c:v>
              </c:pt>
              <c:pt idx="256">
                <c:v>9.031573647115259</c:v>
              </c:pt>
              <c:pt idx="257">
                <c:v>9.031573647115259</c:v>
              </c:pt>
              <c:pt idx="258">
                <c:v>9.031573647115259</c:v>
              </c:pt>
              <c:pt idx="259">
                <c:v>9.031573647115259</c:v>
              </c:pt>
              <c:pt idx="260">
                <c:v>9.031573647115259</c:v>
              </c:pt>
              <c:pt idx="261">
                <c:v>9.031573647115259</c:v>
              </c:pt>
              <c:pt idx="262">
                <c:v>9.031573647115259</c:v>
              </c:pt>
              <c:pt idx="263">
                <c:v>9.031573647115259</c:v>
              </c:pt>
              <c:pt idx="264">
                <c:v>9.031573647115259</c:v>
              </c:pt>
              <c:pt idx="265">
                <c:v>9.031573647115259</c:v>
              </c:pt>
              <c:pt idx="266">
                <c:v>9.031573647115259</c:v>
              </c:pt>
              <c:pt idx="267">
                <c:v>9.031573647115259</c:v>
              </c:pt>
              <c:pt idx="268">
                <c:v>9.031573647115259</c:v>
              </c:pt>
              <c:pt idx="269">
                <c:v>9.031573647115259</c:v>
              </c:pt>
              <c:pt idx="270">
                <c:v>9.031573647115259</c:v>
              </c:pt>
              <c:pt idx="271">
                <c:v>9.031573647115259</c:v>
              </c:pt>
              <c:pt idx="272">
                <c:v>9.031573647115259</c:v>
              </c:pt>
              <c:pt idx="273">
                <c:v>9.031573647115259</c:v>
              </c:pt>
              <c:pt idx="274">
                <c:v>9.031573647115259</c:v>
              </c:pt>
              <c:pt idx="275">
                <c:v>9.031573647115259</c:v>
              </c:pt>
              <c:pt idx="276">
                <c:v>9.031573647115259</c:v>
              </c:pt>
              <c:pt idx="277">
                <c:v>9.031573647115259</c:v>
              </c:pt>
              <c:pt idx="278">
                <c:v>9.031573647115259</c:v>
              </c:pt>
              <c:pt idx="279">
                <c:v>9.031573647115259</c:v>
              </c:pt>
              <c:pt idx="280">
                <c:v>9.031573647115259</c:v>
              </c:pt>
              <c:pt idx="281">
                <c:v>9.031573647115259</c:v>
              </c:pt>
              <c:pt idx="282">
                <c:v>9.031573647115259</c:v>
              </c:pt>
              <c:pt idx="283">
                <c:v>9.031573647115259</c:v>
              </c:pt>
              <c:pt idx="284">
                <c:v>9.031573647115259</c:v>
              </c:pt>
              <c:pt idx="285">
                <c:v>9.031573647115259</c:v>
              </c:pt>
              <c:pt idx="286">
                <c:v>9.031573647115259</c:v>
              </c:pt>
              <c:pt idx="287">
                <c:v>9.031573647115259</c:v>
              </c:pt>
              <c:pt idx="288">
                <c:v>9.031573647115259</c:v>
              </c:pt>
              <c:pt idx="289">
                <c:v>9.031573647115259</c:v>
              </c:pt>
              <c:pt idx="290">
                <c:v>9.031573647115259</c:v>
              </c:pt>
              <c:pt idx="291">
                <c:v>9.031573647115259</c:v>
              </c:pt>
              <c:pt idx="292">
                <c:v>9.031573647115259</c:v>
              </c:pt>
              <c:pt idx="293">
                <c:v>9.031573647115259</c:v>
              </c:pt>
              <c:pt idx="294">
                <c:v>9.031573647115259</c:v>
              </c:pt>
              <c:pt idx="295">
                <c:v>9.031573647115259</c:v>
              </c:pt>
              <c:pt idx="296">
                <c:v>9.031573647115259</c:v>
              </c:pt>
              <c:pt idx="297">
                <c:v>9.031573647115259</c:v>
              </c:pt>
              <c:pt idx="298">
                <c:v>9.031573647115259</c:v>
              </c:pt>
              <c:pt idx="299">
                <c:v>9.031573647115259</c:v>
              </c:pt>
              <c:pt idx="300">
                <c:v>9.031573647115259</c:v>
              </c:pt>
              <c:pt idx="301">
                <c:v>9.031573647115259</c:v>
              </c:pt>
              <c:pt idx="302">
                <c:v>9.031573647115259</c:v>
              </c:pt>
              <c:pt idx="303">
                <c:v>9.031573647115259</c:v>
              </c:pt>
              <c:pt idx="304">
                <c:v>9.031573647115259</c:v>
              </c:pt>
              <c:pt idx="305">
                <c:v>9.031573647115259</c:v>
              </c:pt>
              <c:pt idx="306">
                <c:v>9.031573647115259</c:v>
              </c:pt>
              <c:pt idx="307">
                <c:v>9.031573647115259</c:v>
              </c:pt>
              <c:pt idx="308">
                <c:v>9.031573647115259</c:v>
              </c:pt>
              <c:pt idx="309">
                <c:v>9.031573647115259</c:v>
              </c:pt>
              <c:pt idx="310">
                <c:v>9.031573647115259</c:v>
              </c:pt>
              <c:pt idx="311">
                <c:v>9.031573647115259</c:v>
              </c:pt>
              <c:pt idx="312">
                <c:v>9.031573647115259</c:v>
              </c:pt>
              <c:pt idx="313">
                <c:v>9.031573647115259</c:v>
              </c:pt>
              <c:pt idx="314">
                <c:v>9.031573647115259</c:v>
              </c:pt>
              <c:pt idx="315">
                <c:v>9.031573647115259</c:v>
              </c:pt>
              <c:pt idx="316">
                <c:v>9.031573647115259</c:v>
              </c:pt>
              <c:pt idx="317">
                <c:v>9.031573647115259</c:v>
              </c:pt>
              <c:pt idx="318">
                <c:v>9.031573647115259</c:v>
              </c:pt>
              <c:pt idx="319">
                <c:v>9.031573647115259</c:v>
              </c:pt>
              <c:pt idx="320">
                <c:v>9.031573647115259</c:v>
              </c:pt>
              <c:pt idx="321">
                <c:v>9.031573647115259</c:v>
              </c:pt>
              <c:pt idx="322">
                <c:v>9.031573647115259</c:v>
              </c:pt>
              <c:pt idx="323">
                <c:v>9.031573647115259</c:v>
              </c:pt>
              <c:pt idx="324">
                <c:v>9.031573647115259</c:v>
              </c:pt>
              <c:pt idx="325">
                <c:v>9.031573647115259</c:v>
              </c:pt>
              <c:pt idx="326">
                <c:v>9.031573647115259</c:v>
              </c:pt>
              <c:pt idx="327">
                <c:v>9.031573647115259</c:v>
              </c:pt>
              <c:pt idx="328">
                <c:v>9.031573647115259</c:v>
              </c:pt>
              <c:pt idx="329">
                <c:v>9.031573647115259</c:v>
              </c:pt>
              <c:pt idx="330">
                <c:v>9.031573647115259</c:v>
              </c:pt>
              <c:pt idx="331">
                <c:v>9.031573647115259</c:v>
              </c:pt>
              <c:pt idx="332">
                <c:v>9.031573647115259</c:v>
              </c:pt>
              <c:pt idx="333">
                <c:v>9.031573647115259</c:v>
              </c:pt>
              <c:pt idx="334">
                <c:v>9.031573647115259</c:v>
              </c:pt>
              <c:pt idx="335">
                <c:v>9.031573647115259</c:v>
              </c:pt>
              <c:pt idx="336">
                <c:v>9.031573647115259</c:v>
              </c:pt>
              <c:pt idx="337">
                <c:v>9.031573647115259</c:v>
              </c:pt>
              <c:pt idx="338">
                <c:v>9.031573647115259</c:v>
              </c:pt>
              <c:pt idx="339">
                <c:v>9.031573647115259</c:v>
              </c:pt>
              <c:pt idx="340">
                <c:v>9.031573647115259</c:v>
              </c:pt>
              <c:pt idx="341">
                <c:v>9.031573647115259</c:v>
              </c:pt>
              <c:pt idx="342">
                <c:v>9.031573647115259</c:v>
              </c:pt>
              <c:pt idx="343">
                <c:v>9.031573647115259</c:v>
              </c:pt>
              <c:pt idx="344">
                <c:v>9.031573647115259</c:v>
              </c:pt>
              <c:pt idx="345">
                <c:v>9.031573647115259</c:v>
              </c:pt>
              <c:pt idx="346">
                <c:v>9.031573647115259</c:v>
              </c:pt>
              <c:pt idx="347">
                <c:v>9.031573647115259</c:v>
              </c:pt>
              <c:pt idx="348">
                <c:v>9.031573647115259</c:v>
              </c:pt>
              <c:pt idx="349">
                <c:v>9.031573647115259</c:v>
              </c:pt>
              <c:pt idx="350">
                <c:v>9.031573647115259</c:v>
              </c:pt>
              <c:pt idx="351">
                <c:v>9.031573647115259</c:v>
              </c:pt>
              <c:pt idx="352">
                <c:v>9.031573647115259</c:v>
              </c:pt>
              <c:pt idx="353">
                <c:v>9.031573647115259</c:v>
              </c:pt>
              <c:pt idx="354">
                <c:v>9.031573647115259</c:v>
              </c:pt>
              <c:pt idx="355">
                <c:v>9.031573647115259</c:v>
              </c:pt>
              <c:pt idx="356">
                <c:v>9.031573647115259</c:v>
              </c:pt>
              <c:pt idx="357">
                <c:v>9.031573647115259</c:v>
              </c:pt>
              <c:pt idx="358">
                <c:v>9.031573647115259</c:v>
              </c:pt>
              <c:pt idx="359">
                <c:v>9.031573647115259</c:v>
              </c:pt>
              <c:pt idx="360">
                <c:v>9.031573647115259</c:v>
              </c:pt>
              <c:pt idx="361">
                <c:v>9.031573647115259</c:v>
              </c:pt>
              <c:pt idx="362">
                <c:v>9.031573647115259</c:v>
              </c:pt>
              <c:pt idx="363">
                <c:v>9.031573647115259</c:v>
              </c:pt>
              <c:pt idx="364">
                <c:v>9.031573647115259</c:v>
              </c:pt>
              <c:pt idx="365">
                <c:v>9.031573647115259</c:v>
              </c:pt>
              <c:pt idx="366">
                <c:v>9.031573647115259</c:v>
              </c:pt>
              <c:pt idx="367">
                <c:v>9.031573647115259</c:v>
              </c:pt>
              <c:pt idx="368">
                <c:v>9.031573647115259</c:v>
              </c:pt>
              <c:pt idx="369">
                <c:v>9.031573647115259</c:v>
              </c:pt>
              <c:pt idx="370">
                <c:v>9.031573647115259</c:v>
              </c:pt>
              <c:pt idx="371">
                <c:v>9.031573647115259</c:v>
              </c:pt>
              <c:pt idx="372">
                <c:v>9.031573647115259</c:v>
              </c:pt>
              <c:pt idx="373">
                <c:v>9.031573647115259</c:v>
              </c:pt>
              <c:pt idx="374">
                <c:v>9.031573647115259</c:v>
              </c:pt>
              <c:pt idx="375">
                <c:v>9.031573647115259</c:v>
              </c:pt>
              <c:pt idx="376">
                <c:v>9.031573647115259</c:v>
              </c:pt>
              <c:pt idx="377">
                <c:v>9.031573647115259</c:v>
              </c:pt>
              <c:pt idx="378">
                <c:v>9.031573647115259</c:v>
              </c:pt>
              <c:pt idx="379">
                <c:v>9.031573647115259</c:v>
              </c:pt>
              <c:pt idx="380">
                <c:v>9.031573647115259</c:v>
              </c:pt>
              <c:pt idx="381">
                <c:v>9.031573647115259</c:v>
              </c:pt>
              <c:pt idx="382">
                <c:v>9.031573647115259</c:v>
              </c:pt>
              <c:pt idx="383">
                <c:v>9.031573647115259</c:v>
              </c:pt>
              <c:pt idx="384">
                <c:v>9.031573647115259</c:v>
              </c:pt>
              <c:pt idx="385">
                <c:v>9.031573647115259</c:v>
              </c:pt>
              <c:pt idx="386">
                <c:v>9.031573647115259</c:v>
              </c:pt>
              <c:pt idx="387">
                <c:v>9.031573647115259</c:v>
              </c:pt>
              <c:pt idx="388">
                <c:v>9.031573647115259</c:v>
              </c:pt>
              <c:pt idx="389">
                <c:v>9.031573647115259</c:v>
              </c:pt>
              <c:pt idx="390">
                <c:v>9.031573647115259</c:v>
              </c:pt>
              <c:pt idx="391">
                <c:v>9.031573647115259</c:v>
              </c:pt>
              <c:pt idx="392">
                <c:v>9.031573647115259</c:v>
              </c:pt>
              <c:pt idx="393">
                <c:v>9.031573647115259</c:v>
              </c:pt>
              <c:pt idx="394">
                <c:v>9.031573647115259</c:v>
              </c:pt>
              <c:pt idx="395">
                <c:v>9.031573647115259</c:v>
              </c:pt>
              <c:pt idx="396">
                <c:v>9.031573647115259</c:v>
              </c:pt>
              <c:pt idx="397">
                <c:v>9.031573647115259</c:v>
              </c:pt>
              <c:pt idx="398">
                <c:v>9.031573647115259</c:v>
              </c:pt>
              <c:pt idx="399">
                <c:v>9.031573647115259</c:v>
              </c:pt>
              <c:pt idx="400">
                <c:v>9.031573647115259</c:v>
              </c:pt>
              <c:pt idx="401">
                <c:v>9.031573647115259</c:v>
              </c:pt>
              <c:pt idx="402">
                <c:v>9.031573647115259</c:v>
              </c:pt>
              <c:pt idx="403">
                <c:v>9.031573647115259</c:v>
              </c:pt>
              <c:pt idx="404">
                <c:v>9.031573647115259</c:v>
              </c:pt>
              <c:pt idx="405">
                <c:v>9.031573647115259</c:v>
              </c:pt>
              <c:pt idx="406">
                <c:v>9.031573647115259</c:v>
              </c:pt>
              <c:pt idx="407">
                <c:v>9.031573647115259</c:v>
              </c:pt>
              <c:pt idx="408">
                <c:v>9.031573647115259</c:v>
              </c:pt>
              <c:pt idx="409">
                <c:v>9.031573647115259</c:v>
              </c:pt>
              <c:pt idx="410">
                <c:v>9.031573647115259</c:v>
              </c:pt>
              <c:pt idx="411">
                <c:v>9.031573647115259</c:v>
              </c:pt>
            </c:numLit>
          </c:xVal>
          <c:yVal>
            <c:numLit>
              <c:formatCode>0.0</c:formatCode>
              <c:ptCount val="412"/>
              <c:pt idx="0">
                <c:v>0.13203880275870133</c:v>
              </c:pt>
              <c:pt idx="1">
                <c:v>0.13203880275870133</c:v>
              </c:pt>
              <c:pt idx="2">
                <c:v>0.13203880275870133</c:v>
              </c:pt>
              <c:pt idx="3">
                <c:v>0.13203880275870133</c:v>
              </c:pt>
              <c:pt idx="4">
                <c:v>0.13203880275870133</c:v>
              </c:pt>
              <c:pt idx="5">
                <c:v>0.13203880275870133</c:v>
              </c:pt>
              <c:pt idx="6">
                <c:v>0.13203880275870133</c:v>
              </c:pt>
              <c:pt idx="7">
                <c:v>0.13203880275870133</c:v>
              </c:pt>
              <c:pt idx="8">
                <c:v>0.13203880275870133</c:v>
              </c:pt>
              <c:pt idx="9">
                <c:v>0.13203880275870133</c:v>
              </c:pt>
              <c:pt idx="10">
                <c:v>0.13203880275870133</c:v>
              </c:pt>
              <c:pt idx="11">
                <c:v>0.13203880275870133</c:v>
              </c:pt>
              <c:pt idx="12">
                <c:v>0.13203880275870133</c:v>
              </c:pt>
              <c:pt idx="13">
                <c:v>0.13203880275870133</c:v>
              </c:pt>
              <c:pt idx="14">
                <c:v>0.13203880275870133</c:v>
              </c:pt>
              <c:pt idx="15">
                <c:v>0.13203880275870133</c:v>
              </c:pt>
              <c:pt idx="16">
                <c:v>0.13203880275870133</c:v>
              </c:pt>
              <c:pt idx="17">
                <c:v>0.13203880275870133</c:v>
              </c:pt>
              <c:pt idx="18">
                <c:v>0.13203880275870133</c:v>
              </c:pt>
              <c:pt idx="19">
                <c:v>0.13203880275870133</c:v>
              </c:pt>
              <c:pt idx="20">
                <c:v>0.13203880275870133</c:v>
              </c:pt>
              <c:pt idx="21">
                <c:v>0.13203880275870133</c:v>
              </c:pt>
              <c:pt idx="22">
                <c:v>0.13203880275870133</c:v>
              </c:pt>
              <c:pt idx="23">
                <c:v>0.13203880275870133</c:v>
              </c:pt>
              <c:pt idx="24">
                <c:v>0.13203880275870133</c:v>
              </c:pt>
              <c:pt idx="25">
                <c:v>0.13203880275870133</c:v>
              </c:pt>
              <c:pt idx="26">
                <c:v>0.13203880275870133</c:v>
              </c:pt>
              <c:pt idx="27">
                <c:v>0.13203880275870133</c:v>
              </c:pt>
              <c:pt idx="28">
                <c:v>0.13203880275870133</c:v>
              </c:pt>
              <c:pt idx="29">
                <c:v>0.13203880275870133</c:v>
              </c:pt>
              <c:pt idx="30">
                <c:v>0.13203880275870133</c:v>
              </c:pt>
              <c:pt idx="31">
                <c:v>0.13203880275870133</c:v>
              </c:pt>
              <c:pt idx="32">
                <c:v>0.13203880275870133</c:v>
              </c:pt>
              <c:pt idx="33">
                <c:v>0.13203880275870133</c:v>
              </c:pt>
              <c:pt idx="34">
                <c:v>0.13203880275870133</c:v>
              </c:pt>
              <c:pt idx="35">
                <c:v>0.13203880275870133</c:v>
              </c:pt>
              <c:pt idx="36">
                <c:v>0.13203880275870133</c:v>
              </c:pt>
              <c:pt idx="37">
                <c:v>0.13203880275870133</c:v>
              </c:pt>
              <c:pt idx="38">
                <c:v>0.13203880275870133</c:v>
              </c:pt>
              <c:pt idx="39">
                <c:v>0.13203880275870133</c:v>
              </c:pt>
              <c:pt idx="40">
                <c:v>0.13203880275870133</c:v>
              </c:pt>
              <c:pt idx="41">
                <c:v>0.13203880275870133</c:v>
              </c:pt>
              <c:pt idx="42">
                <c:v>0.13203880275870133</c:v>
              </c:pt>
              <c:pt idx="43">
                <c:v>0.13203880275870133</c:v>
              </c:pt>
              <c:pt idx="44">
                <c:v>0.13203880275870133</c:v>
              </c:pt>
              <c:pt idx="45">
                <c:v>0.13203880275870133</c:v>
              </c:pt>
              <c:pt idx="46">
                <c:v>0.13203880275870133</c:v>
              </c:pt>
              <c:pt idx="47">
                <c:v>0.13203880275870133</c:v>
              </c:pt>
              <c:pt idx="48">
                <c:v>0.13203880275870133</c:v>
              </c:pt>
              <c:pt idx="49">
                <c:v>0.13203880275870133</c:v>
              </c:pt>
              <c:pt idx="50">
                <c:v>0.13203880275870133</c:v>
              </c:pt>
              <c:pt idx="51">
                <c:v>0.13203880275870133</c:v>
              </c:pt>
              <c:pt idx="52">
                <c:v>0.13203880275870133</c:v>
              </c:pt>
              <c:pt idx="53">
                <c:v>0.13203880275870133</c:v>
              </c:pt>
              <c:pt idx="54">
                <c:v>0.13203880275870133</c:v>
              </c:pt>
              <c:pt idx="55">
                <c:v>0.13203880275870133</c:v>
              </c:pt>
              <c:pt idx="56">
                <c:v>0.13203880275870133</c:v>
              </c:pt>
              <c:pt idx="57">
                <c:v>0.13203880275870133</c:v>
              </c:pt>
              <c:pt idx="58">
                <c:v>0.13203880275870133</c:v>
              </c:pt>
              <c:pt idx="59">
                <c:v>0.13203880275870133</c:v>
              </c:pt>
              <c:pt idx="60">
                <c:v>0.13203880275870133</c:v>
              </c:pt>
              <c:pt idx="61">
                <c:v>0.13203880275870133</c:v>
              </c:pt>
              <c:pt idx="62">
                <c:v>0.13203880275870133</c:v>
              </c:pt>
              <c:pt idx="63">
                <c:v>0.13203880275870133</c:v>
              </c:pt>
              <c:pt idx="64">
                <c:v>0.13203880275870133</c:v>
              </c:pt>
              <c:pt idx="65">
                <c:v>0.13203880275870133</c:v>
              </c:pt>
              <c:pt idx="66">
                <c:v>0.13203880275870133</c:v>
              </c:pt>
              <c:pt idx="67">
                <c:v>0.13203880275870133</c:v>
              </c:pt>
              <c:pt idx="68">
                <c:v>0.13203880275870133</c:v>
              </c:pt>
              <c:pt idx="69">
                <c:v>0.13203880275870133</c:v>
              </c:pt>
              <c:pt idx="70">
                <c:v>0.13203880275870133</c:v>
              </c:pt>
              <c:pt idx="71">
                <c:v>0.13203880275870133</c:v>
              </c:pt>
              <c:pt idx="72">
                <c:v>0.13203880275870133</c:v>
              </c:pt>
              <c:pt idx="73">
                <c:v>0.13203880275870133</c:v>
              </c:pt>
              <c:pt idx="74">
                <c:v>0.13203880275870133</c:v>
              </c:pt>
              <c:pt idx="75">
                <c:v>0.13203880275870133</c:v>
              </c:pt>
              <c:pt idx="76">
                <c:v>0.13203880275870133</c:v>
              </c:pt>
              <c:pt idx="77">
                <c:v>0.13203880275870133</c:v>
              </c:pt>
              <c:pt idx="78">
                <c:v>0.13203880275870133</c:v>
              </c:pt>
              <c:pt idx="79">
                <c:v>0.13203880275870133</c:v>
              </c:pt>
              <c:pt idx="80">
                <c:v>0.13203880275870133</c:v>
              </c:pt>
              <c:pt idx="81">
                <c:v>0.13203880275870133</c:v>
              </c:pt>
              <c:pt idx="82">
                <c:v>0.13203880275870133</c:v>
              </c:pt>
              <c:pt idx="83">
                <c:v>0.13203880275870133</c:v>
              </c:pt>
              <c:pt idx="84">
                <c:v>0.13203880275870133</c:v>
              </c:pt>
              <c:pt idx="85">
                <c:v>0.13203880275870133</c:v>
              </c:pt>
              <c:pt idx="86">
                <c:v>0.13203880275870133</c:v>
              </c:pt>
              <c:pt idx="87">
                <c:v>0.13203880275870133</c:v>
              </c:pt>
              <c:pt idx="88">
                <c:v>0.13203880275870133</c:v>
              </c:pt>
              <c:pt idx="89">
                <c:v>0.13203880275870133</c:v>
              </c:pt>
              <c:pt idx="90">
                <c:v>0.13203880275870133</c:v>
              </c:pt>
              <c:pt idx="91">
                <c:v>0.13203880275870133</c:v>
              </c:pt>
              <c:pt idx="92">
                <c:v>0.13203880275870133</c:v>
              </c:pt>
              <c:pt idx="93">
                <c:v>0.13203880275870133</c:v>
              </c:pt>
              <c:pt idx="94">
                <c:v>0.13203880275870133</c:v>
              </c:pt>
              <c:pt idx="95">
                <c:v>0.13203880275870133</c:v>
              </c:pt>
              <c:pt idx="96">
                <c:v>0.13203880275870133</c:v>
              </c:pt>
              <c:pt idx="97">
                <c:v>0.13203880275870133</c:v>
              </c:pt>
              <c:pt idx="98">
                <c:v>0.13203880275870133</c:v>
              </c:pt>
              <c:pt idx="99">
                <c:v>0.13203880275870133</c:v>
              </c:pt>
              <c:pt idx="100">
                <c:v>0.13203880275870133</c:v>
              </c:pt>
              <c:pt idx="101">
                <c:v>0.13203880275870133</c:v>
              </c:pt>
              <c:pt idx="102">
                <c:v>0.13203880275870133</c:v>
              </c:pt>
              <c:pt idx="103">
                <c:v>0.13203880275870133</c:v>
              </c:pt>
              <c:pt idx="104">
                <c:v>0.13203880275870133</c:v>
              </c:pt>
              <c:pt idx="105">
                <c:v>0.13203880275870133</c:v>
              </c:pt>
              <c:pt idx="106">
                <c:v>0.13203880275870133</c:v>
              </c:pt>
              <c:pt idx="107">
                <c:v>0.13203880275870133</c:v>
              </c:pt>
              <c:pt idx="108">
                <c:v>0.13203880275870133</c:v>
              </c:pt>
              <c:pt idx="109">
                <c:v>0.13203880275870133</c:v>
              </c:pt>
              <c:pt idx="110">
                <c:v>0.13203880275870133</c:v>
              </c:pt>
              <c:pt idx="111">
                <c:v>0.13203880275870133</c:v>
              </c:pt>
              <c:pt idx="112">
                <c:v>0.13203880275870133</c:v>
              </c:pt>
              <c:pt idx="113">
                <c:v>0.13203880275870133</c:v>
              </c:pt>
              <c:pt idx="114">
                <c:v>0.13203880275870133</c:v>
              </c:pt>
              <c:pt idx="115">
                <c:v>0.13203880275870133</c:v>
              </c:pt>
              <c:pt idx="116">
                <c:v>0.13203880275870133</c:v>
              </c:pt>
              <c:pt idx="117">
                <c:v>0.13203880275870133</c:v>
              </c:pt>
              <c:pt idx="118">
                <c:v>0.13203880275870133</c:v>
              </c:pt>
              <c:pt idx="119">
                <c:v>0.13203880275870133</c:v>
              </c:pt>
              <c:pt idx="120">
                <c:v>0.13203880275870133</c:v>
              </c:pt>
              <c:pt idx="121">
                <c:v>0.13203880275870133</c:v>
              </c:pt>
              <c:pt idx="122">
                <c:v>0.13203880275870133</c:v>
              </c:pt>
              <c:pt idx="123">
                <c:v>0.13203880275870133</c:v>
              </c:pt>
              <c:pt idx="124">
                <c:v>0.13203880275870133</c:v>
              </c:pt>
              <c:pt idx="125">
                <c:v>0.13203880275870133</c:v>
              </c:pt>
              <c:pt idx="126">
                <c:v>0.13203880275870133</c:v>
              </c:pt>
              <c:pt idx="127">
                <c:v>0.13203880275870133</c:v>
              </c:pt>
              <c:pt idx="128">
                <c:v>0.13203880275870133</c:v>
              </c:pt>
              <c:pt idx="129">
                <c:v>0.13203880275870133</c:v>
              </c:pt>
              <c:pt idx="130">
                <c:v>0.13203880275870133</c:v>
              </c:pt>
              <c:pt idx="131">
                <c:v>0.13203880275870133</c:v>
              </c:pt>
              <c:pt idx="132">
                <c:v>0.13203880275870133</c:v>
              </c:pt>
              <c:pt idx="133">
                <c:v>0.13203880275870133</c:v>
              </c:pt>
              <c:pt idx="134">
                <c:v>0.13203880275870133</c:v>
              </c:pt>
              <c:pt idx="135">
                <c:v>0.13203880275870133</c:v>
              </c:pt>
              <c:pt idx="136">
                <c:v>0.13203880275870133</c:v>
              </c:pt>
              <c:pt idx="137">
                <c:v>0.13203880275870133</c:v>
              </c:pt>
              <c:pt idx="138">
                <c:v>0.13203880275870133</c:v>
              </c:pt>
              <c:pt idx="139">
                <c:v>0.13203880275870133</c:v>
              </c:pt>
              <c:pt idx="140">
                <c:v>0.13203880275870133</c:v>
              </c:pt>
              <c:pt idx="141">
                <c:v>0.13203880275870133</c:v>
              </c:pt>
              <c:pt idx="142">
                <c:v>0.13203880275870133</c:v>
              </c:pt>
              <c:pt idx="143">
                <c:v>0.13203880275870133</c:v>
              </c:pt>
              <c:pt idx="144">
                <c:v>0.13203880275870133</c:v>
              </c:pt>
              <c:pt idx="145">
                <c:v>0.13203880275870133</c:v>
              </c:pt>
              <c:pt idx="146">
                <c:v>0.13203880275870133</c:v>
              </c:pt>
              <c:pt idx="147">
                <c:v>0.13203880275870133</c:v>
              </c:pt>
              <c:pt idx="148">
                <c:v>0.13203880275870133</c:v>
              </c:pt>
              <c:pt idx="149">
                <c:v>0.13203880275870133</c:v>
              </c:pt>
              <c:pt idx="150">
                <c:v>0.13203880275870133</c:v>
              </c:pt>
              <c:pt idx="151">
                <c:v>0.13203880275870133</c:v>
              </c:pt>
              <c:pt idx="152">
                <c:v>0.13203880275870133</c:v>
              </c:pt>
              <c:pt idx="153">
                <c:v>0.13203880275870133</c:v>
              </c:pt>
              <c:pt idx="154">
                <c:v>0.13203880275870133</c:v>
              </c:pt>
              <c:pt idx="155">
                <c:v>0.13203880275870133</c:v>
              </c:pt>
              <c:pt idx="156">
                <c:v>0.13203880275870133</c:v>
              </c:pt>
              <c:pt idx="157">
                <c:v>0.13203880275870133</c:v>
              </c:pt>
              <c:pt idx="158">
                <c:v>0.13203880275870133</c:v>
              </c:pt>
              <c:pt idx="159">
                <c:v>0.13203880275870133</c:v>
              </c:pt>
              <c:pt idx="160">
                <c:v>0.13203880275870133</c:v>
              </c:pt>
              <c:pt idx="161">
                <c:v>0.13203880275870133</c:v>
              </c:pt>
              <c:pt idx="162">
                <c:v>0.13203880275870133</c:v>
              </c:pt>
              <c:pt idx="163">
                <c:v>0.13203880275870133</c:v>
              </c:pt>
              <c:pt idx="164">
                <c:v>0.13203880275870133</c:v>
              </c:pt>
              <c:pt idx="165">
                <c:v>0.13203880275870133</c:v>
              </c:pt>
              <c:pt idx="166">
                <c:v>0.13203880275870133</c:v>
              </c:pt>
              <c:pt idx="167">
                <c:v>0.13203880275870133</c:v>
              </c:pt>
              <c:pt idx="168">
                <c:v>0.13203880275870133</c:v>
              </c:pt>
              <c:pt idx="169">
                <c:v>0.13203880275870133</c:v>
              </c:pt>
              <c:pt idx="170">
                <c:v>0.13203880275870133</c:v>
              </c:pt>
              <c:pt idx="171">
                <c:v>0.13203880275870133</c:v>
              </c:pt>
              <c:pt idx="172">
                <c:v>0.13203880275870133</c:v>
              </c:pt>
              <c:pt idx="173">
                <c:v>0.13203880275870133</c:v>
              </c:pt>
              <c:pt idx="174">
                <c:v>0.13203880275870133</c:v>
              </c:pt>
              <c:pt idx="175">
                <c:v>0.13203880275870133</c:v>
              </c:pt>
              <c:pt idx="176">
                <c:v>0.13203880275870133</c:v>
              </c:pt>
              <c:pt idx="177">
                <c:v>0.13203880275870133</c:v>
              </c:pt>
              <c:pt idx="178">
                <c:v>0.13203880275870133</c:v>
              </c:pt>
              <c:pt idx="179">
                <c:v>0.13203880275870133</c:v>
              </c:pt>
              <c:pt idx="180">
                <c:v>0.13203880275870133</c:v>
              </c:pt>
              <c:pt idx="181">
                <c:v>0.13203880275870133</c:v>
              </c:pt>
              <c:pt idx="182">
                <c:v>0.13203880275870133</c:v>
              </c:pt>
              <c:pt idx="183">
                <c:v>0.13203880275870133</c:v>
              </c:pt>
              <c:pt idx="184">
                <c:v>0.13203880275870133</c:v>
              </c:pt>
              <c:pt idx="185">
                <c:v>0.13203880275870133</c:v>
              </c:pt>
              <c:pt idx="186">
                <c:v>0.13203880275870133</c:v>
              </c:pt>
              <c:pt idx="187">
                <c:v>0.13203880275870133</c:v>
              </c:pt>
              <c:pt idx="188">
                <c:v>0.13203880275870133</c:v>
              </c:pt>
              <c:pt idx="189">
                <c:v>0.13203880275870133</c:v>
              </c:pt>
              <c:pt idx="190">
                <c:v>0.13203880275870133</c:v>
              </c:pt>
              <c:pt idx="191">
                <c:v>0.13203880275870133</c:v>
              </c:pt>
              <c:pt idx="192">
                <c:v>0.13203880275870133</c:v>
              </c:pt>
              <c:pt idx="193">
                <c:v>0.13203880275870133</c:v>
              </c:pt>
              <c:pt idx="194">
                <c:v>0.13203880275870133</c:v>
              </c:pt>
              <c:pt idx="195">
                <c:v>0.13203880275870133</c:v>
              </c:pt>
              <c:pt idx="196">
                <c:v>0.13203880275870133</c:v>
              </c:pt>
              <c:pt idx="197">
                <c:v>0.13203880275870133</c:v>
              </c:pt>
              <c:pt idx="198">
                <c:v>0.13203880275870133</c:v>
              </c:pt>
              <c:pt idx="199">
                <c:v>0.13203880275870133</c:v>
              </c:pt>
              <c:pt idx="200">
                <c:v>0.13203880275870133</c:v>
              </c:pt>
              <c:pt idx="201">
                <c:v>0.13203880275870133</c:v>
              </c:pt>
              <c:pt idx="202">
                <c:v>0.13203880275870133</c:v>
              </c:pt>
              <c:pt idx="203">
                <c:v>0.13203880275870133</c:v>
              </c:pt>
              <c:pt idx="204">
                <c:v>0.13203880275870133</c:v>
              </c:pt>
              <c:pt idx="205">
                <c:v>0.13203880275870133</c:v>
              </c:pt>
              <c:pt idx="206">
                <c:v>0.13203880275870133</c:v>
              </c:pt>
              <c:pt idx="207">
                <c:v>0.13203880275870133</c:v>
              </c:pt>
              <c:pt idx="208">
                <c:v>0.13203880275870133</c:v>
              </c:pt>
              <c:pt idx="209">
                <c:v>0.13203880275870133</c:v>
              </c:pt>
              <c:pt idx="210">
                <c:v>0.13203880275870133</c:v>
              </c:pt>
              <c:pt idx="211">
                <c:v>0.13203880275870133</c:v>
              </c:pt>
              <c:pt idx="212">
                <c:v>0.13203880275870133</c:v>
              </c:pt>
              <c:pt idx="213">
                <c:v>0.13203880275870133</c:v>
              </c:pt>
              <c:pt idx="214">
                <c:v>0.13203880275870133</c:v>
              </c:pt>
              <c:pt idx="215">
                <c:v>0.13203880275870133</c:v>
              </c:pt>
              <c:pt idx="216">
                <c:v>0.13203880275870133</c:v>
              </c:pt>
              <c:pt idx="217">
                <c:v>0.13203880275870133</c:v>
              </c:pt>
              <c:pt idx="218">
                <c:v>0.13203880275870133</c:v>
              </c:pt>
              <c:pt idx="219">
                <c:v>0.13203880275870133</c:v>
              </c:pt>
              <c:pt idx="220">
                <c:v>0.13203880275870133</c:v>
              </c:pt>
              <c:pt idx="221">
                <c:v>0.13203880275870133</c:v>
              </c:pt>
              <c:pt idx="222">
                <c:v>0.13203880275870133</c:v>
              </c:pt>
              <c:pt idx="223">
                <c:v>0.13203880275870133</c:v>
              </c:pt>
              <c:pt idx="224">
                <c:v>0.13203880275870133</c:v>
              </c:pt>
              <c:pt idx="225">
                <c:v>0.13203880275870133</c:v>
              </c:pt>
              <c:pt idx="226">
                <c:v>0.13203880275870133</c:v>
              </c:pt>
              <c:pt idx="227">
                <c:v>0.13203880275870133</c:v>
              </c:pt>
              <c:pt idx="228">
                <c:v>0.13203880275870133</c:v>
              </c:pt>
              <c:pt idx="229">
                <c:v>0.13203880275870133</c:v>
              </c:pt>
              <c:pt idx="230">
                <c:v>0.13203880275870133</c:v>
              </c:pt>
              <c:pt idx="231">
                <c:v>0.13203880275870133</c:v>
              </c:pt>
              <c:pt idx="232">
                <c:v>0.13203880275870133</c:v>
              </c:pt>
              <c:pt idx="233">
                <c:v>0.13203880275870133</c:v>
              </c:pt>
              <c:pt idx="234">
                <c:v>0.13203880275870133</c:v>
              </c:pt>
              <c:pt idx="235">
                <c:v>0.13203880275870133</c:v>
              </c:pt>
              <c:pt idx="236">
                <c:v>0.13203880275870133</c:v>
              </c:pt>
              <c:pt idx="237">
                <c:v>0.13203880275870133</c:v>
              </c:pt>
              <c:pt idx="238">
                <c:v>0.13203880275870133</c:v>
              </c:pt>
              <c:pt idx="239">
                <c:v>0.13203880275870133</c:v>
              </c:pt>
              <c:pt idx="240">
                <c:v>0.13203880275870133</c:v>
              </c:pt>
              <c:pt idx="241">
                <c:v>0.13203880275870133</c:v>
              </c:pt>
              <c:pt idx="242">
                <c:v>0.13203880275870133</c:v>
              </c:pt>
              <c:pt idx="243">
                <c:v>0.13203880275870133</c:v>
              </c:pt>
              <c:pt idx="244">
                <c:v>0.13203880275870133</c:v>
              </c:pt>
              <c:pt idx="245">
                <c:v>0.13203880275870133</c:v>
              </c:pt>
              <c:pt idx="246">
                <c:v>0.13203880275870133</c:v>
              </c:pt>
              <c:pt idx="247">
                <c:v>0.13203880275870133</c:v>
              </c:pt>
              <c:pt idx="248">
                <c:v>0.13203880275870133</c:v>
              </c:pt>
              <c:pt idx="249">
                <c:v>0.13203880275870133</c:v>
              </c:pt>
              <c:pt idx="250">
                <c:v>0.13203880275870133</c:v>
              </c:pt>
              <c:pt idx="251">
                <c:v>0.13203880275870133</c:v>
              </c:pt>
              <c:pt idx="252">
                <c:v>0.13203880275870133</c:v>
              </c:pt>
              <c:pt idx="253">
                <c:v>0.13203880275870133</c:v>
              </c:pt>
              <c:pt idx="254">
                <c:v>0.13203880275870133</c:v>
              </c:pt>
              <c:pt idx="255">
                <c:v>0.13203880275870133</c:v>
              </c:pt>
              <c:pt idx="256">
                <c:v>0.13203880275870133</c:v>
              </c:pt>
              <c:pt idx="257">
                <c:v>0.13203880275870133</c:v>
              </c:pt>
              <c:pt idx="258">
                <c:v>0.13203880275870133</c:v>
              </c:pt>
              <c:pt idx="259">
                <c:v>0.13203880275870133</c:v>
              </c:pt>
              <c:pt idx="260">
                <c:v>0.13203880275870133</c:v>
              </c:pt>
              <c:pt idx="261">
                <c:v>0.13203880275870133</c:v>
              </c:pt>
              <c:pt idx="262">
                <c:v>0.13203880275870133</c:v>
              </c:pt>
              <c:pt idx="263">
                <c:v>0.13203880275870133</c:v>
              </c:pt>
              <c:pt idx="264">
                <c:v>0.13203880275870133</c:v>
              </c:pt>
              <c:pt idx="265">
                <c:v>0.13203880275870133</c:v>
              </c:pt>
              <c:pt idx="266">
                <c:v>0.13203880275870133</c:v>
              </c:pt>
              <c:pt idx="267">
                <c:v>0.13203880275870133</c:v>
              </c:pt>
              <c:pt idx="268">
                <c:v>0.13203880275870133</c:v>
              </c:pt>
              <c:pt idx="269">
                <c:v>0.13203880275870133</c:v>
              </c:pt>
              <c:pt idx="270">
                <c:v>0.13203880275870133</c:v>
              </c:pt>
              <c:pt idx="271">
                <c:v>0.13203880275870133</c:v>
              </c:pt>
              <c:pt idx="272">
                <c:v>0.13203880275870133</c:v>
              </c:pt>
              <c:pt idx="273">
                <c:v>0.13203880275870133</c:v>
              </c:pt>
              <c:pt idx="274">
                <c:v>0.13203880275870133</c:v>
              </c:pt>
              <c:pt idx="275">
                <c:v>0.13203880275870133</c:v>
              </c:pt>
              <c:pt idx="276">
                <c:v>0.13203880275870133</c:v>
              </c:pt>
              <c:pt idx="277">
                <c:v>0.13203880275870133</c:v>
              </c:pt>
              <c:pt idx="278">
                <c:v>0.13203880275870133</c:v>
              </c:pt>
              <c:pt idx="279">
                <c:v>0.13203880275870133</c:v>
              </c:pt>
              <c:pt idx="280">
                <c:v>0.13203880275870133</c:v>
              </c:pt>
              <c:pt idx="281">
                <c:v>0.13203880275870133</c:v>
              </c:pt>
              <c:pt idx="282">
                <c:v>0.13203880275870133</c:v>
              </c:pt>
              <c:pt idx="283">
                <c:v>0.13203880275870133</c:v>
              </c:pt>
              <c:pt idx="284">
                <c:v>0.13203880275870133</c:v>
              </c:pt>
              <c:pt idx="285">
                <c:v>0.13203880275870133</c:v>
              </c:pt>
              <c:pt idx="286">
                <c:v>0.13203880275870133</c:v>
              </c:pt>
              <c:pt idx="287">
                <c:v>0.13203880275870133</c:v>
              </c:pt>
              <c:pt idx="288">
                <c:v>0.13203880275870133</c:v>
              </c:pt>
              <c:pt idx="289">
                <c:v>0.13203880275870133</c:v>
              </c:pt>
              <c:pt idx="290">
                <c:v>0.13203880275870133</c:v>
              </c:pt>
              <c:pt idx="291">
                <c:v>0.13203880275870133</c:v>
              </c:pt>
              <c:pt idx="292">
                <c:v>0.13203880275870133</c:v>
              </c:pt>
              <c:pt idx="293">
                <c:v>0.13203880275870133</c:v>
              </c:pt>
              <c:pt idx="294">
                <c:v>0.13203880275870133</c:v>
              </c:pt>
              <c:pt idx="295">
                <c:v>0.13203880275870133</c:v>
              </c:pt>
              <c:pt idx="296">
                <c:v>0.13203880275870133</c:v>
              </c:pt>
              <c:pt idx="297">
                <c:v>0.13203880275870133</c:v>
              </c:pt>
              <c:pt idx="298">
                <c:v>0.13203880275870133</c:v>
              </c:pt>
              <c:pt idx="299">
                <c:v>0.13203880275870133</c:v>
              </c:pt>
              <c:pt idx="300">
                <c:v>0.13203880275870133</c:v>
              </c:pt>
              <c:pt idx="301">
                <c:v>0.13203880275870133</c:v>
              </c:pt>
              <c:pt idx="302">
                <c:v>0.13203880275870133</c:v>
              </c:pt>
              <c:pt idx="303">
                <c:v>0.13203880275870133</c:v>
              </c:pt>
              <c:pt idx="304">
                <c:v>0.13203880275870133</c:v>
              </c:pt>
              <c:pt idx="305">
                <c:v>0.13203880275870133</c:v>
              </c:pt>
              <c:pt idx="306">
                <c:v>0.13203880275870133</c:v>
              </c:pt>
              <c:pt idx="307">
                <c:v>0.13203880275870133</c:v>
              </c:pt>
              <c:pt idx="308">
                <c:v>0.13203880275870133</c:v>
              </c:pt>
              <c:pt idx="309">
                <c:v>0.13203880275870133</c:v>
              </c:pt>
              <c:pt idx="310">
                <c:v>0.13203880275870133</c:v>
              </c:pt>
              <c:pt idx="311">
                <c:v>0.13203880275870133</c:v>
              </c:pt>
              <c:pt idx="312">
                <c:v>0.13203880275870133</c:v>
              </c:pt>
              <c:pt idx="313">
                <c:v>0.13203880275870133</c:v>
              </c:pt>
              <c:pt idx="314">
                <c:v>0.13203880275870133</c:v>
              </c:pt>
              <c:pt idx="315">
                <c:v>0.13203880275870133</c:v>
              </c:pt>
              <c:pt idx="316">
                <c:v>0.13203880275870133</c:v>
              </c:pt>
              <c:pt idx="317">
                <c:v>0.13203880275870133</c:v>
              </c:pt>
              <c:pt idx="318">
                <c:v>0.13203880275870133</c:v>
              </c:pt>
              <c:pt idx="319">
                <c:v>0.13203880275870133</c:v>
              </c:pt>
              <c:pt idx="320">
                <c:v>0.13203880275870133</c:v>
              </c:pt>
              <c:pt idx="321">
                <c:v>0.13203880275870133</c:v>
              </c:pt>
              <c:pt idx="322">
                <c:v>0.13203880275870133</c:v>
              </c:pt>
              <c:pt idx="323">
                <c:v>0.13203880275870133</c:v>
              </c:pt>
              <c:pt idx="324">
                <c:v>0.13203880275870133</c:v>
              </c:pt>
              <c:pt idx="325">
                <c:v>0.13203880275870133</c:v>
              </c:pt>
              <c:pt idx="326">
                <c:v>0.13203880275870133</c:v>
              </c:pt>
              <c:pt idx="327">
                <c:v>0.13203880275870133</c:v>
              </c:pt>
              <c:pt idx="328">
                <c:v>0.13203880275870133</c:v>
              </c:pt>
              <c:pt idx="329">
                <c:v>0.13203880275870133</c:v>
              </c:pt>
              <c:pt idx="330">
                <c:v>0.13203880275870133</c:v>
              </c:pt>
              <c:pt idx="331">
                <c:v>0.13203880275870133</c:v>
              </c:pt>
              <c:pt idx="332">
                <c:v>0.13203880275870133</c:v>
              </c:pt>
              <c:pt idx="333">
                <c:v>0.13203880275870133</c:v>
              </c:pt>
              <c:pt idx="334">
                <c:v>0.13203880275870133</c:v>
              </c:pt>
              <c:pt idx="335">
                <c:v>0.13203880275870133</c:v>
              </c:pt>
              <c:pt idx="336">
                <c:v>0.13203880275870133</c:v>
              </c:pt>
              <c:pt idx="337">
                <c:v>0.13203880275870133</c:v>
              </c:pt>
              <c:pt idx="338">
                <c:v>0.13203880275870133</c:v>
              </c:pt>
              <c:pt idx="339">
                <c:v>0.13203880275870133</c:v>
              </c:pt>
              <c:pt idx="340">
                <c:v>0.13203880275870133</c:v>
              </c:pt>
              <c:pt idx="341">
                <c:v>0.13203880275870133</c:v>
              </c:pt>
              <c:pt idx="342">
                <c:v>0.13203880275870133</c:v>
              </c:pt>
              <c:pt idx="343">
                <c:v>0.13203880275870133</c:v>
              </c:pt>
              <c:pt idx="344">
                <c:v>0.13203880275870133</c:v>
              </c:pt>
              <c:pt idx="345">
                <c:v>0.13203880275870133</c:v>
              </c:pt>
              <c:pt idx="346">
                <c:v>0.13203880275870133</c:v>
              </c:pt>
              <c:pt idx="347">
                <c:v>0.13203880275870133</c:v>
              </c:pt>
              <c:pt idx="348">
                <c:v>0.13203880275870133</c:v>
              </c:pt>
              <c:pt idx="349">
                <c:v>0.13203880275870133</c:v>
              </c:pt>
              <c:pt idx="350">
                <c:v>0.13203880275870133</c:v>
              </c:pt>
              <c:pt idx="351">
                <c:v>0.13203880275870133</c:v>
              </c:pt>
              <c:pt idx="352">
                <c:v>0.13203880275870133</c:v>
              </c:pt>
              <c:pt idx="353">
                <c:v>0.13203880275870133</c:v>
              </c:pt>
              <c:pt idx="354">
                <c:v>0.13203880275870133</c:v>
              </c:pt>
              <c:pt idx="355">
                <c:v>0.13203880275870133</c:v>
              </c:pt>
              <c:pt idx="356">
                <c:v>0.13203880275870133</c:v>
              </c:pt>
              <c:pt idx="357">
                <c:v>0.13203880275870133</c:v>
              </c:pt>
              <c:pt idx="358">
                <c:v>0.13203880275870133</c:v>
              </c:pt>
              <c:pt idx="359">
                <c:v>0.13203880275870133</c:v>
              </c:pt>
              <c:pt idx="360">
                <c:v>0.13203880275870133</c:v>
              </c:pt>
              <c:pt idx="361">
                <c:v>0.13203880275870133</c:v>
              </c:pt>
              <c:pt idx="362">
                <c:v>0.13203880275870133</c:v>
              </c:pt>
              <c:pt idx="363">
                <c:v>0.13203880275870133</c:v>
              </c:pt>
              <c:pt idx="364">
                <c:v>0.13203880275870133</c:v>
              </c:pt>
              <c:pt idx="365">
                <c:v>0.13203880275870133</c:v>
              </c:pt>
              <c:pt idx="366">
                <c:v>0.13203880275870133</c:v>
              </c:pt>
              <c:pt idx="367">
                <c:v>0.13203880275870133</c:v>
              </c:pt>
              <c:pt idx="368">
                <c:v>0.13203880275870133</c:v>
              </c:pt>
              <c:pt idx="369">
                <c:v>0.13203880275870133</c:v>
              </c:pt>
              <c:pt idx="370">
                <c:v>0.13203880275870133</c:v>
              </c:pt>
              <c:pt idx="371">
                <c:v>0.13203880275870133</c:v>
              </c:pt>
              <c:pt idx="372">
                <c:v>0.13203880275870133</c:v>
              </c:pt>
              <c:pt idx="373">
                <c:v>0.13203880275870133</c:v>
              </c:pt>
              <c:pt idx="374">
                <c:v>0.13203880275870133</c:v>
              </c:pt>
              <c:pt idx="375">
                <c:v>0.13203880275870133</c:v>
              </c:pt>
              <c:pt idx="376">
                <c:v>0.13203880275870133</c:v>
              </c:pt>
              <c:pt idx="377">
                <c:v>0.13203880275870133</c:v>
              </c:pt>
              <c:pt idx="378">
                <c:v>0.13203880275870133</c:v>
              </c:pt>
              <c:pt idx="379">
                <c:v>0.13203880275870133</c:v>
              </c:pt>
              <c:pt idx="380">
                <c:v>0.13203880275870133</c:v>
              </c:pt>
              <c:pt idx="381">
                <c:v>0.13203880275870133</c:v>
              </c:pt>
              <c:pt idx="382">
                <c:v>0.13203880275870133</c:v>
              </c:pt>
              <c:pt idx="383">
                <c:v>0.13203880275870133</c:v>
              </c:pt>
              <c:pt idx="384">
                <c:v>0.13203880275870133</c:v>
              </c:pt>
              <c:pt idx="385">
                <c:v>0.13203880275870133</c:v>
              </c:pt>
              <c:pt idx="386">
                <c:v>0.13203880275870133</c:v>
              </c:pt>
              <c:pt idx="387">
                <c:v>0.13203880275870133</c:v>
              </c:pt>
              <c:pt idx="388">
                <c:v>0.13203880275870133</c:v>
              </c:pt>
              <c:pt idx="389">
                <c:v>0.13203880275870133</c:v>
              </c:pt>
              <c:pt idx="390">
                <c:v>0.13203880275870133</c:v>
              </c:pt>
              <c:pt idx="391">
                <c:v>0.13203880275870133</c:v>
              </c:pt>
              <c:pt idx="392">
                <c:v>0.13203880275870133</c:v>
              </c:pt>
              <c:pt idx="393">
                <c:v>0.13203880275870133</c:v>
              </c:pt>
              <c:pt idx="394">
                <c:v>0.13203880275870133</c:v>
              </c:pt>
              <c:pt idx="395">
                <c:v>0.13203880275870133</c:v>
              </c:pt>
              <c:pt idx="396">
                <c:v>0.13203880275870133</c:v>
              </c:pt>
              <c:pt idx="397">
                <c:v>0.13203880275870133</c:v>
              </c:pt>
              <c:pt idx="398">
                <c:v>0.13203880275870133</c:v>
              </c:pt>
              <c:pt idx="399">
                <c:v>0.13203880275870133</c:v>
              </c:pt>
              <c:pt idx="400">
                <c:v>0.13203880275870133</c:v>
              </c:pt>
              <c:pt idx="401">
                <c:v>0.13203880275870133</c:v>
              </c:pt>
              <c:pt idx="402">
                <c:v>0.13203880275870133</c:v>
              </c:pt>
              <c:pt idx="403">
                <c:v>0.13203880275870133</c:v>
              </c:pt>
              <c:pt idx="404">
                <c:v>0.13203880275870133</c:v>
              </c:pt>
              <c:pt idx="405">
                <c:v>0.13203880275870133</c:v>
              </c:pt>
              <c:pt idx="406">
                <c:v>0.13203880275870133</c:v>
              </c:pt>
              <c:pt idx="407">
                <c:v>0.13203880275870133</c:v>
              </c:pt>
              <c:pt idx="408">
                <c:v>0.13203880275870133</c:v>
              </c:pt>
              <c:pt idx="409">
                <c:v>0.13203880275870133</c:v>
              </c:pt>
              <c:pt idx="410">
                <c:v>0.13203880275870133</c:v>
              </c:pt>
              <c:pt idx="411">
                <c:v>0.13203880275870133</c:v>
              </c:pt>
            </c:numLit>
          </c:yVal>
          <c:smooth val="0"/>
        </c:ser>
        <c:ser>
          <c:idx val="5"/>
          <c:order val="5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4.669276550240401</c:v>
              </c:pt>
              <c:pt idx="1">
                <c:v>9.031573647115259</c:v>
              </c:pt>
              <c:pt idx="2">
                <c:v>9.031573647115259</c:v>
              </c:pt>
              <c:pt idx="3">
                <c:v>9.031573647115259</c:v>
              </c:pt>
              <c:pt idx="4">
                <c:v>9.031573647115259</c:v>
              </c:pt>
              <c:pt idx="5">
                <c:v>9.031573647115259</c:v>
              </c:pt>
              <c:pt idx="6">
                <c:v>9.031573647115259</c:v>
              </c:pt>
              <c:pt idx="7">
                <c:v>9.031573647115259</c:v>
              </c:pt>
              <c:pt idx="8">
                <c:v>9.031573647115259</c:v>
              </c:pt>
              <c:pt idx="9">
                <c:v>9.031573647115259</c:v>
              </c:pt>
              <c:pt idx="10">
                <c:v>9.031573647115259</c:v>
              </c:pt>
              <c:pt idx="11">
                <c:v>9.031573647115259</c:v>
              </c:pt>
              <c:pt idx="12">
                <c:v>9.031573647115259</c:v>
              </c:pt>
              <c:pt idx="13">
                <c:v>9.031573647115259</c:v>
              </c:pt>
              <c:pt idx="14">
                <c:v>9.031573647115259</c:v>
              </c:pt>
              <c:pt idx="15">
                <c:v>9.031573647115259</c:v>
              </c:pt>
              <c:pt idx="16">
                <c:v>9.031573647115259</c:v>
              </c:pt>
              <c:pt idx="17">
                <c:v>9.031573647115259</c:v>
              </c:pt>
              <c:pt idx="18">
                <c:v>9.031573647115259</c:v>
              </c:pt>
              <c:pt idx="19">
                <c:v>9.031573647115259</c:v>
              </c:pt>
              <c:pt idx="20">
                <c:v>9.031573647115259</c:v>
              </c:pt>
              <c:pt idx="21">
                <c:v>9.031573647115259</c:v>
              </c:pt>
              <c:pt idx="22">
                <c:v>9.031573647115259</c:v>
              </c:pt>
              <c:pt idx="23">
                <c:v>9.031573647115259</c:v>
              </c:pt>
              <c:pt idx="24">
                <c:v>9.031573647115259</c:v>
              </c:pt>
              <c:pt idx="25">
                <c:v>9.031573647115259</c:v>
              </c:pt>
              <c:pt idx="26">
                <c:v>9.031573647115259</c:v>
              </c:pt>
              <c:pt idx="27">
                <c:v>9.031573647115259</c:v>
              </c:pt>
              <c:pt idx="28">
                <c:v>9.031573647115259</c:v>
              </c:pt>
              <c:pt idx="29">
                <c:v>9.031573647115259</c:v>
              </c:pt>
              <c:pt idx="30">
                <c:v>9.031573647115259</c:v>
              </c:pt>
              <c:pt idx="31">
                <c:v>9.031573647115259</c:v>
              </c:pt>
              <c:pt idx="32">
                <c:v>9.031573647115259</c:v>
              </c:pt>
              <c:pt idx="33">
                <c:v>9.031573647115259</c:v>
              </c:pt>
              <c:pt idx="34">
                <c:v>9.031573647115259</c:v>
              </c:pt>
              <c:pt idx="35">
                <c:v>9.031573647115259</c:v>
              </c:pt>
              <c:pt idx="36">
                <c:v>9.031573647115259</c:v>
              </c:pt>
              <c:pt idx="37">
                <c:v>9.031573647115259</c:v>
              </c:pt>
              <c:pt idx="38">
                <c:v>9.031573647115259</c:v>
              </c:pt>
              <c:pt idx="39">
                <c:v>9.031573647115259</c:v>
              </c:pt>
              <c:pt idx="40">
                <c:v>9.031573647115259</c:v>
              </c:pt>
              <c:pt idx="41">
                <c:v>9.031573647115259</c:v>
              </c:pt>
              <c:pt idx="42">
                <c:v>9.031573647115259</c:v>
              </c:pt>
              <c:pt idx="43">
                <c:v>9.031573647115259</c:v>
              </c:pt>
              <c:pt idx="44">
                <c:v>9.031573647115259</c:v>
              </c:pt>
              <c:pt idx="45">
                <c:v>9.031573647115259</c:v>
              </c:pt>
              <c:pt idx="46">
                <c:v>9.031573647115259</c:v>
              </c:pt>
              <c:pt idx="47">
                <c:v>9.031573647115259</c:v>
              </c:pt>
              <c:pt idx="48">
                <c:v>9.031573647115259</c:v>
              </c:pt>
              <c:pt idx="49">
                <c:v>9.031573647115259</c:v>
              </c:pt>
              <c:pt idx="50">
                <c:v>9.031573647115259</c:v>
              </c:pt>
              <c:pt idx="51">
                <c:v>9.031573647115259</c:v>
              </c:pt>
              <c:pt idx="52">
                <c:v>9.031573647115259</c:v>
              </c:pt>
              <c:pt idx="53">
                <c:v>9.031573647115259</c:v>
              </c:pt>
              <c:pt idx="54">
                <c:v>9.031573647115259</c:v>
              </c:pt>
              <c:pt idx="55">
                <c:v>9.031573647115259</c:v>
              </c:pt>
              <c:pt idx="56">
                <c:v>9.031573647115259</c:v>
              </c:pt>
              <c:pt idx="57">
                <c:v>9.031573647115259</c:v>
              </c:pt>
              <c:pt idx="58">
                <c:v>9.031573647115259</c:v>
              </c:pt>
              <c:pt idx="59">
                <c:v>9.031573647115259</c:v>
              </c:pt>
              <c:pt idx="60">
                <c:v>9.031573647115259</c:v>
              </c:pt>
              <c:pt idx="61">
                <c:v>9.031573647115259</c:v>
              </c:pt>
              <c:pt idx="62">
                <c:v>9.031573647115259</c:v>
              </c:pt>
              <c:pt idx="63">
                <c:v>9.031573647115259</c:v>
              </c:pt>
              <c:pt idx="64">
                <c:v>9.031573647115259</c:v>
              </c:pt>
              <c:pt idx="65">
                <c:v>9.031573647115259</c:v>
              </c:pt>
              <c:pt idx="66">
                <c:v>9.031573647115259</c:v>
              </c:pt>
              <c:pt idx="67">
                <c:v>9.031573647115259</c:v>
              </c:pt>
              <c:pt idx="68">
                <c:v>9.031573647115259</c:v>
              </c:pt>
              <c:pt idx="69">
                <c:v>9.031573647115259</c:v>
              </c:pt>
              <c:pt idx="70">
                <c:v>9.031573647115259</c:v>
              </c:pt>
              <c:pt idx="71">
                <c:v>9.031573647115259</c:v>
              </c:pt>
              <c:pt idx="72">
                <c:v>9.031573647115259</c:v>
              </c:pt>
              <c:pt idx="73">
                <c:v>9.031573647115259</c:v>
              </c:pt>
              <c:pt idx="74">
                <c:v>9.031573647115259</c:v>
              </c:pt>
              <c:pt idx="75">
                <c:v>9.031573647115259</c:v>
              </c:pt>
              <c:pt idx="76">
                <c:v>9.031573647115259</c:v>
              </c:pt>
              <c:pt idx="77">
                <c:v>9.031573647115259</c:v>
              </c:pt>
              <c:pt idx="78">
                <c:v>9.031573647115259</c:v>
              </c:pt>
              <c:pt idx="79">
                <c:v>9.031573647115259</c:v>
              </c:pt>
              <c:pt idx="80">
                <c:v>9.031573647115259</c:v>
              </c:pt>
              <c:pt idx="81">
                <c:v>9.031573647115259</c:v>
              </c:pt>
              <c:pt idx="82">
                <c:v>9.031573647115259</c:v>
              </c:pt>
              <c:pt idx="83">
                <c:v>9.031573647115259</c:v>
              </c:pt>
              <c:pt idx="84">
                <c:v>9.031573647115259</c:v>
              </c:pt>
              <c:pt idx="85">
                <c:v>9.031573647115259</c:v>
              </c:pt>
              <c:pt idx="86">
                <c:v>9.031573647115259</c:v>
              </c:pt>
              <c:pt idx="87">
                <c:v>9.031573647115259</c:v>
              </c:pt>
              <c:pt idx="88">
                <c:v>9.031573647115259</c:v>
              </c:pt>
              <c:pt idx="89">
                <c:v>9.031573647115259</c:v>
              </c:pt>
              <c:pt idx="90">
                <c:v>9.031573647115259</c:v>
              </c:pt>
              <c:pt idx="91">
                <c:v>9.031573647115259</c:v>
              </c:pt>
              <c:pt idx="92">
                <c:v>9.031573647115259</c:v>
              </c:pt>
              <c:pt idx="93">
                <c:v>9.031573647115259</c:v>
              </c:pt>
              <c:pt idx="94">
                <c:v>9.031573647115259</c:v>
              </c:pt>
              <c:pt idx="95">
                <c:v>9.031573647115259</c:v>
              </c:pt>
              <c:pt idx="96">
                <c:v>9.031573647115259</c:v>
              </c:pt>
              <c:pt idx="97">
                <c:v>9.031573647115259</c:v>
              </c:pt>
              <c:pt idx="98">
                <c:v>9.031573647115259</c:v>
              </c:pt>
              <c:pt idx="99">
                <c:v>9.031573647115259</c:v>
              </c:pt>
              <c:pt idx="100">
                <c:v>9.031573647115259</c:v>
              </c:pt>
              <c:pt idx="101">
                <c:v>9.031573647115259</c:v>
              </c:pt>
              <c:pt idx="102">
                <c:v>9.031573647115259</c:v>
              </c:pt>
              <c:pt idx="103">
                <c:v>9.031573647115259</c:v>
              </c:pt>
              <c:pt idx="104">
                <c:v>9.031573647115259</c:v>
              </c:pt>
              <c:pt idx="105">
                <c:v>9.031573647115259</c:v>
              </c:pt>
              <c:pt idx="106">
                <c:v>9.031573647115259</c:v>
              </c:pt>
              <c:pt idx="107">
                <c:v>9.031573647115259</c:v>
              </c:pt>
              <c:pt idx="108">
                <c:v>9.031573647115259</c:v>
              </c:pt>
              <c:pt idx="109">
                <c:v>9.031573647115259</c:v>
              </c:pt>
              <c:pt idx="110">
                <c:v>9.031573647115259</c:v>
              </c:pt>
              <c:pt idx="111">
                <c:v>9.031573647115259</c:v>
              </c:pt>
              <c:pt idx="112">
                <c:v>9.031573647115259</c:v>
              </c:pt>
              <c:pt idx="113">
                <c:v>9.031573647115259</c:v>
              </c:pt>
              <c:pt idx="114">
                <c:v>9.031573647115259</c:v>
              </c:pt>
              <c:pt idx="115">
                <c:v>9.031573647115259</c:v>
              </c:pt>
              <c:pt idx="116">
                <c:v>9.031573647115259</c:v>
              </c:pt>
              <c:pt idx="117">
                <c:v>9.031573647115259</c:v>
              </c:pt>
              <c:pt idx="118">
                <c:v>9.031573647115259</c:v>
              </c:pt>
              <c:pt idx="119">
                <c:v>9.031573647115259</c:v>
              </c:pt>
              <c:pt idx="120">
                <c:v>9.031573647115259</c:v>
              </c:pt>
              <c:pt idx="121">
                <c:v>9.031573647115259</c:v>
              </c:pt>
              <c:pt idx="122">
                <c:v>9.031573647115259</c:v>
              </c:pt>
              <c:pt idx="123">
                <c:v>9.031573647115259</c:v>
              </c:pt>
              <c:pt idx="124">
                <c:v>9.031573647115259</c:v>
              </c:pt>
              <c:pt idx="125">
                <c:v>9.031573647115259</c:v>
              </c:pt>
              <c:pt idx="126">
                <c:v>9.031573647115259</c:v>
              </c:pt>
              <c:pt idx="127">
                <c:v>9.031573647115259</c:v>
              </c:pt>
              <c:pt idx="128">
                <c:v>9.031573647115259</c:v>
              </c:pt>
              <c:pt idx="129">
                <c:v>9.031573647115259</c:v>
              </c:pt>
              <c:pt idx="130">
                <c:v>9.031573647115259</c:v>
              </c:pt>
              <c:pt idx="131">
                <c:v>9.031573647115259</c:v>
              </c:pt>
              <c:pt idx="132">
                <c:v>9.031573647115259</c:v>
              </c:pt>
              <c:pt idx="133">
                <c:v>9.031573647115259</c:v>
              </c:pt>
              <c:pt idx="134">
                <c:v>9.031573647115259</c:v>
              </c:pt>
              <c:pt idx="135">
                <c:v>9.031573647115259</c:v>
              </c:pt>
              <c:pt idx="136">
                <c:v>9.031573647115259</c:v>
              </c:pt>
              <c:pt idx="137">
                <c:v>9.031573647115259</c:v>
              </c:pt>
              <c:pt idx="138">
                <c:v>9.031573647115259</c:v>
              </c:pt>
              <c:pt idx="139">
                <c:v>9.031573647115259</c:v>
              </c:pt>
              <c:pt idx="140">
                <c:v>9.031573647115259</c:v>
              </c:pt>
              <c:pt idx="141">
                <c:v>9.031573647115259</c:v>
              </c:pt>
              <c:pt idx="142">
                <c:v>9.031573647115259</c:v>
              </c:pt>
              <c:pt idx="143">
                <c:v>9.031573647115259</c:v>
              </c:pt>
              <c:pt idx="144">
                <c:v>9.031573647115259</c:v>
              </c:pt>
              <c:pt idx="145">
                <c:v>9.031573647115259</c:v>
              </c:pt>
              <c:pt idx="146">
                <c:v>9.031573647115259</c:v>
              </c:pt>
              <c:pt idx="147">
                <c:v>9.031573647115259</c:v>
              </c:pt>
              <c:pt idx="148">
                <c:v>9.031573647115259</c:v>
              </c:pt>
              <c:pt idx="149">
                <c:v>9.031573647115259</c:v>
              </c:pt>
              <c:pt idx="150">
                <c:v>9.031573647115259</c:v>
              </c:pt>
              <c:pt idx="151">
                <c:v>9.031573647115259</c:v>
              </c:pt>
              <c:pt idx="152">
                <c:v>9.031573647115259</c:v>
              </c:pt>
              <c:pt idx="153">
                <c:v>9.031573647115259</c:v>
              </c:pt>
              <c:pt idx="154">
                <c:v>9.031573647115259</c:v>
              </c:pt>
              <c:pt idx="155">
                <c:v>9.031573647115259</c:v>
              </c:pt>
              <c:pt idx="156">
                <c:v>9.031573647115259</c:v>
              </c:pt>
              <c:pt idx="157">
                <c:v>9.031573647115259</c:v>
              </c:pt>
              <c:pt idx="158">
                <c:v>9.031573647115259</c:v>
              </c:pt>
              <c:pt idx="159">
                <c:v>9.031573647115259</c:v>
              </c:pt>
              <c:pt idx="160">
                <c:v>9.031573647115259</c:v>
              </c:pt>
              <c:pt idx="161">
                <c:v>9.031573647115259</c:v>
              </c:pt>
              <c:pt idx="162">
                <c:v>9.031573647115259</c:v>
              </c:pt>
              <c:pt idx="163">
                <c:v>9.031573647115259</c:v>
              </c:pt>
              <c:pt idx="164">
                <c:v>9.031573647115259</c:v>
              </c:pt>
              <c:pt idx="165">
                <c:v>9.031573647115259</c:v>
              </c:pt>
              <c:pt idx="166">
                <c:v>9.031573647115259</c:v>
              </c:pt>
              <c:pt idx="167">
                <c:v>9.031573647115259</c:v>
              </c:pt>
              <c:pt idx="168">
                <c:v>9.031573647115259</c:v>
              </c:pt>
              <c:pt idx="169">
                <c:v>9.031573647115259</c:v>
              </c:pt>
              <c:pt idx="170">
                <c:v>9.031573647115259</c:v>
              </c:pt>
              <c:pt idx="171">
                <c:v>9.031573647115259</c:v>
              </c:pt>
              <c:pt idx="172">
                <c:v>9.031573647115259</c:v>
              </c:pt>
              <c:pt idx="173">
                <c:v>9.031573647115259</c:v>
              </c:pt>
              <c:pt idx="174">
                <c:v>9.031573647115259</c:v>
              </c:pt>
              <c:pt idx="175">
                <c:v>9.031573647115259</c:v>
              </c:pt>
              <c:pt idx="176">
                <c:v>9.031573647115259</c:v>
              </c:pt>
              <c:pt idx="177">
                <c:v>9.031573647115259</c:v>
              </c:pt>
              <c:pt idx="178">
                <c:v>9.031573647115259</c:v>
              </c:pt>
              <c:pt idx="179">
                <c:v>9.031573647115259</c:v>
              </c:pt>
              <c:pt idx="180">
                <c:v>9.031573647115259</c:v>
              </c:pt>
              <c:pt idx="181">
                <c:v>9.031573647115259</c:v>
              </c:pt>
              <c:pt idx="182">
                <c:v>9.031573647115259</c:v>
              </c:pt>
              <c:pt idx="183">
                <c:v>9.031573647115259</c:v>
              </c:pt>
              <c:pt idx="184">
                <c:v>9.031573647115259</c:v>
              </c:pt>
              <c:pt idx="185">
                <c:v>9.031573647115259</c:v>
              </c:pt>
              <c:pt idx="186">
                <c:v>9.031573647115259</c:v>
              </c:pt>
              <c:pt idx="187">
                <c:v>9.031573647115259</c:v>
              </c:pt>
              <c:pt idx="188">
                <c:v>9.031573647115259</c:v>
              </c:pt>
              <c:pt idx="189">
                <c:v>9.031573647115259</c:v>
              </c:pt>
              <c:pt idx="190">
                <c:v>9.031573647115259</c:v>
              </c:pt>
              <c:pt idx="191">
                <c:v>9.031573647115259</c:v>
              </c:pt>
              <c:pt idx="192">
                <c:v>9.031573647115259</c:v>
              </c:pt>
              <c:pt idx="193">
                <c:v>9.031573647115259</c:v>
              </c:pt>
              <c:pt idx="194">
                <c:v>9.031573647115259</c:v>
              </c:pt>
              <c:pt idx="195">
                <c:v>9.031573647115259</c:v>
              </c:pt>
              <c:pt idx="196">
                <c:v>9.031573647115259</c:v>
              </c:pt>
              <c:pt idx="197">
                <c:v>9.031573647115259</c:v>
              </c:pt>
              <c:pt idx="198">
                <c:v>9.031573647115259</c:v>
              </c:pt>
              <c:pt idx="199">
                <c:v>9.031573647115259</c:v>
              </c:pt>
              <c:pt idx="200">
                <c:v>9.031573647115259</c:v>
              </c:pt>
              <c:pt idx="201">
                <c:v>9.031573647115259</c:v>
              </c:pt>
              <c:pt idx="202">
                <c:v>9.031573647115259</c:v>
              </c:pt>
              <c:pt idx="203">
                <c:v>9.031573647115259</c:v>
              </c:pt>
              <c:pt idx="204">
                <c:v>9.031573647115259</c:v>
              </c:pt>
              <c:pt idx="205">
                <c:v>9.031573647115259</c:v>
              </c:pt>
              <c:pt idx="206">
                <c:v>9.031573647115259</c:v>
              </c:pt>
              <c:pt idx="207">
                <c:v>9.031573647115259</c:v>
              </c:pt>
              <c:pt idx="208">
                <c:v>9.031573647115259</c:v>
              </c:pt>
              <c:pt idx="209">
                <c:v>9.031573647115259</c:v>
              </c:pt>
              <c:pt idx="210">
                <c:v>9.031573647115259</c:v>
              </c:pt>
              <c:pt idx="211">
                <c:v>9.031573647115259</c:v>
              </c:pt>
              <c:pt idx="212">
                <c:v>9.031573647115259</c:v>
              </c:pt>
              <c:pt idx="213">
                <c:v>9.031573647115259</c:v>
              </c:pt>
              <c:pt idx="214">
                <c:v>9.031573647115259</c:v>
              </c:pt>
              <c:pt idx="215">
                <c:v>9.031573647115259</c:v>
              </c:pt>
              <c:pt idx="216">
                <c:v>9.031573647115259</c:v>
              </c:pt>
              <c:pt idx="217">
                <c:v>9.031573647115259</c:v>
              </c:pt>
              <c:pt idx="218">
                <c:v>9.031573647115259</c:v>
              </c:pt>
              <c:pt idx="219">
                <c:v>9.031573647115259</c:v>
              </c:pt>
              <c:pt idx="220">
                <c:v>9.031573647115259</c:v>
              </c:pt>
              <c:pt idx="221">
                <c:v>9.031573647115259</c:v>
              </c:pt>
              <c:pt idx="222">
                <c:v>9.031573647115259</c:v>
              </c:pt>
              <c:pt idx="223">
                <c:v>9.031573647115259</c:v>
              </c:pt>
              <c:pt idx="224">
                <c:v>9.031573647115259</c:v>
              </c:pt>
              <c:pt idx="225">
                <c:v>9.031573647115259</c:v>
              </c:pt>
              <c:pt idx="226">
                <c:v>9.031573647115259</c:v>
              </c:pt>
              <c:pt idx="227">
                <c:v>9.031573647115259</c:v>
              </c:pt>
              <c:pt idx="228">
                <c:v>9.031573647115259</c:v>
              </c:pt>
              <c:pt idx="229">
                <c:v>9.031573647115259</c:v>
              </c:pt>
              <c:pt idx="230">
                <c:v>9.031573647115259</c:v>
              </c:pt>
              <c:pt idx="231">
                <c:v>9.031573647115259</c:v>
              </c:pt>
              <c:pt idx="232">
                <c:v>9.031573647115259</c:v>
              </c:pt>
              <c:pt idx="233">
                <c:v>9.031573647115259</c:v>
              </c:pt>
              <c:pt idx="234">
                <c:v>9.031573647115259</c:v>
              </c:pt>
              <c:pt idx="235">
                <c:v>9.031573647115259</c:v>
              </c:pt>
              <c:pt idx="236">
                <c:v>9.031573647115259</c:v>
              </c:pt>
              <c:pt idx="237">
                <c:v>9.031573647115259</c:v>
              </c:pt>
              <c:pt idx="238">
                <c:v>9.031573647115259</c:v>
              </c:pt>
              <c:pt idx="239">
                <c:v>9.031573647115259</c:v>
              </c:pt>
              <c:pt idx="240">
                <c:v>9.031573647115259</c:v>
              </c:pt>
              <c:pt idx="241">
                <c:v>9.031573647115259</c:v>
              </c:pt>
              <c:pt idx="242">
                <c:v>9.031573647115259</c:v>
              </c:pt>
              <c:pt idx="243">
                <c:v>9.031573647115259</c:v>
              </c:pt>
              <c:pt idx="244">
                <c:v>9.031573647115259</c:v>
              </c:pt>
              <c:pt idx="245">
                <c:v>9.031573647115259</c:v>
              </c:pt>
              <c:pt idx="246">
                <c:v>9.031573647115259</c:v>
              </c:pt>
              <c:pt idx="247">
                <c:v>9.031573647115259</c:v>
              </c:pt>
              <c:pt idx="248">
                <c:v>9.031573647115259</c:v>
              </c:pt>
              <c:pt idx="249">
                <c:v>9.031573647115259</c:v>
              </c:pt>
              <c:pt idx="250">
                <c:v>9.031573647115259</c:v>
              </c:pt>
              <c:pt idx="251">
                <c:v>9.031573647115259</c:v>
              </c:pt>
              <c:pt idx="252">
                <c:v>9.031573647115259</c:v>
              </c:pt>
              <c:pt idx="253">
                <c:v>9.031573647115259</c:v>
              </c:pt>
              <c:pt idx="254">
                <c:v>9.031573647115259</c:v>
              </c:pt>
              <c:pt idx="255">
                <c:v>9.031573647115259</c:v>
              </c:pt>
              <c:pt idx="256">
                <c:v>9.031573647115259</c:v>
              </c:pt>
              <c:pt idx="257">
                <c:v>9.031573647115259</c:v>
              </c:pt>
              <c:pt idx="258">
                <c:v>9.031573647115259</c:v>
              </c:pt>
              <c:pt idx="259">
                <c:v>9.031573647115259</c:v>
              </c:pt>
              <c:pt idx="260">
                <c:v>9.031573647115259</c:v>
              </c:pt>
              <c:pt idx="261">
                <c:v>9.031573647115259</c:v>
              </c:pt>
              <c:pt idx="262">
                <c:v>9.031573647115259</c:v>
              </c:pt>
              <c:pt idx="263">
                <c:v>9.031573647115259</c:v>
              </c:pt>
              <c:pt idx="264">
                <c:v>9.031573647115259</c:v>
              </c:pt>
              <c:pt idx="265">
                <c:v>9.031573647115259</c:v>
              </c:pt>
              <c:pt idx="266">
                <c:v>9.031573647115259</c:v>
              </c:pt>
              <c:pt idx="267">
                <c:v>9.031573647115259</c:v>
              </c:pt>
              <c:pt idx="268">
                <c:v>9.031573647115259</c:v>
              </c:pt>
              <c:pt idx="269">
                <c:v>9.031573647115259</c:v>
              </c:pt>
              <c:pt idx="270">
                <c:v>9.031573647115259</c:v>
              </c:pt>
              <c:pt idx="271">
                <c:v>9.031573647115259</c:v>
              </c:pt>
              <c:pt idx="272">
                <c:v>9.031573647115259</c:v>
              </c:pt>
              <c:pt idx="273">
                <c:v>9.031573647115259</c:v>
              </c:pt>
              <c:pt idx="274">
                <c:v>9.031573647115259</c:v>
              </c:pt>
              <c:pt idx="275">
                <c:v>9.031573647115259</c:v>
              </c:pt>
              <c:pt idx="276">
                <c:v>9.031573647115259</c:v>
              </c:pt>
              <c:pt idx="277">
                <c:v>9.031573647115259</c:v>
              </c:pt>
              <c:pt idx="278">
                <c:v>9.031573647115259</c:v>
              </c:pt>
              <c:pt idx="279">
                <c:v>9.031573647115259</c:v>
              </c:pt>
              <c:pt idx="280">
                <c:v>9.031573647115259</c:v>
              </c:pt>
              <c:pt idx="281">
                <c:v>9.031573647115259</c:v>
              </c:pt>
              <c:pt idx="282">
                <c:v>9.031573647115259</c:v>
              </c:pt>
              <c:pt idx="283">
                <c:v>9.031573647115259</c:v>
              </c:pt>
              <c:pt idx="284">
                <c:v>9.031573647115259</c:v>
              </c:pt>
              <c:pt idx="285">
                <c:v>9.031573647115259</c:v>
              </c:pt>
              <c:pt idx="286">
                <c:v>9.031573647115259</c:v>
              </c:pt>
              <c:pt idx="287">
                <c:v>9.031573647115259</c:v>
              </c:pt>
              <c:pt idx="288">
                <c:v>9.031573647115259</c:v>
              </c:pt>
              <c:pt idx="289">
                <c:v>9.031573647115259</c:v>
              </c:pt>
              <c:pt idx="290">
                <c:v>9.031573647115259</c:v>
              </c:pt>
              <c:pt idx="291">
                <c:v>9.031573647115259</c:v>
              </c:pt>
              <c:pt idx="292">
                <c:v>9.031573647115259</c:v>
              </c:pt>
              <c:pt idx="293">
                <c:v>9.031573647115259</c:v>
              </c:pt>
              <c:pt idx="294">
                <c:v>9.031573647115259</c:v>
              </c:pt>
              <c:pt idx="295">
                <c:v>9.031573647115259</c:v>
              </c:pt>
              <c:pt idx="296">
                <c:v>9.031573647115259</c:v>
              </c:pt>
              <c:pt idx="297">
                <c:v>9.031573647115259</c:v>
              </c:pt>
              <c:pt idx="298">
                <c:v>9.031573647115259</c:v>
              </c:pt>
              <c:pt idx="299">
                <c:v>9.031573647115259</c:v>
              </c:pt>
              <c:pt idx="300">
                <c:v>9.031573647115259</c:v>
              </c:pt>
              <c:pt idx="301">
                <c:v>9.031573647115259</c:v>
              </c:pt>
              <c:pt idx="302">
                <c:v>9.031573647115259</c:v>
              </c:pt>
              <c:pt idx="303">
                <c:v>9.031573647115259</c:v>
              </c:pt>
              <c:pt idx="304">
                <c:v>9.031573647115259</c:v>
              </c:pt>
              <c:pt idx="305">
                <c:v>9.031573647115259</c:v>
              </c:pt>
              <c:pt idx="306">
                <c:v>9.031573647115259</c:v>
              </c:pt>
              <c:pt idx="307">
                <c:v>9.031573647115259</c:v>
              </c:pt>
              <c:pt idx="308">
                <c:v>9.031573647115259</c:v>
              </c:pt>
              <c:pt idx="309">
                <c:v>9.031573647115259</c:v>
              </c:pt>
              <c:pt idx="310">
                <c:v>9.031573647115259</c:v>
              </c:pt>
              <c:pt idx="311">
                <c:v>9.031573647115259</c:v>
              </c:pt>
              <c:pt idx="312">
                <c:v>9.031573647115259</c:v>
              </c:pt>
              <c:pt idx="313">
                <c:v>9.031573647115259</c:v>
              </c:pt>
              <c:pt idx="314">
                <c:v>9.031573647115259</c:v>
              </c:pt>
              <c:pt idx="315">
                <c:v>9.031573647115259</c:v>
              </c:pt>
              <c:pt idx="316">
                <c:v>9.031573647115259</c:v>
              </c:pt>
              <c:pt idx="317">
                <c:v>9.031573647115259</c:v>
              </c:pt>
              <c:pt idx="318">
                <c:v>9.031573647115259</c:v>
              </c:pt>
              <c:pt idx="319">
                <c:v>9.031573647115259</c:v>
              </c:pt>
              <c:pt idx="320">
                <c:v>9.031573647115259</c:v>
              </c:pt>
              <c:pt idx="321">
                <c:v>9.031573647115259</c:v>
              </c:pt>
              <c:pt idx="322">
                <c:v>9.031573647115259</c:v>
              </c:pt>
              <c:pt idx="323">
                <c:v>9.031573647115259</c:v>
              </c:pt>
              <c:pt idx="324">
                <c:v>9.031573647115259</c:v>
              </c:pt>
              <c:pt idx="325">
                <c:v>9.031573647115259</c:v>
              </c:pt>
              <c:pt idx="326">
                <c:v>9.031573647115259</c:v>
              </c:pt>
              <c:pt idx="327">
                <c:v>9.031573647115259</c:v>
              </c:pt>
              <c:pt idx="328">
                <c:v>9.031573647115259</c:v>
              </c:pt>
              <c:pt idx="329">
                <c:v>9.031573647115259</c:v>
              </c:pt>
              <c:pt idx="330">
                <c:v>9.031573647115259</c:v>
              </c:pt>
              <c:pt idx="331">
                <c:v>9.031573647115259</c:v>
              </c:pt>
              <c:pt idx="332">
                <c:v>9.031573647115259</c:v>
              </c:pt>
              <c:pt idx="333">
                <c:v>9.031573647115259</c:v>
              </c:pt>
              <c:pt idx="334">
                <c:v>9.031573647115259</c:v>
              </c:pt>
              <c:pt idx="335">
                <c:v>9.031573647115259</c:v>
              </c:pt>
              <c:pt idx="336">
                <c:v>9.031573647115259</c:v>
              </c:pt>
              <c:pt idx="337">
                <c:v>9.031573647115259</c:v>
              </c:pt>
              <c:pt idx="338">
                <c:v>9.031573647115259</c:v>
              </c:pt>
              <c:pt idx="339">
                <c:v>9.031573647115259</c:v>
              </c:pt>
              <c:pt idx="340">
                <c:v>9.031573647115259</c:v>
              </c:pt>
              <c:pt idx="341">
                <c:v>9.031573647115259</c:v>
              </c:pt>
              <c:pt idx="342">
                <c:v>9.031573647115259</c:v>
              </c:pt>
              <c:pt idx="343">
                <c:v>9.031573647115259</c:v>
              </c:pt>
              <c:pt idx="344">
                <c:v>9.031573647115259</c:v>
              </c:pt>
              <c:pt idx="345">
                <c:v>9.031573647115259</c:v>
              </c:pt>
              <c:pt idx="346">
                <c:v>9.031573647115259</c:v>
              </c:pt>
              <c:pt idx="347">
                <c:v>9.031573647115259</c:v>
              </c:pt>
              <c:pt idx="348">
                <c:v>9.031573647115259</c:v>
              </c:pt>
              <c:pt idx="349">
                <c:v>9.031573647115259</c:v>
              </c:pt>
              <c:pt idx="350">
                <c:v>9.031573647115259</c:v>
              </c:pt>
              <c:pt idx="351">
                <c:v>9.031573647115259</c:v>
              </c:pt>
              <c:pt idx="352">
                <c:v>9.031573647115259</c:v>
              </c:pt>
              <c:pt idx="353">
                <c:v>9.031573647115259</c:v>
              </c:pt>
              <c:pt idx="354">
                <c:v>9.031573647115259</c:v>
              </c:pt>
              <c:pt idx="355">
                <c:v>9.031573647115259</c:v>
              </c:pt>
              <c:pt idx="356">
                <c:v>9.031573647115259</c:v>
              </c:pt>
              <c:pt idx="357">
                <c:v>9.031573647115259</c:v>
              </c:pt>
              <c:pt idx="358">
                <c:v>9.031573647115259</c:v>
              </c:pt>
              <c:pt idx="359">
                <c:v>9.031573647115259</c:v>
              </c:pt>
              <c:pt idx="360">
                <c:v>9.031573647115259</c:v>
              </c:pt>
              <c:pt idx="361">
                <c:v>9.031573647115259</c:v>
              </c:pt>
              <c:pt idx="362">
                <c:v>9.031573647115259</c:v>
              </c:pt>
              <c:pt idx="363">
                <c:v>9.031573647115259</c:v>
              </c:pt>
              <c:pt idx="364">
                <c:v>9.031573647115259</c:v>
              </c:pt>
              <c:pt idx="365">
                <c:v>9.031573647115259</c:v>
              </c:pt>
              <c:pt idx="366">
                <c:v>9.031573647115259</c:v>
              </c:pt>
              <c:pt idx="367">
                <c:v>9.031573647115259</c:v>
              </c:pt>
              <c:pt idx="368">
                <c:v>9.031573647115259</c:v>
              </c:pt>
              <c:pt idx="369">
                <c:v>9.031573647115259</c:v>
              </c:pt>
              <c:pt idx="370">
                <c:v>9.031573647115259</c:v>
              </c:pt>
              <c:pt idx="371">
                <c:v>9.031573647115259</c:v>
              </c:pt>
              <c:pt idx="372">
                <c:v>9.031573647115259</c:v>
              </c:pt>
              <c:pt idx="373">
                <c:v>9.031573647115259</c:v>
              </c:pt>
              <c:pt idx="374">
                <c:v>9.031573647115259</c:v>
              </c:pt>
              <c:pt idx="375">
                <c:v>9.031573647115259</c:v>
              </c:pt>
              <c:pt idx="376">
                <c:v>9.031573647115259</c:v>
              </c:pt>
              <c:pt idx="377">
                <c:v>9.031573647115259</c:v>
              </c:pt>
              <c:pt idx="378">
                <c:v>9.031573647115259</c:v>
              </c:pt>
              <c:pt idx="379">
                <c:v>9.031573647115259</c:v>
              </c:pt>
              <c:pt idx="380">
                <c:v>9.031573647115259</c:v>
              </c:pt>
              <c:pt idx="381">
                <c:v>9.031573647115259</c:v>
              </c:pt>
              <c:pt idx="382">
                <c:v>9.031573647115259</c:v>
              </c:pt>
              <c:pt idx="383">
                <c:v>9.031573647115259</c:v>
              </c:pt>
              <c:pt idx="384">
                <c:v>9.031573647115259</c:v>
              </c:pt>
              <c:pt idx="385">
                <c:v>9.031573647115259</c:v>
              </c:pt>
              <c:pt idx="386">
                <c:v>9.031573647115259</c:v>
              </c:pt>
              <c:pt idx="387">
                <c:v>9.031573647115259</c:v>
              </c:pt>
              <c:pt idx="388">
                <c:v>9.031573647115259</c:v>
              </c:pt>
              <c:pt idx="389">
                <c:v>9.031573647115259</c:v>
              </c:pt>
              <c:pt idx="390">
                <c:v>9.031573647115259</c:v>
              </c:pt>
              <c:pt idx="391">
                <c:v>9.031573647115259</c:v>
              </c:pt>
              <c:pt idx="392">
                <c:v>9.031573647115259</c:v>
              </c:pt>
              <c:pt idx="393">
                <c:v>9.031573647115259</c:v>
              </c:pt>
              <c:pt idx="394">
                <c:v>9.031573647115259</c:v>
              </c:pt>
              <c:pt idx="395">
                <c:v>9.031573647115259</c:v>
              </c:pt>
              <c:pt idx="396">
                <c:v>9.031573647115259</c:v>
              </c:pt>
              <c:pt idx="397">
                <c:v>9.031573647115259</c:v>
              </c:pt>
              <c:pt idx="398">
                <c:v>9.031573647115259</c:v>
              </c:pt>
              <c:pt idx="399">
                <c:v>9.031573647115259</c:v>
              </c:pt>
              <c:pt idx="400">
                <c:v>9.031573647115259</c:v>
              </c:pt>
              <c:pt idx="401">
                <c:v>9.031573647115259</c:v>
              </c:pt>
              <c:pt idx="402">
                <c:v>9.031573647115259</c:v>
              </c:pt>
              <c:pt idx="403">
                <c:v>9.031573647115259</c:v>
              </c:pt>
              <c:pt idx="404">
                <c:v>9.031573647115259</c:v>
              </c:pt>
              <c:pt idx="405">
                <c:v>9.031573647115259</c:v>
              </c:pt>
              <c:pt idx="406">
                <c:v>9.031573647115259</c:v>
              </c:pt>
              <c:pt idx="407">
                <c:v>9.031573647115259</c:v>
              </c:pt>
              <c:pt idx="408">
                <c:v>9.031573647115259</c:v>
              </c:pt>
              <c:pt idx="409">
                <c:v>9.031573647115259</c:v>
              </c:pt>
              <c:pt idx="410">
                <c:v>9.031573647115259</c:v>
              </c:pt>
              <c:pt idx="411">
                <c:v>9.031573647115259</c:v>
              </c:pt>
            </c:numLit>
          </c:xVal>
          <c:yVal>
            <c:numLit>
              <c:formatCode>0.0</c:formatCode>
              <c:ptCount val="412"/>
              <c:pt idx="0">
                <c:v>0.13203880275870133</c:v>
              </c:pt>
              <c:pt idx="1">
                <c:v>0.13203880275870133</c:v>
              </c:pt>
              <c:pt idx="2">
                <c:v>0.13203880275870133</c:v>
              </c:pt>
              <c:pt idx="3">
                <c:v>0.13203880275870133</c:v>
              </c:pt>
              <c:pt idx="4">
                <c:v>0.13203880275870133</c:v>
              </c:pt>
              <c:pt idx="5">
                <c:v>0.13203880275870133</c:v>
              </c:pt>
              <c:pt idx="6">
                <c:v>0.13203880275870133</c:v>
              </c:pt>
              <c:pt idx="7">
                <c:v>0.13203880275870133</c:v>
              </c:pt>
              <c:pt idx="8">
                <c:v>0.13203880275870133</c:v>
              </c:pt>
              <c:pt idx="9">
                <c:v>0.13203880275870133</c:v>
              </c:pt>
              <c:pt idx="10">
                <c:v>0.13203880275870133</c:v>
              </c:pt>
              <c:pt idx="11">
                <c:v>0.13203880275870133</c:v>
              </c:pt>
              <c:pt idx="12">
                <c:v>0.13203880275870133</c:v>
              </c:pt>
              <c:pt idx="13">
                <c:v>0.13203880275870133</c:v>
              </c:pt>
              <c:pt idx="14">
                <c:v>0.13203880275870133</c:v>
              </c:pt>
              <c:pt idx="15">
                <c:v>0.13203880275870133</c:v>
              </c:pt>
              <c:pt idx="16">
                <c:v>0.13203880275870133</c:v>
              </c:pt>
              <c:pt idx="17">
                <c:v>0.13203880275870133</c:v>
              </c:pt>
              <c:pt idx="18">
                <c:v>0.13203880275870133</c:v>
              </c:pt>
              <c:pt idx="19">
                <c:v>0.13203880275870133</c:v>
              </c:pt>
              <c:pt idx="20">
                <c:v>0.13203880275870133</c:v>
              </c:pt>
              <c:pt idx="21">
                <c:v>0.13203880275870133</c:v>
              </c:pt>
              <c:pt idx="22">
                <c:v>0.13203880275870133</c:v>
              </c:pt>
              <c:pt idx="23">
                <c:v>0.13203880275870133</c:v>
              </c:pt>
              <c:pt idx="24">
                <c:v>0.13203880275870133</c:v>
              </c:pt>
              <c:pt idx="25">
                <c:v>0.13203880275870133</c:v>
              </c:pt>
              <c:pt idx="26">
                <c:v>0.13203880275870133</c:v>
              </c:pt>
              <c:pt idx="27">
                <c:v>0.13203880275870133</c:v>
              </c:pt>
              <c:pt idx="28">
                <c:v>0.13203880275870133</c:v>
              </c:pt>
              <c:pt idx="29">
                <c:v>0.13203880275870133</c:v>
              </c:pt>
              <c:pt idx="30">
                <c:v>0.13203880275870133</c:v>
              </c:pt>
              <c:pt idx="31">
                <c:v>0.13203880275870133</c:v>
              </c:pt>
              <c:pt idx="32">
                <c:v>0.13203880275870133</c:v>
              </c:pt>
              <c:pt idx="33">
                <c:v>0.13203880275870133</c:v>
              </c:pt>
              <c:pt idx="34">
                <c:v>0.13203880275870133</c:v>
              </c:pt>
              <c:pt idx="35">
                <c:v>0.13203880275870133</c:v>
              </c:pt>
              <c:pt idx="36">
                <c:v>0.13203880275870133</c:v>
              </c:pt>
              <c:pt idx="37">
                <c:v>0.13203880275870133</c:v>
              </c:pt>
              <c:pt idx="38">
                <c:v>0.13203880275870133</c:v>
              </c:pt>
              <c:pt idx="39">
                <c:v>0.13203880275870133</c:v>
              </c:pt>
              <c:pt idx="40">
                <c:v>0.13203880275870133</c:v>
              </c:pt>
              <c:pt idx="41">
                <c:v>0.13203880275870133</c:v>
              </c:pt>
              <c:pt idx="42">
                <c:v>0.13203880275870133</c:v>
              </c:pt>
              <c:pt idx="43">
                <c:v>0.13203880275870133</c:v>
              </c:pt>
              <c:pt idx="44">
                <c:v>0.13203880275870133</c:v>
              </c:pt>
              <c:pt idx="45">
                <c:v>0.13203880275870133</c:v>
              </c:pt>
              <c:pt idx="46">
                <c:v>0.13203880275870133</c:v>
              </c:pt>
              <c:pt idx="47">
                <c:v>0.13203880275870133</c:v>
              </c:pt>
              <c:pt idx="48">
                <c:v>0.13203880275870133</c:v>
              </c:pt>
              <c:pt idx="49">
                <c:v>0.13203880275870133</c:v>
              </c:pt>
              <c:pt idx="50">
                <c:v>0.13203880275870133</c:v>
              </c:pt>
              <c:pt idx="51">
                <c:v>0.13203880275870133</c:v>
              </c:pt>
              <c:pt idx="52">
                <c:v>0.13203880275870133</c:v>
              </c:pt>
              <c:pt idx="53">
                <c:v>0.13203880275870133</c:v>
              </c:pt>
              <c:pt idx="54">
                <c:v>0.13203880275870133</c:v>
              </c:pt>
              <c:pt idx="55">
                <c:v>0.13203880275870133</c:v>
              </c:pt>
              <c:pt idx="56">
                <c:v>0.13203880275870133</c:v>
              </c:pt>
              <c:pt idx="57">
                <c:v>0.13203880275870133</c:v>
              </c:pt>
              <c:pt idx="58">
                <c:v>0.13203880275870133</c:v>
              </c:pt>
              <c:pt idx="59">
                <c:v>0.13203880275870133</c:v>
              </c:pt>
              <c:pt idx="60">
                <c:v>0.13203880275870133</c:v>
              </c:pt>
              <c:pt idx="61">
                <c:v>0.13203880275870133</c:v>
              </c:pt>
              <c:pt idx="62">
                <c:v>0.13203880275870133</c:v>
              </c:pt>
              <c:pt idx="63">
                <c:v>0.13203880275870133</c:v>
              </c:pt>
              <c:pt idx="64">
                <c:v>0.13203880275870133</c:v>
              </c:pt>
              <c:pt idx="65">
                <c:v>0.13203880275870133</c:v>
              </c:pt>
              <c:pt idx="66">
                <c:v>0.13203880275870133</c:v>
              </c:pt>
              <c:pt idx="67">
                <c:v>0.13203880275870133</c:v>
              </c:pt>
              <c:pt idx="68">
                <c:v>0.13203880275870133</c:v>
              </c:pt>
              <c:pt idx="69">
                <c:v>0.13203880275870133</c:v>
              </c:pt>
              <c:pt idx="70">
                <c:v>0.13203880275870133</c:v>
              </c:pt>
              <c:pt idx="71">
                <c:v>0.13203880275870133</c:v>
              </c:pt>
              <c:pt idx="72">
                <c:v>0.13203880275870133</c:v>
              </c:pt>
              <c:pt idx="73">
                <c:v>0.13203880275870133</c:v>
              </c:pt>
              <c:pt idx="74">
                <c:v>0.13203880275870133</c:v>
              </c:pt>
              <c:pt idx="75">
                <c:v>0.13203880275870133</c:v>
              </c:pt>
              <c:pt idx="76">
                <c:v>0.13203880275870133</c:v>
              </c:pt>
              <c:pt idx="77">
                <c:v>0.13203880275870133</c:v>
              </c:pt>
              <c:pt idx="78">
                <c:v>0.13203880275870133</c:v>
              </c:pt>
              <c:pt idx="79">
                <c:v>0.13203880275870133</c:v>
              </c:pt>
              <c:pt idx="80">
                <c:v>0.13203880275870133</c:v>
              </c:pt>
              <c:pt idx="81">
                <c:v>0.13203880275870133</c:v>
              </c:pt>
              <c:pt idx="82">
                <c:v>0.13203880275870133</c:v>
              </c:pt>
              <c:pt idx="83">
                <c:v>0.13203880275870133</c:v>
              </c:pt>
              <c:pt idx="84">
                <c:v>0.13203880275870133</c:v>
              </c:pt>
              <c:pt idx="85">
                <c:v>0.13203880275870133</c:v>
              </c:pt>
              <c:pt idx="86">
                <c:v>0.13203880275870133</c:v>
              </c:pt>
              <c:pt idx="87">
                <c:v>0.13203880275870133</c:v>
              </c:pt>
              <c:pt idx="88">
                <c:v>0.13203880275870133</c:v>
              </c:pt>
              <c:pt idx="89">
                <c:v>0.13203880275870133</c:v>
              </c:pt>
              <c:pt idx="90">
                <c:v>0.13203880275870133</c:v>
              </c:pt>
              <c:pt idx="91">
                <c:v>0.13203880275870133</c:v>
              </c:pt>
              <c:pt idx="92">
                <c:v>0.13203880275870133</c:v>
              </c:pt>
              <c:pt idx="93">
                <c:v>0.13203880275870133</c:v>
              </c:pt>
              <c:pt idx="94">
                <c:v>0.13203880275870133</c:v>
              </c:pt>
              <c:pt idx="95">
                <c:v>0.13203880275870133</c:v>
              </c:pt>
              <c:pt idx="96">
                <c:v>0.13203880275870133</c:v>
              </c:pt>
              <c:pt idx="97">
                <c:v>0.13203880275870133</c:v>
              </c:pt>
              <c:pt idx="98">
                <c:v>0.13203880275870133</c:v>
              </c:pt>
              <c:pt idx="99">
                <c:v>0.13203880275870133</c:v>
              </c:pt>
              <c:pt idx="100">
                <c:v>0.13203880275870133</c:v>
              </c:pt>
              <c:pt idx="101">
                <c:v>0.13203880275870133</c:v>
              </c:pt>
              <c:pt idx="102">
                <c:v>0.13203880275870133</c:v>
              </c:pt>
              <c:pt idx="103">
                <c:v>0.13203880275870133</c:v>
              </c:pt>
              <c:pt idx="104">
                <c:v>0.13203880275870133</c:v>
              </c:pt>
              <c:pt idx="105">
                <c:v>0.13203880275870133</c:v>
              </c:pt>
              <c:pt idx="106">
                <c:v>0.13203880275870133</c:v>
              </c:pt>
              <c:pt idx="107">
                <c:v>0.13203880275870133</c:v>
              </c:pt>
              <c:pt idx="108">
                <c:v>0.13203880275870133</c:v>
              </c:pt>
              <c:pt idx="109">
                <c:v>0.13203880275870133</c:v>
              </c:pt>
              <c:pt idx="110">
                <c:v>0.13203880275870133</c:v>
              </c:pt>
              <c:pt idx="111">
                <c:v>0.13203880275870133</c:v>
              </c:pt>
              <c:pt idx="112">
                <c:v>0.13203880275870133</c:v>
              </c:pt>
              <c:pt idx="113">
                <c:v>0.13203880275870133</c:v>
              </c:pt>
              <c:pt idx="114">
                <c:v>0.13203880275870133</c:v>
              </c:pt>
              <c:pt idx="115">
                <c:v>0.13203880275870133</c:v>
              </c:pt>
              <c:pt idx="116">
                <c:v>0.13203880275870133</c:v>
              </c:pt>
              <c:pt idx="117">
                <c:v>0.13203880275870133</c:v>
              </c:pt>
              <c:pt idx="118">
                <c:v>0.13203880275870133</c:v>
              </c:pt>
              <c:pt idx="119">
                <c:v>0.13203880275870133</c:v>
              </c:pt>
              <c:pt idx="120">
                <c:v>0.13203880275870133</c:v>
              </c:pt>
              <c:pt idx="121">
                <c:v>0.13203880275870133</c:v>
              </c:pt>
              <c:pt idx="122">
                <c:v>0.13203880275870133</c:v>
              </c:pt>
              <c:pt idx="123">
                <c:v>0.13203880275870133</c:v>
              </c:pt>
              <c:pt idx="124">
                <c:v>0.13203880275870133</c:v>
              </c:pt>
              <c:pt idx="125">
                <c:v>0.13203880275870133</c:v>
              </c:pt>
              <c:pt idx="126">
                <c:v>0.13203880275870133</c:v>
              </c:pt>
              <c:pt idx="127">
                <c:v>0.13203880275870133</c:v>
              </c:pt>
              <c:pt idx="128">
                <c:v>0.13203880275870133</c:v>
              </c:pt>
              <c:pt idx="129">
                <c:v>0.13203880275870133</c:v>
              </c:pt>
              <c:pt idx="130">
                <c:v>0.13203880275870133</c:v>
              </c:pt>
              <c:pt idx="131">
                <c:v>0.13203880275870133</c:v>
              </c:pt>
              <c:pt idx="132">
                <c:v>0.13203880275870133</c:v>
              </c:pt>
              <c:pt idx="133">
                <c:v>0.13203880275870133</c:v>
              </c:pt>
              <c:pt idx="134">
                <c:v>0.13203880275870133</c:v>
              </c:pt>
              <c:pt idx="135">
                <c:v>0.13203880275870133</c:v>
              </c:pt>
              <c:pt idx="136">
                <c:v>0.13203880275870133</c:v>
              </c:pt>
              <c:pt idx="137">
                <c:v>0.13203880275870133</c:v>
              </c:pt>
              <c:pt idx="138">
                <c:v>0.13203880275870133</c:v>
              </c:pt>
              <c:pt idx="139">
                <c:v>0.13203880275870133</c:v>
              </c:pt>
              <c:pt idx="140">
                <c:v>0.13203880275870133</c:v>
              </c:pt>
              <c:pt idx="141">
                <c:v>0.13203880275870133</c:v>
              </c:pt>
              <c:pt idx="142">
                <c:v>0.13203880275870133</c:v>
              </c:pt>
              <c:pt idx="143">
                <c:v>0.13203880275870133</c:v>
              </c:pt>
              <c:pt idx="144">
                <c:v>0.13203880275870133</c:v>
              </c:pt>
              <c:pt idx="145">
                <c:v>0.13203880275870133</c:v>
              </c:pt>
              <c:pt idx="146">
                <c:v>0.13203880275870133</c:v>
              </c:pt>
              <c:pt idx="147">
                <c:v>0.13203880275870133</c:v>
              </c:pt>
              <c:pt idx="148">
                <c:v>0.13203880275870133</c:v>
              </c:pt>
              <c:pt idx="149">
                <c:v>0.13203880275870133</c:v>
              </c:pt>
              <c:pt idx="150">
                <c:v>0.13203880275870133</c:v>
              </c:pt>
              <c:pt idx="151">
                <c:v>0.13203880275870133</c:v>
              </c:pt>
              <c:pt idx="152">
                <c:v>0.13203880275870133</c:v>
              </c:pt>
              <c:pt idx="153">
                <c:v>0.13203880275870133</c:v>
              </c:pt>
              <c:pt idx="154">
                <c:v>0.13203880275870133</c:v>
              </c:pt>
              <c:pt idx="155">
                <c:v>0.13203880275870133</c:v>
              </c:pt>
              <c:pt idx="156">
                <c:v>0.13203880275870133</c:v>
              </c:pt>
              <c:pt idx="157">
                <c:v>0.13203880275870133</c:v>
              </c:pt>
              <c:pt idx="158">
                <c:v>0.13203880275870133</c:v>
              </c:pt>
              <c:pt idx="159">
                <c:v>0.13203880275870133</c:v>
              </c:pt>
              <c:pt idx="160">
                <c:v>0.13203880275870133</c:v>
              </c:pt>
              <c:pt idx="161">
                <c:v>0.13203880275870133</c:v>
              </c:pt>
              <c:pt idx="162">
                <c:v>0.13203880275870133</c:v>
              </c:pt>
              <c:pt idx="163">
                <c:v>0.13203880275870133</c:v>
              </c:pt>
              <c:pt idx="164">
                <c:v>0.13203880275870133</c:v>
              </c:pt>
              <c:pt idx="165">
                <c:v>0.13203880275870133</c:v>
              </c:pt>
              <c:pt idx="166">
                <c:v>0.13203880275870133</c:v>
              </c:pt>
              <c:pt idx="167">
                <c:v>0.13203880275870133</c:v>
              </c:pt>
              <c:pt idx="168">
                <c:v>0.13203880275870133</c:v>
              </c:pt>
              <c:pt idx="169">
                <c:v>0.13203880275870133</c:v>
              </c:pt>
              <c:pt idx="170">
                <c:v>0.13203880275870133</c:v>
              </c:pt>
              <c:pt idx="171">
                <c:v>0.13203880275870133</c:v>
              </c:pt>
              <c:pt idx="172">
                <c:v>0.13203880275870133</c:v>
              </c:pt>
              <c:pt idx="173">
                <c:v>0.13203880275870133</c:v>
              </c:pt>
              <c:pt idx="174">
                <c:v>0.13203880275870133</c:v>
              </c:pt>
              <c:pt idx="175">
                <c:v>0.13203880275870133</c:v>
              </c:pt>
              <c:pt idx="176">
                <c:v>0.13203880275870133</c:v>
              </c:pt>
              <c:pt idx="177">
                <c:v>0.13203880275870133</c:v>
              </c:pt>
              <c:pt idx="178">
                <c:v>0.13203880275870133</c:v>
              </c:pt>
              <c:pt idx="179">
                <c:v>0.13203880275870133</c:v>
              </c:pt>
              <c:pt idx="180">
                <c:v>0.13203880275870133</c:v>
              </c:pt>
              <c:pt idx="181">
                <c:v>0.13203880275870133</c:v>
              </c:pt>
              <c:pt idx="182">
                <c:v>0.13203880275870133</c:v>
              </c:pt>
              <c:pt idx="183">
                <c:v>0.13203880275870133</c:v>
              </c:pt>
              <c:pt idx="184">
                <c:v>0.13203880275870133</c:v>
              </c:pt>
              <c:pt idx="185">
                <c:v>0.13203880275870133</c:v>
              </c:pt>
              <c:pt idx="186">
                <c:v>0.13203880275870133</c:v>
              </c:pt>
              <c:pt idx="187">
                <c:v>0.13203880275870133</c:v>
              </c:pt>
              <c:pt idx="188">
                <c:v>0.13203880275870133</c:v>
              </c:pt>
              <c:pt idx="189">
                <c:v>0.13203880275870133</c:v>
              </c:pt>
              <c:pt idx="190">
                <c:v>0.13203880275870133</c:v>
              </c:pt>
              <c:pt idx="191">
                <c:v>0.13203880275870133</c:v>
              </c:pt>
              <c:pt idx="192">
                <c:v>0.13203880275870133</c:v>
              </c:pt>
              <c:pt idx="193">
                <c:v>0.13203880275870133</c:v>
              </c:pt>
              <c:pt idx="194">
                <c:v>0.13203880275870133</c:v>
              </c:pt>
              <c:pt idx="195">
                <c:v>0.13203880275870133</c:v>
              </c:pt>
              <c:pt idx="196">
                <c:v>0.13203880275870133</c:v>
              </c:pt>
              <c:pt idx="197">
                <c:v>0.13203880275870133</c:v>
              </c:pt>
              <c:pt idx="198">
                <c:v>0.13203880275870133</c:v>
              </c:pt>
              <c:pt idx="199">
                <c:v>0.13203880275870133</c:v>
              </c:pt>
              <c:pt idx="200">
                <c:v>0.13203880275870133</c:v>
              </c:pt>
              <c:pt idx="201">
                <c:v>0.13203880275870133</c:v>
              </c:pt>
              <c:pt idx="202">
                <c:v>0.13203880275870133</c:v>
              </c:pt>
              <c:pt idx="203">
                <c:v>0.13203880275870133</c:v>
              </c:pt>
              <c:pt idx="204">
                <c:v>0.13203880275870133</c:v>
              </c:pt>
              <c:pt idx="205">
                <c:v>0.13203880275870133</c:v>
              </c:pt>
              <c:pt idx="206">
                <c:v>0.13203880275870133</c:v>
              </c:pt>
              <c:pt idx="207">
                <c:v>0.13203880275870133</c:v>
              </c:pt>
              <c:pt idx="208">
                <c:v>0.13203880275870133</c:v>
              </c:pt>
              <c:pt idx="209">
                <c:v>0.13203880275870133</c:v>
              </c:pt>
              <c:pt idx="210">
                <c:v>0.13203880275870133</c:v>
              </c:pt>
              <c:pt idx="211">
                <c:v>0.13203880275870133</c:v>
              </c:pt>
              <c:pt idx="212">
                <c:v>0.13203880275870133</c:v>
              </c:pt>
              <c:pt idx="213">
                <c:v>0.13203880275870133</c:v>
              </c:pt>
              <c:pt idx="214">
                <c:v>0.13203880275870133</c:v>
              </c:pt>
              <c:pt idx="215">
                <c:v>0.13203880275870133</c:v>
              </c:pt>
              <c:pt idx="216">
                <c:v>0.13203880275870133</c:v>
              </c:pt>
              <c:pt idx="217">
                <c:v>0.13203880275870133</c:v>
              </c:pt>
              <c:pt idx="218">
                <c:v>0.13203880275870133</c:v>
              </c:pt>
              <c:pt idx="219">
                <c:v>0.13203880275870133</c:v>
              </c:pt>
              <c:pt idx="220">
                <c:v>0.13203880275870133</c:v>
              </c:pt>
              <c:pt idx="221">
                <c:v>0.13203880275870133</c:v>
              </c:pt>
              <c:pt idx="222">
                <c:v>0.13203880275870133</c:v>
              </c:pt>
              <c:pt idx="223">
                <c:v>0.13203880275870133</c:v>
              </c:pt>
              <c:pt idx="224">
                <c:v>0.13203880275870133</c:v>
              </c:pt>
              <c:pt idx="225">
                <c:v>0.13203880275870133</c:v>
              </c:pt>
              <c:pt idx="226">
                <c:v>0.13203880275870133</c:v>
              </c:pt>
              <c:pt idx="227">
                <c:v>0.13203880275870133</c:v>
              </c:pt>
              <c:pt idx="228">
                <c:v>0.13203880275870133</c:v>
              </c:pt>
              <c:pt idx="229">
                <c:v>0.13203880275870133</c:v>
              </c:pt>
              <c:pt idx="230">
                <c:v>0.13203880275870133</c:v>
              </c:pt>
              <c:pt idx="231">
                <c:v>0.13203880275870133</c:v>
              </c:pt>
              <c:pt idx="232">
                <c:v>0.13203880275870133</c:v>
              </c:pt>
              <c:pt idx="233">
                <c:v>0.13203880275870133</c:v>
              </c:pt>
              <c:pt idx="234">
                <c:v>0.13203880275870133</c:v>
              </c:pt>
              <c:pt idx="235">
                <c:v>0.13203880275870133</c:v>
              </c:pt>
              <c:pt idx="236">
                <c:v>0.13203880275870133</c:v>
              </c:pt>
              <c:pt idx="237">
                <c:v>0.13203880275870133</c:v>
              </c:pt>
              <c:pt idx="238">
                <c:v>0.13203880275870133</c:v>
              </c:pt>
              <c:pt idx="239">
                <c:v>0.13203880275870133</c:v>
              </c:pt>
              <c:pt idx="240">
                <c:v>0.13203880275870133</c:v>
              </c:pt>
              <c:pt idx="241">
                <c:v>0.13203880275870133</c:v>
              </c:pt>
              <c:pt idx="242">
                <c:v>0.13203880275870133</c:v>
              </c:pt>
              <c:pt idx="243">
                <c:v>0.13203880275870133</c:v>
              </c:pt>
              <c:pt idx="244">
                <c:v>0.13203880275870133</c:v>
              </c:pt>
              <c:pt idx="245">
                <c:v>0.13203880275870133</c:v>
              </c:pt>
              <c:pt idx="246">
                <c:v>0.13203880275870133</c:v>
              </c:pt>
              <c:pt idx="247">
                <c:v>0.13203880275870133</c:v>
              </c:pt>
              <c:pt idx="248">
                <c:v>0.13203880275870133</c:v>
              </c:pt>
              <c:pt idx="249">
                <c:v>0.13203880275870133</c:v>
              </c:pt>
              <c:pt idx="250">
                <c:v>0.13203880275870133</c:v>
              </c:pt>
              <c:pt idx="251">
                <c:v>0.13203880275870133</c:v>
              </c:pt>
              <c:pt idx="252">
                <c:v>0.13203880275870133</c:v>
              </c:pt>
              <c:pt idx="253">
                <c:v>0.13203880275870133</c:v>
              </c:pt>
              <c:pt idx="254">
                <c:v>0.13203880275870133</c:v>
              </c:pt>
              <c:pt idx="255">
                <c:v>0.13203880275870133</c:v>
              </c:pt>
              <c:pt idx="256">
                <c:v>0.13203880275870133</c:v>
              </c:pt>
              <c:pt idx="257">
                <c:v>0.13203880275870133</c:v>
              </c:pt>
              <c:pt idx="258">
                <c:v>0.13203880275870133</c:v>
              </c:pt>
              <c:pt idx="259">
                <c:v>0.13203880275870133</c:v>
              </c:pt>
              <c:pt idx="260">
                <c:v>0.13203880275870133</c:v>
              </c:pt>
              <c:pt idx="261">
                <c:v>0.13203880275870133</c:v>
              </c:pt>
              <c:pt idx="262">
                <c:v>0.13203880275870133</c:v>
              </c:pt>
              <c:pt idx="263">
                <c:v>0.13203880275870133</c:v>
              </c:pt>
              <c:pt idx="264">
                <c:v>0.13203880275870133</c:v>
              </c:pt>
              <c:pt idx="265">
                <c:v>0.13203880275870133</c:v>
              </c:pt>
              <c:pt idx="266">
                <c:v>0.13203880275870133</c:v>
              </c:pt>
              <c:pt idx="267">
                <c:v>0.13203880275870133</c:v>
              </c:pt>
              <c:pt idx="268">
                <c:v>0.13203880275870133</c:v>
              </c:pt>
              <c:pt idx="269">
                <c:v>0.13203880275870133</c:v>
              </c:pt>
              <c:pt idx="270">
                <c:v>0.13203880275870133</c:v>
              </c:pt>
              <c:pt idx="271">
                <c:v>0.13203880275870133</c:v>
              </c:pt>
              <c:pt idx="272">
                <c:v>0.13203880275870133</c:v>
              </c:pt>
              <c:pt idx="273">
                <c:v>0.13203880275870133</c:v>
              </c:pt>
              <c:pt idx="274">
                <c:v>0.13203880275870133</c:v>
              </c:pt>
              <c:pt idx="275">
                <c:v>0.13203880275870133</c:v>
              </c:pt>
              <c:pt idx="276">
                <c:v>0.13203880275870133</c:v>
              </c:pt>
              <c:pt idx="277">
                <c:v>0.13203880275870133</c:v>
              </c:pt>
              <c:pt idx="278">
                <c:v>0.13203880275870133</c:v>
              </c:pt>
              <c:pt idx="279">
                <c:v>0.13203880275870133</c:v>
              </c:pt>
              <c:pt idx="280">
                <c:v>0.13203880275870133</c:v>
              </c:pt>
              <c:pt idx="281">
                <c:v>0.13203880275870133</c:v>
              </c:pt>
              <c:pt idx="282">
                <c:v>0.13203880275870133</c:v>
              </c:pt>
              <c:pt idx="283">
                <c:v>0.13203880275870133</c:v>
              </c:pt>
              <c:pt idx="284">
                <c:v>0.13203880275870133</c:v>
              </c:pt>
              <c:pt idx="285">
                <c:v>0.13203880275870133</c:v>
              </c:pt>
              <c:pt idx="286">
                <c:v>0.13203880275870133</c:v>
              </c:pt>
              <c:pt idx="287">
                <c:v>0.13203880275870133</c:v>
              </c:pt>
              <c:pt idx="288">
                <c:v>0.13203880275870133</c:v>
              </c:pt>
              <c:pt idx="289">
                <c:v>0.13203880275870133</c:v>
              </c:pt>
              <c:pt idx="290">
                <c:v>0.13203880275870133</c:v>
              </c:pt>
              <c:pt idx="291">
                <c:v>0.13203880275870133</c:v>
              </c:pt>
              <c:pt idx="292">
                <c:v>0.13203880275870133</c:v>
              </c:pt>
              <c:pt idx="293">
                <c:v>0.13203880275870133</c:v>
              </c:pt>
              <c:pt idx="294">
                <c:v>0.13203880275870133</c:v>
              </c:pt>
              <c:pt idx="295">
                <c:v>0.13203880275870133</c:v>
              </c:pt>
              <c:pt idx="296">
                <c:v>0.13203880275870133</c:v>
              </c:pt>
              <c:pt idx="297">
                <c:v>0.13203880275870133</c:v>
              </c:pt>
              <c:pt idx="298">
                <c:v>0.13203880275870133</c:v>
              </c:pt>
              <c:pt idx="299">
                <c:v>0.13203880275870133</c:v>
              </c:pt>
              <c:pt idx="300">
                <c:v>0.13203880275870133</c:v>
              </c:pt>
              <c:pt idx="301">
                <c:v>0.13203880275870133</c:v>
              </c:pt>
              <c:pt idx="302">
                <c:v>0.13203880275870133</c:v>
              </c:pt>
              <c:pt idx="303">
                <c:v>0.13203880275870133</c:v>
              </c:pt>
              <c:pt idx="304">
                <c:v>0.13203880275870133</c:v>
              </c:pt>
              <c:pt idx="305">
                <c:v>0.13203880275870133</c:v>
              </c:pt>
              <c:pt idx="306">
                <c:v>0.13203880275870133</c:v>
              </c:pt>
              <c:pt idx="307">
                <c:v>0.13203880275870133</c:v>
              </c:pt>
              <c:pt idx="308">
                <c:v>0.13203880275870133</c:v>
              </c:pt>
              <c:pt idx="309">
                <c:v>0.13203880275870133</c:v>
              </c:pt>
              <c:pt idx="310">
                <c:v>0.13203880275870133</c:v>
              </c:pt>
              <c:pt idx="311">
                <c:v>0.13203880275870133</c:v>
              </c:pt>
              <c:pt idx="312">
                <c:v>0.13203880275870133</c:v>
              </c:pt>
              <c:pt idx="313">
                <c:v>0.13203880275870133</c:v>
              </c:pt>
              <c:pt idx="314">
                <c:v>0.13203880275870133</c:v>
              </c:pt>
              <c:pt idx="315">
                <c:v>0.13203880275870133</c:v>
              </c:pt>
              <c:pt idx="316">
                <c:v>0.13203880275870133</c:v>
              </c:pt>
              <c:pt idx="317">
                <c:v>0.13203880275870133</c:v>
              </c:pt>
              <c:pt idx="318">
                <c:v>0.13203880275870133</c:v>
              </c:pt>
              <c:pt idx="319">
                <c:v>0.13203880275870133</c:v>
              </c:pt>
              <c:pt idx="320">
                <c:v>0.13203880275870133</c:v>
              </c:pt>
              <c:pt idx="321">
                <c:v>0.13203880275870133</c:v>
              </c:pt>
              <c:pt idx="322">
                <c:v>0.13203880275870133</c:v>
              </c:pt>
              <c:pt idx="323">
                <c:v>0.13203880275870133</c:v>
              </c:pt>
              <c:pt idx="324">
                <c:v>0.13203880275870133</c:v>
              </c:pt>
              <c:pt idx="325">
                <c:v>0.13203880275870133</c:v>
              </c:pt>
              <c:pt idx="326">
                <c:v>0.13203880275870133</c:v>
              </c:pt>
              <c:pt idx="327">
                <c:v>0.13203880275870133</c:v>
              </c:pt>
              <c:pt idx="328">
                <c:v>0.13203880275870133</c:v>
              </c:pt>
              <c:pt idx="329">
                <c:v>0.13203880275870133</c:v>
              </c:pt>
              <c:pt idx="330">
                <c:v>0.13203880275870133</c:v>
              </c:pt>
              <c:pt idx="331">
                <c:v>0.13203880275870133</c:v>
              </c:pt>
              <c:pt idx="332">
                <c:v>0.13203880275870133</c:v>
              </c:pt>
              <c:pt idx="333">
                <c:v>0.13203880275870133</c:v>
              </c:pt>
              <c:pt idx="334">
                <c:v>0.13203880275870133</c:v>
              </c:pt>
              <c:pt idx="335">
                <c:v>0.13203880275870133</c:v>
              </c:pt>
              <c:pt idx="336">
                <c:v>0.13203880275870133</c:v>
              </c:pt>
              <c:pt idx="337">
                <c:v>0.13203880275870133</c:v>
              </c:pt>
              <c:pt idx="338">
                <c:v>0.13203880275870133</c:v>
              </c:pt>
              <c:pt idx="339">
                <c:v>0.13203880275870133</c:v>
              </c:pt>
              <c:pt idx="340">
                <c:v>0.13203880275870133</c:v>
              </c:pt>
              <c:pt idx="341">
                <c:v>0.13203880275870133</c:v>
              </c:pt>
              <c:pt idx="342">
                <c:v>0.13203880275870133</c:v>
              </c:pt>
              <c:pt idx="343">
                <c:v>0.13203880275870133</c:v>
              </c:pt>
              <c:pt idx="344">
                <c:v>0.13203880275870133</c:v>
              </c:pt>
              <c:pt idx="345">
                <c:v>0.13203880275870133</c:v>
              </c:pt>
              <c:pt idx="346">
                <c:v>0.13203880275870133</c:v>
              </c:pt>
              <c:pt idx="347">
                <c:v>0.13203880275870133</c:v>
              </c:pt>
              <c:pt idx="348">
                <c:v>0.13203880275870133</c:v>
              </c:pt>
              <c:pt idx="349">
                <c:v>0.13203880275870133</c:v>
              </c:pt>
              <c:pt idx="350">
                <c:v>0.13203880275870133</c:v>
              </c:pt>
              <c:pt idx="351">
                <c:v>0.13203880275870133</c:v>
              </c:pt>
              <c:pt idx="352">
                <c:v>0.13203880275870133</c:v>
              </c:pt>
              <c:pt idx="353">
                <c:v>0.13203880275870133</c:v>
              </c:pt>
              <c:pt idx="354">
                <c:v>0.13203880275870133</c:v>
              </c:pt>
              <c:pt idx="355">
                <c:v>0.13203880275870133</c:v>
              </c:pt>
              <c:pt idx="356">
                <c:v>0.13203880275870133</c:v>
              </c:pt>
              <c:pt idx="357">
                <c:v>0.13203880275870133</c:v>
              </c:pt>
              <c:pt idx="358">
                <c:v>0.13203880275870133</c:v>
              </c:pt>
              <c:pt idx="359">
                <c:v>0.13203880275870133</c:v>
              </c:pt>
              <c:pt idx="360">
                <c:v>0.13203880275870133</c:v>
              </c:pt>
              <c:pt idx="361">
                <c:v>0.13203880275870133</c:v>
              </c:pt>
              <c:pt idx="362">
                <c:v>0.13203880275870133</c:v>
              </c:pt>
              <c:pt idx="363">
                <c:v>0.13203880275870133</c:v>
              </c:pt>
              <c:pt idx="364">
                <c:v>0.13203880275870133</c:v>
              </c:pt>
              <c:pt idx="365">
                <c:v>0.13203880275870133</c:v>
              </c:pt>
              <c:pt idx="366">
                <c:v>0.13203880275870133</c:v>
              </c:pt>
              <c:pt idx="367">
                <c:v>0.13203880275870133</c:v>
              </c:pt>
              <c:pt idx="368">
                <c:v>0.13203880275870133</c:v>
              </c:pt>
              <c:pt idx="369">
                <c:v>0.13203880275870133</c:v>
              </c:pt>
              <c:pt idx="370">
                <c:v>0.13203880275870133</c:v>
              </c:pt>
              <c:pt idx="371">
                <c:v>0.13203880275870133</c:v>
              </c:pt>
              <c:pt idx="372">
                <c:v>0.13203880275870133</c:v>
              </c:pt>
              <c:pt idx="373">
                <c:v>0.13203880275870133</c:v>
              </c:pt>
              <c:pt idx="374">
                <c:v>0.13203880275870133</c:v>
              </c:pt>
              <c:pt idx="375">
                <c:v>0.13203880275870133</c:v>
              </c:pt>
              <c:pt idx="376">
                <c:v>0.13203880275870133</c:v>
              </c:pt>
              <c:pt idx="377">
                <c:v>0.13203880275870133</c:v>
              </c:pt>
              <c:pt idx="378">
                <c:v>0.13203880275870133</c:v>
              </c:pt>
              <c:pt idx="379">
                <c:v>0.13203880275870133</c:v>
              </c:pt>
              <c:pt idx="380">
                <c:v>0.13203880275870133</c:v>
              </c:pt>
              <c:pt idx="381">
                <c:v>0.13203880275870133</c:v>
              </c:pt>
              <c:pt idx="382">
                <c:v>0.13203880275870133</c:v>
              </c:pt>
              <c:pt idx="383">
                <c:v>0.13203880275870133</c:v>
              </c:pt>
              <c:pt idx="384">
                <c:v>0.13203880275870133</c:v>
              </c:pt>
              <c:pt idx="385">
                <c:v>0.13203880275870133</c:v>
              </c:pt>
              <c:pt idx="386">
                <c:v>0.13203880275870133</c:v>
              </c:pt>
              <c:pt idx="387">
                <c:v>0.13203880275870133</c:v>
              </c:pt>
              <c:pt idx="388">
                <c:v>0.13203880275870133</c:v>
              </c:pt>
              <c:pt idx="389">
                <c:v>0.13203880275870133</c:v>
              </c:pt>
              <c:pt idx="390">
                <c:v>0.13203880275870133</c:v>
              </c:pt>
              <c:pt idx="391">
                <c:v>0.13203880275870133</c:v>
              </c:pt>
              <c:pt idx="392">
                <c:v>0.13203880275870133</c:v>
              </c:pt>
              <c:pt idx="393">
                <c:v>0.13203880275870133</c:v>
              </c:pt>
              <c:pt idx="394">
                <c:v>0.13203880275870133</c:v>
              </c:pt>
              <c:pt idx="395">
                <c:v>0.13203880275870133</c:v>
              </c:pt>
              <c:pt idx="396">
                <c:v>0.13203880275870133</c:v>
              </c:pt>
              <c:pt idx="397">
                <c:v>0.13203880275870133</c:v>
              </c:pt>
              <c:pt idx="398">
                <c:v>0.13203880275870133</c:v>
              </c:pt>
              <c:pt idx="399">
                <c:v>0.13203880275870133</c:v>
              </c:pt>
              <c:pt idx="400">
                <c:v>0.13203880275870133</c:v>
              </c:pt>
              <c:pt idx="401">
                <c:v>0.13203880275870133</c:v>
              </c:pt>
              <c:pt idx="402">
                <c:v>0.13203880275870133</c:v>
              </c:pt>
              <c:pt idx="403">
                <c:v>0.13203880275870133</c:v>
              </c:pt>
              <c:pt idx="404">
                <c:v>0.13203880275870133</c:v>
              </c:pt>
              <c:pt idx="405">
                <c:v>0.13203880275870133</c:v>
              </c:pt>
              <c:pt idx="406">
                <c:v>0.13203880275870133</c:v>
              </c:pt>
              <c:pt idx="407">
                <c:v>0.13203880275870133</c:v>
              </c:pt>
              <c:pt idx="408">
                <c:v>0.13203880275870133</c:v>
              </c:pt>
              <c:pt idx="409">
                <c:v>0.13203880275870133</c:v>
              </c:pt>
              <c:pt idx="410">
                <c:v>0.13203880275870133</c:v>
              </c:pt>
              <c:pt idx="411">
                <c:v>0.13203880275870133</c:v>
              </c:pt>
            </c:numLit>
          </c:yVal>
          <c:smooth val="0"/>
        </c:ser>
        <c:ser>
          <c:idx val="6"/>
          <c:order val="6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</c:numLit>
          </c:xVal>
          <c:yVal>
            <c:numLit>
              <c:formatCode>0.0</c:formatCode>
              <c:ptCount val="412"/>
              <c:pt idx="0">
                <c:v>1.283387195849231</c:v>
              </c:pt>
              <c:pt idx="1">
                <c:v>1.283387195849231</c:v>
              </c:pt>
              <c:pt idx="2">
                <c:v>1.283387195849231</c:v>
              </c:pt>
              <c:pt idx="3">
                <c:v>1.283387195849231</c:v>
              </c:pt>
              <c:pt idx="4">
                <c:v>1.283387195849231</c:v>
              </c:pt>
              <c:pt idx="5">
                <c:v>1.283387195849231</c:v>
              </c:pt>
              <c:pt idx="6">
                <c:v>1.283387195849231</c:v>
              </c:pt>
              <c:pt idx="7">
                <c:v>1.283387195849231</c:v>
              </c:pt>
              <c:pt idx="8">
                <c:v>1.283387195849231</c:v>
              </c:pt>
              <c:pt idx="9">
                <c:v>1.283387195849231</c:v>
              </c:pt>
              <c:pt idx="10">
                <c:v>1.283387195849231</c:v>
              </c:pt>
              <c:pt idx="11">
                <c:v>1.283387195849231</c:v>
              </c:pt>
              <c:pt idx="12">
                <c:v>1.283387195849231</c:v>
              </c:pt>
              <c:pt idx="13">
                <c:v>1.283387195849231</c:v>
              </c:pt>
              <c:pt idx="14">
                <c:v>1.283387195849231</c:v>
              </c:pt>
              <c:pt idx="15">
                <c:v>1.283387195849231</c:v>
              </c:pt>
              <c:pt idx="16">
                <c:v>1.283387195849231</c:v>
              </c:pt>
              <c:pt idx="17">
                <c:v>1.283387195849231</c:v>
              </c:pt>
              <c:pt idx="18">
                <c:v>1.283387195849231</c:v>
              </c:pt>
              <c:pt idx="19">
                <c:v>1.283387195849231</c:v>
              </c:pt>
              <c:pt idx="20">
                <c:v>1.283387195849231</c:v>
              </c:pt>
              <c:pt idx="21">
                <c:v>1.283387195849231</c:v>
              </c:pt>
              <c:pt idx="22">
                <c:v>1.283387195849231</c:v>
              </c:pt>
              <c:pt idx="23">
                <c:v>1.283387195849231</c:v>
              </c:pt>
              <c:pt idx="24">
                <c:v>1.283387195849231</c:v>
              </c:pt>
              <c:pt idx="25">
                <c:v>1.283387195849231</c:v>
              </c:pt>
              <c:pt idx="26">
                <c:v>1.283387195849231</c:v>
              </c:pt>
              <c:pt idx="27">
                <c:v>1.283387195849231</c:v>
              </c:pt>
              <c:pt idx="28">
                <c:v>1.283387195849231</c:v>
              </c:pt>
              <c:pt idx="29">
                <c:v>1.283387195849231</c:v>
              </c:pt>
              <c:pt idx="30">
                <c:v>1.283387195849231</c:v>
              </c:pt>
              <c:pt idx="31">
                <c:v>1.283387195849231</c:v>
              </c:pt>
              <c:pt idx="32">
                <c:v>1.283387195849231</c:v>
              </c:pt>
              <c:pt idx="33">
                <c:v>1.283387195849231</c:v>
              </c:pt>
              <c:pt idx="34">
                <c:v>1.283387195849231</c:v>
              </c:pt>
              <c:pt idx="35">
                <c:v>1.283387195849231</c:v>
              </c:pt>
              <c:pt idx="36">
                <c:v>1.283387195849231</c:v>
              </c:pt>
              <c:pt idx="37">
                <c:v>1.283387195849231</c:v>
              </c:pt>
              <c:pt idx="38">
                <c:v>1.283387195849231</c:v>
              </c:pt>
              <c:pt idx="39">
                <c:v>1.283387195849231</c:v>
              </c:pt>
              <c:pt idx="40">
                <c:v>1.283387195849231</c:v>
              </c:pt>
              <c:pt idx="41">
                <c:v>1.283387195849231</c:v>
              </c:pt>
              <c:pt idx="42">
                <c:v>1.283387195849231</c:v>
              </c:pt>
              <c:pt idx="43">
                <c:v>1.283387195849231</c:v>
              </c:pt>
              <c:pt idx="44">
                <c:v>1.283387195849231</c:v>
              </c:pt>
              <c:pt idx="45">
                <c:v>1.283387195849231</c:v>
              </c:pt>
              <c:pt idx="46">
                <c:v>1.283387195849231</c:v>
              </c:pt>
              <c:pt idx="47">
                <c:v>1.283387195849231</c:v>
              </c:pt>
              <c:pt idx="48">
                <c:v>1.283387195849231</c:v>
              </c:pt>
              <c:pt idx="49">
                <c:v>1.283387195849231</c:v>
              </c:pt>
              <c:pt idx="50">
                <c:v>1.283387195849231</c:v>
              </c:pt>
              <c:pt idx="51">
                <c:v>1.283387195849231</c:v>
              </c:pt>
              <c:pt idx="52">
                <c:v>1.283387195849231</c:v>
              </c:pt>
              <c:pt idx="53">
                <c:v>1.283387195849231</c:v>
              </c:pt>
              <c:pt idx="54">
                <c:v>1.283387195849231</c:v>
              </c:pt>
              <c:pt idx="55">
                <c:v>1.283387195849231</c:v>
              </c:pt>
              <c:pt idx="56">
                <c:v>1.283387195849231</c:v>
              </c:pt>
              <c:pt idx="57">
                <c:v>1.283387195849231</c:v>
              </c:pt>
              <c:pt idx="58">
                <c:v>1.283387195849231</c:v>
              </c:pt>
              <c:pt idx="59">
                <c:v>1.283387195849231</c:v>
              </c:pt>
              <c:pt idx="60">
                <c:v>1.283387195849231</c:v>
              </c:pt>
              <c:pt idx="61">
                <c:v>1.283387195849231</c:v>
              </c:pt>
              <c:pt idx="62">
                <c:v>1.283387195849231</c:v>
              </c:pt>
              <c:pt idx="63">
                <c:v>1.283387195849231</c:v>
              </c:pt>
              <c:pt idx="64">
                <c:v>1.283387195849231</c:v>
              </c:pt>
              <c:pt idx="65">
                <c:v>1.283387195849231</c:v>
              </c:pt>
              <c:pt idx="66">
                <c:v>1.283387195849231</c:v>
              </c:pt>
              <c:pt idx="67">
                <c:v>1.283387195849231</c:v>
              </c:pt>
              <c:pt idx="68">
                <c:v>1.283387195849231</c:v>
              </c:pt>
              <c:pt idx="69">
                <c:v>1.283387195849231</c:v>
              </c:pt>
              <c:pt idx="70">
                <c:v>1.283387195849231</c:v>
              </c:pt>
              <c:pt idx="71">
                <c:v>1.283387195849231</c:v>
              </c:pt>
              <c:pt idx="72">
                <c:v>1.283387195849231</c:v>
              </c:pt>
              <c:pt idx="73">
                <c:v>1.283387195849231</c:v>
              </c:pt>
              <c:pt idx="74">
                <c:v>1.283387195849231</c:v>
              </c:pt>
              <c:pt idx="75">
                <c:v>1.283387195849231</c:v>
              </c:pt>
              <c:pt idx="76">
                <c:v>1.283387195849231</c:v>
              </c:pt>
              <c:pt idx="77">
                <c:v>1.283387195849231</c:v>
              </c:pt>
              <c:pt idx="78">
                <c:v>1.283387195849231</c:v>
              </c:pt>
              <c:pt idx="79">
                <c:v>1.283387195849231</c:v>
              </c:pt>
              <c:pt idx="80">
                <c:v>1.283387195849231</c:v>
              </c:pt>
              <c:pt idx="81">
                <c:v>1.283387195849231</c:v>
              </c:pt>
              <c:pt idx="82">
                <c:v>1.283387195849231</c:v>
              </c:pt>
              <c:pt idx="83">
                <c:v>1.283387195849231</c:v>
              </c:pt>
              <c:pt idx="84">
                <c:v>1.283387195849231</c:v>
              </c:pt>
              <c:pt idx="85">
                <c:v>1.283387195849231</c:v>
              </c:pt>
              <c:pt idx="86">
                <c:v>1.283387195849231</c:v>
              </c:pt>
              <c:pt idx="87">
                <c:v>1.283387195849231</c:v>
              </c:pt>
              <c:pt idx="88">
                <c:v>1.283387195849231</c:v>
              </c:pt>
              <c:pt idx="89">
                <c:v>1.283387195849231</c:v>
              </c:pt>
              <c:pt idx="90">
                <c:v>1.283387195849231</c:v>
              </c:pt>
              <c:pt idx="91">
                <c:v>1.283387195849231</c:v>
              </c:pt>
              <c:pt idx="92">
                <c:v>1.283387195849231</c:v>
              </c:pt>
              <c:pt idx="93">
                <c:v>1.283387195849231</c:v>
              </c:pt>
              <c:pt idx="94">
                <c:v>1.283387195849231</c:v>
              </c:pt>
              <c:pt idx="95">
                <c:v>1.283387195849231</c:v>
              </c:pt>
              <c:pt idx="96">
                <c:v>1.283387195849231</c:v>
              </c:pt>
              <c:pt idx="97">
                <c:v>1.283387195849231</c:v>
              </c:pt>
              <c:pt idx="98">
                <c:v>1.283387195849231</c:v>
              </c:pt>
              <c:pt idx="99">
                <c:v>1.283387195849231</c:v>
              </c:pt>
              <c:pt idx="100">
                <c:v>1.283387195849231</c:v>
              </c:pt>
              <c:pt idx="101">
                <c:v>1.283387195849231</c:v>
              </c:pt>
              <c:pt idx="102">
                <c:v>1.283387195849231</c:v>
              </c:pt>
              <c:pt idx="103">
                <c:v>1.283387195849231</c:v>
              </c:pt>
              <c:pt idx="104">
                <c:v>1.283387195849231</c:v>
              </c:pt>
              <c:pt idx="105">
                <c:v>1.283387195849231</c:v>
              </c:pt>
              <c:pt idx="106">
                <c:v>1.283387195849231</c:v>
              </c:pt>
              <c:pt idx="107">
                <c:v>1.283387195849231</c:v>
              </c:pt>
              <c:pt idx="108">
                <c:v>1.283387195849231</c:v>
              </c:pt>
              <c:pt idx="109">
                <c:v>1.283387195849231</c:v>
              </c:pt>
              <c:pt idx="110">
                <c:v>1.283387195849231</c:v>
              </c:pt>
              <c:pt idx="111">
                <c:v>1.283387195849231</c:v>
              </c:pt>
              <c:pt idx="112">
                <c:v>1.283387195849231</c:v>
              </c:pt>
              <c:pt idx="113">
                <c:v>1.283387195849231</c:v>
              </c:pt>
              <c:pt idx="114">
                <c:v>1.283387195849231</c:v>
              </c:pt>
              <c:pt idx="115">
                <c:v>1.283387195849231</c:v>
              </c:pt>
              <c:pt idx="116">
                <c:v>1.283387195849231</c:v>
              </c:pt>
              <c:pt idx="117">
                <c:v>1.283387195849231</c:v>
              </c:pt>
              <c:pt idx="118">
                <c:v>1.283387195849231</c:v>
              </c:pt>
              <c:pt idx="119">
                <c:v>1.283387195849231</c:v>
              </c:pt>
              <c:pt idx="120">
                <c:v>1.283387195849231</c:v>
              </c:pt>
              <c:pt idx="121">
                <c:v>1.283387195849231</c:v>
              </c:pt>
              <c:pt idx="122">
                <c:v>1.283387195849231</c:v>
              </c:pt>
              <c:pt idx="123">
                <c:v>1.283387195849231</c:v>
              </c:pt>
              <c:pt idx="124">
                <c:v>1.283387195849231</c:v>
              </c:pt>
              <c:pt idx="125">
                <c:v>1.283387195849231</c:v>
              </c:pt>
              <c:pt idx="126">
                <c:v>1.283387195849231</c:v>
              </c:pt>
              <c:pt idx="127">
                <c:v>1.283387195849231</c:v>
              </c:pt>
              <c:pt idx="128">
                <c:v>1.283387195849231</c:v>
              </c:pt>
              <c:pt idx="129">
                <c:v>1.283387195849231</c:v>
              </c:pt>
              <c:pt idx="130">
                <c:v>1.283387195849231</c:v>
              </c:pt>
              <c:pt idx="131">
                <c:v>1.283387195849231</c:v>
              </c:pt>
              <c:pt idx="132">
                <c:v>1.283387195849231</c:v>
              </c:pt>
              <c:pt idx="133">
                <c:v>1.283387195849231</c:v>
              </c:pt>
              <c:pt idx="134">
                <c:v>1.283387195849231</c:v>
              </c:pt>
              <c:pt idx="135">
                <c:v>1.283387195849231</c:v>
              </c:pt>
              <c:pt idx="136">
                <c:v>1.283387195849231</c:v>
              </c:pt>
              <c:pt idx="137">
                <c:v>1.283387195849231</c:v>
              </c:pt>
              <c:pt idx="138">
                <c:v>1.283387195849231</c:v>
              </c:pt>
              <c:pt idx="139">
                <c:v>1.283387195849231</c:v>
              </c:pt>
              <c:pt idx="140">
                <c:v>1.283387195849231</c:v>
              </c:pt>
              <c:pt idx="141">
                <c:v>1.283387195849231</c:v>
              </c:pt>
              <c:pt idx="142">
                <c:v>1.283387195849231</c:v>
              </c:pt>
              <c:pt idx="143">
                <c:v>1.283387195849231</c:v>
              </c:pt>
              <c:pt idx="144">
                <c:v>1.283387195849231</c:v>
              </c:pt>
              <c:pt idx="145">
                <c:v>1.283387195849231</c:v>
              </c:pt>
              <c:pt idx="146">
                <c:v>1.283387195849231</c:v>
              </c:pt>
              <c:pt idx="147">
                <c:v>1.283387195849231</c:v>
              </c:pt>
              <c:pt idx="148">
                <c:v>1.283387195849231</c:v>
              </c:pt>
              <c:pt idx="149">
                <c:v>1.283387195849231</c:v>
              </c:pt>
              <c:pt idx="150">
                <c:v>1.283387195849231</c:v>
              </c:pt>
              <c:pt idx="151">
                <c:v>1.283387195849231</c:v>
              </c:pt>
              <c:pt idx="152">
                <c:v>1.283387195849231</c:v>
              </c:pt>
              <c:pt idx="153">
                <c:v>1.283387195849231</c:v>
              </c:pt>
              <c:pt idx="154">
                <c:v>1.283387195849231</c:v>
              </c:pt>
              <c:pt idx="155">
                <c:v>1.283387195849231</c:v>
              </c:pt>
              <c:pt idx="156">
                <c:v>1.283387195849231</c:v>
              </c:pt>
              <c:pt idx="157">
                <c:v>1.283387195849231</c:v>
              </c:pt>
              <c:pt idx="158">
                <c:v>1.283387195849231</c:v>
              </c:pt>
              <c:pt idx="159">
                <c:v>1.283387195849231</c:v>
              </c:pt>
              <c:pt idx="160">
                <c:v>1.283387195849231</c:v>
              </c:pt>
              <c:pt idx="161">
                <c:v>1.283387195849231</c:v>
              </c:pt>
              <c:pt idx="162">
                <c:v>1.283387195849231</c:v>
              </c:pt>
              <c:pt idx="163">
                <c:v>1.283387195849231</c:v>
              </c:pt>
              <c:pt idx="164">
                <c:v>1.283387195849231</c:v>
              </c:pt>
              <c:pt idx="165">
                <c:v>1.283387195849231</c:v>
              </c:pt>
              <c:pt idx="166">
                <c:v>1.283387195849231</c:v>
              </c:pt>
              <c:pt idx="167">
                <c:v>1.283387195849231</c:v>
              </c:pt>
              <c:pt idx="168">
                <c:v>1.283387195849231</c:v>
              </c:pt>
              <c:pt idx="169">
                <c:v>1.283387195849231</c:v>
              </c:pt>
              <c:pt idx="170">
                <c:v>1.283387195849231</c:v>
              </c:pt>
              <c:pt idx="171">
                <c:v>1.283387195849231</c:v>
              </c:pt>
              <c:pt idx="172">
                <c:v>1.283387195849231</c:v>
              </c:pt>
              <c:pt idx="173">
                <c:v>1.283387195849231</c:v>
              </c:pt>
              <c:pt idx="174">
                <c:v>1.283387195849231</c:v>
              </c:pt>
              <c:pt idx="175">
                <c:v>1.283387195849231</c:v>
              </c:pt>
              <c:pt idx="176">
                <c:v>1.283387195849231</c:v>
              </c:pt>
              <c:pt idx="177">
                <c:v>1.283387195849231</c:v>
              </c:pt>
              <c:pt idx="178">
                <c:v>1.283387195849231</c:v>
              </c:pt>
              <c:pt idx="179">
                <c:v>1.283387195849231</c:v>
              </c:pt>
              <c:pt idx="180">
                <c:v>1.283387195849231</c:v>
              </c:pt>
              <c:pt idx="181">
                <c:v>1.283387195849231</c:v>
              </c:pt>
              <c:pt idx="182">
                <c:v>1.283387195849231</c:v>
              </c:pt>
              <c:pt idx="183">
                <c:v>1.283387195849231</c:v>
              </c:pt>
              <c:pt idx="184">
                <c:v>1.283387195849231</c:v>
              </c:pt>
              <c:pt idx="185">
                <c:v>1.283387195849231</c:v>
              </c:pt>
              <c:pt idx="186">
                <c:v>1.283387195849231</c:v>
              </c:pt>
              <c:pt idx="187">
                <c:v>1.283387195849231</c:v>
              </c:pt>
              <c:pt idx="188">
                <c:v>1.283387195849231</c:v>
              </c:pt>
              <c:pt idx="189">
                <c:v>1.283387195849231</c:v>
              </c:pt>
              <c:pt idx="190">
                <c:v>1.283387195849231</c:v>
              </c:pt>
              <c:pt idx="191">
                <c:v>1.283387195849231</c:v>
              </c:pt>
              <c:pt idx="192">
                <c:v>1.283387195849231</c:v>
              </c:pt>
              <c:pt idx="193">
                <c:v>1.283387195849231</c:v>
              </c:pt>
              <c:pt idx="194">
                <c:v>1.283387195849231</c:v>
              </c:pt>
              <c:pt idx="195">
                <c:v>1.283387195849231</c:v>
              </c:pt>
              <c:pt idx="196">
                <c:v>1.283387195849231</c:v>
              </c:pt>
              <c:pt idx="197">
                <c:v>1.283387195849231</c:v>
              </c:pt>
              <c:pt idx="198">
                <c:v>1.283387195849231</c:v>
              </c:pt>
              <c:pt idx="199">
                <c:v>1.283387195849231</c:v>
              </c:pt>
              <c:pt idx="200">
                <c:v>1.283387195849231</c:v>
              </c:pt>
              <c:pt idx="201">
                <c:v>1.283387195849231</c:v>
              </c:pt>
              <c:pt idx="202">
                <c:v>1.283387195849231</c:v>
              </c:pt>
              <c:pt idx="203">
                <c:v>1.283387195849231</c:v>
              </c:pt>
              <c:pt idx="204">
                <c:v>1.283387195849231</c:v>
              </c:pt>
              <c:pt idx="205">
                <c:v>1.283387195849231</c:v>
              </c:pt>
              <c:pt idx="206">
                <c:v>1.283387195849231</c:v>
              </c:pt>
              <c:pt idx="207">
                <c:v>1.283387195849231</c:v>
              </c:pt>
              <c:pt idx="208">
                <c:v>1.283387195849231</c:v>
              </c:pt>
              <c:pt idx="209">
                <c:v>1.283387195849231</c:v>
              </c:pt>
              <c:pt idx="210">
                <c:v>1.283387195849231</c:v>
              </c:pt>
              <c:pt idx="211">
                <c:v>1.283387195849231</c:v>
              </c:pt>
              <c:pt idx="212">
                <c:v>1.283387195849231</c:v>
              </c:pt>
              <c:pt idx="213">
                <c:v>1.283387195849231</c:v>
              </c:pt>
              <c:pt idx="214">
                <c:v>1.283387195849231</c:v>
              </c:pt>
              <c:pt idx="215">
                <c:v>1.283387195849231</c:v>
              </c:pt>
              <c:pt idx="216">
                <c:v>1.283387195849231</c:v>
              </c:pt>
              <c:pt idx="217">
                <c:v>1.283387195849231</c:v>
              </c:pt>
              <c:pt idx="218">
                <c:v>1.283387195849231</c:v>
              </c:pt>
              <c:pt idx="219">
                <c:v>1.283387195849231</c:v>
              </c:pt>
              <c:pt idx="220">
                <c:v>1.283387195849231</c:v>
              </c:pt>
              <c:pt idx="221">
                <c:v>1.283387195849231</c:v>
              </c:pt>
              <c:pt idx="222">
                <c:v>1.283387195849231</c:v>
              </c:pt>
              <c:pt idx="223">
                <c:v>1.283387195849231</c:v>
              </c:pt>
              <c:pt idx="224">
                <c:v>1.283387195849231</c:v>
              </c:pt>
              <c:pt idx="225">
                <c:v>1.283387195849231</c:v>
              </c:pt>
              <c:pt idx="226">
                <c:v>1.283387195849231</c:v>
              </c:pt>
              <c:pt idx="227">
                <c:v>1.283387195849231</c:v>
              </c:pt>
              <c:pt idx="228">
                <c:v>1.283387195849231</c:v>
              </c:pt>
              <c:pt idx="229">
                <c:v>1.283387195849231</c:v>
              </c:pt>
              <c:pt idx="230">
                <c:v>1.283387195849231</c:v>
              </c:pt>
              <c:pt idx="231">
                <c:v>1.283387195849231</c:v>
              </c:pt>
              <c:pt idx="232">
                <c:v>1.283387195849231</c:v>
              </c:pt>
              <c:pt idx="233">
                <c:v>1.283387195849231</c:v>
              </c:pt>
              <c:pt idx="234">
                <c:v>1.283387195849231</c:v>
              </c:pt>
              <c:pt idx="235">
                <c:v>1.283387195849231</c:v>
              </c:pt>
              <c:pt idx="236">
                <c:v>1.283387195849231</c:v>
              </c:pt>
              <c:pt idx="237">
                <c:v>1.283387195849231</c:v>
              </c:pt>
              <c:pt idx="238">
                <c:v>1.283387195849231</c:v>
              </c:pt>
              <c:pt idx="239">
                <c:v>1.283387195849231</c:v>
              </c:pt>
              <c:pt idx="240">
                <c:v>1.283387195849231</c:v>
              </c:pt>
              <c:pt idx="241">
                <c:v>1.283387195849231</c:v>
              </c:pt>
              <c:pt idx="242">
                <c:v>1.283387195849231</c:v>
              </c:pt>
              <c:pt idx="243">
                <c:v>1.283387195849231</c:v>
              </c:pt>
              <c:pt idx="244">
                <c:v>1.283387195849231</c:v>
              </c:pt>
              <c:pt idx="245">
                <c:v>1.283387195849231</c:v>
              </c:pt>
              <c:pt idx="246">
                <c:v>1.283387195849231</c:v>
              </c:pt>
              <c:pt idx="247">
                <c:v>1.283387195849231</c:v>
              </c:pt>
              <c:pt idx="248">
                <c:v>1.283387195849231</c:v>
              </c:pt>
              <c:pt idx="249">
                <c:v>1.283387195849231</c:v>
              </c:pt>
              <c:pt idx="250">
                <c:v>1.283387195849231</c:v>
              </c:pt>
              <c:pt idx="251">
                <c:v>1.283387195849231</c:v>
              </c:pt>
              <c:pt idx="252">
                <c:v>1.283387195849231</c:v>
              </c:pt>
              <c:pt idx="253">
                <c:v>1.283387195849231</c:v>
              </c:pt>
              <c:pt idx="254">
                <c:v>1.283387195849231</c:v>
              </c:pt>
              <c:pt idx="255">
                <c:v>1.283387195849231</c:v>
              </c:pt>
              <c:pt idx="256">
                <c:v>1.283387195849231</c:v>
              </c:pt>
              <c:pt idx="257">
                <c:v>1.283387195849231</c:v>
              </c:pt>
              <c:pt idx="258">
                <c:v>1.283387195849231</c:v>
              </c:pt>
              <c:pt idx="259">
                <c:v>1.283387195849231</c:v>
              </c:pt>
              <c:pt idx="260">
                <c:v>1.283387195849231</c:v>
              </c:pt>
              <c:pt idx="261">
                <c:v>1.283387195849231</c:v>
              </c:pt>
              <c:pt idx="262">
                <c:v>1.283387195849231</c:v>
              </c:pt>
              <c:pt idx="263">
                <c:v>1.283387195849231</c:v>
              </c:pt>
              <c:pt idx="264">
                <c:v>1.283387195849231</c:v>
              </c:pt>
              <c:pt idx="265">
                <c:v>1.283387195849231</c:v>
              </c:pt>
              <c:pt idx="266">
                <c:v>1.283387195849231</c:v>
              </c:pt>
              <c:pt idx="267">
                <c:v>1.283387195849231</c:v>
              </c:pt>
              <c:pt idx="268">
                <c:v>1.283387195849231</c:v>
              </c:pt>
              <c:pt idx="269">
                <c:v>1.283387195849231</c:v>
              </c:pt>
              <c:pt idx="270">
                <c:v>1.283387195849231</c:v>
              </c:pt>
              <c:pt idx="271">
                <c:v>1.283387195849231</c:v>
              </c:pt>
              <c:pt idx="272">
                <c:v>1.283387195849231</c:v>
              </c:pt>
              <c:pt idx="273">
                <c:v>1.283387195849231</c:v>
              </c:pt>
              <c:pt idx="274">
                <c:v>1.283387195849231</c:v>
              </c:pt>
              <c:pt idx="275">
                <c:v>1.283387195849231</c:v>
              </c:pt>
              <c:pt idx="276">
                <c:v>1.283387195849231</c:v>
              </c:pt>
              <c:pt idx="277">
                <c:v>1.283387195849231</c:v>
              </c:pt>
              <c:pt idx="278">
                <c:v>1.283387195849231</c:v>
              </c:pt>
              <c:pt idx="279">
                <c:v>1.283387195849231</c:v>
              </c:pt>
              <c:pt idx="280">
                <c:v>1.283387195849231</c:v>
              </c:pt>
              <c:pt idx="281">
                <c:v>1.283387195849231</c:v>
              </c:pt>
              <c:pt idx="282">
                <c:v>1.283387195849231</c:v>
              </c:pt>
              <c:pt idx="283">
                <c:v>1.283387195849231</c:v>
              </c:pt>
              <c:pt idx="284">
                <c:v>1.283387195849231</c:v>
              </c:pt>
              <c:pt idx="285">
                <c:v>1.283387195849231</c:v>
              </c:pt>
              <c:pt idx="286">
                <c:v>1.283387195849231</c:v>
              </c:pt>
              <c:pt idx="287">
                <c:v>1.283387195849231</c:v>
              </c:pt>
              <c:pt idx="288">
                <c:v>1.283387195849231</c:v>
              </c:pt>
              <c:pt idx="289">
                <c:v>1.283387195849231</c:v>
              </c:pt>
              <c:pt idx="290">
                <c:v>1.283387195849231</c:v>
              </c:pt>
              <c:pt idx="291">
                <c:v>1.283387195849231</c:v>
              </c:pt>
              <c:pt idx="292">
                <c:v>1.283387195849231</c:v>
              </c:pt>
              <c:pt idx="293">
                <c:v>1.283387195849231</c:v>
              </c:pt>
              <c:pt idx="294">
                <c:v>1.283387195849231</c:v>
              </c:pt>
              <c:pt idx="295">
                <c:v>1.283387195849231</c:v>
              </c:pt>
              <c:pt idx="296">
                <c:v>1.283387195849231</c:v>
              </c:pt>
              <c:pt idx="297">
                <c:v>1.283387195849231</c:v>
              </c:pt>
              <c:pt idx="298">
                <c:v>1.283387195849231</c:v>
              </c:pt>
              <c:pt idx="299">
                <c:v>1.283387195849231</c:v>
              </c:pt>
              <c:pt idx="300">
                <c:v>1.283387195849231</c:v>
              </c:pt>
              <c:pt idx="301">
                <c:v>1.283387195849231</c:v>
              </c:pt>
              <c:pt idx="302">
                <c:v>1.283387195849231</c:v>
              </c:pt>
              <c:pt idx="303">
                <c:v>1.283387195849231</c:v>
              </c:pt>
              <c:pt idx="304">
                <c:v>1.283387195849231</c:v>
              </c:pt>
              <c:pt idx="305">
                <c:v>1.283387195849231</c:v>
              </c:pt>
              <c:pt idx="306">
                <c:v>1.283387195849231</c:v>
              </c:pt>
              <c:pt idx="307">
                <c:v>1.283387195849231</c:v>
              </c:pt>
              <c:pt idx="308">
                <c:v>1.283387195849231</c:v>
              </c:pt>
              <c:pt idx="309">
                <c:v>1.283387195849231</c:v>
              </c:pt>
              <c:pt idx="310">
                <c:v>1.283387195849231</c:v>
              </c:pt>
              <c:pt idx="311">
                <c:v>1.283387195849231</c:v>
              </c:pt>
              <c:pt idx="312">
                <c:v>1.283387195849231</c:v>
              </c:pt>
              <c:pt idx="313">
                <c:v>1.283387195849231</c:v>
              </c:pt>
              <c:pt idx="314">
                <c:v>1.283387195849231</c:v>
              </c:pt>
              <c:pt idx="315">
                <c:v>1.283387195849231</c:v>
              </c:pt>
              <c:pt idx="316">
                <c:v>1.283387195849231</c:v>
              </c:pt>
              <c:pt idx="317">
                <c:v>1.283387195849231</c:v>
              </c:pt>
              <c:pt idx="318">
                <c:v>1.283387195849231</c:v>
              </c:pt>
              <c:pt idx="319">
                <c:v>1.283387195849231</c:v>
              </c:pt>
              <c:pt idx="320">
                <c:v>1.283387195849231</c:v>
              </c:pt>
              <c:pt idx="321">
                <c:v>1.283387195849231</c:v>
              </c:pt>
              <c:pt idx="322">
                <c:v>1.283387195849231</c:v>
              </c:pt>
              <c:pt idx="323">
                <c:v>1.283387195849231</c:v>
              </c:pt>
              <c:pt idx="324">
                <c:v>1.283387195849231</c:v>
              </c:pt>
              <c:pt idx="325">
                <c:v>1.283387195849231</c:v>
              </c:pt>
              <c:pt idx="326">
                <c:v>1.283387195849231</c:v>
              </c:pt>
              <c:pt idx="327">
                <c:v>1.283387195849231</c:v>
              </c:pt>
              <c:pt idx="328">
                <c:v>1.283387195849231</c:v>
              </c:pt>
              <c:pt idx="329">
                <c:v>1.283387195849231</c:v>
              </c:pt>
              <c:pt idx="330">
                <c:v>1.283387195849231</c:v>
              </c:pt>
              <c:pt idx="331">
                <c:v>1.283387195849231</c:v>
              </c:pt>
              <c:pt idx="332">
                <c:v>1.283387195849231</c:v>
              </c:pt>
              <c:pt idx="333">
                <c:v>1.283387195849231</c:v>
              </c:pt>
              <c:pt idx="334">
                <c:v>1.283387195849231</c:v>
              </c:pt>
              <c:pt idx="335">
                <c:v>1.283387195849231</c:v>
              </c:pt>
              <c:pt idx="336">
                <c:v>1.283387195849231</c:v>
              </c:pt>
              <c:pt idx="337">
                <c:v>1.283387195849231</c:v>
              </c:pt>
              <c:pt idx="338">
                <c:v>1.283387195849231</c:v>
              </c:pt>
              <c:pt idx="339">
                <c:v>1.283387195849231</c:v>
              </c:pt>
              <c:pt idx="340">
                <c:v>1.283387195849231</c:v>
              </c:pt>
              <c:pt idx="341">
                <c:v>1.283387195849231</c:v>
              </c:pt>
              <c:pt idx="342">
                <c:v>1.283387195849231</c:v>
              </c:pt>
              <c:pt idx="343">
                <c:v>1.283387195849231</c:v>
              </c:pt>
              <c:pt idx="344">
                <c:v>1.283387195849231</c:v>
              </c:pt>
              <c:pt idx="345">
                <c:v>1.283387195849231</c:v>
              </c:pt>
              <c:pt idx="346">
                <c:v>1.283387195849231</c:v>
              </c:pt>
              <c:pt idx="347">
                <c:v>1.283387195849231</c:v>
              </c:pt>
              <c:pt idx="348">
                <c:v>1.283387195849231</c:v>
              </c:pt>
              <c:pt idx="349">
                <c:v>1.283387195849231</c:v>
              </c:pt>
              <c:pt idx="350">
                <c:v>1.283387195849231</c:v>
              </c:pt>
              <c:pt idx="351">
                <c:v>1.283387195849231</c:v>
              </c:pt>
              <c:pt idx="352">
                <c:v>1.283387195849231</c:v>
              </c:pt>
              <c:pt idx="353">
                <c:v>1.283387195849231</c:v>
              </c:pt>
              <c:pt idx="354">
                <c:v>1.283387195849231</c:v>
              </c:pt>
              <c:pt idx="355">
                <c:v>1.283387195849231</c:v>
              </c:pt>
              <c:pt idx="356">
                <c:v>1.283387195849231</c:v>
              </c:pt>
              <c:pt idx="357">
                <c:v>1.283387195849231</c:v>
              </c:pt>
              <c:pt idx="358">
                <c:v>1.283387195849231</c:v>
              </c:pt>
              <c:pt idx="359">
                <c:v>1.283387195849231</c:v>
              </c:pt>
              <c:pt idx="360">
                <c:v>1.283387195849231</c:v>
              </c:pt>
              <c:pt idx="361">
                <c:v>1.283387195849231</c:v>
              </c:pt>
              <c:pt idx="362">
                <c:v>1.283387195849231</c:v>
              </c:pt>
              <c:pt idx="363">
                <c:v>1.283387195849231</c:v>
              </c:pt>
              <c:pt idx="364">
                <c:v>1.283387195849231</c:v>
              </c:pt>
              <c:pt idx="365">
                <c:v>1.283387195849231</c:v>
              </c:pt>
              <c:pt idx="366">
                <c:v>1.283387195849231</c:v>
              </c:pt>
              <c:pt idx="367">
                <c:v>1.283387195849231</c:v>
              </c:pt>
              <c:pt idx="368">
                <c:v>1.283387195849231</c:v>
              </c:pt>
              <c:pt idx="369">
                <c:v>1.283387195849231</c:v>
              </c:pt>
              <c:pt idx="370">
                <c:v>1.283387195849231</c:v>
              </c:pt>
              <c:pt idx="371">
                <c:v>1.283387195849231</c:v>
              </c:pt>
              <c:pt idx="372">
                <c:v>1.283387195849231</c:v>
              </c:pt>
              <c:pt idx="373">
                <c:v>1.283387195849231</c:v>
              </c:pt>
              <c:pt idx="374">
                <c:v>1.283387195849231</c:v>
              </c:pt>
              <c:pt idx="375">
                <c:v>1.283387195849231</c:v>
              </c:pt>
              <c:pt idx="376">
                <c:v>1.283387195849231</c:v>
              </c:pt>
              <c:pt idx="377">
                <c:v>1.283387195849231</c:v>
              </c:pt>
              <c:pt idx="378">
                <c:v>1.283387195849231</c:v>
              </c:pt>
              <c:pt idx="379">
                <c:v>1.283387195849231</c:v>
              </c:pt>
              <c:pt idx="380">
                <c:v>1.283387195849231</c:v>
              </c:pt>
              <c:pt idx="381">
                <c:v>1.283387195849231</c:v>
              </c:pt>
              <c:pt idx="382">
                <c:v>1.283387195849231</c:v>
              </c:pt>
              <c:pt idx="383">
                <c:v>1.283387195849231</c:v>
              </c:pt>
              <c:pt idx="384">
                <c:v>1.283387195849231</c:v>
              </c:pt>
              <c:pt idx="385">
                <c:v>1.283387195849231</c:v>
              </c:pt>
              <c:pt idx="386">
                <c:v>1.283387195849231</c:v>
              </c:pt>
              <c:pt idx="387">
                <c:v>1.283387195849231</c:v>
              </c:pt>
              <c:pt idx="388">
                <c:v>1.283387195849231</c:v>
              </c:pt>
              <c:pt idx="389">
                <c:v>1.283387195849231</c:v>
              </c:pt>
              <c:pt idx="390">
                <c:v>1.283387195849231</c:v>
              </c:pt>
              <c:pt idx="391">
                <c:v>1.283387195849231</c:v>
              </c:pt>
              <c:pt idx="392">
                <c:v>1.283387195849231</c:v>
              </c:pt>
              <c:pt idx="393">
                <c:v>1.283387195849231</c:v>
              </c:pt>
              <c:pt idx="394">
                <c:v>1.283387195849231</c:v>
              </c:pt>
              <c:pt idx="395">
                <c:v>1.283387195849231</c:v>
              </c:pt>
              <c:pt idx="396">
                <c:v>1.283387195849231</c:v>
              </c:pt>
              <c:pt idx="397">
                <c:v>1.283387195849231</c:v>
              </c:pt>
              <c:pt idx="398">
                <c:v>1.283387195849231</c:v>
              </c:pt>
              <c:pt idx="399">
                <c:v>1.283387195849231</c:v>
              </c:pt>
              <c:pt idx="400">
                <c:v>1.283387195849231</c:v>
              </c:pt>
              <c:pt idx="401">
                <c:v>1.283387195849231</c:v>
              </c:pt>
              <c:pt idx="402">
                <c:v>1.283387195849231</c:v>
              </c:pt>
              <c:pt idx="403">
                <c:v>1.283387195849231</c:v>
              </c:pt>
              <c:pt idx="404">
                <c:v>1.283387195849231</c:v>
              </c:pt>
              <c:pt idx="405">
                <c:v>1.283387195849231</c:v>
              </c:pt>
              <c:pt idx="406">
                <c:v>1.283387195849231</c:v>
              </c:pt>
              <c:pt idx="407">
                <c:v>1.283387195849231</c:v>
              </c:pt>
              <c:pt idx="408">
                <c:v>1.283387195849231</c:v>
              </c:pt>
              <c:pt idx="409">
                <c:v>1.283387195849231</c:v>
              </c:pt>
              <c:pt idx="410">
                <c:v>1.283387195849231</c:v>
              </c:pt>
              <c:pt idx="411">
                <c:v>1.283387195849231</c:v>
              </c:pt>
            </c:numLit>
          </c:yVal>
          <c:smooth val="0"/>
        </c:ser>
        <c:ser>
          <c:idx val="7"/>
          <c:order val="7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1.051613481748875</c:v>
              </c:pt>
              <c:pt idx="1">
                <c:v>1.051613481748875</c:v>
              </c:pt>
              <c:pt idx="2">
                <c:v>1.051613481748875</c:v>
              </c:pt>
              <c:pt idx="3">
                <c:v>1.051613481748875</c:v>
              </c:pt>
              <c:pt idx="4">
                <c:v>1.051613481748875</c:v>
              </c:pt>
              <c:pt idx="5">
                <c:v>1.051613481748875</c:v>
              </c:pt>
              <c:pt idx="6">
                <c:v>1.051613481748875</c:v>
              </c:pt>
              <c:pt idx="7">
                <c:v>1.051613481748875</c:v>
              </c:pt>
              <c:pt idx="8">
                <c:v>1.051613481748875</c:v>
              </c:pt>
              <c:pt idx="9">
                <c:v>1.051613481748875</c:v>
              </c:pt>
              <c:pt idx="10">
                <c:v>1.051613481748875</c:v>
              </c:pt>
              <c:pt idx="11">
                <c:v>1.051613481748875</c:v>
              </c:pt>
              <c:pt idx="12">
                <c:v>1.051613481748875</c:v>
              </c:pt>
              <c:pt idx="13">
                <c:v>1.051613481748875</c:v>
              </c:pt>
              <c:pt idx="14">
                <c:v>1.051613481748875</c:v>
              </c:pt>
              <c:pt idx="15">
                <c:v>1.051613481748875</c:v>
              </c:pt>
              <c:pt idx="16">
                <c:v>1.051613481748875</c:v>
              </c:pt>
              <c:pt idx="17">
                <c:v>1.051613481748875</c:v>
              </c:pt>
              <c:pt idx="18">
                <c:v>1.051613481748875</c:v>
              </c:pt>
              <c:pt idx="19">
                <c:v>1.051613481748875</c:v>
              </c:pt>
              <c:pt idx="20">
                <c:v>1.051613481748875</c:v>
              </c:pt>
              <c:pt idx="21">
                <c:v>1.051613481748875</c:v>
              </c:pt>
              <c:pt idx="22">
                <c:v>1.051613481748875</c:v>
              </c:pt>
              <c:pt idx="23">
                <c:v>1.051613481748875</c:v>
              </c:pt>
              <c:pt idx="24">
                <c:v>1.051613481748875</c:v>
              </c:pt>
              <c:pt idx="25">
                <c:v>1.051613481748875</c:v>
              </c:pt>
              <c:pt idx="26">
                <c:v>1.051613481748875</c:v>
              </c:pt>
              <c:pt idx="27">
                <c:v>1.051613481748875</c:v>
              </c:pt>
              <c:pt idx="28">
                <c:v>1.051613481748875</c:v>
              </c:pt>
              <c:pt idx="29">
                <c:v>1.051613481748875</c:v>
              </c:pt>
              <c:pt idx="30">
                <c:v>1.051613481748875</c:v>
              </c:pt>
              <c:pt idx="31">
                <c:v>1.051613481748875</c:v>
              </c:pt>
              <c:pt idx="32">
                <c:v>1.051613481748875</c:v>
              </c:pt>
              <c:pt idx="33">
                <c:v>1.051613481748875</c:v>
              </c:pt>
              <c:pt idx="34">
                <c:v>1.051613481748875</c:v>
              </c:pt>
              <c:pt idx="35">
                <c:v>1.051613481748875</c:v>
              </c:pt>
              <c:pt idx="36">
                <c:v>1.051613481748875</c:v>
              </c:pt>
              <c:pt idx="37">
                <c:v>1.051613481748875</c:v>
              </c:pt>
              <c:pt idx="38">
                <c:v>1.051613481748875</c:v>
              </c:pt>
              <c:pt idx="39">
                <c:v>1.051613481748875</c:v>
              </c:pt>
              <c:pt idx="40">
                <c:v>1.051613481748875</c:v>
              </c:pt>
              <c:pt idx="41">
                <c:v>1.051613481748875</c:v>
              </c:pt>
              <c:pt idx="42">
                <c:v>1.051613481748875</c:v>
              </c:pt>
              <c:pt idx="43">
                <c:v>1.051613481748875</c:v>
              </c:pt>
              <c:pt idx="44">
                <c:v>1.051613481748875</c:v>
              </c:pt>
              <c:pt idx="45">
                <c:v>1.051613481748875</c:v>
              </c:pt>
              <c:pt idx="46">
                <c:v>1.051613481748875</c:v>
              </c:pt>
              <c:pt idx="47">
                <c:v>1.051613481748875</c:v>
              </c:pt>
              <c:pt idx="48">
                <c:v>1.051613481748875</c:v>
              </c:pt>
              <c:pt idx="49">
                <c:v>1.051613481748875</c:v>
              </c:pt>
              <c:pt idx="50">
                <c:v>1.051613481748875</c:v>
              </c:pt>
              <c:pt idx="51">
                <c:v>1.051613481748875</c:v>
              </c:pt>
              <c:pt idx="52">
                <c:v>1.051613481748875</c:v>
              </c:pt>
              <c:pt idx="53">
                <c:v>1.051613481748875</c:v>
              </c:pt>
              <c:pt idx="54">
                <c:v>1.051613481748875</c:v>
              </c:pt>
              <c:pt idx="55">
                <c:v>1.051613481748875</c:v>
              </c:pt>
              <c:pt idx="56">
                <c:v>1.051613481748875</c:v>
              </c:pt>
              <c:pt idx="57">
                <c:v>1.051613481748875</c:v>
              </c:pt>
              <c:pt idx="58">
                <c:v>1.051613481748875</c:v>
              </c:pt>
              <c:pt idx="59">
                <c:v>1.051613481748875</c:v>
              </c:pt>
              <c:pt idx="60">
                <c:v>1.051613481748875</c:v>
              </c:pt>
              <c:pt idx="61">
                <c:v>1.051613481748875</c:v>
              </c:pt>
              <c:pt idx="62">
                <c:v>1.051613481748875</c:v>
              </c:pt>
              <c:pt idx="63">
                <c:v>1.051613481748875</c:v>
              </c:pt>
              <c:pt idx="64">
                <c:v>1.051613481748875</c:v>
              </c:pt>
              <c:pt idx="65">
                <c:v>1.051613481748875</c:v>
              </c:pt>
              <c:pt idx="66">
                <c:v>1.051613481748875</c:v>
              </c:pt>
              <c:pt idx="67">
                <c:v>1.051613481748875</c:v>
              </c:pt>
              <c:pt idx="68">
                <c:v>1.051613481748875</c:v>
              </c:pt>
              <c:pt idx="69">
                <c:v>1.051613481748875</c:v>
              </c:pt>
              <c:pt idx="70">
                <c:v>1.051613481748875</c:v>
              </c:pt>
              <c:pt idx="71">
                <c:v>1.051613481748875</c:v>
              </c:pt>
              <c:pt idx="72">
                <c:v>1.051613481748875</c:v>
              </c:pt>
              <c:pt idx="73">
                <c:v>1.051613481748875</c:v>
              </c:pt>
              <c:pt idx="74">
                <c:v>1.051613481748875</c:v>
              </c:pt>
              <c:pt idx="75">
                <c:v>1.051613481748875</c:v>
              </c:pt>
              <c:pt idx="76">
                <c:v>1.051613481748875</c:v>
              </c:pt>
              <c:pt idx="77">
                <c:v>1.051613481748875</c:v>
              </c:pt>
              <c:pt idx="78">
                <c:v>1.051613481748875</c:v>
              </c:pt>
              <c:pt idx="79">
                <c:v>1.051613481748875</c:v>
              </c:pt>
              <c:pt idx="80">
                <c:v>1.051613481748875</c:v>
              </c:pt>
              <c:pt idx="81">
                <c:v>1.051613481748875</c:v>
              </c:pt>
              <c:pt idx="82">
                <c:v>1.051613481748875</c:v>
              </c:pt>
              <c:pt idx="83">
                <c:v>1.051613481748875</c:v>
              </c:pt>
              <c:pt idx="84">
                <c:v>1.051613481748875</c:v>
              </c:pt>
              <c:pt idx="85">
                <c:v>1.051613481748875</c:v>
              </c:pt>
              <c:pt idx="86">
                <c:v>1.051613481748875</c:v>
              </c:pt>
              <c:pt idx="87">
                <c:v>1.051613481748875</c:v>
              </c:pt>
              <c:pt idx="88">
                <c:v>1.051613481748875</c:v>
              </c:pt>
              <c:pt idx="89">
                <c:v>1.051613481748875</c:v>
              </c:pt>
              <c:pt idx="90">
                <c:v>1.051613481748875</c:v>
              </c:pt>
              <c:pt idx="91">
                <c:v>1.051613481748875</c:v>
              </c:pt>
              <c:pt idx="92">
                <c:v>1.051613481748875</c:v>
              </c:pt>
              <c:pt idx="93">
                <c:v>1.051613481748875</c:v>
              </c:pt>
              <c:pt idx="94">
                <c:v>1.051613481748875</c:v>
              </c:pt>
              <c:pt idx="95">
                <c:v>1.051613481748875</c:v>
              </c:pt>
              <c:pt idx="96">
                <c:v>1.051613481748875</c:v>
              </c:pt>
              <c:pt idx="97">
                <c:v>1.051613481748875</c:v>
              </c:pt>
              <c:pt idx="98">
                <c:v>1.051613481748875</c:v>
              </c:pt>
              <c:pt idx="99">
                <c:v>1.051613481748875</c:v>
              </c:pt>
              <c:pt idx="100">
                <c:v>1.051613481748875</c:v>
              </c:pt>
              <c:pt idx="101">
                <c:v>1.051613481748875</c:v>
              </c:pt>
              <c:pt idx="102">
                <c:v>1.051613481748875</c:v>
              </c:pt>
              <c:pt idx="103">
                <c:v>1.051613481748875</c:v>
              </c:pt>
              <c:pt idx="104">
                <c:v>1.051613481748875</c:v>
              </c:pt>
              <c:pt idx="105">
                <c:v>1.051613481748875</c:v>
              </c:pt>
              <c:pt idx="106">
                <c:v>1.051613481748875</c:v>
              </c:pt>
              <c:pt idx="107">
                <c:v>1.051613481748875</c:v>
              </c:pt>
              <c:pt idx="108">
                <c:v>1.051613481748875</c:v>
              </c:pt>
              <c:pt idx="109">
                <c:v>1.051613481748875</c:v>
              </c:pt>
              <c:pt idx="110">
                <c:v>1.051613481748875</c:v>
              </c:pt>
              <c:pt idx="111">
                <c:v>1.051613481748875</c:v>
              </c:pt>
              <c:pt idx="112">
                <c:v>1.051613481748875</c:v>
              </c:pt>
              <c:pt idx="113">
                <c:v>1.051613481748875</c:v>
              </c:pt>
              <c:pt idx="114">
                <c:v>1.051613481748875</c:v>
              </c:pt>
              <c:pt idx="115">
                <c:v>1.051613481748875</c:v>
              </c:pt>
              <c:pt idx="116">
                <c:v>1.051613481748875</c:v>
              </c:pt>
              <c:pt idx="117">
                <c:v>1.051613481748875</c:v>
              </c:pt>
              <c:pt idx="118">
                <c:v>1.051613481748875</c:v>
              </c:pt>
              <c:pt idx="119">
                <c:v>1.051613481748875</c:v>
              </c:pt>
              <c:pt idx="120">
                <c:v>1.051613481748875</c:v>
              </c:pt>
              <c:pt idx="121">
                <c:v>1.051613481748875</c:v>
              </c:pt>
              <c:pt idx="122">
                <c:v>1.051613481748875</c:v>
              </c:pt>
              <c:pt idx="123">
                <c:v>1.051613481748875</c:v>
              </c:pt>
              <c:pt idx="124">
                <c:v>1.051613481748875</c:v>
              </c:pt>
              <c:pt idx="125">
                <c:v>1.051613481748875</c:v>
              </c:pt>
              <c:pt idx="126">
                <c:v>1.051613481748875</c:v>
              </c:pt>
              <c:pt idx="127">
                <c:v>1.051613481748875</c:v>
              </c:pt>
              <c:pt idx="128">
                <c:v>1.051613481748875</c:v>
              </c:pt>
              <c:pt idx="129">
                <c:v>1.051613481748875</c:v>
              </c:pt>
              <c:pt idx="130">
                <c:v>1.051613481748875</c:v>
              </c:pt>
              <c:pt idx="131">
                <c:v>1.051613481748875</c:v>
              </c:pt>
              <c:pt idx="132">
                <c:v>1.051613481748875</c:v>
              </c:pt>
              <c:pt idx="133">
                <c:v>1.051613481748875</c:v>
              </c:pt>
              <c:pt idx="134">
                <c:v>1.051613481748875</c:v>
              </c:pt>
              <c:pt idx="135">
                <c:v>1.051613481748875</c:v>
              </c:pt>
              <c:pt idx="136">
                <c:v>1.051613481748875</c:v>
              </c:pt>
              <c:pt idx="137">
                <c:v>1.051613481748875</c:v>
              </c:pt>
              <c:pt idx="138">
                <c:v>1.051613481748875</c:v>
              </c:pt>
              <c:pt idx="139">
                <c:v>1.051613481748875</c:v>
              </c:pt>
              <c:pt idx="140">
                <c:v>1.051613481748875</c:v>
              </c:pt>
              <c:pt idx="141">
                <c:v>1.051613481748875</c:v>
              </c:pt>
              <c:pt idx="142">
                <c:v>1.051613481748875</c:v>
              </c:pt>
              <c:pt idx="143">
                <c:v>1.051613481748875</c:v>
              </c:pt>
              <c:pt idx="144">
                <c:v>1.051613481748875</c:v>
              </c:pt>
              <c:pt idx="145">
                <c:v>1.051613481748875</c:v>
              </c:pt>
              <c:pt idx="146">
                <c:v>1.051613481748875</c:v>
              </c:pt>
              <c:pt idx="147">
                <c:v>1.051613481748875</c:v>
              </c:pt>
              <c:pt idx="148">
                <c:v>1.051613481748875</c:v>
              </c:pt>
              <c:pt idx="149">
                <c:v>1.051613481748875</c:v>
              </c:pt>
              <c:pt idx="150">
                <c:v>1.051613481748875</c:v>
              </c:pt>
              <c:pt idx="151">
                <c:v>1.051613481748875</c:v>
              </c:pt>
              <c:pt idx="152">
                <c:v>1.051613481748875</c:v>
              </c:pt>
              <c:pt idx="153">
                <c:v>1.051613481748875</c:v>
              </c:pt>
              <c:pt idx="154">
                <c:v>1.051613481748875</c:v>
              </c:pt>
              <c:pt idx="155">
                <c:v>1.051613481748875</c:v>
              </c:pt>
              <c:pt idx="156">
                <c:v>1.051613481748875</c:v>
              </c:pt>
              <c:pt idx="157">
                <c:v>1.051613481748875</c:v>
              </c:pt>
              <c:pt idx="158">
                <c:v>1.051613481748875</c:v>
              </c:pt>
              <c:pt idx="159">
                <c:v>1.051613481748875</c:v>
              </c:pt>
              <c:pt idx="160">
                <c:v>1.051613481748875</c:v>
              </c:pt>
              <c:pt idx="161">
                <c:v>1.051613481748875</c:v>
              </c:pt>
              <c:pt idx="162">
                <c:v>1.051613481748875</c:v>
              </c:pt>
              <c:pt idx="163">
                <c:v>1.051613481748875</c:v>
              </c:pt>
              <c:pt idx="164">
                <c:v>1.051613481748875</c:v>
              </c:pt>
              <c:pt idx="165">
                <c:v>1.051613481748875</c:v>
              </c:pt>
              <c:pt idx="166">
                <c:v>1.051613481748875</c:v>
              </c:pt>
              <c:pt idx="167">
                <c:v>1.051613481748875</c:v>
              </c:pt>
              <c:pt idx="168">
                <c:v>1.051613481748875</c:v>
              </c:pt>
              <c:pt idx="169">
                <c:v>1.051613481748875</c:v>
              </c:pt>
              <c:pt idx="170">
                <c:v>1.051613481748875</c:v>
              </c:pt>
              <c:pt idx="171">
                <c:v>1.051613481748875</c:v>
              </c:pt>
              <c:pt idx="172">
                <c:v>1.051613481748875</c:v>
              </c:pt>
              <c:pt idx="173">
                <c:v>1.051613481748875</c:v>
              </c:pt>
              <c:pt idx="174">
                <c:v>1.051613481748875</c:v>
              </c:pt>
              <c:pt idx="175">
                <c:v>1.051613481748875</c:v>
              </c:pt>
              <c:pt idx="176">
                <c:v>1.051613481748875</c:v>
              </c:pt>
              <c:pt idx="177">
                <c:v>1.051613481748875</c:v>
              </c:pt>
              <c:pt idx="178">
                <c:v>1.051613481748875</c:v>
              </c:pt>
              <c:pt idx="179">
                <c:v>1.051613481748875</c:v>
              </c:pt>
              <c:pt idx="180">
                <c:v>1.051613481748875</c:v>
              </c:pt>
              <c:pt idx="181">
                <c:v>1.051613481748875</c:v>
              </c:pt>
              <c:pt idx="182">
                <c:v>1.051613481748875</c:v>
              </c:pt>
              <c:pt idx="183">
                <c:v>1.051613481748875</c:v>
              </c:pt>
              <c:pt idx="184">
                <c:v>1.051613481748875</c:v>
              </c:pt>
              <c:pt idx="185">
                <c:v>1.051613481748875</c:v>
              </c:pt>
              <c:pt idx="186">
                <c:v>1.051613481748875</c:v>
              </c:pt>
              <c:pt idx="187">
                <c:v>1.051613481748875</c:v>
              </c:pt>
              <c:pt idx="188">
                <c:v>1.051613481748875</c:v>
              </c:pt>
              <c:pt idx="189">
                <c:v>1.051613481748875</c:v>
              </c:pt>
              <c:pt idx="190">
                <c:v>1.051613481748875</c:v>
              </c:pt>
              <c:pt idx="191">
                <c:v>1.051613481748875</c:v>
              </c:pt>
              <c:pt idx="192">
                <c:v>1.051613481748875</c:v>
              </c:pt>
              <c:pt idx="193">
                <c:v>1.051613481748875</c:v>
              </c:pt>
              <c:pt idx="194">
                <c:v>1.051613481748875</c:v>
              </c:pt>
              <c:pt idx="195">
                <c:v>1.051613481748875</c:v>
              </c:pt>
              <c:pt idx="196">
                <c:v>1.051613481748875</c:v>
              </c:pt>
              <c:pt idx="197">
                <c:v>1.051613481748875</c:v>
              </c:pt>
              <c:pt idx="198">
                <c:v>1.051613481748875</c:v>
              </c:pt>
              <c:pt idx="199">
                <c:v>1.051613481748875</c:v>
              </c:pt>
              <c:pt idx="200">
                <c:v>1.051613481748875</c:v>
              </c:pt>
              <c:pt idx="201">
                <c:v>1.051613481748875</c:v>
              </c:pt>
              <c:pt idx="202">
                <c:v>1.051613481748875</c:v>
              </c:pt>
              <c:pt idx="203">
                <c:v>1.051613481748875</c:v>
              </c:pt>
              <c:pt idx="204">
                <c:v>1.051613481748875</c:v>
              </c:pt>
              <c:pt idx="205">
                <c:v>1.051613481748875</c:v>
              </c:pt>
              <c:pt idx="206">
                <c:v>1.051613481748875</c:v>
              </c:pt>
              <c:pt idx="207">
                <c:v>1.051613481748875</c:v>
              </c:pt>
              <c:pt idx="208">
                <c:v>1.051613481748875</c:v>
              </c:pt>
              <c:pt idx="209">
                <c:v>1.051613481748875</c:v>
              </c:pt>
              <c:pt idx="210">
                <c:v>1.051613481748875</c:v>
              </c:pt>
              <c:pt idx="211">
                <c:v>1.051613481748875</c:v>
              </c:pt>
              <c:pt idx="212">
                <c:v>1.051613481748875</c:v>
              </c:pt>
              <c:pt idx="213">
                <c:v>1.051613481748875</c:v>
              </c:pt>
              <c:pt idx="214">
                <c:v>1.051613481748875</c:v>
              </c:pt>
              <c:pt idx="215">
                <c:v>1.051613481748875</c:v>
              </c:pt>
              <c:pt idx="216">
                <c:v>1.051613481748875</c:v>
              </c:pt>
              <c:pt idx="217">
                <c:v>1.051613481748875</c:v>
              </c:pt>
              <c:pt idx="218">
                <c:v>1.051613481748875</c:v>
              </c:pt>
              <c:pt idx="219">
                <c:v>1.051613481748875</c:v>
              </c:pt>
              <c:pt idx="220">
                <c:v>1.051613481748875</c:v>
              </c:pt>
              <c:pt idx="221">
                <c:v>1.051613481748875</c:v>
              </c:pt>
              <c:pt idx="222">
                <c:v>1.051613481748875</c:v>
              </c:pt>
              <c:pt idx="223">
                <c:v>1.051613481748875</c:v>
              </c:pt>
              <c:pt idx="224">
                <c:v>1.051613481748875</c:v>
              </c:pt>
              <c:pt idx="225">
                <c:v>1.051613481748875</c:v>
              </c:pt>
              <c:pt idx="226">
                <c:v>1.051613481748875</c:v>
              </c:pt>
              <c:pt idx="227">
                <c:v>1.051613481748875</c:v>
              </c:pt>
              <c:pt idx="228">
                <c:v>1.051613481748875</c:v>
              </c:pt>
              <c:pt idx="229">
                <c:v>1.051613481748875</c:v>
              </c:pt>
              <c:pt idx="230">
                <c:v>1.051613481748875</c:v>
              </c:pt>
              <c:pt idx="231">
                <c:v>1.051613481748875</c:v>
              </c:pt>
              <c:pt idx="232">
                <c:v>1.051613481748875</c:v>
              </c:pt>
              <c:pt idx="233">
                <c:v>1.051613481748875</c:v>
              </c:pt>
              <c:pt idx="234">
                <c:v>1.051613481748875</c:v>
              </c:pt>
              <c:pt idx="235">
                <c:v>1.051613481748875</c:v>
              </c:pt>
              <c:pt idx="236">
                <c:v>1.051613481748875</c:v>
              </c:pt>
              <c:pt idx="237">
                <c:v>1.051613481748875</c:v>
              </c:pt>
              <c:pt idx="238">
                <c:v>1.051613481748875</c:v>
              </c:pt>
              <c:pt idx="239">
                <c:v>1.051613481748875</c:v>
              </c:pt>
              <c:pt idx="240">
                <c:v>1.051613481748875</c:v>
              </c:pt>
              <c:pt idx="241">
                <c:v>1.051613481748875</c:v>
              </c:pt>
              <c:pt idx="242">
                <c:v>1.051613481748875</c:v>
              </c:pt>
              <c:pt idx="243">
                <c:v>1.051613481748875</c:v>
              </c:pt>
              <c:pt idx="244">
                <c:v>1.051613481748875</c:v>
              </c:pt>
              <c:pt idx="245">
                <c:v>1.051613481748875</c:v>
              </c:pt>
              <c:pt idx="246">
                <c:v>1.051613481748875</c:v>
              </c:pt>
              <c:pt idx="247">
                <c:v>1.051613481748875</c:v>
              </c:pt>
              <c:pt idx="248">
                <c:v>1.051613481748875</c:v>
              </c:pt>
              <c:pt idx="249">
                <c:v>1.051613481748875</c:v>
              </c:pt>
              <c:pt idx="250">
                <c:v>1.051613481748875</c:v>
              </c:pt>
              <c:pt idx="251">
                <c:v>1.051613481748875</c:v>
              </c:pt>
              <c:pt idx="252">
                <c:v>1.051613481748875</c:v>
              </c:pt>
              <c:pt idx="253">
                <c:v>1.051613481748875</c:v>
              </c:pt>
              <c:pt idx="254">
                <c:v>1.051613481748875</c:v>
              </c:pt>
              <c:pt idx="255">
                <c:v>1.051613481748875</c:v>
              </c:pt>
              <c:pt idx="256">
                <c:v>1.051613481748875</c:v>
              </c:pt>
              <c:pt idx="257">
                <c:v>1.051613481748875</c:v>
              </c:pt>
              <c:pt idx="258">
                <c:v>1.051613481748875</c:v>
              </c:pt>
              <c:pt idx="259">
                <c:v>1.051613481748875</c:v>
              </c:pt>
              <c:pt idx="260">
                <c:v>1.051613481748875</c:v>
              </c:pt>
              <c:pt idx="261">
                <c:v>1.051613481748875</c:v>
              </c:pt>
              <c:pt idx="262">
                <c:v>1.051613481748875</c:v>
              </c:pt>
              <c:pt idx="263">
                <c:v>1.051613481748875</c:v>
              </c:pt>
              <c:pt idx="264">
                <c:v>1.051613481748875</c:v>
              </c:pt>
              <c:pt idx="265">
                <c:v>1.051613481748875</c:v>
              </c:pt>
              <c:pt idx="266">
                <c:v>1.051613481748875</c:v>
              </c:pt>
              <c:pt idx="267">
                <c:v>1.051613481748875</c:v>
              </c:pt>
              <c:pt idx="268">
                <c:v>1.051613481748875</c:v>
              </c:pt>
              <c:pt idx="269">
                <c:v>1.051613481748875</c:v>
              </c:pt>
              <c:pt idx="270">
                <c:v>1.051613481748875</c:v>
              </c:pt>
              <c:pt idx="271">
                <c:v>1.051613481748875</c:v>
              </c:pt>
              <c:pt idx="272">
                <c:v>1.051613481748875</c:v>
              </c:pt>
              <c:pt idx="273">
                <c:v>1.051613481748875</c:v>
              </c:pt>
              <c:pt idx="274">
                <c:v>1.051613481748875</c:v>
              </c:pt>
              <c:pt idx="275">
                <c:v>1.051613481748875</c:v>
              </c:pt>
              <c:pt idx="276">
                <c:v>1.051613481748875</c:v>
              </c:pt>
              <c:pt idx="277">
                <c:v>1.051613481748875</c:v>
              </c:pt>
              <c:pt idx="278">
                <c:v>1.051613481748875</c:v>
              </c:pt>
              <c:pt idx="279">
                <c:v>1.051613481748875</c:v>
              </c:pt>
              <c:pt idx="280">
                <c:v>1.051613481748875</c:v>
              </c:pt>
              <c:pt idx="281">
                <c:v>1.051613481748875</c:v>
              </c:pt>
              <c:pt idx="282">
                <c:v>1.051613481748875</c:v>
              </c:pt>
              <c:pt idx="283">
                <c:v>1.051613481748875</c:v>
              </c:pt>
              <c:pt idx="284">
                <c:v>1.051613481748875</c:v>
              </c:pt>
              <c:pt idx="285">
                <c:v>1.051613481748875</c:v>
              </c:pt>
              <c:pt idx="286">
                <c:v>1.051613481748875</c:v>
              </c:pt>
              <c:pt idx="287">
                <c:v>1.051613481748875</c:v>
              </c:pt>
              <c:pt idx="288">
                <c:v>1.051613481748875</c:v>
              </c:pt>
              <c:pt idx="289">
                <c:v>1.051613481748875</c:v>
              </c:pt>
              <c:pt idx="290">
                <c:v>1.051613481748875</c:v>
              </c:pt>
              <c:pt idx="291">
                <c:v>1.051613481748875</c:v>
              </c:pt>
              <c:pt idx="292">
                <c:v>1.051613481748875</c:v>
              </c:pt>
              <c:pt idx="293">
                <c:v>1.051613481748875</c:v>
              </c:pt>
              <c:pt idx="294">
                <c:v>1.051613481748875</c:v>
              </c:pt>
              <c:pt idx="295">
                <c:v>1.051613481748875</c:v>
              </c:pt>
              <c:pt idx="296">
                <c:v>1.051613481748875</c:v>
              </c:pt>
              <c:pt idx="297">
                <c:v>1.051613481748875</c:v>
              </c:pt>
              <c:pt idx="298">
                <c:v>1.051613481748875</c:v>
              </c:pt>
              <c:pt idx="299">
                <c:v>1.051613481748875</c:v>
              </c:pt>
              <c:pt idx="300">
                <c:v>1.051613481748875</c:v>
              </c:pt>
              <c:pt idx="301">
                <c:v>1.051613481748875</c:v>
              </c:pt>
              <c:pt idx="302">
                <c:v>1.051613481748875</c:v>
              </c:pt>
              <c:pt idx="303">
                <c:v>1.051613481748875</c:v>
              </c:pt>
              <c:pt idx="304">
                <c:v>1.051613481748875</c:v>
              </c:pt>
              <c:pt idx="305">
                <c:v>1.051613481748875</c:v>
              </c:pt>
              <c:pt idx="306">
                <c:v>1.051613481748875</c:v>
              </c:pt>
              <c:pt idx="307">
                <c:v>1.051613481748875</c:v>
              </c:pt>
              <c:pt idx="308">
                <c:v>1.051613481748875</c:v>
              </c:pt>
              <c:pt idx="309">
                <c:v>1.051613481748875</c:v>
              </c:pt>
              <c:pt idx="310">
                <c:v>1.051613481748875</c:v>
              </c:pt>
              <c:pt idx="311">
                <c:v>1.051613481748875</c:v>
              </c:pt>
              <c:pt idx="312">
                <c:v>1.051613481748875</c:v>
              </c:pt>
              <c:pt idx="313">
                <c:v>1.051613481748875</c:v>
              </c:pt>
              <c:pt idx="314">
                <c:v>1.051613481748875</c:v>
              </c:pt>
              <c:pt idx="315">
                <c:v>1.051613481748875</c:v>
              </c:pt>
              <c:pt idx="316">
                <c:v>1.051613481748875</c:v>
              </c:pt>
              <c:pt idx="317">
                <c:v>1.051613481748875</c:v>
              </c:pt>
              <c:pt idx="318">
                <c:v>1.051613481748875</c:v>
              </c:pt>
              <c:pt idx="319">
                <c:v>1.051613481748875</c:v>
              </c:pt>
              <c:pt idx="320">
                <c:v>1.051613481748875</c:v>
              </c:pt>
              <c:pt idx="321">
                <c:v>1.051613481748875</c:v>
              </c:pt>
              <c:pt idx="322">
                <c:v>1.051613481748875</c:v>
              </c:pt>
              <c:pt idx="323">
                <c:v>1.051613481748875</c:v>
              </c:pt>
              <c:pt idx="324">
                <c:v>1.051613481748875</c:v>
              </c:pt>
              <c:pt idx="325">
                <c:v>1.051613481748875</c:v>
              </c:pt>
              <c:pt idx="326">
                <c:v>1.051613481748875</c:v>
              </c:pt>
              <c:pt idx="327">
                <c:v>1.051613481748875</c:v>
              </c:pt>
              <c:pt idx="328">
                <c:v>1.051613481748875</c:v>
              </c:pt>
              <c:pt idx="329">
                <c:v>1.051613481748875</c:v>
              </c:pt>
              <c:pt idx="330">
                <c:v>1.051613481748875</c:v>
              </c:pt>
              <c:pt idx="331">
                <c:v>1.051613481748875</c:v>
              </c:pt>
              <c:pt idx="332">
                <c:v>1.051613481748875</c:v>
              </c:pt>
              <c:pt idx="333">
                <c:v>1.051613481748875</c:v>
              </c:pt>
              <c:pt idx="334">
                <c:v>1.051613481748875</c:v>
              </c:pt>
              <c:pt idx="335">
                <c:v>1.051613481748875</c:v>
              </c:pt>
              <c:pt idx="336">
                <c:v>1.051613481748875</c:v>
              </c:pt>
              <c:pt idx="337">
                <c:v>1.051613481748875</c:v>
              </c:pt>
              <c:pt idx="338">
                <c:v>1.051613481748875</c:v>
              </c:pt>
              <c:pt idx="339">
                <c:v>1.051613481748875</c:v>
              </c:pt>
              <c:pt idx="340">
                <c:v>1.051613481748875</c:v>
              </c:pt>
              <c:pt idx="341">
                <c:v>1.051613481748875</c:v>
              </c:pt>
              <c:pt idx="342">
                <c:v>1.051613481748875</c:v>
              </c:pt>
              <c:pt idx="343">
                <c:v>1.051613481748875</c:v>
              </c:pt>
              <c:pt idx="344">
                <c:v>1.051613481748875</c:v>
              </c:pt>
              <c:pt idx="345">
                <c:v>1.051613481748875</c:v>
              </c:pt>
              <c:pt idx="346">
                <c:v>1.051613481748875</c:v>
              </c:pt>
              <c:pt idx="347">
                <c:v>1.051613481748875</c:v>
              </c:pt>
              <c:pt idx="348">
                <c:v>1.051613481748875</c:v>
              </c:pt>
              <c:pt idx="349">
                <c:v>1.051613481748875</c:v>
              </c:pt>
              <c:pt idx="350">
                <c:v>1.051613481748875</c:v>
              </c:pt>
              <c:pt idx="351">
                <c:v>1.051613481748875</c:v>
              </c:pt>
              <c:pt idx="352">
                <c:v>1.051613481748875</c:v>
              </c:pt>
              <c:pt idx="353">
                <c:v>1.051613481748875</c:v>
              </c:pt>
              <c:pt idx="354">
                <c:v>1.051613481748875</c:v>
              </c:pt>
              <c:pt idx="355">
                <c:v>1.051613481748875</c:v>
              </c:pt>
              <c:pt idx="356">
                <c:v>1.051613481748875</c:v>
              </c:pt>
              <c:pt idx="357">
                <c:v>1.051613481748875</c:v>
              </c:pt>
              <c:pt idx="358">
                <c:v>1.051613481748875</c:v>
              </c:pt>
              <c:pt idx="359">
                <c:v>1.051613481748875</c:v>
              </c:pt>
              <c:pt idx="360">
                <c:v>1.051613481748875</c:v>
              </c:pt>
              <c:pt idx="361">
                <c:v>1.051613481748875</c:v>
              </c:pt>
              <c:pt idx="362">
                <c:v>1.051613481748875</c:v>
              </c:pt>
              <c:pt idx="363">
                <c:v>1.051613481748875</c:v>
              </c:pt>
              <c:pt idx="364">
                <c:v>1.051613481748875</c:v>
              </c:pt>
              <c:pt idx="365">
                <c:v>1.051613481748875</c:v>
              </c:pt>
              <c:pt idx="366">
                <c:v>1.051613481748875</c:v>
              </c:pt>
              <c:pt idx="367">
                <c:v>1.051613481748875</c:v>
              </c:pt>
              <c:pt idx="368">
                <c:v>1.051613481748875</c:v>
              </c:pt>
              <c:pt idx="369">
                <c:v>1.051613481748875</c:v>
              </c:pt>
              <c:pt idx="370">
                <c:v>1.051613481748875</c:v>
              </c:pt>
              <c:pt idx="371">
                <c:v>1.051613481748875</c:v>
              </c:pt>
              <c:pt idx="372">
                <c:v>1.051613481748875</c:v>
              </c:pt>
              <c:pt idx="373">
                <c:v>1.051613481748875</c:v>
              </c:pt>
              <c:pt idx="374">
                <c:v>1.051613481748875</c:v>
              </c:pt>
              <c:pt idx="375">
                <c:v>1.051613481748875</c:v>
              </c:pt>
              <c:pt idx="376">
                <c:v>1.051613481748875</c:v>
              </c:pt>
              <c:pt idx="377">
                <c:v>1.051613481748875</c:v>
              </c:pt>
              <c:pt idx="378">
                <c:v>1.051613481748875</c:v>
              </c:pt>
              <c:pt idx="379">
                <c:v>1.051613481748875</c:v>
              </c:pt>
              <c:pt idx="380">
                <c:v>1.051613481748875</c:v>
              </c:pt>
              <c:pt idx="381">
                <c:v>1.051613481748875</c:v>
              </c:pt>
              <c:pt idx="382">
                <c:v>1.051613481748875</c:v>
              </c:pt>
              <c:pt idx="383">
                <c:v>1.051613481748875</c:v>
              </c:pt>
              <c:pt idx="384">
                <c:v>1.051613481748875</c:v>
              </c:pt>
              <c:pt idx="385">
                <c:v>1.051613481748875</c:v>
              </c:pt>
              <c:pt idx="386">
                <c:v>1.051613481748875</c:v>
              </c:pt>
              <c:pt idx="387">
                <c:v>1.051613481748875</c:v>
              </c:pt>
              <c:pt idx="388">
                <c:v>1.051613481748875</c:v>
              </c:pt>
              <c:pt idx="389">
                <c:v>1.051613481748875</c:v>
              </c:pt>
              <c:pt idx="390">
                <c:v>1.051613481748875</c:v>
              </c:pt>
              <c:pt idx="391">
                <c:v>1.051613481748875</c:v>
              </c:pt>
              <c:pt idx="392">
                <c:v>1.051613481748875</c:v>
              </c:pt>
              <c:pt idx="393">
                <c:v>1.051613481748875</c:v>
              </c:pt>
              <c:pt idx="394">
                <c:v>1.051613481748875</c:v>
              </c:pt>
              <c:pt idx="395">
                <c:v>1.051613481748875</c:v>
              </c:pt>
              <c:pt idx="396">
                <c:v>1.051613481748875</c:v>
              </c:pt>
              <c:pt idx="397">
                <c:v>1.051613481748875</c:v>
              </c:pt>
              <c:pt idx="398">
                <c:v>1.051613481748875</c:v>
              </c:pt>
              <c:pt idx="399">
                <c:v>1.051613481748875</c:v>
              </c:pt>
              <c:pt idx="400">
                <c:v>1.051613481748875</c:v>
              </c:pt>
              <c:pt idx="401">
                <c:v>1.051613481748875</c:v>
              </c:pt>
              <c:pt idx="402">
                <c:v>1.051613481748875</c:v>
              </c:pt>
              <c:pt idx="403">
                <c:v>1.051613481748875</c:v>
              </c:pt>
              <c:pt idx="404">
                <c:v>1.051613481748875</c:v>
              </c:pt>
              <c:pt idx="405">
                <c:v>1.051613481748875</c:v>
              </c:pt>
              <c:pt idx="406">
                <c:v>1.051613481748875</c:v>
              </c:pt>
              <c:pt idx="407">
                <c:v>1.051613481748875</c:v>
              </c:pt>
              <c:pt idx="408">
                <c:v>1.051613481748875</c:v>
              </c:pt>
              <c:pt idx="409">
                <c:v>1.051613481748875</c:v>
              </c:pt>
              <c:pt idx="410">
                <c:v>1.051613481748875</c:v>
              </c:pt>
              <c:pt idx="411">
                <c:v>1.051613481748875</c:v>
              </c:pt>
            </c:numLit>
          </c:xVal>
          <c:yVal>
            <c:numLit>
              <c:formatCode>0.0</c:formatCode>
              <c:ptCount val="412"/>
              <c:pt idx="0">
                <c:v>0.7416488088086174</c:v>
              </c:pt>
              <c:pt idx="1">
                <c:v>0.7416488088086174</c:v>
              </c:pt>
              <c:pt idx="2">
                <c:v>0.7416488088086174</c:v>
              </c:pt>
              <c:pt idx="3">
                <c:v>0.7416488088086174</c:v>
              </c:pt>
              <c:pt idx="4">
                <c:v>0.7416488088086174</c:v>
              </c:pt>
              <c:pt idx="5">
                <c:v>0.7416488088086174</c:v>
              </c:pt>
              <c:pt idx="6">
                <c:v>0.7416488088086174</c:v>
              </c:pt>
              <c:pt idx="7">
                <c:v>0.7416488088086174</c:v>
              </c:pt>
              <c:pt idx="8">
                <c:v>0.7416488088086174</c:v>
              </c:pt>
              <c:pt idx="9">
                <c:v>0.7416488088086174</c:v>
              </c:pt>
              <c:pt idx="10">
                <c:v>0.7416488088086174</c:v>
              </c:pt>
              <c:pt idx="11">
                <c:v>0.7416488088086174</c:v>
              </c:pt>
              <c:pt idx="12">
                <c:v>0.7416488088086174</c:v>
              </c:pt>
              <c:pt idx="13">
                <c:v>0.7416488088086174</c:v>
              </c:pt>
              <c:pt idx="14">
                <c:v>0.7416488088086174</c:v>
              </c:pt>
              <c:pt idx="15">
                <c:v>0.7416488088086174</c:v>
              </c:pt>
              <c:pt idx="16">
                <c:v>0.7416488088086174</c:v>
              </c:pt>
              <c:pt idx="17">
                <c:v>0.7416488088086174</c:v>
              </c:pt>
              <c:pt idx="18">
                <c:v>0.7416488088086174</c:v>
              </c:pt>
              <c:pt idx="19">
                <c:v>0.7416488088086174</c:v>
              </c:pt>
              <c:pt idx="20">
                <c:v>0.7416488088086174</c:v>
              </c:pt>
              <c:pt idx="21">
                <c:v>0.7416488088086174</c:v>
              </c:pt>
              <c:pt idx="22">
                <c:v>0.7416488088086174</c:v>
              </c:pt>
              <c:pt idx="23">
                <c:v>0.7416488088086174</c:v>
              </c:pt>
              <c:pt idx="24">
                <c:v>0.7416488088086174</c:v>
              </c:pt>
              <c:pt idx="25">
                <c:v>0.7416488088086174</c:v>
              </c:pt>
              <c:pt idx="26">
                <c:v>0.7416488088086174</c:v>
              </c:pt>
              <c:pt idx="27">
                <c:v>0.7416488088086174</c:v>
              </c:pt>
              <c:pt idx="28">
                <c:v>0.7416488088086174</c:v>
              </c:pt>
              <c:pt idx="29">
                <c:v>0.7416488088086174</c:v>
              </c:pt>
              <c:pt idx="30">
                <c:v>0.7416488088086174</c:v>
              </c:pt>
              <c:pt idx="31">
                <c:v>0.7416488088086174</c:v>
              </c:pt>
              <c:pt idx="32">
                <c:v>0.7416488088086174</c:v>
              </c:pt>
              <c:pt idx="33">
                <c:v>0.7416488088086174</c:v>
              </c:pt>
              <c:pt idx="34">
                <c:v>0.7416488088086174</c:v>
              </c:pt>
              <c:pt idx="35">
                <c:v>0.7416488088086174</c:v>
              </c:pt>
              <c:pt idx="36">
                <c:v>0.7416488088086174</c:v>
              </c:pt>
              <c:pt idx="37">
                <c:v>0.7416488088086174</c:v>
              </c:pt>
              <c:pt idx="38">
                <c:v>0.7416488088086174</c:v>
              </c:pt>
              <c:pt idx="39">
                <c:v>0.7416488088086174</c:v>
              </c:pt>
              <c:pt idx="40">
                <c:v>0.7416488088086174</c:v>
              </c:pt>
              <c:pt idx="41">
                <c:v>0.7416488088086174</c:v>
              </c:pt>
              <c:pt idx="42">
                <c:v>0.7416488088086174</c:v>
              </c:pt>
              <c:pt idx="43">
                <c:v>0.7416488088086174</c:v>
              </c:pt>
              <c:pt idx="44">
                <c:v>0.7416488088086174</c:v>
              </c:pt>
              <c:pt idx="45">
                <c:v>0.7416488088086174</c:v>
              </c:pt>
              <c:pt idx="46">
                <c:v>0.7416488088086174</c:v>
              </c:pt>
              <c:pt idx="47">
                <c:v>0.7416488088086174</c:v>
              </c:pt>
              <c:pt idx="48">
                <c:v>0.7416488088086174</c:v>
              </c:pt>
              <c:pt idx="49">
                <c:v>0.7416488088086174</c:v>
              </c:pt>
              <c:pt idx="50">
                <c:v>0.7416488088086174</c:v>
              </c:pt>
              <c:pt idx="51">
                <c:v>0.7416488088086174</c:v>
              </c:pt>
              <c:pt idx="52">
                <c:v>0.7416488088086174</c:v>
              </c:pt>
              <c:pt idx="53">
                <c:v>0.7416488088086174</c:v>
              </c:pt>
              <c:pt idx="54">
                <c:v>0.7416488088086174</c:v>
              </c:pt>
              <c:pt idx="55">
                <c:v>0.7416488088086174</c:v>
              </c:pt>
              <c:pt idx="56">
                <c:v>0.7416488088086174</c:v>
              </c:pt>
              <c:pt idx="57">
                <c:v>0.7416488088086174</c:v>
              </c:pt>
              <c:pt idx="58">
                <c:v>0.7416488088086174</c:v>
              </c:pt>
              <c:pt idx="59">
                <c:v>0.7416488088086174</c:v>
              </c:pt>
              <c:pt idx="60">
                <c:v>0.7416488088086174</c:v>
              </c:pt>
              <c:pt idx="61">
                <c:v>0.7416488088086174</c:v>
              </c:pt>
              <c:pt idx="62">
                <c:v>0.7416488088086174</c:v>
              </c:pt>
              <c:pt idx="63">
                <c:v>0.7416488088086174</c:v>
              </c:pt>
              <c:pt idx="64">
                <c:v>0.7416488088086174</c:v>
              </c:pt>
              <c:pt idx="65">
                <c:v>0.7416488088086174</c:v>
              </c:pt>
              <c:pt idx="66">
                <c:v>0.7416488088086174</c:v>
              </c:pt>
              <c:pt idx="67">
                <c:v>0.7416488088086174</c:v>
              </c:pt>
              <c:pt idx="68">
                <c:v>0.7416488088086174</c:v>
              </c:pt>
              <c:pt idx="69">
                <c:v>0.7416488088086174</c:v>
              </c:pt>
              <c:pt idx="70">
                <c:v>0.7416488088086174</c:v>
              </c:pt>
              <c:pt idx="71">
                <c:v>0.7416488088086174</c:v>
              </c:pt>
              <c:pt idx="72">
                <c:v>0.7416488088086174</c:v>
              </c:pt>
              <c:pt idx="73">
                <c:v>0.7416488088086174</c:v>
              </c:pt>
              <c:pt idx="74">
                <c:v>0.7416488088086174</c:v>
              </c:pt>
              <c:pt idx="75">
                <c:v>0.7416488088086174</c:v>
              </c:pt>
              <c:pt idx="76">
                <c:v>0.7416488088086174</c:v>
              </c:pt>
              <c:pt idx="77">
                <c:v>0.7416488088086174</c:v>
              </c:pt>
              <c:pt idx="78">
                <c:v>0.7416488088086174</c:v>
              </c:pt>
              <c:pt idx="79">
                <c:v>0.7416488088086174</c:v>
              </c:pt>
              <c:pt idx="80">
                <c:v>0.7416488088086174</c:v>
              </c:pt>
              <c:pt idx="81">
                <c:v>0.7416488088086174</c:v>
              </c:pt>
              <c:pt idx="82">
                <c:v>0.7416488088086174</c:v>
              </c:pt>
              <c:pt idx="83">
                <c:v>0.7416488088086174</c:v>
              </c:pt>
              <c:pt idx="84">
                <c:v>0.7416488088086174</c:v>
              </c:pt>
              <c:pt idx="85">
                <c:v>0.7416488088086174</c:v>
              </c:pt>
              <c:pt idx="86">
                <c:v>0.7416488088086174</c:v>
              </c:pt>
              <c:pt idx="87">
                <c:v>0.7416488088086174</c:v>
              </c:pt>
              <c:pt idx="88">
                <c:v>0.7416488088086174</c:v>
              </c:pt>
              <c:pt idx="89">
                <c:v>0.7416488088086174</c:v>
              </c:pt>
              <c:pt idx="90">
                <c:v>0.7416488088086174</c:v>
              </c:pt>
              <c:pt idx="91">
                <c:v>0.7416488088086174</c:v>
              </c:pt>
              <c:pt idx="92">
                <c:v>0.7416488088086174</c:v>
              </c:pt>
              <c:pt idx="93">
                <c:v>0.7416488088086174</c:v>
              </c:pt>
              <c:pt idx="94">
                <c:v>0.7416488088086174</c:v>
              </c:pt>
              <c:pt idx="95">
                <c:v>0.7416488088086174</c:v>
              </c:pt>
              <c:pt idx="96">
                <c:v>0.7416488088086174</c:v>
              </c:pt>
              <c:pt idx="97">
                <c:v>0.7416488088086174</c:v>
              </c:pt>
              <c:pt idx="98">
                <c:v>0.7416488088086174</c:v>
              </c:pt>
              <c:pt idx="99">
                <c:v>0.7416488088086174</c:v>
              </c:pt>
              <c:pt idx="100">
                <c:v>0.7416488088086174</c:v>
              </c:pt>
              <c:pt idx="101">
                <c:v>0.7416488088086174</c:v>
              </c:pt>
              <c:pt idx="102">
                <c:v>0.7416488088086174</c:v>
              </c:pt>
              <c:pt idx="103">
                <c:v>0.7416488088086174</c:v>
              </c:pt>
              <c:pt idx="104">
                <c:v>0.7416488088086174</c:v>
              </c:pt>
              <c:pt idx="105">
                <c:v>0.7416488088086174</c:v>
              </c:pt>
              <c:pt idx="106">
                <c:v>0.7416488088086174</c:v>
              </c:pt>
              <c:pt idx="107">
                <c:v>0.7416488088086174</c:v>
              </c:pt>
              <c:pt idx="108">
                <c:v>0.7416488088086174</c:v>
              </c:pt>
              <c:pt idx="109">
                <c:v>0.7416488088086174</c:v>
              </c:pt>
              <c:pt idx="110">
                <c:v>0.7416488088086174</c:v>
              </c:pt>
              <c:pt idx="111">
                <c:v>0.7416488088086174</c:v>
              </c:pt>
              <c:pt idx="112">
                <c:v>0.7416488088086174</c:v>
              </c:pt>
              <c:pt idx="113">
                <c:v>0.7416488088086174</c:v>
              </c:pt>
              <c:pt idx="114">
                <c:v>0.7416488088086174</c:v>
              </c:pt>
              <c:pt idx="115">
                <c:v>0.7416488088086174</c:v>
              </c:pt>
              <c:pt idx="116">
                <c:v>0.7416488088086174</c:v>
              </c:pt>
              <c:pt idx="117">
                <c:v>0.7416488088086174</c:v>
              </c:pt>
              <c:pt idx="118">
                <c:v>0.7416488088086174</c:v>
              </c:pt>
              <c:pt idx="119">
                <c:v>0.7416488088086174</c:v>
              </c:pt>
              <c:pt idx="120">
                <c:v>0.7416488088086174</c:v>
              </c:pt>
              <c:pt idx="121">
                <c:v>0.7416488088086174</c:v>
              </c:pt>
              <c:pt idx="122">
                <c:v>0.7416488088086174</c:v>
              </c:pt>
              <c:pt idx="123">
                <c:v>0.7416488088086174</c:v>
              </c:pt>
              <c:pt idx="124">
                <c:v>0.7416488088086174</c:v>
              </c:pt>
              <c:pt idx="125">
                <c:v>0.7416488088086174</c:v>
              </c:pt>
              <c:pt idx="126">
                <c:v>0.7416488088086174</c:v>
              </c:pt>
              <c:pt idx="127">
                <c:v>0.7416488088086174</c:v>
              </c:pt>
              <c:pt idx="128">
                <c:v>0.7416488088086174</c:v>
              </c:pt>
              <c:pt idx="129">
                <c:v>0.7416488088086174</c:v>
              </c:pt>
              <c:pt idx="130">
                <c:v>0.7416488088086174</c:v>
              </c:pt>
              <c:pt idx="131">
                <c:v>0.7416488088086174</c:v>
              </c:pt>
              <c:pt idx="132">
                <c:v>0.7416488088086174</c:v>
              </c:pt>
              <c:pt idx="133">
                <c:v>0.7416488088086174</c:v>
              </c:pt>
              <c:pt idx="134">
                <c:v>0.7416488088086174</c:v>
              </c:pt>
              <c:pt idx="135">
                <c:v>0.7416488088086174</c:v>
              </c:pt>
              <c:pt idx="136">
                <c:v>0.7416488088086174</c:v>
              </c:pt>
              <c:pt idx="137">
                <c:v>0.7416488088086174</c:v>
              </c:pt>
              <c:pt idx="138">
                <c:v>0.7416488088086174</c:v>
              </c:pt>
              <c:pt idx="139">
                <c:v>0.7416488088086174</c:v>
              </c:pt>
              <c:pt idx="140">
                <c:v>0.7416488088086174</c:v>
              </c:pt>
              <c:pt idx="141">
                <c:v>0.7416488088086174</c:v>
              </c:pt>
              <c:pt idx="142">
                <c:v>0.7416488088086174</c:v>
              </c:pt>
              <c:pt idx="143">
                <c:v>0.7416488088086174</c:v>
              </c:pt>
              <c:pt idx="144">
                <c:v>0.7416488088086174</c:v>
              </c:pt>
              <c:pt idx="145">
                <c:v>0.7416488088086174</c:v>
              </c:pt>
              <c:pt idx="146">
                <c:v>0.7416488088086174</c:v>
              </c:pt>
              <c:pt idx="147">
                <c:v>0.7416488088086174</c:v>
              </c:pt>
              <c:pt idx="148">
                <c:v>0.7416488088086174</c:v>
              </c:pt>
              <c:pt idx="149">
                <c:v>0.7416488088086174</c:v>
              </c:pt>
              <c:pt idx="150">
                <c:v>0.7416488088086174</c:v>
              </c:pt>
              <c:pt idx="151">
                <c:v>0.7416488088086174</c:v>
              </c:pt>
              <c:pt idx="152">
                <c:v>0.7416488088086174</c:v>
              </c:pt>
              <c:pt idx="153">
                <c:v>0.7416488088086174</c:v>
              </c:pt>
              <c:pt idx="154">
                <c:v>0.7416488088086174</c:v>
              </c:pt>
              <c:pt idx="155">
                <c:v>0.7416488088086174</c:v>
              </c:pt>
              <c:pt idx="156">
                <c:v>0.7416488088086174</c:v>
              </c:pt>
              <c:pt idx="157">
                <c:v>0.7416488088086174</c:v>
              </c:pt>
              <c:pt idx="158">
                <c:v>0.7416488088086174</c:v>
              </c:pt>
              <c:pt idx="159">
                <c:v>0.7416488088086174</c:v>
              </c:pt>
              <c:pt idx="160">
                <c:v>0.7416488088086174</c:v>
              </c:pt>
              <c:pt idx="161">
                <c:v>0.7416488088086174</c:v>
              </c:pt>
              <c:pt idx="162">
                <c:v>0.7416488088086174</c:v>
              </c:pt>
              <c:pt idx="163">
                <c:v>0.7416488088086174</c:v>
              </c:pt>
              <c:pt idx="164">
                <c:v>0.7416488088086174</c:v>
              </c:pt>
              <c:pt idx="165">
                <c:v>0.7416488088086174</c:v>
              </c:pt>
              <c:pt idx="166">
                <c:v>0.7416488088086174</c:v>
              </c:pt>
              <c:pt idx="167">
                <c:v>0.7416488088086174</c:v>
              </c:pt>
              <c:pt idx="168">
                <c:v>0.7416488088086174</c:v>
              </c:pt>
              <c:pt idx="169">
                <c:v>0.7416488088086174</c:v>
              </c:pt>
              <c:pt idx="170">
                <c:v>0.7416488088086174</c:v>
              </c:pt>
              <c:pt idx="171">
                <c:v>0.7416488088086174</c:v>
              </c:pt>
              <c:pt idx="172">
                <c:v>0.7416488088086174</c:v>
              </c:pt>
              <c:pt idx="173">
                <c:v>0.7416488088086174</c:v>
              </c:pt>
              <c:pt idx="174">
                <c:v>0.7416488088086174</c:v>
              </c:pt>
              <c:pt idx="175">
                <c:v>0.7416488088086174</c:v>
              </c:pt>
              <c:pt idx="176">
                <c:v>0.7416488088086174</c:v>
              </c:pt>
              <c:pt idx="177">
                <c:v>0.7416488088086174</c:v>
              </c:pt>
              <c:pt idx="178">
                <c:v>0.7416488088086174</c:v>
              </c:pt>
              <c:pt idx="179">
                <c:v>0.7416488088086174</c:v>
              </c:pt>
              <c:pt idx="180">
                <c:v>0.7416488088086174</c:v>
              </c:pt>
              <c:pt idx="181">
                <c:v>0.7416488088086174</c:v>
              </c:pt>
              <c:pt idx="182">
                <c:v>0.7416488088086174</c:v>
              </c:pt>
              <c:pt idx="183">
                <c:v>0.7416488088086174</c:v>
              </c:pt>
              <c:pt idx="184">
                <c:v>0.7416488088086174</c:v>
              </c:pt>
              <c:pt idx="185">
                <c:v>0.7416488088086174</c:v>
              </c:pt>
              <c:pt idx="186">
                <c:v>0.7416488088086174</c:v>
              </c:pt>
              <c:pt idx="187">
                <c:v>0.7416488088086174</c:v>
              </c:pt>
              <c:pt idx="188">
                <c:v>0.7416488088086174</c:v>
              </c:pt>
              <c:pt idx="189">
                <c:v>0.7416488088086174</c:v>
              </c:pt>
              <c:pt idx="190">
                <c:v>0.7416488088086174</c:v>
              </c:pt>
              <c:pt idx="191">
                <c:v>0.7416488088086174</c:v>
              </c:pt>
              <c:pt idx="192">
                <c:v>0.7416488088086174</c:v>
              </c:pt>
              <c:pt idx="193">
                <c:v>0.7416488088086174</c:v>
              </c:pt>
              <c:pt idx="194">
                <c:v>0.7416488088086174</c:v>
              </c:pt>
              <c:pt idx="195">
                <c:v>0.7416488088086174</c:v>
              </c:pt>
              <c:pt idx="196">
                <c:v>0.7416488088086174</c:v>
              </c:pt>
              <c:pt idx="197">
                <c:v>0.7416488088086174</c:v>
              </c:pt>
              <c:pt idx="198">
                <c:v>0.7416488088086174</c:v>
              </c:pt>
              <c:pt idx="199">
                <c:v>0.7416488088086174</c:v>
              </c:pt>
              <c:pt idx="200">
                <c:v>0.7416488088086174</c:v>
              </c:pt>
              <c:pt idx="201">
                <c:v>0.7416488088086174</c:v>
              </c:pt>
              <c:pt idx="202">
                <c:v>0.7416488088086174</c:v>
              </c:pt>
              <c:pt idx="203">
                <c:v>0.7416488088086174</c:v>
              </c:pt>
              <c:pt idx="204">
                <c:v>0.7416488088086174</c:v>
              </c:pt>
              <c:pt idx="205">
                <c:v>0.7416488088086174</c:v>
              </c:pt>
              <c:pt idx="206">
                <c:v>0.7416488088086174</c:v>
              </c:pt>
              <c:pt idx="207">
                <c:v>0.7416488088086174</c:v>
              </c:pt>
              <c:pt idx="208">
                <c:v>0.7416488088086174</c:v>
              </c:pt>
              <c:pt idx="209">
                <c:v>0.7416488088086174</c:v>
              </c:pt>
              <c:pt idx="210">
                <c:v>0.7416488088086174</c:v>
              </c:pt>
              <c:pt idx="211">
                <c:v>0.7416488088086174</c:v>
              </c:pt>
              <c:pt idx="212">
                <c:v>0.7416488088086174</c:v>
              </c:pt>
              <c:pt idx="213">
                <c:v>0.7416488088086174</c:v>
              </c:pt>
              <c:pt idx="214">
                <c:v>0.7416488088086174</c:v>
              </c:pt>
              <c:pt idx="215">
                <c:v>0.7416488088086174</c:v>
              </c:pt>
              <c:pt idx="216">
                <c:v>0.7416488088086174</c:v>
              </c:pt>
              <c:pt idx="217">
                <c:v>0.7416488088086174</c:v>
              </c:pt>
              <c:pt idx="218">
                <c:v>0.7416488088086174</c:v>
              </c:pt>
              <c:pt idx="219">
                <c:v>0.7416488088086174</c:v>
              </c:pt>
              <c:pt idx="220">
                <c:v>0.7416488088086174</c:v>
              </c:pt>
              <c:pt idx="221">
                <c:v>0.7416488088086174</c:v>
              </c:pt>
              <c:pt idx="222">
                <c:v>0.7416488088086174</c:v>
              </c:pt>
              <c:pt idx="223">
                <c:v>0.7416488088086174</c:v>
              </c:pt>
              <c:pt idx="224">
                <c:v>0.7416488088086174</c:v>
              </c:pt>
              <c:pt idx="225">
                <c:v>0.7416488088086174</c:v>
              </c:pt>
              <c:pt idx="226">
                <c:v>0.7416488088086174</c:v>
              </c:pt>
              <c:pt idx="227">
                <c:v>0.7416488088086174</c:v>
              </c:pt>
              <c:pt idx="228">
                <c:v>0.7416488088086174</c:v>
              </c:pt>
              <c:pt idx="229">
                <c:v>0.7416488088086174</c:v>
              </c:pt>
              <c:pt idx="230">
                <c:v>0.7416488088086174</c:v>
              </c:pt>
              <c:pt idx="231">
                <c:v>0.7416488088086174</c:v>
              </c:pt>
              <c:pt idx="232">
                <c:v>0.7416488088086174</c:v>
              </c:pt>
              <c:pt idx="233">
                <c:v>0.7416488088086174</c:v>
              </c:pt>
              <c:pt idx="234">
                <c:v>0.7416488088086174</c:v>
              </c:pt>
              <c:pt idx="235">
                <c:v>0.7416488088086174</c:v>
              </c:pt>
              <c:pt idx="236">
                <c:v>0.7416488088086174</c:v>
              </c:pt>
              <c:pt idx="237">
                <c:v>0.7416488088086174</c:v>
              </c:pt>
              <c:pt idx="238">
                <c:v>0.7416488088086174</c:v>
              </c:pt>
              <c:pt idx="239">
                <c:v>0.7416488088086174</c:v>
              </c:pt>
              <c:pt idx="240">
                <c:v>0.7416488088086174</c:v>
              </c:pt>
              <c:pt idx="241">
                <c:v>0.7416488088086174</c:v>
              </c:pt>
              <c:pt idx="242">
                <c:v>0.7416488088086174</c:v>
              </c:pt>
              <c:pt idx="243">
                <c:v>0.7416488088086174</c:v>
              </c:pt>
              <c:pt idx="244">
                <c:v>0.7416488088086174</c:v>
              </c:pt>
              <c:pt idx="245">
                <c:v>0.7416488088086174</c:v>
              </c:pt>
              <c:pt idx="246">
                <c:v>0.7416488088086174</c:v>
              </c:pt>
              <c:pt idx="247">
                <c:v>0.7416488088086174</c:v>
              </c:pt>
              <c:pt idx="248">
                <c:v>0.7416488088086174</c:v>
              </c:pt>
              <c:pt idx="249">
                <c:v>0.7416488088086174</c:v>
              </c:pt>
              <c:pt idx="250">
                <c:v>0.7416488088086174</c:v>
              </c:pt>
              <c:pt idx="251">
                <c:v>0.7416488088086174</c:v>
              </c:pt>
              <c:pt idx="252">
                <c:v>0.7416488088086174</c:v>
              </c:pt>
              <c:pt idx="253">
                <c:v>0.7416488088086174</c:v>
              </c:pt>
              <c:pt idx="254">
                <c:v>0.7416488088086174</c:v>
              </c:pt>
              <c:pt idx="255">
                <c:v>0.7416488088086174</c:v>
              </c:pt>
              <c:pt idx="256">
                <c:v>0.7416488088086174</c:v>
              </c:pt>
              <c:pt idx="257">
                <c:v>0.7416488088086174</c:v>
              </c:pt>
              <c:pt idx="258">
                <c:v>0.7416488088086174</c:v>
              </c:pt>
              <c:pt idx="259">
                <c:v>0.7416488088086174</c:v>
              </c:pt>
              <c:pt idx="260">
                <c:v>0.7416488088086174</c:v>
              </c:pt>
              <c:pt idx="261">
                <c:v>0.7416488088086174</c:v>
              </c:pt>
              <c:pt idx="262">
                <c:v>0.7416488088086174</c:v>
              </c:pt>
              <c:pt idx="263">
                <c:v>0.7416488088086174</c:v>
              </c:pt>
              <c:pt idx="264">
                <c:v>0.7416488088086174</c:v>
              </c:pt>
              <c:pt idx="265">
                <c:v>0.7416488088086174</c:v>
              </c:pt>
              <c:pt idx="266">
                <c:v>0.7416488088086174</c:v>
              </c:pt>
              <c:pt idx="267">
                <c:v>0.7416488088086174</c:v>
              </c:pt>
              <c:pt idx="268">
                <c:v>0.7416488088086174</c:v>
              </c:pt>
              <c:pt idx="269">
                <c:v>0.7416488088086174</c:v>
              </c:pt>
              <c:pt idx="270">
                <c:v>0.7416488088086174</c:v>
              </c:pt>
              <c:pt idx="271">
                <c:v>0.7416488088086174</c:v>
              </c:pt>
              <c:pt idx="272">
                <c:v>0.7416488088086174</c:v>
              </c:pt>
              <c:pt idx="273">
                <c:v>0.7416488088086174</c:v>
              </c:pt>
              <c:pt idx="274">
                <c:v>0.7416488088086174</c:v>
              </c:pt>
              <c:pt idx="275">
                <c:v>0.7416488088086174</c:v>
              </c:pt>
              <c:pt idx="276">
                <c:v>0.7416488088086174</c:v>
              </c:pt>
              <c:pt idx="277">
                <c:v>0.7416488088086174</c:v>
              </c:pt>
              <c:pt idx="278">
                <c:v>0.7416488088086174</c:v>
              </c:pt>
              <c:pt idx="279">
                <c:v>0.7416488088086174</c:v>
              </c:pt>
              <c:pt idx="280">
                <c:v>0.7416488088086174</c:v>
              </c:pt>
              <c:pt idx="281">
                <c:v>0.7416488088086174</c:v>
              </c:pt>
              <c:pt idx="282">
                <c:v>0.7416488088086174</c:v>
              </c:pt>
              <c:pt idx="283">
                <c:v>0.7416488088086174</c:v>
              </c:pt>
              <c:pt idx="284">
                <c:v>0.7416488088086174</c:v>
              </c:pt>
              <c:pt idx="285">
                <c:v>0.7416488088086174</c:v>
              </c:pt>
              <c:pt idx="286">
                <c:v>0.7416488088086174</c:v>
              </c:pt>
              <c:pt idx="287">
                <c:v>0.7416488088086174</c:v>
              </c:pt>
              <c:pt idx="288">
                <c:v>0.7416488088086174</c:v>
              </c:pt>
              <c:pt idx="289">
                <c:v>0.7416488088086174</c:v>
              </c:pt>
              <c:pt idx="290">
                <c:v>0.7416488088086174</c:v>
              </c:pt>
              <c:pt idx="291">
                <c:v>0.7416488088086174</c:v>
              </c:pt>
              <c:pt idx="292">
                <c:v>0.7416488088086174</c:v>
              </c:pt>
              <c:pt idx="293">
                <c:v>0.7416488088086174</c:v>
              </c:pt>
              <c:pt idx="294">
                <c:v>0.7416488088086174</c:v>
              </c:pt>
              <c:pt idx="295">
                <c:v>0.7416488088086174</c:v>
              </c:pt>
              <c:pt idx="296">
                <c:v>0.7416488088086174</c:v>
              </c:pt>
              <c:pt idx="297">
                <c:v>0.7416488088086174</c:v>
              </c:pt>
              <c:pt idx="298">
                <c:v>0.7416488088086174</c:v>
              </c:pt>
              <c:pt idx="299">
                <c:v>0.7416488088086174</c:v>
              </c:pt>
              <c:pt idx="300">
                <c:v>0.7416488088086174</c:v>
              </c:pt>
              <c:pt idx="301">
                <c:v>0.7416488088086174</c:v>
              </c:pt>
              <c:pt idx="302">
                <c:v>0.7416488088086174</c:v>
              </c:pt>
              <c:pt idx="303">
                <c:v>0.7416488088086174</c:v>
              </c:pt>
              <c:pt idx="304">
                <c:v>0.7416488088086174</c:v>
              </c:pt>
              <c:pt idx="305">
                <c:v>0.7416488088086174</c:v>
              </c:pt>
              <c:pt idx="306">
                <c:v>0.7416488088086174</c:v>
              </c:pt>
              <c:pt idx="307">
                <c:v>0.7416488088086174</c:v>
              </c:pt>
              <c:pt idx="308">
                <c:v>0.7416488088086174</c:v>
              </c:pt>
              <c:pt idx="309">
                <c:v>0.7416488088086174</c:v>
              </c:pt>
              <c:pt idx="310">
                <c:v>0.7416488088086174</c:v>
              </c:pt>
              <c:pt idx="311">
                <c:v>0.7416488088086174</c:v>
              </c:pt>
              <c:pt idx="312">
                <c:v>0.7416488088086174</c:v>
              </c:pt>
              <c:pt idx="313">
                <c:v>0.7416488088086174</c:v>
              </c:pt>
              <c:pt idx="314">
                <c:v>0.7416488088086174</c:v>
              </c:pt>
              <c:pt idx="315">
                <c:v>0.7416488088086174</c:v>
              </c:pt>
              <c:pt idx="316">
                <c:v>0.7416488088086174</c:v>
              </c:pt>
              <c:pt idx="317">
                <c:v>0.7416488088086174</c:v>
              </c:pt>
              <c:pt idx="318">
                <c:v>0.7416488088086174</c:v>
              </c:pt>
              <c:pt idx="319">
                <c:v>0.7416488088086174</c:v>
              </c:pt>
              <c:pt idx="320">
                <c:v>0.7416488088086174</c:v>
              </c:pt>
              <c:pt idx="321">
                <c:v>0.7416488088086174</c:v>
              </c:pt>
              <c:pt idx="322">
                <c:v>0.7416488088086174</c:v>
              </c:pt>
              <c:pt idx="323">
                <c:v>0.7416488088086174</c:v>
              </c:pt>
              <c:pt idx="324">
                <c:v>0.7416488088086174</c:v>
              </c:pt>
              <c:pt idx="325">
                <c:v>0.7416488088086174</c:v>
              </c:pt>
              <c:pt idx="326">
                <c:v>0.7416488088086174</c:v>
              </c:pt>
              <c:pt idx="327">
                <c:v>0.7416488088086174</c:v>
              </c:pt>
              <c:pt idx="328">
                <c:v>0.7416488088086174</c:v>
              </c:pt>
              <c:pt idx="329">
                <c:v>0.7416488088086174</c:v>
              </c:pt>
              <c:pt idx="330">
                <c:v>0.7416488088086174</c:v>
              </c:pt>
              <c:pt idx="331">
                <c:v>0.7416488088086174</c:v>
              </c:pt>
              <c:pt idx="332">
                <c:v>0.7416488088086174</c:v>
              </c:pt>
              <c:pt idx="333">
                <c:v>0.7416488088086174</c:v>
              </c:pt>
              <c:pt idx="334">
                <c:v>0.7416488088086174</c:v>
              </c:pt>
              <c:pt idx="335">
                <c:v>0.7416488088086174</c:v>
              </c:pt>
              <c:pt idx="336">
                <c:v>0.7416488088086174</c:v>
              </c:pt>
              <c:pt idx="337">
                <c:v>0.7416488088086174</c:v>
              </c:pt>
              <c:pt idx="338">
                <c:v>0.7416488088086174</c:v>
              </c:pt>
              <c:pt idx="339">
                <c:v>0.7416488088086174</c:v>
              </c:pt>
              <c:pt idx="340">
                <c:v>0.7416488088086174</c:v>
              </c:pt>
              <c:pt idx="341">
                <c:v>0.7416488088086174</c:v>
              </c:pt>
              <c:pt idx="342">
                <c:v>0.7416488088086174</c:v>
              </c:pt>
              <c:pt idx="343">
                <c:v>0.7416488088086174</c:v>
              </c:pt>
              <c:pt idx="344">
                <c:v>0.7416488088086174</c:v>
              </c:pt>
              <c:pt idx="345">
                <c:v>0.7416488088086174</c:v>
              </c:pt>
              <c:pt idx="346">
                <c:v>0.7416488088086174</c:v>
              </c:pt>
              <c:pt idx="347">
                <c:v>0.7416488088086174</c:v>
              </c:pt>
              <c:pt idx="348">
                <c:v>0.7416488088086174</c:v>
              </c:pt>
              <c:pt idx="349">
                <c:v>0.7416488088086174</c:v>
              </c:pt>
              <c:pt idx="350">
                <c:v>0.7416488088086174</c:v>
              </c:pt>
              <c:pt idx="351">
                <c:v>0.7416488088086174</c:v>
              </c:pt>
              <c:pt idx="352">
                <c:v>0.7416488088086174</c:v>
              </c:pt>
              <c:pt idx="353">
                <c:v>0.7416488088086174</c:v>
              </c:pt>
              <c:pt idx="354">
                <c:v>0.7416488088086174</c:v>
              </c:pt>
              <c:pt idx="355">
                <c:v>0.7416488088086174</c:v>
              </c:pt>
              <c:pt idx="356">
                <c:v>0.7416488088086174</c:v>
              </c:pt>
              <c:pt idx="357">
                <c:v>0.7416488088086174</c:v>
              </c:pt>
              <c:pt idx="358">
                <c:v>0.7416488088086174</c:v>
              </c:pt>
              <c:pt idx="359">
                <c:v>0.7416488088086174</c:v>
              </c:pt>
              <c:pt idx="360">
                <c:v>0.7416488088086174</c:v>
              </c:pt>
              <c:pt idx="361">
                <c:v>0.7416488088086174</c:v>
              </c:pt>
              <c:pt idx="362">
                <c:v>0.7416488088086174</c:v>
              </c:pt>
              <c:pt idx="363">
                <c:v>0.7416488088086174</c:v>
              </c:pt>
              <c:pt idx="364">
                <c:v>0.7416488088086174</c:v>
              </c:pt>
              <c:pt idx="365">
                <c:v>0.7416488088086174</c:v>
              </c:pt>
              <c:pt idx="366">
                <c:v>0.7416488088086174</c:v>
              </c:pt>
              <c:pt idx="367">
                <c:v>0.7416488088086174</c:v>
              </c:pt>
              <c:pt idx="368">
                <c:v>0.7416488088086174</c:v>
              </c:pt>
              <c:pt idx="369">
                <c:v>0.7416488088086174</c:v>
              </c:pt>
              <c:pt idx="370">
                <c:v>0.7416488088086174</c:v>
              </c:pt>
              <c:pt idx="371">
                <c:v>0.7416488088086174</c:v>
              </c:pt>
              <c:pt idx="372">
                <c:v>0.7416488088086174</c:v>
              </c:pt>
              <c:pt idx="373">
                <c:v>0.7416488088086174</c:v>
              </c:pt>
              <c:pt idx="374">
                <c:v>0.7416488088086174</c:v>
              </c:pt>
              <c:pt idx="375">
                <c:v>0.7416488088086174</c:v>
              </c:pt>
              <c:pt idx="376">
                <c:v>0.7416488088086174</c:v>
              </c:pt>
              <c:pt idx="377">
                <c:v>0.7416488088086174</c:v>
              </c:pt>
              <c:pt idx="378">
                <c:v>0.7416488088086174</c:v>
              </c:pt>
              <c:pt idx="379">
                <c:v>0.7416488088086174</c:v>
              </c:pt>
              <c:pt idx="380">
                <c:v>0.7416488088086174</c:v>
              </c:pt>
              <c:pt idx="381">
                <c:v>0.7416488088086174</c:v>
              </c:pt>
              <c:pt idx="382">
                <c:v>0.7416488088086174</c:v>
              </c:pt>
              <c:pt idx="383">
                <c:v>0.7416488088086174</c:v>
              </c:pt>
              <c:pt idx="384">
                <c:v>0.7416488088086174</c:v>
              </c:pt>
              <c:pt idx="385">
                <c:v>0.7416488088086174</c:v>
              </c:pt>
              <c:pt idx="386">
                <c:v>0.7416488088086174</c:v>
              </c:pt>
              <c:pt idx="387">
                <c:v>0.7416488088086174</c:v>
              </c:pt>
              <c:pt idx="388">
                <c:v>0.7416488088086174</c:v>
              </c:pt>
              <c:pt idx="389">
                <c:v>0.7416488088086174</c:v>
              </c:pt>
              <c:pt idx="390">
                <c:v>0.7416488088086174</c:v>
              </c:pt>
              <c:pt idx="391">
                <c:v>0.7416488088086174</c:v>
              </c:pt>
              <c:pt idx="392">
                <c:v>0.7416488088086174</c:v>
              </c:pt>
              <c:pt idx="393">
                <c:v>0.7416488088086174</c:v>
              </c:pt>
              <c:pt idx="394">
                <c:v>0.7416488088086174</c:v>
              </c:pt>
              <c:pt idx="395">
                <c:v>0.7416488088086174</c:v>
              </c:pt>
              <c:pt idx="396">
                <c:v>0.7416488088086174</c:v>
              </c:pt>
              <c:pt idx="397">
                <c:v>0.7416488088086174</c:v>
              </c:pt>
              <c:pt idx="398">
                <c:v>0.7416488088086174</c:v>
              </c:pt>
              <c:pt idx="399">
                <c:v>0.7416488088086174</c:v>
              </c:pt>
              <c:pt idx="400">
                <c:v>0.7416488088086174</c:v>
              </c:pt>
              <c:pt idx="401">
                <c:v>0.7416488088086174</c:v>
              </c:pt>
              <c:pt idx="402">
                <c:v>0.7416488088086174</c:v>
              </c:pt>
              <c:pt idx="403">
                <c:v>0.7416488088086174</c:v>
              </c:pt>
              <c:pt idx="404">
                <c:v>0.7416488088086174</c:v>
              </c:pt>
              <c:pt idx="405">
                <c:v>0.7416488088086174</c:v>
              </c:pt>
              <c:pt idx="406">
                <c:v>0.7416488088086174</c:v>
              </c:pt>
              <c:pt idx="407">
                <c:v>0.7416488088086174</c:v>
              </c:pt>
              <c:pt idx="408">
                <c:v>0.7416488088086174</c:v>
              </c:pt>
              <c:pt idx="409">
                <c:v>0.7416488088086174</c:v>
              </c:pt>
              <c:pt idx="410">
                <c:v>0.7416488088086174</c:v>
              </c:pt>
              <c:pt idx="411">
                <c:v>0.7416488088086174</c:v>
              </c:pt>
            </c:numLit>
          </c:yVal>
          <c:smooth val="0"/>
        </c:ser>
        <c:ser>
          <c:idx val="8"/>
          <c:order val="8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4.669276550240401</c:v>
              </c:pt>
              <c:pt idx="1">
                <c:v>4.669276550240401</c:v>
              </c:pt>
              <c:pt idx="2">
                <c:v>4.669276550240401</c:v>
              </c:pt>
              <c:pt idx="3">
                <c:v>4.669276550240401</c:v>
              </c:pt>
              <c:pt idx="4">
                <c:v>4.669276550240401</c:v>
              </c:pt>
              <c:pt idx="5">
                <c:v>4.669276550240401</c:v>
              </c:pt>
              <c:pt idx="6">
                <c:v>4.669276550240401</c:v>
              </c:pt>
              <c:pt idx="7">
                <c:v>4.669276550240401</c:v>
              </c:pt>
              <c:pt idx="8">
                <c:v>4.669276550240401</c:v>
              </c:pt>
              <c:pt idx="9">
                <c:v>4.669276550240401</c:v>
              </c:pt>
              <c:pt idx="10">
                <c:v>4.669276550240401</c:v>
              </c:pt>
              <c:pt idx="11">
                <c:v>4.669276550240401</c:v>
              </c:pt>
              <c:pt idx="12">
                <c:v>4.669276550240401</c:v>
              </c:pt>
              <c:pt idx="13">
                <c:v>4.669276550240401</c:v>
              </c:pt>
              <c:pt idx="14">
                <c:v>4.669276550240401</c:v>
              </c:pt>
              <c:pt idx="15">
                <c:v>4.669276550240401</c:v>
              </c:pt>
              <c:pt idx="16">
                <c:v>4.669276550240401</c:v>
              </c:pt>
              <c:pt idx="17">
                <c:v>4.669276550240401</c:v>
              </c:pt>
              <c:pt idx="18">
                <c:v>4.669276550240401</c:v>
              </c:pt>
              <c:pt idx="19">
                <c:v>4.669276550240401</c:v>
              </c:pt>
              <c:pt idx="20">
                <c:v>4.669276550240401</c:v>
              </c:pt>
              <c:pt idx="21">
                <c:v>4.669276550240401</c:v>
              </c:pt>
              <c:pt idx="22">
                <c:v>4.669276550240401</c:v>
              </c:pt>
              <c:pt idx="23">
                <c:v>4.669276550240401</c:v>
              </c:pt>
              <c:pt idx="24">
                <c:v>4.669276550240401</c:v>
              </c:pt>
              <c:pt idx="25">
                <c:v>4.669276550240401</c:v>
              </c:pt>
              <c:pt idx="26">
                <c:v>4.669276550240401</c:v>
              </c:pt>
              <c:pt idx="27">
                <c:v>4.669276550240401</c:v>
              </c:pt>
              <c:pt idx="28">
                <c:v>4.669276550240401</c:v>
              </c:pt>
              <c:pt idx="29">
                <c:v>4.669276550240401</c:v>
              </c:pt>
              <c:pt idx="30">
                <c:v>4.669276550240401</c:v>
              </c:pt>
              <c:pt idx="31">
                <c:v>4.669276550240401</c:v>
              </c:pt>
              <c:pt idx="32">
                <c:v>4.669276550240401</c:v>
              </c:pt>
              <c:pt idx="33">
                <c:v>4.669276550240401</c:v>
              </c:pt>
              <c:pt idx="34">
                <c:v>4.669276550240401</c:v>
              </c:pt>
              <c:pt idx="35">
                <c:v>4.669276550240401</c:v>
              </c:pt>
              <c:pt idx="36">
                <c:v>4.669276550240401</c:v>
              </c:pt>
              <c:pt idx="37">
                <c:v>4.669276550240401</c:v>
              </c:pt>
              <c:pt idx="38">
                <c:v>4.669276550240401</c:v>
              </c:pt>
              <c:pt idx="39">
                <c:v>4.669276550240401</c:v>
              </c:pt>
              <c:pt idx="40">
                <c:v>4.669276550240401</c:v>
              </c:pt>
              <c:pt idx="41">
                <c:v>4.669276550240401</c:v>
              </c:pt>
              <c:pt idx="42">
                <c:v>4.669276550240401</c:v>
              </c:pt>
              <c:pt idx="43">
                <c:v>4.669276550240401</c:v>
              </c:pt>
              <c:pt idx="44">
                <c:v>4.669276550240401</c:v>
              </c:pt>
              <c:pt idx="45">
                <c:v>4.669276550240401</c:v>
              </c:pt>
              <c:pt idx="46">
                <c:v>4.669276550240401</c:v>
              </c:pt>
              <c:pt idx="47">
                <c:v>4.669276550240401</c:v>
              </c:pt>
              <c:pt idx="48">
                <c:v>4.669276550240401</c:v>
              </c:pt>
              <c:pt idx="49">
                <c:v>4.669276550240401</c:v>
              </c:pt>
              <c:pt idx="50">
                <c:v>4.669276550240401</c:v>
              </c:pt>
              <c:pt idx="51">
                <c:v>4.669276550240401</c:v>
              </c:pt>
              <c:pt idx="52">
                <c:v>4.669276550240401</c:v>
              </c:pt>
              <c:pt idx="53">
                <c:v>4.669276550240401</c:v>
              </c:pt>
              <c:pt idx="54">
                <c:v>4.669276550240401</c:v>
              </c:pt>
              <c:pt idx="55">
                <c:v>4.669276550240401</c:v>
              </c:pt>
              <c:pt idx="56">
                <c:v>4.669276550240401</c:v>
              </c:pt>
              <c:pt idx="57">
                <c:v>4.669276550240401</c:v>
              </c:pt>
              <c:pt idx="58">
                <c:v>4.669276550240401</c:v>
              </c:pt>
              <c:pt idx="59">
                <c:v>4.669276550240401</c:v>
              </c:pt>
              <c:pt idx="60">
                <c:v>4.669276550240401</c:v>
              </c:pt>
              <c:pt idx="61">
                <c:v>4.669276550240401</c:v>
              </c:pt>
              <c:pt idx="62">
                <c:v>4.669276550240401</c:v>
              </c:pt>
              <c:pt idx="63">
                <c:v>4.669276550240401</c:v>
              </c:pt>
              <c:pt idx="64">
                <c:v>4.669276550240401</c:v>
              </c:pt>
              <c:pt idx="65">
                <c:v>4.669276550240401</c:v>
              </c:pt>
              <c:pt idx="66">
                <c:v>4.669276550240401</c:v>
              </c:pt>
              <c:pt idx="67">
                <c:v>4.669276550240401</c:v>
              </c:pt>
              <c:pt idx="68">
                <c:v>4.669276550240401</c:v>
              </c:pt>
              <c:pt idx="69">
                <c:v>4.669276550240401</c:v>
              </c:pt>
              <c:pt idx="70">
                <c:v>4.669276550240401</c:v>
              </c:pt>
              <c:pt idx="71">
                <c:v>4.669276550240401</c:v>
              </c:pt>
              <c:pt idx="72">
                <c:v>4.669276550240401</c:v>
              </c:pt>
              <c:pt idx="73">
                <c:v>4.669276550240401</c:v>
              </c:pt>
              <c:pt idx="74">
                <c:v>4.669276550240401</c:v>
              </c:pt>
              <c:pt idx="75">
                <c:v>4.669276550240401</c:v>
              </c:pt>
              <c:pt idx="76">
                <c:v>4.669276550240401</c:v>
              </c:pt>
              <c:pt idx="77">
                <c:v>4.669276550240401</c:v>
              </c:pt>
              <c:pt idx="78">
                <c:v>4.669276550240401</c:v>
              </c:pt>
              <c:pt idx="79">
                <c:v>4.669276550240401</c:v>
              </c:pt>
              <c:pt idx="80">
                <c:v>4.669276550240401</c:v>
              </c:pt>
              <c:pt idx="81">
                <c:v>4.669276550240401</c:v>
              </c:pt>
              <c:pt idx="82">
                <c:v>4.669276550240401</c:v>
              </c:pt>
              <c:pt idx="83">
                <c:v>4.669276550240401</c:v>
              </c:pt>
              <c:pt idx="84">
                <c:v>4.669276550240401</c:v>
              </c:pt>
              <c:pt idx="85">
                <c:v>4.669276550240401</c:v>
              </c:pt>
              <c:pt idx="86">
                <c:v>4.669276550240401</c:v>
              </c:pt>
              <c:pt idx="87">
                <c:v>4.669276550240401</c:v>
              </c:pt>
              <c:pt idx="88">
                <c:v>4.669276550240401</c:v>
              </c:pt>
              <c:pt idx="89">
                <c:v>4.669276550240401</c:v>
              </c:pt>
              <c:pt idx="90">
                <c:v>4.669276550240401</c:v>
              </c:pt>
              <c:pt idx="91">
                <c:v>4.669276550240401</c:v>
              </c:pt>
              <c:pt idx="92">
                <c:v>4.669276550240401</c:v>
              </c:pt>
              <c:pt idx="93">
                <c:v>4.669276550240401</c:v>
              </c:pt>
              <c:pt idx="94">
                <c:v>4.669276550240401</c:v>
              </c:pt>
              <c:pt idx="95">
                <c:v>4.669276550240401</c:v>
              </c:pt>
              <c:pt idx="96">
                <c:v>4.669276550240401</c:v>
              </c:pt>
              <c:pt idx="97">
                <c:v>4.669276550240401</c:v>
              </c:pt>
              <c:pt idx="98">
                <c:v>4.669276550240401</c:v>
              </c:pt>
              <c:pt idx="99">
                <c:v>4.669276550240401</c:v>
              </c:pt>
              <c:pt idx="100">
                <c:v>4.669276550240401</c:v>
              </c:pt>
              <c:pt idx="101">
                <c:v>4.669276550240401</c:v>
              </c:pt>
              <c:pt idx="102">
                <c:v>4.669276550240401</c:v>
              </c:pt>
              <c:pt idx="103">
                <c:v>4.669276550240401</c:v>
              </c:pt>
              <c:pt idx="104">
                <c:v>4.669276550240401</c:v>
              </c:pt>
              <c:pt idx="105">
                <c:v>4.669276550240401</c:v>
              </c:pt>
              <c:pt idx="106">
                <c:v>4.669276550240401</c:v>
              </c:pt>
              <c:pt idx="107">
                <c:v>4.669276550240401</c:v>
              </c:pt>
              <c:pt idx="108">
                <c:v>4.669276550240401</c:v>
              </c:pt>
              <c:pt idx="109">
                <c:v>4.669276550240401</c:v>
              </c:pt>
              <c:pt idx="110">
                <c:v>4.669276550240401</c:v>
              </c:pt>
              <c:pt idx="111">
                <c:v>4.669276550240401</c:v>
              </c:pt>
              <c:pt idx="112">
                <c:v>4.669276550240401</c:v>
              </c:pt>
              <c:pt idx="113">
                <c:v>4.669276550240401</c:v>
              </c:pt>
              <c:pt idx="114">
                <c:v>4.669276550240401</c:v>
              </c:pt>
              <c:pt idx="115">
                <c:v>4.669276550240401</c:v>
              </c:pt>
              <c:pt idx="116">
                <c:v>4.669276550240401</c:v>
              </c:pt>
              <c:pt idx="117">
                <c:v>4.669276550240401</c:v>
              </c:pt>
              <c:pt idx="118">
                <c:v>4.669276550240401</c:v>
              </c:pt>
              <c:pt idx="119">
                <c:v>4.669276550240401</c:v>
              </c:pt>
              <c:pt idx="120">
                <c:v>4.669276550240401</c:v>
              </c:pt>
              <c:pt idx="121">
                <c:v>4.669276550240401</c:v>
              </c:pt>
              <c:pt idx="122">
                <c:v>4.669276550240401</c:v>
              </c:pt>
              <c:pt idx="123">
                <c:v>4.669276550240401</c:v>
              </c:pt>
              <c:pt idx="124">
                <c:v>4.669276550240401</c:v>
              </c:pt>
              <c:pt idx="125">
                <c:v>4.669276550240401</c:v>
              </c:pt>
              <c:pt idx="126">
                <c:v>4.669276550240401</c:v>
              </c:pt>
              <c:pt idx="127">
                <c:v>4.669276550240401</c:v>
              </c:pt>
              <c:pt idx="128">
                <c:v>4.669276550240401</c:v>
              </c:pt>
              <c:pt idx="129">
                <c:v>4.669276550240401</c:v>
              </c:pt>
              <c:pt idx="130">
                <c:v>4.669276550240401</c:v>
              </c:pt>
              <c:pt idx="131">
                <c:v>4.669276550240401</c:v>
              </c:pt>
              <c:pt idx="132">
                <c:v>4.669276550240401</c:v>
              </c:pt>
              <c:pt idx="133">
                <c:v>4.669276550240401</c:v>
              </c:pt>
              <c:pt idx="134">
                <c:v>4.669276550240401</c:v>
              </c:pt>
              <c:pt idx="135">
                <c:v>4.669276550240401</c:v>
              </c:pt>
              <c:pt idx="136">
                <c:v>4.669276550240401</c:v>
              </c:pt>
              <c:pt idx="137">
                <c:v>4.669276550240401</c:v>
              </c:pt>
              <c:pt idx="138">
                <c:v>4.669276550240401</c:v>
              </c:pt>
              <c:pt idx="139">
                <c:v>4.669276550240401</c:v>
              </c:pt>
              <c:pt idx="140">
                <c:v>4.669276550240401</c:v>
              </c:pt>
              <c:pt idx="141">
                <c:v>4.669276550240401</c:v>
              </c:pt>
              <c:pt idx="142">
                <c:v>4.669276550240401</c:v>
              </c:pt>
              <c:pt idx="143">
                <c:v>4.669276550240401</c:v>
              </c:pt>
              <c:pt idx="144">
                <c:v>4.669276550240401</c:v>
              </c:pt>
              <c:pt idx="145">
                <c:v>4.669276550240401</c:v>
              </c:pt>
              <c:pt idx="146">
                <c:v>4.669276550240401</c:v>
              </c:pt>
              <c:pt idx="147">
                <c:v>4.669276550240401</c:v>
              </c:pt>
              <c:pt idx="148">
                <c:v>4.669276550240401</c:v>
              </c:pt>
              <c:pt idx="149">
                <c:v>4.669276550240401</c:v>
              </c:pt>
              <c:pt idx="150">
                <c:v>4.669276550240401</c:v>
              </c:pt>
              <c:pt idx="151">
                <c:v>4.669276550240401</c:v>
              </c:pt>
              <c:pt idx="152">
                <c:v>4.669276550240401</c:v>
              </c:pt>
              <c:pt idx="153">
                <c:v>4.669276550240401</c:v>
              </c:pt>
              <c:pt idx="154">
                <c:v>4.669276550240401</c:v>
              </c:pt>
              <c:pt idx="155">
                <c:v>4.669276550240401</c:v>
              </c:pt>
              <c:pt idx="156">
                <c:v>4.669276550240401</c:v>
              </c:pt>
              <c:pt idx="157">
                <c:v>4.669276550240401</c:v>
              </c:pt>
              <c:pt idx="158">
                <c:v>4.669276550240401</c:v>
              </c:pt>
              <c:pt idx="159">
                <c:v>4.669276550240401</c:v>
              </c:pt>
              <c:pt idx="160">
                <c:v>4.669276550240401</c:v>
              </c:pt>
              <c:pt idx="161">
                <c:v>4.669276550240401</c:v>
              </c:pt>
              <c:pt idx="162">
                <c:v>4.669276550240401</c:v>
              </c:pt>
              <c:pt idx="163">
                <c:v>4.669276550240401</c:v>
              </c:pt>
              <c:pt idx="164">
                <c:v>4.669276550240401</c:v>
              </c:pt>
              <c:pt idx="165">
                <c:v>4.669276550240401</c:v>
              </c:pt>
              <c:pt idx="166">
                <c:v>4.669276550240401</c:v>
              </c:pt>
              <c:pt idx="167">
                <c:v>4.669276550240401</c:v>
              </c:pt>
              <c:pt idx="168">
                <c:v>4.669276550240401</c:v>
              </c:pt>
              <c:pt idx="169">
                <c:v>4.669276550240401</c:v>
              </c:pt>
              <c:pt idx="170">
                <c:v>4.669276550240401</c:v>
              </c:pt>
              <c:pt idx="171">
                <c:v>4.669276550240401</c:v>
              </c:pt>
              <c:pt idx="172">
                <c:v>4.669276550240401</c:v>
              </c:pt>
              <c:pt idx="173">
                <c:v>4.669276550240401</c:v>
              </c:pt>
              <c:pt idx="174">
                <c:v>4.669276550240401</c:v>
              </c:pt>
              <c:pt idx="175">
                <c:v>4.669276550240401</c:v>
              </c:pt>
              <c:pt idx="176">
                <c:v>4.669276550240401</c:v>
              </c:pt>
              <c:pt idx="177">
                <c:v>4.669276550240401</c:v>
              </c:pt>
              <c:pt idx="178">
                <c:v>4.669276550240401</c:v>
              </c:pt>
              <c:pt idx="179">
                <c:v>4.669276550240401</c:v>
              </c:pt>
              <c:pt idx="180">
                <c:v>4.669276550240401</c:v>
              </c:pt>
              <c:pt idx="181">
                <c:v>4.669276550240401</c:v>
              </c:pt>
              <c:pt idx="182">
                <c:v>4.669276550240401</c:v>
              </c:pt>
              <c:pt idx="183">
                <c:v>4.669276550240401</c:v>
              </c:pt>
              <c:pt idx="184">
                <c:v>4.669276550240401</c:v>
              </c:pt>
              <c:pt idx="185">
                <c:v>4.669276550240401</c:v>
              </c:pt>
              <c:pt idx="186">
                <c:v>4.669276550240401</c:v>
              </c:pt>
              <c:pt idx="187">
                <c:v>4.669276550240401</c:v>
              </c:pt>
              <c:pt idx="188">
                <c:v>4.669276550240401</c:v>
              </c:pt>
              <c:pt idx="189">
                <c:v>4.669276550240401</c:v>
              </c:pt>
              <c:pt idx="190">
                <c:v>4.669276550240401</c:v>
              </c:pt>
              <c:pt idx="191">
                <c:v>4.669276550240401</c:v>
              </c:pt>
              <c:pt idx="192">
                <c:v>4.669276550240401</c:v>
              </c:pt>
              <c:pt idx="193">
                <c:v>4.669276550240401</c:v>
              </c:pt>
              <c:pt idx="194">
                <c:v>4.669276550240401</c:v>
              </c:pt>
              <c:pt idx="195">
                <c:v>4.669276550240401</c:v>
              </c:pt>
              <c:pt idx="196">
                <c:v>4.669276550240401</c:v>
              </c:pt>
              <c:pt idx="197">
                <c:v>4.669276550240401</c:v>
              </c:pt>
              <c:pt idx="198">
                <c:v>4.669276550240401</c:v>
              </c:pt>
              <c:pt idx="199">
                <c:v>4.669276550240401</c:v>
              </c:pt>
              <c:pt idx="200">
                <c:v>4.669276550240401</c:v>
              </c:pt>
              <c:pt idx="201">
                <c:v>4.669276550240401</c:v>
              </c:pt>
              <c:pt idx="202">
                <c:v>4.669276550240401</c:v>
              </c:pt>
              <c:pt idx="203">
                <c:v>4.669276550240401</c:v>
              </c:pt>
              <c:pt idx="204">
                <c:v>4.669276550240401</c:v>
              </c:pt>
              <c:pt idx="205">
                <c:v>4.669276550240401</c:v>
              </c:pt>
              <c:pt idx="206">
                <c:v>4.669276550240401</c:v>
              </c:pt>
              <c:pt idx="207">
                <c:v>4.669276550240401</c:v>
              </c:pt>
              <c:pt idx="208">
                <c:v>4.669276550240401</c:v>
              </c:pt>
              <c:pt idx="209">
                <c:v>4.669276550240401</c:v>
              </c:pt>
              <c:pt idx="210">
                <c:v>4.669276550240401</c:v>
              </c:pt>
              <c:pt idx="211">
                <c:v>4.669276550240401</c:v>
              </c:pt>
              <c:pt idx="212">
                <c:v>4.669276550240401</c:v>
              </c:pt>
              <c:pt idx="213">
                <c:v>4.669276550240401</c:v>
              </c:pt>
              <c:pt idx="214">
                <c:v>4.669276550240401</c:v>
              </c:pt>
              <c:pt idx="215">
                <c:v>4.669276550240401</c:v>
              </c:pt>
              <c:pt idx="216">
                <c:v>4.669276550240401</c:v>
              </c:pt>
              <c:pt idx="217">
                <c:v>4.669276550240401</c:v>
              </c:pt>
              <c:pt idx="218">
                <c:v>4.669276550240401</c:v>
              </c:pt>
              <c:pt idx="219">
                <c:v>4.669276550240401</c:v>
              </c:pt>
              <c:pt idx="220">
                <c:v>4.669276550240401</c:v>
              </c:pt>
              <c:pt idx="221">
                <c:v>4.669276550240401</c:v>
              </c:pt>
              <c:pt idx="222">
                <c:v>4.669276550240401</c:v>
              </c:pt>
              <c:pt idx="223">
                <c:v>4.669276550240401</c:v>
              </c:pt>
              <c:pt idx="224">
                <c:v>4.669276550240401</c:v>
              </c:pt>
              <c:pt idx="225">
                <c:v>4.669276550240401</c:v>
              </c:pt>
              <c:pt idx="226">
                <c:v>4.669276550240401</c:v>
              </c:pt>
              <c:pt idx="227">
                <c:v>4.669276550240401</c:v>
              </c:pt>
              <c:pt idx="228">
                <c:v>4.669276550240401</c:v>
              </c:pt>
              <c:pt idx="229">
                <c:v>4.669276550240401</c:v>
              </c:pt>
              <c:pt idx="230">
                <c:v>4.669276550240401</c:v>
              </c:pt>
              <c:pt idx="231">
                <c:v>4.669276550240401</c:v>
              </c:pt>
              <c:pt idx="232">
                <c:v>4.669276550240401</c:v>
              </c:pt>
              <c:pt idx="233">
                <c:v>4.669276550240401</c:v>
              </c:pt>
              <c:pt idx="234">
                <c:v>4.669276550240401</c:v>
              </c:pt>
              <c:pt idx="235">
                <c:v>4.669276550240401</c:v>
              </c:pt>
              <c:pt idx="236">
                <c:v>4.669276550240401</c:v>
              </c:pt>
              <c:pt idx="237">
                <c:v>4.669276550240401</c:v>
              </c:pt>
              <c:pt idx="238">
                <c:v>4.669276550240401</c:v>
              </c:pt>
              <c:pt idx="239">
                <c:v>4.669276550240401</c:v>
              </c:pt>
              <c:pt idx="240">
                <c:v>4.669276550240401</c:v>
              </c:pt>
              <c:pt idx="241">
                <c:v>4.669276550240401</c:v>
              </c:pt>
              <c:pt idx="242">
                <c:v>4.669276550240401</c:v>
              </c:pt>
              <c:pt idx="243">
                <c:v>4.669276550240401</c:v>
              </c:pt>
              <c:pt idx="244">
                <c:v>4.669276550240401</c:v>
              </c:pt>
              <c:pt idx="245">
                <c:v>4.669276550240401</c:v>
              </c:pt>
              <c:pt idx="246">
                <c:v>4.669276550240401</c:v>
              </c:pt>
              <c:pt idx="247">
                <c:v>4.669276550240401</c:v>
              </c:pt>
              <c:pt idx="248">
                <c:v>4.669276550240401</c:v>
              </c:pt>
              <c:pt idx="249">
                <c:v>4.669276550240401</c:v>
              </c:pt>
              <c:pt idx="250">
                <c:v>4.669276550240401</c:v>
              </c:pt>
              <c:pt idx="251">
                <c:v>4.669276550240401</c:v>
              </c:pt>
              <c:pt idx="252">
                <c:v>4.669276550240401</c:v>
              </c:pt>
              <c:pt idx="253">
                <c:v>4.669276550240401</c:v>
              </c:pt>
              <c:pt idx="254">
                <c:v>4.669276550240401</c:v>
              </c:pt>
              <c:pt idx="255">
                <c:v>4.669276550240401</c:v>
              </c:pt>
              <c:pt idx="256">
                <c:v>4.669276550240401</c:v>
              </c:pt>
              <c:pt idx="257">
                <c:v>4.669276550240401</c:v>
              </c:pt>
              <c:pt idx="258">
                <c:v>4.669276550240401</c:v>
              </c:pt>
              <c:pt idx="259">
                <c:v>4.669276550240401</c:v>
              </c:pt>
              <c:pt idx="260">
                <c:v>4.669276550240401</c:v>
              </c:pt>
              <c:pt idx="261">
                <c:v>4.669276550240401</c:v>
              </c:pt>
              <c:pt idx="262">
                <c:v>4.669276550240401</c:v>
              </c:pt>
              <c:pt idx="263">
                <c:v>4.669276550240401</c:v>
              </c:pt>
              <c:pt idx="264">
                <c:v>4.669276550240401</c:v>
              </c:pt>
              <c:pt idx="265">
                <c:v>4.669276550240401</c:v>
              </c:pt>
              <c:pt idx="266">
                <c:v>4.669276550240401</c:v>
              </c:pt>
              <c:pt idx="267">
                <c:v>4.669276550240401</c:v>
              </c:pt>
              <c:pt idx="268">
                <c:v>4.669276550240401</c:v>
              </c:pt>
              <c:pt idx="269">
                <c:v>4.669276550240401</c:v>
              </c:pt>
              <c:pt idx="270">
                <c:v>4.669276550240401</c:v>
              </c:pt>
              <c:pt idx="271">
                <c:v>4.669276550240401</c:v>
              </c:pt>
              <c:pt idx="272">
                <c:v>4.669276550240401</c:v>
              </c:pt>
              <c:pt idx="273">
                <c:v>4.669276550240401</c:v>
              </c:pt>
              <c:pt idx="274">
                <c:v>4.669276550240401</c:v>
              </c:pt>
              <c:pt idx="275">
                <c:v>4.669276550240401</c:v>
              </c:pt>
              <c:pt idx="276">
                <c:v>4.669276550240401</c:v>
              </c:pt>
              <c:pt idx="277">
                <c:v>4.669276550240401</c:v>
              </c:pt>
              <c:pt idx="278">
                <c:v>4.669276550240401</c:v>
              </c:pt>
              <c:pt idx="279">
                <c:v>4.669276550240401</c:v>
              </c:pt>
              <c:pt idx="280">
                <c:v>4.669276550240401</c:v>
              </c:pt>
              <c:pt idx="281">
                <c:v>4.669276550240401</c:v>
              </c:pt>
              <c:pt idx="282">
                <c:v>4.669276550240401</c:v>
              </c:pt>
              <c:pt idx="283">
                <c:v>4.669276550240401</c:v>
              </c:pt>
              <c:pt idx="284">
                <c:v>4.669276550240401</c:v>
              </c:pt>
              <c:pt idx="285">
                <c:v>4.669276550240401</c:v>
              </c:pt>
              <c:pt idx="286">
                <c:v>4.669276550240401</c:v>
              </c:pt>
              <c:pt idx="287">
                <c:v>4.669276550240401</c:v>
              </c:pt>
              <c:pt idx="288">
                <c:v>4.669276550240401</c:v>
              </c:pt>
              <c:pt idx="289">
                <c:v>4.669276550240401</c:v>
              </c:pt>
              <c:pt idx="290">
                <c:v>4.669276550240401</c:v>
              </c:pt>
              <c:pt idx="291">
                <c:v>4.669276550240401</c:v>
              </c:pt>
              <c:pt idx="292">
                <c:v>4.669276550240401</c:v>
              </c:pt>
              <c:pt idx="293">
                <c:v>4.669276550240401</c:v>
              </c:pt>
              <c:pt idx="294">
                <c:v>4.669276550240401</c:v>
              </c:pt>
              <c:pt idx="295">
                <c:v>4.669276550240401</c:v>
              </c:pt>
              <c:pt idx="296">
                <c:v>4.669276550240401</c:v>
              </c:pt>
              <c:pt idx="297">
                <c:v>4.669276550240401</c:v>
              </c:pt>
              <c:pt idx="298">
                <c:v>4.669276550240401</c:v>
              </c:pt>
              <c:pt idx="299">
                <c:v>4.669276550240401</c:v>
              </c:pt>
              <c:pt idx="300">
                <c:v>4.669276550240401</c:v>
              </c:pt>
              <c:pt idx="301">
                <c:v>4.669276550240401</c:v>
              </c:pt>
              <c:pt idx="302">
                <c:v>4.669276550240401</c:v>
              </c:pt>
              <c:pt idx="303">
                <c:v>4.669276550240401</c:v>
              </c:pt>
              <c:pt idx="304">
                <c:v>4.669276550240401</c:v>
              </c:pt>
              <c:pt idx="305">
                <c:v>4.669276550240401</c:v>
              </c:pt>
              <c:pt idx="306">
                <c:v>4.669276550240401</c:v>
              </c:pt>
              <c:pt idx="307">
                <c:v>4.669276550240401</c:v>
              </c:pt>
              <c:pt idx="308">
                <c:v>4.669276550240401</c:v>
              </c:pt>
              <c:pt idx="309">
                <c:v>4.669276550240401</c:v>
              </c:pt>
              <c:pt idx="310">
                <c:v>4.669276550240401</c:v>
              </c:pt>
              <c:pt idx="311">
                <c:v>4.669276550240401</c:v>
              </c:pt>
              <c:pt idx="312">
                <c:v>4.669276550240401</c:v>
              </c:pt>
              <c:pt idx="313">
                <c:v>4.669276550240401</c:v>
              </c:pt>
              <c:pt idx="314">
                <c:v>4.669276550240401</c:v>
              </c:pt>
              <c:pt idx="315">
                <c:v>4.669276550240401</c:v>
              </c:pt>
              <c:pt idx="316">
                <c:v>4.669276550240401</c:v>
              </c:pt>
              <c:pt idx="317">
                <c:v>4.669276550240401</c:v>
              </c:pt>
              <c:pt idx="318">
                <c:v>4.669276550240401</c:v>
              </c:pt>
              <c:pt idx="319">
                <c:v>4.669276550240401</c:v>
              </c:pt>
              <c:pt idx="320">
                <c:v>4.669276550240401</c:v>
              </c:pt>
              <c:pt idx="321">
                <c:v>4.669276550240401</c:v>
              </c:pt>
              <c:pt idx="322">
                <c:v>4.669276550240401</c:v>
              </c:pt>
              <c:pt idx="323">
                <c:v>4.669276550240401</c:v>
              </c:pt>
              <c:pt idx="324">
                <c:v>4.669276550240401</c:v>
              </c:pt>
              <c:pt idx="325">
                <c:v>4.669276550240401</c:v>
              </c:pt>
              <c:pt idx="326">
                <c:v>4.669276550240401</c:v>
              </c:pt>
              <c:pt idx="327">
                <c:v>4.669276550240401</c:v>
              </c:pt>
              <c:pt idx="328">
                <c:v>4.669276550240401</c:v>
              </c:pt>
              <c:pt idx="329">
                <c:v>4.669276550240401</c:v>
              </c:pt>
              <c:pt idx="330">
                <c:v>4.669276550240401</c:v>
              </c:pt>
              <c:pt idx="331">
                <c:v>4.669276550240401</c:v>
              </c:pt>
              <c:pt idx="332">
                <c:v>4.669276550240401</c:v>
              </c:pt>
              <c:pt idx="333">
                <c:v>4.669276550240401</c:v>
              </c:pt>
              <c:pt idx="334">
                <c:v>4.669276550240401</c:v>
              </c:pt>
              <c:pt idx="335">
                <c:v>4.669276550240401</c:v>
              </c:pt>
              <c:pt idx="336">
                <c:v>4.669276550240401</c:v>
              </c:pt>
              <c:pt idx="337">
                <c:v>4.669276550240401</c:v>
              </c:pt>
              <c:pt idx="338">
                <c:v>4.669276550240401</c:v>
              </c:pt>
              <c:pt idx="339">
                <c:v>4.669276550240401</c:v>
              </c:pt>
              <c:pt idx="340">
                <c:v>4.669276550240401</c:v>
              </c:pt>
              <c:pt idx="341">
                <c:v>4.669276550240401</c:v>
              </c:pt>
              <c:pt idx="342">
                <c:v>4.669276550240401</c:v>
              </c:pt>
              <c:pt idx="343">
                <c:v>4.669276550240401</c:v>
              </c:pt>
              <c:pt idx="344">
                <c:v>4.669276550240401</c:v>
              </c:pt>
              <c:pt idx="345">
                <c:v>4.669276550240401</c:v>
              </c:pt>
              <c:pt idx="346">
                <c:v>4.669276550240401</c:v>
              </c:pt>
              <c:pt idx="347">
                <c:v>4.669276550240401</c:v>
              </c:pt>
              <c:pt idx="348">
                <c:v>4.669276550240401</c:v>
              </c:pt>
              <c:pt idx="349">
                <c:v>4.669276550240401</c:v>
              </c:pt>
              <c:pt idx="350">
                <c:v>4.669276550240401</c:v>
              </c:pt>
              <c:pt idx="351">
                <c:v>4.669276550240401</c:v>
              </c:pt>
              <c:pt idx="352">
                <c:v>4.669276550240401</c:v>
              </c:pt>
              <c:pt idx="353">
                <c:v>4.669276550240401</c:v>
              </c:pt>
              <c:pt idx="354">
                <c:v>4.669276550240401</c:v>
              </c:pt>
              <c:pt idx="355">
                <c:v>4.669276550240401</c:v>
              </c:pt>
              <c:pt idx="356">
                <c:v>4.669276550240401</c:v>
              </c:pt>
              <c:pt idx="357">
                <c:v>4.669276550240401</c:v>
              </c:pt>
              <c:pt idx="358">
                <c:v>4.669276550240401</c:v>
              </c:pt>
              <c:pt idx="359">
                <c:v>4.669276550240401</c:v>
              </c:pt>
              <c:pt idx="360">
                <c:v>4.669276550240401</c:v>
              </c:pt>
              <c:pt idx="361">
                <c:v>4.669276550240401</c:v>
              </c:pt>
              <c:pt idx="362">
                <c:v>4.669276550240401</c:v>
              </c:pt>
              <c:pt idx="363">
                <c:v>4.669276550240401</c:v>
              </c:pt>
              <c:pt idx="364">
                <c:v>4.669276550240401</c:v>
              </c:pt>
              <c:pt idx="365">
                <c:v>4.669276550240401</c:v>
              </c:pt>
              <c:pt idx="366">
                <c:v>4.669276550240401</c:v>
              </c:pt>
              <c:pt idx="367">
                <c:v>4.669276550240401</c:v>
              </c:pt>
              <c:pt idx="368">
                <c:v>4.669276550240401</c:v>
              </c:pt>
              <c:pt idx="369">
                <c:v>4.669276550240401</c:v>
              </c:pt>
              <c:pt idx="370">
                <c:v>4.669276550240401</c:v>
              </c:pt>
              <c:pt idx="371">
                <c:v>4.669276550240401</c:v>
              </c:pt>
              <c:pt idx="372">
                <c:v>4.669276550240401</c:v>
              </c:pt>
              <c:pt idx="373">
                <c:v>4.669276550240401</c:v>
              </c:pt>
              <c:pt idx="374">
                <c:v>4.669276550240401</c:v>
              </c:pt>
              <c:pt idx="375">
                <c:v>4.669276550240401</c:v>
              </c:pt>
              <c:pt idx="376">
                <c:v>4.669276550240401</c:v>
              </c:pt>
              <c:pt idx="377">
                <c:v>4.669276550240401</c:v>
              </c:pt>
              <c:pt idx="378">
                <c:v>4.669276550240401</c:v>
              </c:pt>
              <c:pt idx="379">
                <c:v>4.669276550240401</c:v>
              </c:pt>
              <c:pt idx="380">
                <c:v>4.669276550240401</c:v>
              </c:pt>
              <c:pt idx="381">
                <c:v>4.669276550240401</c:v>
              </c:pt>
              <c:pt idx="382">
                <c:v>4.669276550240401</c:v>
              </c:pt>
              <c:pt idx="383">
                <c:v>4.669276550240401</c:v>
              </c:pt>
              <c:pt idx="384">
                <c:v>4.669276550240401</c:v>
              </c:pt>
              <c:pt idx="385">
                <c:v>4.669276550240401</c:v>
              </c:pt>
              <c:pt idx="386">
                <c:v>4.669276550240401</c:v>
              </c:pt>
              <c:pt idx="387">
                <c:v>4.669276550240401</c:v>
              </c:pt>
              <c:pt idx="388">
                <c:v>4.669276550240401</c:v>
              </c:pt>
              <c:pt idx="389">
                <c:v>4.669276550240401</c:v>
              </c:pt>
              <c:pt idx="390">
                <c:v>4.669276550240401</c:v>
              </c:pt>
              <c:pt idx="391">
                <c:v>4.669276550240401</c:v>
              </c:pt>
              <c:pt idx="392">
                <c:v>4.669276550240401</c:v>
              </c:pt>
              <c:pt idx="393">
                <c:v>4.669276550240401</c:v>
              </c:pt>
              <c:pt idx="394">
                <c:v>4.669276550240401</c:v>
              </c:pt>
              <c:pt idx="395">
                <c:v>4.669276550240401</c:v>
              </c:pt>
              <c:pt idx="396">
                <c:v>4.669276550240401</c:v>
              </c:pt>
              <c:pt idx="397">
                <c:v>4.669276550240401</c:v>
              </c:pt>
              <c:pt idx="398">
                <c:v>4.669276550240401</c:v>
              </c:pt>
              <c:pt idx="399">
                <c:v>4.669276550240401</c:v>
              </c:pt>
              <c:pt idx="400">
                <c:v>4.669276550240401</c:v>
              </c:pt>
              <c:pt idx="401">
                <c:v>4.669276550240401</c:v>
              </c:pt>
              <c:pt idx="402">
                <c:v>4.669276550240401</c:v>
              </c:pt>
              <c:pt idx="403">
                <c:v>4.669276550240401</c:v>
              </c:pt>
              <c:pt idx="404">
                <c:v>4.669276550240401</c:v>
              </c:pt>
              <c:pt idx="405">
                <c:v>4.669276550240401</c:v>
              </c:pt>
              <c:pt idx="406">
                <c:v>4.669276550240401</c:v>
              </c:pt>
              <c:pt idx="407">
                <c:v>4.669276550240401</c:v>
              </c:pt>
              <c:pt idx="408">
                <c:v>4.669276550240401</c:v>
              </c:pt>
              <c:pt idx="409">
                <c:v>4.669276550240401</c:v>
              </c:pt>
              <c:pt idx="410">
                <c:v>4.669276550240401</c:v>
              </c:pt>
              <c:pt idx="411">
                <c:v>4.669276550240401</c:v>
              </c:pt>
            </c:numLit>
          </c:xVal>
          <c:yVal>
            <c:numLit>
              <c:formatCode>0.0</c:formatCode>
              <c:ptCount val="412"/>
              <c:pt idx="0">
                <c:v>0.13203880275870133</c:v>
              </c:pt>
              <c:pt idx="1">
                <c:v>0.13203880275870133</c:v>
              </c:pt>
              <c:pt idx="2">
                <c:v>0.13203880275870133</c:v>
              </c:pt>
              <c:pt idx="3">
                <c:v>0.13203880275870133</c:v>
              </c:pt>
              <c:pt idx="4">
                <c:v>0.13203880275870133</c:v>
              </c:pt>
              <c:pt idx="5">
                <c:v>0.13203880275870133</c:v>
              </c:pt>
              <c:pt idx="6">
                <c:v>0.13203880275870133</c:v>
              </c:pt>
              <c:pt idx="7">
                <c:v>0.13203880275870133</c:v>
              </c:pt>
              <c:pt idx="8">
                <c:v>0.13203880275870133</c:v>
              </c:pt>
              <c:pt idx="9">
                <c:v>0.13203880275870133</c:v>
              </c:pt>
              <c:pt idx="10">
                <c:v>0.13203880275870133</c:v>
              </c:pt>
              <c:pt idx="11">
                <c:v>0.13203880275870133</c:v>
              </c:pt>
              <c:pt idx="12">
                <c:v>0.13203880275870133</c:v>
              </c:pt>
              <c:pt idx="13">
                <c:v>0.13203880275870133</c:v>
              </c:pt>
              <c:pt idx="14">
                <c:v>0.13203880275870133</c:v>
              </c:pt>
              <c:pt idx="15">
                <c:v>0.13203880275870133</c:v>
              </c:pt>
              <c:pt idx="16">
                <c:v>0.13203880275870133</c:v>
              </c:pt>
              <c:pt idx="17">
                <c:v>0.13203880275870133</c:v>
              </c:pt>
              <c:pt idx="18">
                <c:v>0.13203880275870133</c:v>
              </c:pt>
              <c:pt idx="19">
                <c:v>0.13203880275870133</c:v>
              </c:pt>
              <c:pt idx="20">
                <c:v>0.13203880275870133</c:v>
              </c:pt>
              <c:pt idx="21">
                <c:v>0.13203880275870133</c:v>
              </c:pt>
              <c:pt idx="22">
                <c:v>0.13203880275870133</c:v>
              </c:pt>
              <c:pt idx="23">
                <c:v>0.13203880275870133</c:v>
              </c:pt>
              <c:pt idx="24">
                <c:v>0.13203880275870133</c:v>
              </c:pt>
              <c:pt idx="25">
                <c:v>0.13203880275870133</c:v>
              </c:pt>
              <c:pt idx="26">
                <c:v>0.13203880275870133</c:v>
              </c:pt>
              <c:pt idx="27">
                <c:v>0.13203880275870133</c:v>
              </c:pt>
              <c:pt idx="28">
                <c:v>0.13203880275870133</c:v>
              </c:pt>
              <c:pt idx="29">
                <c:v>0.13203880275870133</c:v>
              </c:pt>
              <c:pt idx="30">
                <c:v>0.13203880275870133</c:v>
              </c:pt>
              <c:pt idx="31">
                <c:v>0.13203880275870133</c:v>
              </c:pt>
              <c:pt idx="32">
                <c:v>0.13203880275870133</c:v>
              </c:pt>
              <c:pt idx="33">
                <c:v>0.13203880275870133</c:v>
              </c:pt>
              <c:pt idx="34">
                <c:v>0.13203880275870133</c:v>
              </c:pt>
              <c:pt idx="35">
                <c:v>0.13203880275870133</c:v>
              </c:pt>
              <c:pt idx="36">
                <c:v>0.13203880275870133</c:v>
              </c:pt>
              <c:pt idx="37">
                <c:v>0.13203880275870133</c:v>
              </c:pt>
              <c:pt idx="38">
                <c:v>0.13203880275870133</c:v>
              </c:pt>
              <c:pt idx="39">
                <c:v>0.13203880275870133</c:v>
              </c:pt>
              <c:pt idx="40">
                <c:v>0.13203880275870133</c:v>
              </c:pt>
              <c:pt idx="41">
                <c:v>0.13203880275870133</c:v>
              </c:pt>
              <c:pt idx="42">
                <c:v>0.13203880275870133</c:v>
              </c:pt>
              <c:pt idx="43">
                <c:v>0.13203880275870133</c:v>
              </c:pt>
              <c:pt idx="44">
                <c:v>0.13203880275870133</c:v>
              </c:pt>
              <c:pt idx="45">
                <c:v>0.13203880275870133</c:v>
              </c:pt>
              <c:pt idx="46">
                <c:v>0.13203880275870133</c:v>
              </c:pt>
              <c:pt idx="47">
                <c:v>0.13203880275870133</c:v>
              </c:pt>
              <c:pt idx="48">
                <c:v>0.13203880275870133</c:v>
              </c:pt>
              <c:pt idx="49">
                <c:v>0.13203880275870133</c:v>
              </c:pt>
              <c:pt idx="50">
                <c:v>0.13203880275870133</c:v>
              </c:pt>
              <c:pt idx="51">
                <c:v>0.13203880275870133</c:v>
              </c:pt>
              <c:pt idx="52">
                <c:v>0.13203880275870133</c:v>
              </c:pt>
              <c:pt idx="53">
                <c:v>0.13203880275870133</c:v>
              </c:pt>
              <c:pt idx="54">
                <c:v>0.13203880275870133</c:v>
              </c:pt>
              <c:pt idx="55">
                <c:v>0.13203880275870133</c:v>
              </c:pt>
              <c:pt idx="56">
                <c:v>0.13203880275870133</c:v>
              </c:pt>
              <c:pt idx="57">
                <c:v>0.13203880275870133</c:v>
              </c:pt>
              <c:pt idx="58">
                <c:v>0.13203880275870133</c:v>
              </c:pt>
              <c:pt idx="59">
                <c:v>0.13203880275870133</c:v>
              </c:pt>
              <c:pt idx="60">
                <c:v>0.13203880275870133</c:v>
              </c:pt>
              <c:pt idx="61">
                <c:v>0.13203880275870133</c:v>
              </c:pt>
              <c:pt idx="62">
                <c:v>0.13203880275870133</c:v>
              </c:pt>
              <c:pt idx="63">
                <c:v>0.13203880275870133</c:v>
              </c:pt>
              <c:pt idx="64">
                <c:v>0.13203880275870133</c:v>
              </c:pt>
              <c:pt idx="65">
                <c:v>0.13203880275870133</c:v>
              </c:pt>
              <c:pt idx="66">
                <c:v>0.13203880275870133</c:v>
              </c:pt>
              <c:pt idx="67">
                <c:v>0.13203880275870133</c:v>
              </c:pt>
              <c:pt idx="68">
                <c:v>0.13203880275870133</c:v>
              </c:pt>
              <c:pt idx="69">
                <c:v>0.13203880275870133</c:v>
              </c:pt>
              <c:pt idx="70">
                <c:v>0.13203880275870133</c:v>
              </c:pt>
              <c:pt idx="71">
                <c:v>0.13203880275870133</c:v>
              </c:pt>
              <c:pt idx="72">
                <c:v>0.13203880275870133</c:v>
              </c:pt>
              <c:pt idx="73">
                <c:v>0.13203880275870133</c:v>
              </c:pt>
              <c:pt idx="74">
                <c:v>0.13203880275870133</c:v>
              </c:pt>
              <c:pt idx="75">
                <c:v>0.13203880275870133</c:v>
              </c:pt>
              <c:pt idx="76">
                <c:v>0.13203880275870133</c:v>
              </c:pt>
              <c:pt idx="77">
                <c:v>0.13203880275870133</c:v>
              </c:pt>
              <c:pt idx="78">
                <c:v>0.13203880275870133</c:v>
              </c:pt>
              <c:pt idx="79">
                <c:v>0.13203880275870133</c:v>
              </c:pt>
              <c:pt idx="80">
                <c:v>0.13203880275870133</c:v>
              </c:pt>
              <c:pt idx="81">
                <c:v>0.13203880275870133</c:v>
              </c:pt>
              <c:pt idx="82">
                <c:v>0.13203880275870133</c:v>
              </c:pt>
              <c:pt idx="83">
                <c:v>0.13203880275870133</c:v>
              </c:pt>
              <c:pt idx="84">
                <c:v>0.13203880275870133</c:v>
              </c:pt>
              <c:pt idx="85">
                <c:v>0.13203880275870133</c:v>
              </c:pt>
              <c:pt idx="86">
                <c:v>0.13203880275870133</c:v>
              </c:pt>
              <c:pt idx="87">
                <c:v>0.13203880275870133</c:v>
              </c:pt>
              <c:pt idx="88">
                <c:v>0.13203880275870133</c:v>
              </c:pt>
              <c:pt idx="89">
                <c:v>0.13203880275870133</c:v>
              </c:pt>
              <c:pt idx="90">
                <c:v>0.13203880275870133</c:v>
              </c:pt>
              <c:pt idx="91">
                <c:v>0.13203880275870133</c:v>
              </c:pt>
              <c:pt idx="92">
                <c:v>0.13203880275870133</c:v>
              </c:pt>
              <c:pt idx="93">
                <c:v>0.13203880275870133</c:v>
              </c:pt>
              <c:pt idx="94">
                <c:v>0.13203880275870133</c:v>
              </c:pt>
              <c:pt idx="95">
                <c:v>0.13203880275870133</c:v>
              </c:pt>
              <c:pt idx="96">
                <c:v>0.13203880275870133</c:v>
              </c:pt>
              <c:pt idx="97">
                <c:v>0.13203880275870133</c:v>
              </c:pt>
              <c:pt idx="98">
                <c:v>0.13203880275870133</c:v>
              </c:pt>
              <c:pt idx="99">
                <c:v>0.13203880275870133</c:v>
              </c:pt>
              <c:pt idx="100">
                <c:v>0.13203880275870133</c:v>
              </c:pt>
              <c:pt idx="101">
                <c:v>0.13203880275870133</c:v>
              </c:pt>
              <c:pt idx="102">
                <c:v>0.13203880275870133</c:v>
              </c:pt>
              <c:pt idx="103">
                <c:v>0.13203880275870133</c:v>
              </c:pt>
              <c:pt idx="104">
                <c:v>0.13203880275870133</c:v>
              </c:pt>
              <c:pt idx="105">
                <c:v>0.13203880275870133</c:v>
              </c:pt>
              <c:pt idx="106">
                <c:v>0.13203880275870133</c:v>
              </c:pt>
              <c:pt idx="107">
                <c:v>0.13203880275870133</c:v>
              </c:pt>
              <c:pt idx="108">
                <c:v>0.13203880275870133</c:v>
              </c:pt>
              <c:pt idx="109">
                <c:v>0.13203880275870133</c:v>
              </c:pt>
              <c:pt idx="110">
                <c:v>0.13203880275870133</c:v>
              </c:pt>
              <c:pt idx="111">
                <c:v>0.13203880275870133</c:v>
              </c:pt>
              <c:pt idx="112">
                <c:v>0.13203880275870133</c:v>
              </c:pt>
              <c:pt idx="113">
                <c:v>0.13203880275870133</c:v>
              </c:pt>
              <c:pt idx="114">
                <c:v>0.13203880275870133</c:v>
              </c:pt>
              <c:pt idx="115">
                <c:v>0.13203880275870133</c:v>
              </c:pt>
              <c:pt idx="116">
                <c:v>0.13203880275870133</c:v>
              </c:pt>
              <c:pt idx="117">
                <c:v>0.13203880275870133</c:v>
              </c:pt>
              <c:pt idx="118">
                <c:v>0.13203880275870133</c:v>
              </c:pt>
              <c:pt idx="119">
                <c:v>0.13203880275870133</c:v>
              </c:pt>
              <c:pt idx="120">
                <c:v>0.13203880275870133</c:v>
              </c:pt>
              <c:pt idx="121">
                <c:v>0.13203880275870133</c:v>
              </c:pt>
              <c:pt idx="122">
                <c:v>0.13203880275870133</c:v>
              </c:pt>
              <c:pt idx="123">
                <c:v>0.13203880275870133</c:v>
              </c:pt>
              <c:pt idx="124">
                <c:v>0.13203880275870133</c:v>
              </c:pt>
              <c:pt idx="125">
                <c:v>0.13203880275870133</c:v>
              </c:pt>
              <c:pt idx="126">
                <c:v>0.13203880275870133</c:v>
              </c:pt>
              <c:pt idx="127">
                <c:v>0.13203880275870133</c:v>
              </c:pt>
              <c:pt idx="128">
                <c:v>0.13203880275870133</c:v>
              </c:pt>
              <c:pt idx="129">
                <c:v>0.13203880275870133</c:v>
              </c:pt>
              <c:pt idx="130">
                <c:v>0.13203880275870133</c:v>
              </c:pt>
              <c:pt idx="131">
                <c:v>0.13203880275870133</c:v>
              </c:pt>
              <c:pt idx="132">
                <c:v>0.13203880275870133</c:v>
              </c:pt>
              <c:pt idx="133">
                <c:v>0.13203880275870133</c:v>
              </c:pt>
              <c:pt idx="134">
                <c:v>0.13203880275870133</c:v>
              </c:pt>
              <c:pt idx="135">
                <c:v>0.13203880275870133</c:v>
              </c:pt>
              <c:pt idx="136">
                <c:v>0.13203880275870133</c:v>
              </c:pt>
              <c:pt idx="137">
                <c:v>0.13203880275870133</c:v>
              </c:pt>
              <c:pt idx="138">
                <c:v>0.13203880275870133</c:v>
              </c:pt>
              <c:pt idx="139">
                <c:v>0.13203880275870133</c:v>
              </c:pt>
              <c:pt idx="140">
                <c:v>0.13203880275870133</c:v>
              </c:pt>
              <c:pt idx="141">
                <c:v>0.13203880275870133</c:v>
              </c:pt>
              <c:pt idx="142">
                <c:v>0.13203880275870133</c:v>
              </c:pt>
              <c:pt idx="143">
                <c:v>0.13203880275870133</c:v>
              </c:pt>
              <c:pt idx="144">
                <c:v>0.13203880275870133</c:v>
              </c:pt>
              <c:pt idx="145">
                <c:v>0.13203880275870133</c:v>
              </c:pt>
              <c:pt idx="146">
                <c:v>0.13203880275870133</c:v>
              </c:pt>
              <c:pt idx="147">
                <c:v>0.13203880275870133</c:v>
              </c:pt>
              <c:pt idx="148">
                <c:v>0.13203880275870133</c:v>
              </c:pt>
              <c:pt idx="149">
                <c:v>0.13203880275870133</c:v>
              </c:pt>
              <c:pt idx="150">
                <c:v>0.13203880275870133</c:v>
              </c:pt>
              <c:pt idx="151">
                <c:v>0.13203880275870133</c:v>
              </c:pt>
              <c:pt idx="152">
                <c:v>0.13203880275870133</c:v>
              </c:pt>
              <c:pt idx="153">
                <c:v>0.13203880275870133</c:v>
              </c:pt>
              <c:pt idx="154">
                <c:v>0.13203880275870133</c:v>
              </c:pt>
              <c:pt idx="155">
                <c:v>0.13203880275870133</c:v>
              </c:pt>
              <c:pt idx="156">
                <c:v>0.13203880275870133</c:v>
              </c:pt>
              <c:pt idx="157">
                <c:v>0.13203880275870133</c:v>
              </c:pt>
              <c:pt idx="158">
                <c:v>0.13203880275870133</c:v>
              </c:pt>
              <c:pt idx="159">
                <c:v>0.13203880275870133</c:v>
              </c:pt>
              <c:pt idx="160">
                <c:v>0.13203880275870133</c:v>
              </c:pt>
              <c:pt idx="161">
                <c:v>0.13203880275870133</c:v>
              </c:pt>
              <c:pt idx="162">
                <c:v>0.13203880275870133</c:v>
              </c:pt>
              <c:pt idx="163">
                <c:v>0.13203880275870133</c:v>
              </c:pt>
              <c:pt idx="164">
                <c:v>0.13203880275870133</c:v>
              </c:pt>
              <c:pt idx="165">
                <c:v>0.13203880275870133</c:v>
              </c:pt>
              <c:pt idx="166">
                <c:v>0.13203880275870133</c:v>
              </c:pt>
              <c:pt idx="167">
                <c:v>0.13203880275870133</c:v>
              </c:pt>
              <c:pt idx="168">
                <c:v>0.13203880275870133</c:v>
              </c:pt>
              <c:pt idx="169">
                <c:v>0.13203880275870133</c:v>
              </c:pt>
              <c:pt idx="170">
                <c:v>0.13203880275870133</c:v>
              </c:pt>
              <c:pt idx="171">
                <c:v>0.13203880275870133</c:v>
              </c:pt>
              <c:pt idx="172">
                <c:v>0.13203880275870133</c:v>
              </c:pt>
              <c:pt idx="173">
                <c:v>0.13203880275870133</c:v>
              </c:pt>
              <c:pt idx="174">
                <c:v>0.13203880275870133</c:v>
              </c:pt>
              <c:pt idx="175">
                <c:v>0.13203880275870133</c:v>
              </c:pt>
              <c:pt idx="176">
                <c:v>0.13203880275870133</c:v>
              </c:pt>
              <c:pt idx="177">
                <c:v>0.13203880275870133</c:v>
              </c:pt>
              <c:pt idx="178">
                <c:v>0.13203880275870133</c:v>
              </c:pt>
              <c:pt idx="179">
                <c:v>0.13203880275870133</c:v>
              </c:pt>
              <c:pt idx="180">
                <c:v>0.13203880275870133</c:v>
              </c:pt>
              <c:pt idx="181">
                <c:v>0.13203880275870133</c:v>
              </c:pt>
              <c:pt idx="182">
                <c:v>0.13203880275870133</c:v>
              </c:pt>
              <c:pt idx="183">
                <c:v>0.13203880275870133</c:v>
              </c:pt>
              <c:pt idx="184">
                <c:v>0.13203880275870133</c:v>
              </c:pt>
              <c:pt idx="185">
                <c:v>0.13203880275870133</c:v>
              </c:pt>
              <c:pt idx="186">
                <c:v>0.13203880275870133</c:v>
              </c:pt>
              <c:pt idx="187">
                <c:v>0.13203880275870133</c:v>
              </c:pt>
              <c:pt idx="188">
                <c:v>0.13203880275870133</c:v>
              </c:pt>
              <c:pt idx="189">
                <c:v>0.13203880275870133</c:v>
              </c:pt>
              <c:pt idx="190">
                <c:v>0.13203880275870133</c:v>
              </c:pt>
              <c:pt idx="191">
                <c:v>0.13203880275870133</c:v>
              </c:pt>
              <c:pt idx="192">
                <c:v>0.13203880275870133</c:v>
              </c:pt>
              <c:pt idx="193">
                <c:v>0.13203880275870133</c:v>
              </c:pt>
              <c:pt idx="194">
                <c:v>0.13203880275870133</c:v>
              </c:pt>
              <c:pt idx="195">
                <c:v>0.13203880275870133</c:v>
              </c:pt>
              <c:pt idx="196">
                <c:v>0.13203880275870133</c:v>
              </c:pt>
              <c:pt idx="197">
                <c:v>0.13203880275870133</c:v>
              </c:pt>
              <c:pt idx="198">
                <c:v>0.13203880275870133</c:v>
              </c:pt>
              <c:pt idx="199">
                <c:v>0.13203880275870133</c:v>
              </c:pt>
              <c:pt idx="200">
                <c:v>0.13203880275870133</c:v>
              </c:pt>
              <c:pt idx="201">
                <c:v>0.13203880275870133</c:v>
              </c:pt>
              <c:pt idx="202">
                <c:v>0.13203880275870133</c:v>
              </c:pt>
              <c:pt idx="203">
                <c:v>0.13203880275870133</c:v>
              </c:pt>
              <c:pt idx="204">
                <c:v>0.13203880275870133</c:v>
              </c:pt>
              <c:pt idx="205">
                <c:v>0.13203880275870133</c:v>
              </c:pt>
              <c:pt idx="206">
                <c:v>0.13203880275870133</c:v>
              </c:pt>
              <c:pt idx="207">
                <c:v>0.13203880275870133</c:v>
              </c:pt>
              <c:pt idx="208">
                <c:v>0.13203880275870133</c:v>
              </c:pt>
              <c:pt idx="209">
                <c:v>0.13203880275870133</c:v>
              </c:pt>
              <c:pt idx="210">
                <c:v>0.13203880275870133</c:v>
              </c:pt>
              <c:pt idx="211">
                <c:v>0.13203880275870133</c:v>
              </c:pt>
              <c:pt idx="212">
                <c:v>0.13203880275870133</c:v>
              </c:pt>
              <c:pt idx="213">
                <c:v>0.13203880275870133</c:v>
              </c:pt>
              <c:pt idx="214">
                <c:v>0.13203880275870133</c:v>
              </c:pt>
              <c:pt idx="215">
                <c:v>0.13203880275870133</c:v>
              </c:pt>
              <c:pt idx="216">
                <c:v>0.13203880275870133</c:v>
              </c:pt>
              <c:pt idx="217">
                <c:v>0.13203880275870133</c:v>
              </c:pt>
              <c:pt idx="218">
                <c:v>0.13203880275870133</c:v>
              </c:pt>
              <c:pt idx="219">
                <c:v>0.13203880275870133</c:v>
              </c:pt>
              <c:pt idx="220">
                <c:v>0.13203880275870133</c:v>
              </c:pt>
              <c:pt idx="221">
                <c:v>0.13203880275870133</c:v>
              </c:pt>
              <c:pt idx="222">
                <c:v>0.13203880275870133</c:v>
              </c:pt>
              <c:pt idx="223">
                <c:v>0.13203880275870133</c:v>
              </c:pt>
              <c:pt idx="224">
                <c:v>0.13203880275870133</c:v>
              </c:pt>
              <c:pt idx="225">
                <c:v>0.13203880275870133</c:v>
              </c:pt>
              <c:pt idx="226">
                <c:v>0.13203880275870133</c:v>
              </c:pt>
              <c:pt idx="227">
                <c:v>0.13203880275870133</c:v>
              </c:pt>
              <c:pt idx="228">
                <c:v>0.13203880275870133</c:v>
              </c:pt>
              <c:pt idx="229">
                <c:v>0.13203880275870133</c:v>
              </c:pt>
              <c:pt idx="230">
                <c:v>0.13203880275870133</c:v>
              </c:pt>
              <c:pt idx="231">
                <c:v>0.13203880275870133</c:v>
              </c:pt>
              <c:pt idx="232">
                <c:v>0.13203880275870133</c:v>
              </c:pt>
              <c:pt idx="233">
                <c:v>0.13203880275870133</c:v>
              </c:pt>
              <c:pt idx="234">
                <c:v>0.13203880275870133</c:v>
              </c:pt>
              <c:pt idx="235">
                <c:v>0.13203880275870133</c:v>
              </c:pt>
              <c:pt idx="236">
                <c:v>0.13203880275870133</c:v>
              </c:pt>
              <c:pt idx="237">
                <c:v>0.13203880275870133</c:v>
              </c:pt>
              <c:pt idx="238">
                <c:v>0.13203880275870133</c:v>
              </c:pt>
              <c:pt idx="239">
                <c:v>0.13203880275870133</c:v>
              </c:pt>
              <c:pt idx="240">
                <c:v>0.13203880275870133</c:v>
              </c:pt>
              <c:pt idx="241">
                <c:v>0.13203880275870133</c:v>
              </c:pt>
              <c:pt idx="242">
                <c:v>0.13203880275870133</c:v>
              </c:pt>
              <c:pt idx="243">
                <c:v>0.13203880275870133</c:v>
              </c:pt>
              <c:pt idx="244">
                <c:v>0.13203880275870133</c:v>
              </c:pt>
              <c:pt idx="245">
                <c:v>0.13203880275870133</c:v>
              </c:pt>
              <c:pt idx="246">
                <c:v>0.13203880275870133</c:v>
              </c:pt>
              <c:pt idx="247">
                <c:v>0.13203880275870133</c:v>
              </c:pt>
              <c:pt idx="248">
                <c:v>0.13203880275870133</c:v>
              </c:pt>
              <c:pt idx="249">
                <c:v>0.13203880275870133</c:v>
              </c:pt>
              <c:pt idx="250">
                <c:v>0.13203880275870133</c:v>
              </c:pt>
              <c:pt idx="251">
                <c:v>0.13203880275870133</c:v>
              </c:pt>
              <c:pt idx="252">
                <c:v>0.13203880275870133</c:v>
              </c:pt>
              <c:pt idx="253">
                <c:v>0.13203880275870133</c:v>
              </c:pt>
              <c:pt idx="254">
                <c:v>0.13203880275870133</c:v>
              </c:pt>
              <c:pt idx="255">
                <c:v>0.13203880275870133</c:v>
              </c:pt>
              <c:pt idx="256">
                <c:v>0.13203880275870133</c:v>
              </c:pt>
              <c:pt idx="257">
                <c:v>0.13203880275870133</c:v>
              </c:pt>
              <c:pt idx="258">
                <c:v>0.13203880275870133</c:v>
              </c:pt>
              <c:pt idx="259">
                <c:v>0.13203880275870133</c:v>
              </c:pt>
              <c:pt idx="260">
                <c:v>0.13203880275870133</c:v>
              </c:pt>
              <c:pt idx="261">
                <c:v>0.13203880275870133</c:v>
              </c:pt>
              <c:pt idx="262">
                <c:v>0.13203880275870133</c:v>
              </c:pt>
              <c:pt idx="263">
                <c:v>0.13203880275870133</c:v>
              </c:pt>
              <c:pt idx="264">
                <c:v>0.13203880275870133</c:v>
              </c:pt>
              <c:pt idx="265">
                <c:v>0.13203880275870133</c:v>
              </c:pt>
              <c:pt idx="266">
                <c:v>0.13203880275870133</c:v>
              </c:pt>
              <c:pt idx="267">
                <c:v>0.13203880275870133</c:v>
              </c:pt>
              <c:pt idx="268">
                <c:v>0.13203880275870133</c:v>
              </c:pt>
              <c:pt idx="269">
                <c:v>0.13203880275870133</c:v>
              </c:pt>
              <c:pt idx="270">
                <c:v>0.13203880275870133</c:v>
              </c:pt>
              <c:pt idx="271">
                <c:v>0.13203880275870133</c:v>
              </c:pt>
              <c:pt idx="272">
                <c:v>0.13203880275870133</c:v>
              </c:pt>
              <c:pt idx="273">
                <c:v>0.13203880275870133</c:v>
              </c:pt>
              <c:pt idx="274">
                <c:v>0.13203880275870133</c:v>
              </c:pt>
              <c:pt idx="275">
                <c:v>0.13203880275870133</c:v>
              </c:pt>
              <c:pt idx="276">
                <c:v>0.13203880275870133</c:v>
              </c:pt>
              <c:pt idx="277">
                <c:v>0.13203880275870133</c:v>
              </c:pt>
              <c:pt idx="278">
                <c:v>0.13203880275870133</c:v>
              </c:pt>
              <c:pt idx="279">
                <c:v>0.13203880275870133</c:v>
              </c:pt>
              <c:pt idx="280">
                <c:v>0.13203880275870133</c:v>
              </c:pt>
              <c:pt idx="281">
                <c:v>0.13203880275870133</c:v>
              </c:pt>
              <c:pt idx="282">
                <c:v>0.13203880275870133</c:v>
              </c:pt>
              <c:pt idx="283">
                <c:v>0.13203880275870133</c:v>
              </c:pt>
              <c:pt idx="284">
                <c:v>0.13203880275870133</c:v>
              </c:pt>
              <c:pt idx="285">
                <c:v>0.13203880275870133</c:v>
              </c:pt>
              <c:pt idx="286">
                <c:v>0.13203880275870133</c:v>
              </c:pt>
              <c:pt idx="287">
                <c:v>0.13203880275870133</c:v>
              </c:pt>
              <c:pt idx="288">
                <c:v>0.13203880275870133</c:v>
              </c:pt>
              <c:pt idx="289">
                <c:v>0.13203880275870133</c:v>
              </c:pt>
              <c:pt idx="290">
                <c:v>0.13203880275870133</c:v>
              </c:pt>
              <c:pt idx="291">
                <c:v>0.13203880275870133</c:v>
              </c:pt>
              <c:pt idx="292">
                <c:v>0.13203880275870133</c:v>
              </c:pt>
              <c:pt idx="293">
                <c:v>0.13203880275870133</c:v>
              </c:pt>
              <c:pt idx="294">
                <c:v>0.13203880275870133</c:v>
              </c:pt>
              <c:pt idx="295">
                <c:v>0.13203880275870133</c:v>
              </c:pt>
              <c:pt idx="296">
                <c:v>0.13203880275870133</c:v>
              </c:pt>
              <c:pt idx="297">
                <c:v>0.13203880275870133</c:v>
              </c:pt>
              <c:pt idx="298">
                <c:v>0.13203880275870133</c:v>
              </c:pt>
              <c:pt idx="299">
                <c:v>0.13203880275870133</c:v>
              </c:pt>
              <c:pt idx="300">
                <c:v>0.13203880275870133</c:v>
              </c:pt>
              <c:pt idx="301">
                <c:v>0.13203880275870133</c:v>
              </c:pt>
              <c:pt idx="302">
                <c:v>0.13203880275870133</c:v>
              </c:pt>
              <c:pt idx="303">
                <c:v>0.13203880275870133</c:v>
              </c:pt>
              <c:pt idx="304">
                <c:v>0.13203880275870133</c:v>
              </c:pt>
              <c:pt idx="305">
                <c:v>0.13203880275870133</c:v>
              </c:pt>
              <c:pt idx="306">
                <c:v>0.13203880275870133</c:v>
              </c:pt>
              <c:pt idx="307">
                <c:v>0.13203880275870133</c:v>
              </c:pt>
              <c:pt idx="308">
                <c:v>0.13203880275870133</c:v>
              </c:pt>
              <c:pt idx="309">
                <c:v>0.13203880275870133</c:v>
              </c:pt>
              <c:pt idx="310">
                <c:v>0.13203880275870133</c:v>
              </c:pt>
              <c:pt idx="311">
                <c:v>0.13203880275870133</c:v>
              </c:pt>
              <c:pt idx="312">
                <c:v>0.13203880275870133</c:v>
              </c:pt>
              <c:pt idx="313">
                <c:v>0.13203880275870133</c:v>
              </c:pt>
              <c:pt idx="314">
                <c:v>0.13203880275870133</c:v>
              </c:pt>
              <c:pt idx="315">
                <c:v>0.13203880275870133</c:v>
              </c:pt>
              <c:pt idx="316">
                <c:v>0.13203880275870133</c:v>
              </c:pt>
              <c:pt idx="317">
                <c:v>0.13203880275870133</c:v>
              </c:pt>
              <c:pt idx="318">
                <c:v>0.13203880275870133</c:v>
              </c:pt>
              <c:pt idx="319">
                <c:v>0.13203880275870133</c:v>
              </c:pt>
              <c:pt idx="320">
                <c:v>0.13203880275870133</c:v>
              </c:pt>
              <c:pt idx="321">
                <c:v>0.13203880275870133</c:v>
              </c:pt>
              <c:pt idx="322">
                <c:v>0.13203880275870133</c:v>
              </c:pt>
              <c:pt idx="323">
                <c:v>0.13203880275870133</c:v>
              </c:pt>
              <c:pt idx="324">
                <c:v>0.13203880275870133</c:v>
              </c:pt>
              <c:pt idx="325">
                <c:v>0.13203880275870133</c:v>
              </c:pt>
              <c:pt idx="326">
                <c:v>0.13203880275870133</c:v>
              </c:pt>
              <c:pt idx="327">
                <c:v>0.13203880275870133</c:v>
              </c:pt>
              <c:pt idx="328">
                <c:v>0.13203880275870133</c:v>
              </c:pt>
              <c:pt idx="329">
                <c:v>0.13203880275870133</c:v>
              </c:pt>
              <c:pt idx="330">
                <c:v>0.13203880275870133</c:v>
              </c:pt>
              <c:pt idx="331">
                <c:v>0.13203880275870133</c:v>
              </c:pt>
              <c:pt idx="332">
                <c:v>0.13203880275870133</c:v>
              </c:pt>
              <c:pt idx="333">
                <c:v>0.13203880275870133</c:v>
              </c:pt>
              <c:pt idx="334">
                <c:v>0.13203880275870133</c:v>
              </c:pt>
              <c:pt idx="335">
                <c:v>0.13203880275870133</c:v>
              </c:pt>
              <c:pt idx="336">
                <c:v>0.13203880275870133</c:v>
              </c:pt>
              <c:pt idx="337">
                <c:v>0.13203880275870133</c:v>
              </c:pt>
              <c:pt idx="338">
                <c:v>0.13203880275870133</c:v>
              </c:pt>
              <c:pt idx="339">
                <c:v>0.13203880275870133</c:v>
              </c:pt>
              <c:pt idx="340">
                <c:v>0.13203880275870133</c:v>
              </c:pt>
              <c:pt idx="341">
                <c:v>0.13203880275870133</c:v>
              </c:pt>
              <c:pt idx="342">
                <c:v>0.13203880275870133</c:v>
              </c:pt>
              <c:pt idx="343">
                <c:v>0.13203880275870133</c:v>
              </c:pt>
              <c:pt idx="344">
                <c:v>0.13203880275870133</c:v>
              </c:pt>
              <c:pt idx="345">
                <c:v>0.13203880275870133</c:v>
              </c:pt>
              <c:pt idx="346">
                <c:v>0.13203880275870133</c:v>
              </c:pt>
              <c:pt idx="347">
                <c:v>0.13203880275870133</c:v>
              </c:pt>
              <c:pt idx="348">
                <c:v>0.13203880275870133</c:v>
              </c:pt>
              <c:pt idx="349">
                <c:v>0.13203880275870133</c:v>
              </c:pt>
              <c:pt idx="350">
                <c:v>0.13203880275870133</c:v>
              </c:pt>
              <c:pt idx="351">
                <c:v>0.13203880275870133</c:v>
              </c:pt>
              <c:pt idx="352">
                <c:v>0.13203880275870133</c:v>
              </c:pt>
              <c:pt idx="353">
                <c:v>0.13203880275870133</c:v>
              </c:pt>
              <c:pt idx="354">
                <c:v>0.13203880275870133</c:v>
              </c:pt>
              <c:pt idx="355">
                <c:v>0.13203880275870133</c:v>
              </c:pt>
              <c:pt idx="356">
                <c:v>0.13203880275870133</c:v>
              </c:pt>
              <c:pt idx="357">
                <c:v>0.13203880275870133</c:v>
              </c:pt>
              <c:pt idx="358">
                <c:v>0.13203880275870133</c:v>
              </c:pt>
              <c:pt idx="359">
                <c:v>0.13203880275870133</c:v>
              </c:pt>
              <c:pt idx="360">
                <c:v>0.13203880275870133</c:v>
              </c:pt>
              <c:pt idx="361">
                <c:v>0.13203880275870133</c:v>
              </c:pt>
              <c:pt idx="362">
                <c:v>0.13203880275870133</c:v>
              </c:pt>
              <c:pt idx="363">
                <c:v>0.13203880275870133</c:v>
              </c:pt>
              <c:pt idx="364">
                <c:v>0.13203880275870133</c:v>
              </c:pt>
              <c:pt idx="365">
                <c:v>0.13203880275870133</c:v>
              </c:pt>
              <c:pt idx="366">
                <c:v>0.13203880275870133</c:v>
              </c:pt>
              <c:pt idx="367">
                <c:v>0.13203880275870133</c:v>
              </c:pt>
              <c:pt idx="368">
                <c:v>0.13203880275870133</c:v>
              </c:pt>
              <c:pt idx="369">
                <c:v>0.13203880275870133</c:v>
              </c:pt>
              <c:pt idx="370">
                <c:v>0.13203880275870133</c:v>
              </c:pt>
              <c:pt idx="371">
                <c:v>0.13203880275870133</c:v>
              </c:pt>
              <c:pt idx="372">
                <c:v>0.13203880275870133</c:v>
              </c:pt>
              <c:pt idx="373">
                <c:v>0.13203880275870133</c:v>
              </c:pt>
              <c:pt idx="374">
                <c:v>0.13203880275870133</c:v>
              </c:pt>
              <c:pt idx="375">
                <c:v>0.13203880275870133</c:v>
              </c:pt>
              <c:pt idx="376">
                <c:v>0.13203880275870133</c:v>
              </c:pt>
              <c:pt idx="377">
                <c:v>0.13203880275870133</c:v>
              </c:pt>
              <c:pt idx="378">
                <c:v>0.13203880275870133</c:v>
              </c:pt>
              <c:pt idx="379">
                <c:v>0.13203880275870133</c:v>
              </c:pt>
              <c:pt idx="380">
                <c:v>0.13203880275870133</c:v>
              </c:pt>
              <c:pt idx="381">
                <c:v>0.13203880275870133</c:v>
              </c:pt>
              <c:pt idx="382">
                <c:v>0.13203880275870133</c:v>
              </c:pt>
              <c:pt idx="383">
                <c:v>0.13203880275870133</c:v>
              </c:pt>
              <c:pt idx="384">
                <c:v>0.13203880275870133</c:v>
              </c:pt>
              <c:pt idx="385">
                <c:v>0.13203880275870133</c:v>
              </c:pt>
              <c:pt idx="386">
                <c:v>0.13203880275870133</c:v>
              </c:pt>
              <c:pt idx="387">
                <c:v>0.13203880275870133</c:v>
              </c:pt>
              <c:pt idx="388">
                <c:v>0.13203880275870133</c:v>
              </c:pt>
              <c:pt idx="389">
                <c:v>0.13203880275870133</c:v>
              </c:pt>
              <c:pt idx="390">
                <c:v>0.13203880275870133</c:v>
              </c:pt>
              <c:pt idx="391">
                <c:v>0.13203880275870133</c:v>
              </c:pt>
              <c:pt idx="392">
                <c:v>0.13203880275870133</c:v>
              </c:pt>
              <c:pt idx="393">
                <c:v>0.13203880275870133</c:v>
              </c:pt>
              <c:pt idx="394">
                <c:v>0.13203880275870133</c:v>
              </c:pt>
              <c:pt idx="395">
                <c:v>0.13203880275870133</c:v>
              </c:pt>
              <c:pt idx="396">
                <c:v>0.13203880275870133</c:v>
              </c:pt>
              <c:pt idx="397">
                <c:v>0.13203880275870133</c:v>
              </c:pt>
              <c:pt idx="398">
                <c:v>0.13203880275870133</c:v>
              </c:pt>
              <c:pt idx="399">
                <c:v>0.13203880275870133</c:v>
              </c:pt>
              <c:pt idx="400">
                <c:v>0.13203880275870133</c:v>
              </c:pt>
              <c:pt idx="401">
                <c:v>0.13203880275870133</c:v>
              </c:pt>
              <c:pt idx="402">
                <c:v>0.13203880275870133</c:v>
              </c:pt>
              <c:pt idx="403">
                <c:v>0.13203880275870133</c:v>
              </c:pt>
              <c:pt idx="404">
                <c:v>0.13203880275870133</c:v>
              </c:pt>
              <c:pt idx="405">
                <c:v>0.13203880275870133</c:v>
              </c:pt>
              <c:pt idx="406">
                <c:v>0.13203880275870133</c:v>
              </c:pt>
              <c:pt idx="407">
                <c:v>0.13203880275870133</c:v>
              </c:pt>
              <c:pt idx="408">
                <c:v>0.13203880275870133</c:v>
              </c:pt>
              <c:pt idx="409">
                <c:v>0.13203880275870133</c:v>
              </c:pt>
              <c:pt idx="410">
                <c:v>0.13203880275870133</c:v>
              </c:pt>
              <c:pt idx="411">
                <c:v>0.13203880275870133</c:v>
              </c:pt>
            </c:numLit>
          </c:yVal>
          <c:smooth val="0"/>
        </c:ser>
        <c:ser>
          <c:idx val="9"/>
          <c:order val="9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412"/>
              <c:pt idx="0">
                <c:v>4.669276550240401</c:v>
              </c:pt>
              <c:pt idx="1">
                <c:v>4.669276550240401</c:v>
              </c:pt>
              <c:pt idx="2">
                <c:v>4.669276550240401</c:v>
              </c:pt>
              <c:pt idx="3">
                <c:v>4.669276550240401</c:v>
              </c:pt>
              <c:pt idx="4">
                <c:v>4.669276550240401</c:v>
              </c:pt>
              <c:pt idx="5">
                <c:v>4.669276550240401</c:v>
              </c:pt>
              <c:pt idx="6">
                <c:v>4.669276550240401</c:v>
              </c:pt>
              <c:pt idx="7">
                <c:v>4.669276550240401</c:v>
              </c:pt>
              <c:pt idx="8">
                <c:v>4.669276550240401</c:v>
              </c:pt>
              <c:pt idx="9">
                <c:v>4.669276550240401</c:v>
              </c:pt>
              <c:pt idx="10">
                <c:v>4.669276550240401</c:v>
              </c:pt>
              <c:pt idx="11">
                <c:v>4.669276550240401</c:v>
              </c:pt>
              <c:pt idx="12">
                <c:v>4.669276550240401</c:v>
              </c:pt>
              <c:pt idx="13">
                <c:v>4.669276550240401</c:v>
              </c:pt>
              <c:pt idx="14">
                <c:v>4.669276550240401</c:v>
              </c:pt>
              <c:pt idx="15">
                <c:v>4.669276550240401</c:v>
              </c:pt>
              <c:pt idx="16">
                <c:v>4.669276550240401</c:v>
              </c:pt>
              <c:pt idx="17">
                <c:v>4.669276550240401</c:v>
              </c:pt>
              <c:pt idx="18">
                <c:v>4.669276550240401</c:v>
              </c:pt>
              <c:pt idx="19">
                <c:v>4.669276550240401</c:v>
              </c:pt>
              <c:pt idx="20">
                <c:v>4.669276550240401</c:v>
              </c:pt>
              <c:pt idx="21">
                <c:v>4.669276550240401</c:v>
              </c:pt>
              <c:pt idx="22">
                <c:v>4.669276550240401</c:v>
              </c:pt>
              <c:pt idx="23">
                <c:v>4.669276550240401</c:v>
              </c:pt>
              <c:pt idx="24">
                <c:v>4.669276550240401</c:v>
              </c:pt>
              <c:pt idx="25">
                <c:v>4.669276550240401</c:v>
              </c:pt>
              <c:pt idx="26">
                <c:v>4.669276550240401</c:v>
              </c:pt>
              <c:pt idx="27">
                <c:v>4.669276550240401</c:v>
              </c:pt>
              <c:pt idx="28">
                <c:v>4.669276550240401</c:v>
              </c:pt>
              <c:pt idx="29">
                <c:v>4.669276550240401</c:v>
              </c:pt>
              <c:pt idx="30">
                <c:v>4.669276550240401</c:v>
              </c:pt>
              <c:pt idx="31">
                <c:v>4.669276550240401</c:v>
              </c:pt>
              <c:pt idx="32">
                <c:v>4.669276550240401</c:v>
              </c:pt>
              <c:pt idx="33">
                <c:v>4.669276550240401</c:v>
              </c:pt>
              <c:pt idx="34">
                <c:v>4.669276550240401</c:v>
              </c:pt>
              <c:pt idx="35">
                <c:v>4.669276550240401</c:v>
              </c:pt>
              <c:pt idx="36">
                <c:v>4.669276550240401</c:v>
              </c:pt>
              <c:pt idx="37">
                <c:v>4.669276550240401</c:v>
              </c:pt>
              <c:pt idx="38">
                <c:v>4.669276550240401</c:v>
              </c:pt>
              <c:pt idx="39">
                <c:v>4.669276550240401</c:v>
              </c:pt>
              <c:pt idx="40">
                <c:v>4.669276550240401</c:v>
              </c:pt>
              <c:pt idx="41">
                <c:v>4.669276550240401</c:v>
              </c:pt>
              <c:pt idx="42">
                <c:v>4.669276550240401</c:v>
              </c:pt>
              <c:pt idx="43">
                <c:v>4.669276550240401</c:v>
              </c:pt>
              <c:pt idx="44">
                <c:v>4.669276550240401</c:v>
              </c:pt>
              <c:pt idx="45">
                <c:v>4.669276550240401</c:v>
              </c:pt>
              <c:pt idx="46">
                <c:v>4.669276550240401</c:v>
              </c:pt>
              <c:pt idx="47">
                <c:v>4.669276550240401</c:v>
              </c:pt>
              <c:pt idx="48">
                <c:v>4.669276550240401</c:v>
              </c:pt>
              <c:pt idx="49">
                <c:v>4.669276550240401</c:v>
              </c:pt>
              <c:pt idx="50">
                <c:v>4.669276550240401</c:v>
              </c:pt>
              <c:pt idx="51">
                <c:v>4.669276550240401</c:v>
              </c:pt>
              <c:pt idx="52">
                <c:v>4.669276550240401</c:v>
              </c:pt>
              <c:pt idx="53">
                <c:v>4.669276550240401</c:v>
              </c:pt>
              <c:pt idx="54">
                <c:v>4.669276550240401</c:v>
              </c:pt>
              <c:pt idx="55">
                <c:v>4.669276550240401</c:v>
              </c:pt>
              <c:pt idx="56">
                <c:v>4.669276550240401</c:v>
              </c:pt>
              <c:pt idx="57">
                <c:v>4.669276550240401</c:v>
              </c:pt>
              <c:pt idx="58">
                <c:v>4.669276550240401</c:v>
              </c:pt>
              <c:pt idx="59">
                <c:v>4.669276550240401</c:v>
              </c:pt>
              <c:pt idx="60">
                <c:v>4.669276550240401</c:v>
              </c:pt>
              <c:pt idx="61">
                <c:v>4.669276550240401</c:v>
              </c:pt>
              <c:pt idx="62">
                <c:v>4.669276550240401</c:v>
              </c:pt>
              <c:pt idx="63">
                <c:v>4.669276550240401</c:v>
              </c:pt>
              <c:pt idx="64">
                <c:v>4.669276550240401</c:v>
              </c:pt>
              <c:pt idx="65">
                <c:v>4.669276550240401</c:v>
              </c:pt>
              <c:pt idx="66">
                <c:v>4.669276550240401</c:v>
              </c:pt>
              <c:pt idx="67">
                <c:v>4.669276550240401</c:v>
              </c:pt>
              <c:pt idx="68">
                <c:v>4.669276550240401</c:v>
              </c:pt>
              <c:pt idx="69">
                <c:v>4.669276550240401</c:v>
              </c:pt>
              <c:pt idx="70">
                <c:v>4.669276550240401</c:v>
              </c:pt>
              <c:pt idx="71">
                <c:v>4.669276550240401</c:v>
              </c:pt>
              <c:pt idx="72">
                <c:v>4.669276550240401</c:v>
              </c:pt>
              <c:pt idx="73">
                <c:v>4.669276550240401</c:v>
              </c:pt>
              <c:pt idx="74">
                <c:v>4.669276550240401</c:v>
              </c:pt>
              <c:pt idx="75">
                <c:v>4.669276550240401</c:v>
              </c:pt>
              <c:pt idx="76">
                <c:v>4.669276550240401</c:v>
              </c:pt>
              <c:pt idx="77">
                <c:v>4.669276550240401</c:v>
              </c:pt>
              <c:pt idx="78">
                <c:v>4.669276550240401</c:v>
              </c:pt>
              <c:pt idx="79">
                <c:v>4.669276550240401</c:v>
              </c:pt>
              <c:pt idx="80">
                <c:v>4.669276550240401</c:v>
              </c:pt>
              <c:pt idx="81">
                <c:v>4.669276550240401</c:v>
              </c:pt>
              <c:pt idx="82">
                <c:v>4.669276550240401</c:v>
              </c:pt>
              <c:pt idx="83">
                <c:v>4.669276550240401</c:v>
              </c:pt>
              <c:pt idx="84">
                <c:v>4.669276550240401</c:v>
              </c:pt>
              <c:pt idx="85">
                <c:v>4.669276550240401</c:v>
              </c:pt>
              <c:pt idx="86">
                <c:v>4.669276550240401</c:v>
              </c:pt>
              <c:pt idx="87">
                <c:v>4.669276550240401</c:v>
              </c:pt>
              <c:pt idx="88">
                <c:v>4.669276550240401</c:v>
              </c:pt>
              <c:pt idx="89">
                <c:v>4.669276550240401</c:v>
              </c:pt>
              <c:pt idx="90">
                <c:v>4.669276550240401</c:v>
              </c:pt>
              <c:pt idx="91">
                <c:v>4.669276550240401</c:v>
              </c:pt>
              <c:pt idx="92">
                <c:v>4.669276550240401</c:v>
              </c:pt>
              <c:pt idx="93">
                <c:v>4.669276550240401</c:v>
              </c:pt>
              <c:pt idx="94">
                <c:v>4.669276550240401</c:v>
              </c:pt>
              <c:pt idx="95">
                <c:v>4.669276550240401</c:v>
              </c:pt>
              <c:pt idx="96">
                <c:v>4.669276550240401</c:v>
              </c:pt>
              <c:pt idx="97">
                <c:v>4.669276550240401</c:v>
              </c:pt>
              <c:pt idx="98">
                <c:v>4.669276550240401</c:v>
              </c:pt>
              <c:pt idx="99">
                <c:v>4.669276550240401</c:v>
              </c:pt>
              <c:pt idx="100">
                <c:v>4.669276550240401</c:v>
              </c:pt>
              <c:pt idx="101">
                <c:v>4.669276550240401</c:v>
              </c:pt>
              <c:pt idx="102">
                <c:v>4.669276550240401</c:v>
              </c:pt>
              <c:pt idx="103">
                <c:v>4.669276550240401</c:v>
              </c:pt>
              <c:pt idx="104">
                <c:v>4.669276550240401</c:v>
              </c:pt>
              <c:pt idx="105">
                <c:v>4.669276550240401</c:v>
              </c:pt>
              <c:pt idx="106">
                <c:v>4.669276550240401</c:v>
              </c:pt>
              <c:pt idx="107">
                <c:v>4.669276550240401</c:v>
              </c:pt>
              <c:pt idx="108">
                <c:v>4.669276550240401</c:v>
              </c:pt>
              <c:pt idx="109">
                <c:v>4.669276550240401</c:v>
              </c:pt>
              <c:pt idx="110">
                <c:v>4.669276550240401</c:v>
              </c:pt>
              <c:pt idx="111">
                <c:v>4.669276550240401</c:v>
              </c:pt>
              <c:pt idx="112">
                <c:v>4.669276550240401</c:v>
              </c:pt>
              <c:pt idx="113">
                <c:v>4.669276550240401</c:v>
              </c:pt>
              <c:pt idx="114">
                <c:v>4.669276550240401</c:v>
              </c:pt>
              <c:pt idx="115">
                <c:v>4.669276550240401</c:v>
              </c:pt>
              <c:pt idx="116">
                <c:v>4.669276550240401</c:v>
              </c:pt>
              <c:pt idx="117">
                <c:v>4.669276550240401</c:v>
              </c:pt>
              <c:pt idx="118">
                <c:v>4.669276550240401</c:v>
              </c:pt>
              <c:pt idx="119">
                <c:v>4.669276550240401</c:v>
              </c:pt>
              <c:pt idx="120">
                <c:v>4.669276550240401</c:v>
              </c:pt>
              <c:pt idx="121">
                <c:v>4.669276550240401</c:v>
              </c:pt>
              <c:pt idx="122">
                <c:v>4.669276550240401</c:v>
              </c:pt>
              <c:pt idx="123">
                <c:v>4.669276550240401</c:v>
              </c:pt>
              <c:pt idx="124">
                <c:v>4.669276550240401</c:v>
              </c:pt>
              <c:pt idx="125">
                <c:v>4.669276550240401</c:v>
              </c:pt>
              <c:pt idx="126">
                <c:v>4.669276550240401</c:v>
              </c:pt>
              <c:pt idx="127">
                <c:v>4.669276550240401</c:v>
              </c:pt>
              <c:pt idx="128">
                <c:v>4.669276550240401</c:v>
              </c:pt>
              <c:pt idx="129">
                <c:v>4.669276550240401</c:v>
              </c:pt>
              <c:pt idx="130">
                <c:v>4.669276550240401</c:v>
              </c:pt>
              <c:pt idx="131">
                <c:v>4.669276550240401</c:v>
              </c:pt>
              <c:pt idx="132">
                <c:v>4.669276550240401</c:v>
              </c:pt>
              <c:pt idx="133">
                <c:v>4.669276550240401</c:v>
              </c:pt>
              <c:pt idx="134">
                <c:v>4.669276550240401</c:v>
              </c:pt>
              <c:pt idx="135">
                <c:v>4.669276550240401</c:v>
              </c:pt>
              <c:pt idx="136">
                <c:v>4.669276550240401</c:v>
              </c:pt>
              <c:pt idx="137">
                <c:v>4.669276550240401</c:v>
              </c:pt>
              <c:pt idx="138">
                <c:v>4.669276550240401</c:v>
              </c:pt>
              <c:pt idx="139">
                <c:v>4.669276550240401</c:v>
              </c:pt>
              <c:pt idx="140">
                <c:v>4.669276550240401</c:v>
              </c:pt>
              <c:pt idx="141">
                <c:v>4.669276550240401</c:v>
              </c:pt>
              <c:pt idx="142">
                <c:v>4.669276550240401</c:v>
              </c:pt>
              <c:pt idx="143">
                <c:v>4.669276550240401</c:v>
              </c:pt>
              <c:pt idx="144">
                <c:v>4.669276550240401</c:v>
              </c:pt>
              <c:pt idx="145">
                <c:v>4.669276550240401</c:v>
              </c:pt>
              <c:pt idx="146">
                <c:v>4.669276550240401</c:v>
              </c:pt>
              <c:pt idx="147">
                <c:v>4.669276550240401</c:v>
              </c:pt>
              <c:pt idx="148">
                <c:v>4.669276550240401</c:v>
              </c:pt>
              <c:pt idx="149">
                <c:v>4.669276550240401</c:v>
              </c:pt>
              <c:pt idx="150">
                <c:v>4.669276550240401</c:v>
              </c:pt>
              <c:pt idx="151">
                <c:v>4.669276550240401</c:v>
              </c:pt>
              <c:pt idx="152">
                <c:v>4.669276550240401</c:v>
              </c:pt>
              <c:pt idx="153">
                <c:v>4.669276550240401</c:v>
              </c:pt>
              <c:pt idx="154">
                <c:v>4.669276550240401</c:v>
              </c:pt>
              <c:pt idx="155">
                <c:v>4.669276550240401</c:v>
              </c:pt>
              <c:pt idx="156">
                <c:v>4.669276550240401</c:v>
              </c:pt>
              <c:pt idx="157">
                <c:v>4.669276550240401</c:v>
              </c:pt>
              <c:pt idx="158">
                <c:v>4.669276550240401</c:v>
              </c:pt>
              <c:pt idx="159">
                <c:v>4.669276550240401</c:v>
              </c:pt>
              <c:pt idx="160">
                <c:v>4.669276550240401</c:v>
              </c:pt>
              <c:pt idx="161">
                <c:v>4.669276550240401</c:v>
              </c:pt>
              <c:pt idx="162">
                <c:v>4.669276550240401</c:v>
              </c:pt>
              <c:pt idx="163">
                <c:v>4.669276550240401</c:v>
              </c:pt>
              <c:pt idx="164">
                <c:v>4.669276550240401</c:v>
              </c:pt>
              <c:pt idx="165">
                <c:v>4.669276550240401</c:v>
              </c:pt>
              <c:pt idx="166">
                <c:v>4.669276550240401</c:v>
              </c:pt>
              <c:pt idx="167">
                <c:v>4.669276550240401</c:v>
              </c:pt>
              <c:pt idx="168">
                <c:v>4.669276550240401</c:v>
              </c:pt>
              <c:pt idx="169">
                <c:v>4.669276550240401</c:v>
              </c:pt>
              <c:pt idx="170">
                <c:v>4.669276550240401</c:v>
              </c:pt>
              <c:pt idx="171">
                <c:v>4.669276550240401</c:v>
              </c:pt>
              <c:pt idx="172">
                <c:v>4.669276550240401</c:v>
              </c:pt>
              <c:pt idx="173">
                <c:v>4.669276550240401</c:v>
              </c:pt>
              <c:pt idx="174">
                <c:v>4.669276550240401</c:v>
              </c:pt>
              <c:pt idx="175">
                <c:v>4.669276550240401</c:v>
              </c:pt>
              <c:pt idx="176">
                <c:v>4.669276550240401</c:v>
              </c:pt>
              <c:pt idx="177">
                <c:v>4.669276550240401</c:v>
              </c:pt>
              <c:pt idx="178">
                <c:v>4.669276550240401</c:v>
              </c:pt>
              <c:pt idx="179">
                <c:v>4.669276550240401</c:v>
              </c:pt>
              <c:pt idx="180">
                <c:v>4.669276550240401</c:v>
              </c:pt>
              <c:pt idx="181">
                <c:v>4.669276550240401</c:v>
              </c:pt>
              <c:pt idx="182">
                <c:v>4.669276550240401</c:v>
              </c:pt>
              <c:pt idx="183">
                <c:v>4.669276550240401</c:v>
              </c:pt>
              <c:pt idx="184">
                <c:v>4.669276550240401</c:v>
              </c:pt>
              <c:pt idx="185">
                <c:v>4.669276550240401</c:v>
              </c:pt>
              <c:pt idx="186">
                <c:v>4.669276550240401</c:v>
              </c:pt>
              <c:pt idx="187">
                <c:v>4.669276550240401</c:v>
              </c:pt>
              <c:pt idx="188">
                <c:v>4.669276550240401</c:v>
              </c:pt>
              <c:pt idx="189">
                <c:v>4.669276550240401</c:v>
              </c:pt>
              <c:pt idx="190">
                <c:v>4.669276550240401</c:v>
              </c:pt>
              <c:pt idx="191">
                <c:v>4.669276550240401</c:v>
              </c:pt>
              <c:pt idx="192">
                <c:v>4.669276550240401</c:v>
              </c:pt>
              <c:pt idx="193">
                <c:v>4.669276550240401</c:v>
              </c:pt>
              <c:pt idx="194">
                <c:v>4.669276550240401</c:v>
              </c:pt>
              <c:pt idx="195">
                <c:v>4.669276550240401</c:v>
              </c:pt>
              <c:pt idx="196">
                <c:v>4.669276550240401</c:v>
              </c:pt>
              <c:pt idx="197">
                <c:v>4.669276550240401</c:v>
              </c:pt>
              <c:pt idx="198">
                <c:v>4.669276550240401</c:v>
              </c:pt>
              <c:pt idx="199">
                <c:v>4.669276550240401</c:v>
              </c:pt>
              <c:pt idx="200">
                <c:v>4.669276550240401</c:v>
              </c:pt>
              <c:pt idx="201">
                <c:v>4.669276550240401</c:v>
              </c:pt>
              <c:pt idx="202">
                <c:v>4.669276550240401</c:v>
              </c:pt>
              <c:pt idx="203">
                <c:v>4.669276550240401</c:v>
              </c:pt>
              <c:pt idx="204">
                <c:v>4.669276550240401</c:v>
              </c:pt>
              <c:pt idx="205">
                <c:v>4.669276550240401</c:v>
              </c:pt>
              <c:pt idx="206">
                <c:v>4.669276550240401</c:v>
              </c:pt>
              <c:pt idx="207">
                <c:v>4.669276550240401</c:v>
              </c:pt>
              <c:pt idx="208">
                <c:v>4.669276550240401</c:v>
              </c:pt>
              <c:pt idx="209">
                <c:v>4.669276550240401</c:v>
              </c:pt>
              <c:pt idx="210">
                <c:v>4.669276550240401</c:v>
              </c:pt>
              <c:pt idx="211">
                <c:v>4.669276550240401</c:v>
              </c:pt>
              <c:pt idx="212">
                <c:v>4.669276550240401</c:v>
              </c:pt>
              <c:pt idx="213">
                <c:v>4.669276550240401</c:v>
              </c:pt>
              <c:pt idx="214">
                <c:v>4.669276550240401</c:v>
              </c:pt>
              <c:pt idx="215">
                <c:v>4.669276550240401</c:v>
              </c:pt>
              <c:pt idx="216">
                <c:v>4.669276550240401</c:v>
              </c:pt>
              <c:pt idx="217">
                <c:v>4.669276550240401</c:v>
              </c:pt>
              <c:pt idx="218">
                <c:v>4.669276550240401</c:v>
              </c:pt>
              <c:pt idx="219">
                <c:v>4.669276550240401</c:v>
              </c:pt>
              <c:pt idx="220">
                <c:v>4.669276550240401</c:v>
              </c:pt>
              <c:pt idx="221">
                <c:v>4.669276550240401</c:v>
              </c:pt>
              <c:pt idx="222">
                <c:v>4.669276550240401</c:v>
              </c:pt>
              <c:pt idx="223">
                <c:v>4.669276550240401</c:v>
              </c:pt>
              <c:pt idx="224">
                <c:v>4.669276550240401</c:v>
              </c:pt>
              <c:pt idx="225">
                <c:v>4.669276550240401</c:v>
              </c:pt>
              <c:pt idx="226">
                <c:v>4.669276550240401</c:v>
              </c:pt>
              <c:pt idx="227">
                <c:v>4.669276550240401</c:v>
              </c:pt>
              <c:pt idx="228">
                <c:v>4.669276550240401</c:v>
              </c:pt>
              <c:pt idx="229">
                <c:v>4.669276550240401</c:v>
              </c:pt>
              <c:pt idx="230">
                <c:v>4.669276550240401</c:v>
              </c:pt>
              <c:pt idx="231">
                <c:v>4.669276550240401</c:v>
              </c:pt>
              <c:pt idx="232">
                <c:v>4.669276550240401</c:v>
              </c:pt>
              <c:pt idx="233">
                <c:v>4.669276550240401</c:v>
              </c:pt>
              <c:pt idx="234">
                <c:v>4.669276550240401</c:v>
              </c:pt>
              <c:pt idx="235">
                <c:v>4.669276550240401</c:v>
              </c:pt>
              <c:pt idx="236">
                <c:v>4.669276550240401</c:v>
              </c:pt>
              <c:pt idx="237">
                <c:v>4.669276550240401</c:v>
              </c:pt>
              <c:pt idx="238">
                <c:v>4.669276550240401</c:v>
              </c:pt>
              <c:pt idx="239">
                <c:v>4.669276550240401</c:v>
              </c:pt>
              <c:pt idx="240">
                <c:v>4.669276550240401</c:v>
              </c:pt>
              <c:pt idx="241">
                <c:v>4.669276550240401</c:v>
              </c:pt>
              <c:pt idx="242">
                <c:v>4.669276550240401</c:v>
              </c:pt>
              <c:pt idx="243">
                <c:v>4.669276550240401</c:v>
              </c:pt>
              <c:pt idx="244">
                <c:v>4.669276550240401</c:v>
              </c:pt>
              <c:pt idx="245">
                <c:v>4.669276550240401</c:v>
              </c:pt>
              <c:pt idx="246">
                <c:v>4.669276550240401</c:v>
              </c:pt>
              <c:pt idx="247">
                <c:v>4.669276550240401</c:v>
              </c:pt>
              <c:pt idx="248">
                <c:v>4.669276550240401</c:v>
              </c:pt>
              <c:pt idx="249">
                <c:v>4.669276550240401</c:v>
              </c:pt>
              <c:pt idx="250">
                <c:v>4.669276550240401</c:v>
              </c:pt>
              <c:pt idx="251">
                <c:v>4.669276550240401</c:v>
              </c:pt>
              <c:pt idx="252">
                <c:v>4.669276550240401</c:v>
              </c:pt>
              <c:pt idx="253">
                <c:v>4.669276550240401</c:v>
              </c:pt>
              <c:pt idx="254">
                <c:v>4.669276550240401</c:v>
              </c:pt>
              <c:pt idx="255">
                <c:v>4.669276550240401</c:v>
              </c:pt>
              <c:pt idx="256">
                <c:v>4.669276550240401</c:v>
              </c:pt>
              <c:pt idx="257">
                <c:v>4.669276550240401</c:v>
              </c:pt>
              <c:pt idx="258">
                <c:v>4.669276550240401</c:v>
              </c:pt>
              <c:pt idx="259">
                <c:v>4.669276550240401</c:v>
              </c:pt>
              <c:pt idx="260">
                <c:v>4.669276550240401</c:v>
              </c:pt>
              <c:pt idx="261">
                <c:v>4.669276550240401</c:v>
              </c:pt>
              <c:pt idx="262">
                <c:v>4.669276550240401</c:v>
              </c:pt>
              <c:pt idx="263">
                <c:v>4.669276550240401</c:v>
              </c:pt>
              <c:pt idx="264">
                <c:v>4.669276550240401</c:v>
              </c:pt>
              <c:pt idx="265">
                <c:v>4.669276550240401</c:v>
              </c:pt>
              <c:pt idx="266">
                <c:v>4.669276550240401</c:v>
              </c:pt>
              <c:pt idx="267">
                <c:v>4.669276550240401</c:v>
              </c:pt>
              <c:pt idx="268">
                <c:v>4.669276550240401</c:v>
              </c:pt>
              <c:pt idx="269">
                <c:v>4.669276550240401</c:v>
              </c:pt>
              <c:pt idx="270">
                <c:v>4.669276550240401</c:v>
              </c:pt>
              <c:pt idx="271">
                <c:v>4.669276550240401</c:v>
              </c:pt>
              <c:pt idx="272">
                <c:v>4.669276550240401</c:v>
              </c:pt>
              <c:pt idx="273">
                <c:v>4.669276550240401</c:v>
              </c:pt>
              <c:pt idx="274">
                <c:v>4.669276550240401</c:v>
              </c:pt>
              <c:pt idx="275">
                <c:v>4.669276550240401</c:v>
              </c:pt>
              <c:pt idx="276">
                <c:v>4.669276550240401</c:v>
              </c:pt>
              <c:pt idx="277">
                <c:v>4.669276550240401</c:v>
              </c:pt>
              <c:pt idx="278">
                <c:v>4.669276550240401</c:v>
              </c:pt>
              <c:pt idx="279">
                <c:v>4.669276550240401</c:v>
              </c:pt>
              <c:pt idx="280">
                <c:v>4.669276550240401</c:v>
              </c:pt>
              <c:pt idx="281">
                <c:v>4.669276550240401</c:v>
              </c:pt>
              <c:pt idx="282">
                <c:v>4.669276550240401</c:v>
              </c:pt>
              <c:pt idx="283">
                <c:v>4.669276550240401</c:v>
              </c:pt>
              <c:pt idx="284">
                <c:v>4.669276550240401</c:v>
              </c:pt>
              <c:pt idx="285">
                <c:v>4.669276550240401</c:v>
              </c:pt>
              <c:pt idx="286">
                <c:v>4.669276550240401</c:v>
              </c:pt>
              <c:pt idx="287">
                <c:v>4.669276550240401</c:v>
              </c:pt>
              <c:pt idx="288">
                <c:v>4.669276550240401</c:v>
              </c:pt>
              <c:pt idx="289">
                <c:v>4.669276550240401</c:v>
              </c:pt>
              <c:pt idx="290">
                <c:v>4.669276550240401</c:v>
              </c:pt>
              <c:pt idx="291">
                <c:v>4.669276550240401</c:v>
              </c:pt>
              <c:pt idx="292">
                <c:v>4.669276550240401</c:v>
              </c:pt>
              <c:pt idx="293">
                <c:v>4.669276550240401</c:v>
              </c:pt>
              <c:pt idx="294">
                <c:v>4.669276550240401</c:v>
              </c:pt>
              <c:pt idx="295">
                <c:v>4.669276550240401</c:v>
              </c:pt>
              <c:pt idx="296">
                <c:v>4.669276550240401</c:v>
              </c:pt>
              <c:pt idx="297">
                <c:v>4.669276550240401</c:v>
              </c:pt>
              <c:pt idx="298">
                <c:v>4.669276550240401</c:v>
              </c:pt>
              <c:pt idx="299">
                <c:v>4.669276550240401</c:v>
              </c:pt>
              <c:pt idx="300">
                <c:v>4.669276550240401</c:v>
              </c:pt>
              <c:pt idx="301">
                <c:v>4.669276550240401</c:v>
              </c:pt>
              <c:pt idx="302">
                <c:v>4.669276550240401</c:v>
              </c:pt>
              <c:pt idx="303">
                <c:v>4.669276550240401</c:v>
              </c:pt>
              <c:pt idx="304">
                <c:v>4.669276550240401</c:v>
              </c:pt>
              <c:pt idx="305">
                <c:v>4.669276550240401</c:v>
              </c:pt>
              <c:pt idx="306">
                <c:v>4.669276550240401</c:v>
              </c:pt>
              <c:pt idx="307">
                <c:v>4.669276550240401</c:v>
              </c:pt>
              <c:pt idx="308">
                <c:v>4.669276550240401</c:v>
              </c:pt>
              <c:pt idx="309">
                <c:v>4.669276550240401</c:v>
              </c:pt>
              <c:pt idx="310">
                <c:v>4.669276550240401</c:v>
              </c:pt>
              <c:pt idx="311">
                <c:v>4.669276550240401</c:v>
              </c:pt>
              <c:pt idx="312">
                <c:v>4.669276550240401</c:v>
              </c:pt>
              <c:pt idx="313">
                <c:v>4.669276550240401</c:v>
              </c:pt>
              <c:pt idx="314">
                <c:v>4.669276550240401</c:v>
              </c:pt>
              <c:pt idx="315">
                <c:v>4.669276550240401</c:v>
              </c:pt>
              <c:pt idx="316">
                <c:v>4.669276550240401</c:v>
              </c:pt>
              <c:pt idx="317">
                <c:v>4.669276550240401</c:v>
              </c:pt>
              <c:pt idx="318">
                <c:v>4.669276550240401</c:v>
              </c:pt>
              <c:pt idx="319">
                <c:v>4.669276550240401</c:v>
              </c:pt>
              <c:pt idx="320">
                <c:v>4.669276550240401</c:v>
              </c:pt>
              <c:pt idx="321">
                <c:v>4.669276550240401</c:v>
              </c:pt>
              <c:pt idx="322">
                <c:v>4.669276550240401</c:v>
              </c:pt>
              <c:pt idx="323">
                <c:v>4.669276550240401</c:v>
              </c:pt>
              <c:pt idx="324">
                <c:v>4.669276550240401</c:v>
              </c:pt>
              <c:pt idx="325">
                <c:v>4.669276550240401</c:v>
              </c:pt>
              <c:pt idx="326">
                <c:v>4.669276550240401</c:v>
              </c:pt>
              <c:pt idx="327">
                <c:v>4.669276550240401</c:v>
              </c:pt>
              <c:pt idx="328">
                <c:v>4.669276550240401</c:v>
              </c:pt>
              <c:pt idx="329">
                <c:v>4.669276550240401</c:v>
              </c:pt>
              <c:pt idx="330">
                <c:v>4.669276550240401</c:v>
              </c:pt>
              <c:pt idx="331">
                <c:v>4.669276550240401</c:v>
              </c:pt>
              <c:pt idx="332">
                <c:v>4.669276550240401</c:v>
              </c:pt>
              <c:pt idx="333">
                <c:v>4.669276550240401</c:v>
              </c:pt>
              <c:pt idx="334">
                <c:v>4.669276550240401</c:v>
              </c:pt>
              <c:pt idx="335">
                <c:v>4.669276550240401</c:v>
              </c:pt>
              <c:pt idx="336">
                <c:v>4.669276550240401</c:v>
              </c:pt>
              <c:pt idx="337">
                <c:v>4.669276550240401</c:v>
              </c:pt>
              <c:pt idx="338">
                <c:v>4.669276550240401</c:v>
              </c:pt>
              <c:pt idx="339">
                <c:v>4.669276550240401</c:v>
              </c:pt>
              <c:pt idx="340">
                <c:v>4.669276550240401</c:v>
              </c:pt>
              <c:pt idx="341">
                <c:v>4.669276550240401</c:v>
              </c:pt>
              <c:pt idx="342">
                <c:v>4.669276550240401</c:v>
              </c:pt>
              <c:pt idx="343">
                <c:v>4.669276550240401</c:v>
              </c:pt>
              <c:pt idx="344">
                <c:v>4.669276550240401</c:v>
              </c:pt>
              <c:pt idx="345">
                <c:v>4.669276550240401</c:v>
              </c:pt>
              <c:pt idx="346">
                <c:v>4.669276550240401</c:v>
              </c:pt>
              <c:pt idx="347">
                <c:v>4.669276550240401</c:v>
              </c:pt>
              <c:pt idx="348">
                <c:v>4.669276550240401</c:v>
              </c:pt>
              <c:pt idx="349">
                <c:v>4.669276550240401</c:v>
              </c:pt>
              <c:pt idx="350">
                <c:v>4.669276550240401</c:v>
              </c:pt>
              <c:pt idx="351">
                <c:v>4.669276550240401</c:v>
              </c:pt>
              <c:pt idx="352">
                <c:v>4.669276550240401</c:v>
              </c:pt>
              <c:pt idx="353">
                <c:v>4.669276550240401</c:v>
              </c:pt>
              <c:pt idx="354">
                <c:v>4.669276550240401</c:v>
              </c:pt>
              <c:pt idx="355">
                <c:v>4.669276550240401</c:v>
              </c:pt>
              <c:pt idx="356">
                <c:v>4.669276550240401</c:v>
              </c:pt>
              <c:pt idx="357">
                <c:v>4.669276550240401</c:v>
              </c:pt>
              <c:pt idx="358">
                <c:v>4.669276550240401</c:v>
              </c:pt>
              <c:pt idx="359">
                <c:v>4.669276550240401</c:v>
              </c:pt>
              <c:pt idx="360">
                <c:v>4.669276550240401</c:v>
              </c:pt>
              <c:pt idx="361">
                <c:v>4.669276550240401</c:v>
              </c:pt>
              <c:pt idx="362">
                <c:v>4.669276550240401</c:v>
              </c:pt>
              <c:pt idx="363">
                <c:v>4.669276550240401</c:v>
              </c:pt>
              <c:pt idx="364">
                <c:v>4.669276550240401</c:v>
              </c:pt>
              <c:pt idx="365">
                <c:v>4.669276550240401</c:v>
              </c:pt>
              <c:pt idx="366">
                <c:v>4.669276550240401</c:v>
              </c:pt>
              <c:pt idx="367">
                <c:v>4.669276550240401</c:v>
              </c:pt>
              <c:pt idx="368">
                <c:v>4.669276550240401</c:v>
              </c:pt>
              <c:pt idx="369">
                <c:v>4.669276550240401</c:v>
              </c:pt>
              <c:pt idx="370">
                <c:v>4.669276550240401</c:v>
              </c:pt>
              <c:pt idx="371">
                <c:v>4.669276550240401</c:v>
              </c:pt>
              <c:pt idx="372">
                <c:v>4.669276550240401</c:v>
              </c:pt>
              <c:pt idx="373">
                <c:v>4.669276550240401</c:v>
              </c:pt>
              <c:pt idx="374">
                <c:v>4.669276550240401</c:v>
              </c:pt>
              <c:pt idx="375">
                <c:v>4.669276550240401</c:v>
              </c:pt>
              <c:pt idx="376">
                <c:v>4.669276550240401</c:v>
              </c:pt>
              <c:pt idx="377">
                <c:v>4.669276550240401</c:v>
              </c:pt>
              <c:pt idx="378">
                <c:v>4.669276550240401</c:v>
              </c:pt>
              <c:pt idx="379">
                <c:v>4.669276550240401</c:v>
              </c:pt>
              <c:pt idx="380">
                <c:v>4.669276550240401</c:v>
              </c:pt>
              <c:pt idx="381">
                <c:v>4.669276550240401</c:v>
              </c:pt>
              <c:pt idx="382">
                <c:v>4.669276550240401</c:v>
              </c:pt>
              <c:pt idx="383">
                <c:v>4.669276550240401</c:v>
              </c:pt>
              <c:pt idx="384">
                <c:v>4.669276550240401</c:v>
              </c:pt>
              <c:pt idx="385">
                <c:v>4.669276550240401</c:v>
              </c:pt>
              <c:pt idx="386">
                <c:v>4.669276550240401</c:v>
              </c:pt>
              <c:pt idx="387">
                <c:v>4.669276550240401</c:v>
              </c:pt>
              <c:pt idx="388">
                <c:v>4.669276550240401</c:v>
              </c:pt>
              <c:pt idx="389">
                <c:v>4.669276550240401</c:v>
              </c:pt>
              <c:pt idx="390">
                <c:v>4.669276550240401</c:v>
              </c:pt>
              <c:pt idx="391">
                <c:v>4.669276550240401</c:v>
              </c:pt>
              <c:pt idx="392">
                <c:v>4.669276550240401</c:v>
              </c:pt>
              <c:pt idx="393">
                <c:v>4.669276550240401</c:v>
              </c:pt>
              <c:pt idx="394">
                <c:v>4.669276550240401</c:v>
              </c:pt>
              <c:pt idx="395">
                <c:v>4.669276550240401</c:v>
              </c:pt>
              <c:pt idx="396">
                <c:v>4.669276550240401</c:v>
              </c:pt>
              <c:pt idx="397">
                <c:v>4.669276550240401</c:v>
              </c:pt>
              <c:pt idx="398">
                <c:v>4.669276550240401</c:v>
              </c:pt>
              <c:pt idx="399">
                <c:v>4.669276550240401</c:v>
              </c:pt>
              <c:pt idx="400">
                <c:v>4.669276550240401</c:v>
              </c:pt>
              <c:pt idx="401">
                <c:v>4.669276550240401</c:v>
              </c:pt>
              <c:pt idx="402">
                <c:v>4.669276550240401</c:v>
              </c:pt>
              <c:pt idx="403">
                <c:v>4.669276550240401</c:v>
              </c:pt>
              <c:pt idx="404">
                <c:v>4.669276550240401</c:v>
              </c:pt>
              <c:pt idx="405">
                <c:v>4.669276550240401</c:v>
              </c:pt>
              <c:pt idx="406">
                <c:v>4.669276550240401</c:v>
              </c:pt>
              <c:pt idx="407">
                <c:v>4.669276550240401</c:v>
              </c:pt>
              <c:pt idx="408">
                <c:v>4.669276550240401</c:v>
              </c:pt>
              <c:pt idx="409">
                <c:v>4.669276550240401</c:v>
              </c:pt>
              <c:pt idx="410">
                <c:v>4.669276550240401</c:v>
              </c:pt>
              <c:pt idx="411">
                <c:v>4.669276550240401</c:v>
              </c:pt>
            </c:numLit>
          </c:xVal>
          <c:yVal>
            <c:numLit>
              <c:formatCode>0.0</c:formatCode>
              <c:ptCount val="412"/>
              <c:pt idx="0">
                <c:v>0.13203880275870133</c:v>
              </c:pt>
              <c:pt idx="1">
                <c:v>0.13203880275870133</c:v>
              </c:pt>
              <c:pt idx="2">
                <c:v>0.13203880275870133</c:v>
              </c:pt>
              <c:pt idx="3">
                <c:v>0.13203880275870133</c:v>
              </c:pt>
              <c:pt idx="4">
                <c:v>0.13203880275870133</c:v>
              </c:pt>
              <c:pt idx="5">
                <c:v>0.13203880275870133</c:v>
              </c:pt>
              <c:pt idx="6">
                <c:v>0.13203880275870133</c:v>
              </c:pt>
              <c:pt idx="7">
                <c:v>0.13203880275870133</c:v>
              </c:pt>
              <c:pt idx="8">
                <c:v>0.13203880275870133</c:v>
              </c:pt>
              <c:pt idx="9">
                <c:v>0.13203880275870133</c:v>
              </c:pt>
              <c:pt idx="10">
                <c:v>0.13203880275870133</c:v>
              </c:pt>
              <c:pt idx="11">
                <c:v>0.13203880275870133</c:v>
              </c:pt>
              <c:pt idx="12">
                <c:v>0.13203880275870133</c:v>
              </c:pt>
              <c:pt idx="13">
                <c:v>0.13203880275870133</c:v>
              </c:pt>
              <c:pt idx="14">
                <c:v>0.13203880275870133</c:v>
              </c:pt>
              <c:pt idx="15">
                <c:v>0.13203880275870133</c:v>
              </c:pt>
              <c:pt idx="16">
                <c:v>0.13203880275870133</c:v>
              </c:pt>
              <c:pt idx="17">
                <c:v>0.13203880275870133</c:v>
              </c:pt>
              <c:pt idx="18">
                <c:v>0.13203880275870133</c:v>
              </c:pt>
              <c:pt idx="19">
                <c:v>0.13203880275870133</c:v>
              </c:pt>
              <c:pt idx="20">
                <c:v>0.13203880275870133</c:v>
              </c:pt>
              <c:pt idx="21">
                <c:v>0.13203880275870133</c:v>
              </c:pt>
              <c:pt idx="22">
                <c:v>0.13203880275870133</c:v>
              </c:pt>
              <c:pt idx="23">
                <c:v>0.13203880275870133</c:v>
              </c:pt>
              <c:pt idx="24">
                <c:v>0.13203880275870133</c:v>
              </c:pt>
              <c:pt idx="25">
                <c:v>0.13203880275870133</c:v>
              </c:pt>
              <c:pt idx="26">
                <c:v>0.13203880275870133</c:v>
              </c:pt>
              <c:pt idx="27">
                <c:v>0.13203880275870133</c:v>
              </c:pt>
              <c:pt idx="28">
                <c:v>0.13203880275870133</c:v>
              </c:pt>
              <c:pt idx="29">
                <c:v>0.13203880275870133</c:v>
              </c:pt>
              <c:pt idx="30">
                <c:v>0.13203880275870133</c:v>
              </c:pt>
              <c:pt idx="31">
                <c:v>0.13203880275870133</c:v>
              </c:pt>
              <c:pt idx="32">
                <c:v>0.13203880275870133</c:v>
              </c:pt>
              <c:pt idx="33">
                <c:v>0.13203880275870133</c:v>
              </c:pt>
              <c:pt idx="34">
                <c:v>0.13203880275870133</c:v>
              </c:pt>
              <c:pt idx="35">
                <c:v>0.13203880275870133</c:v>
              </c:pt>
              <c:pt idx="36">
                <c:v>0.13203880275870133</c:v>
              </c:pt>
              <c:pt idx="37">
                <c:v>0.13203880275870133</c:v>
              </c:pt>
              <c:pt idx="38">
                <c:v>0.13203880275870133</c:v>
              </c:pt>
              <c:pt idx="39">
                <c:v>0.13203880275870133</c:v>
              </c:pt>
              <c:pt idx="40">
                <c:v>0.13203880275870133</c:v>
              </c:pt>
              <c:pt idx="41">
                <c:v>0.13203880275870133</c:v>
              </c:pt>
              <c:pt idx="42">
                <c:v>0.13203880275870133</c:v>
              </c:pt>
              <c:pt idx="43">
                <c:v>0.13203880275870133</c:v>
              </c:pt>
              <c:pt idx="44">
                <c:v>0.13203880275870133</c:v>
              </c:pt>
              <c:pt idx="45">
                <c:v>0.13203880275870133</c:v>
              </c:pt>
              <c:pt idx="46">
                <c:v>0.13203880275870133</c:v>
              </c:pt>
              <c:pt idx="47">
                <c:v>0.13203880275870133</c:v>
              </c:pt>
              <c:pt idx="48">
                <c:v>0.13203880275870133</c:v>
              </c:pt>
              <c:pt idx="49">
                <c:v>0.13203880275870133</c:v>
              </c:pt>
              <c:pt idx="50">
                <c:v>0.13203880275870133</c:v>
              </c:pt>
              <c:pt idx="51">
                <c:v>0.13203880275870133</c:v>
              </c:pt>
              <c:pt idx="52">
                <c:v>0.13203880275870133</c:v>
              </c:pt>
              <c:pt idx="53">
                <c:v>0.13203880275870133</c:v>
              </c:pt>
              <c:pt idx="54">
                <c:v>0.13203880275870133</c:v>
              </c:pt>
              <c:pt idx="55">
                <c:v>0.13203880275870133</c:v>
              </c:pt>
              <c:pt idx="56">
                <c:v>0.13203880275870133</c:v>
              </c:pt>
              <c:pt idx="57">
                <c:v>0.13203880275870133</c:v>
              </c:pt>
              <c:pt idx="58">
                <c:v>0.13203880275870133</c:v>
              </c:pt>
              <c:pt idx="59">
                <c:v>0.13203880275870133</c:v>
              </c:pt>
              <c:pt idx="60">
                <c:v>0.13203880275870133</c:v>
              </c:pt>
              <c:pt idx="61">
                <c:v>0.13203880275870133</c:v>
              </c:pt>
              <c:pt idx="62">
                <c:v>0.13203880275870133</c:v>
              </c:pt>
              <c:pt idx="63">
                <c:v>0.13203880275870133</c:v>
              </c:pt>
              <c:pt idx="64">
                <c:v>0.13203880275870133</c:v>
              </c:pt>
              <c:pt idx="65">
                <c:v>0.13203880275870133</c:v>
              </c:pt>
              <c:pt idx="66">
                <c:v>0.13203880275870133</c:v>
              </c:pt>
              <c:pt idx="67">
                <c:v>0.13203880275870133</c:v>
              </c:pt>
              <c:pt idx="68">
                <c:v>0.13203880275870133</c:v>
              </c:pt>
              <c:pt idx="69">
                <c:v>0.13203880275870133</c:v>
              </c:pt>
              <c:pt idx="70">
                <c:v>0.13203880275870133</c:v>
              </c:pt>
              <c:pt idx="71">
                <c:v>0.13203880275870133</c:v>
              </c:pt>
              <c:pt idx="72">
                <c:v>0.13203880275870133</c:v>
              </c:pt>
              <c:pt idx="73">
                <c:v>0.13203880275870133</c:v>
              </c:pt>
              <c:pt idx="74">
                <c:v>0.13203880275870133</c:v>
              </c:pt>
              <c:pt idx="75">
                <c:v>0.13203880275870133</c:v>
              </c:pt>
              <c:pt idx="76">
                <c:v>0.13203880275870133</c:v>
              </c:pt>
              <c:pt idx="77">
                <c:v>0.13203880275870133</c:v>
              </c:pt>
              <c:pt idx="78">
                <c:v>0.13203880275870133</c:v>
              </c:pt>
              <c:pt idx="79">
                <c:v>0.13203880275870133</c:v>
              </c:pt>
              <c:pt idx="80">
                <c:v>0.13203880275870133</c:v>
              </c:pt>
              <c:pt idx="81">
                <c:v>0.13203880275870133</c:v>
              </c:pt>
              <c:pt idx="82">
                <c:v>0.13203880275870133</c:v>
              </c:pt>
              <c:pt idx="83">
                <c:v>0.13203880275870133</c:v>
              </c:pt>
              <c:pt idx="84">
                <c:v>0.13203880275870133</c:v>
              </c:pt>
              <c:pt idx="85">
                <c:v>0.13203880275870133</c:v>
              </c:pt>
              <c:pt idx="86">
                <c:v>0.13203880275870133</c:v>
              </c:pt>
              <c:pt idx="87">
                <c:v>0.13203880275870133</c:v>
              </c:pt>
              <c:pt idx="88">
                <c:v>0.13203880275870133</c:v>
              </c:pt>
              <c:pt idx="89">
                <c:v>0.13203880275870133</c:v>
              </c:pt>
              <c:pt idx="90">
                <c:v>0.13203880275870133</c:v>
              </c:pt>
              <c:pt idx="91">
                <c:v>0.13203880275870133</c:v>
              </c:pt>
              <c:pt idx="92">
                <c:v>0.13203880275870133</c:v>
              </c:pt>
              <c:pt idx="93">
                <c:v>0.13203880275870133</c:v>
              </c:pt>
              <c:pt idx="94">
                <c:v>0.13203880275870133</c:v>
              </c:pt>
              <c:pt idx="95">
                <c:v>0.13203880275870133</c:v>
              </c:pt>
              <c:pt idx="96">
                <c:v>0.13203880275870133</c:v>
              </c:pt>
              <c:pt idx="97">
                <c:v>0.13203880275870133</c:v>
              </c:pt>
              <c:pt idx="98">
                <c:v>0.13203880275870133</c:v>
              </c:pt>
              <c:pt idx="99">
                <c:v>0.13203880275870133</c:v>
              </c:pt>
              <c:pt idx="100">
                <c:v>0.13203880275870133</c:v>
              </c:pt>
              <c:pt idx="101">
                <c:v>0.13203880275870133</c:v>
              </c:pt>
              <c:pt idx="102">
                <c:v>0.13203880275870133</c:v>
              </c:pt>
              <c:pt idx="103">
                <c:v>0.13203880275870133</c:v>
              </c:pt>
              <c:pt idx="104">
                <c:v>0.13203880275870133</c:v>
              </c:pt>
              <c:pt idx="105">
                <c:v>0.13203880275870133</c:v>
              </c:pt>
              <c:pt idx="106">
                <c:v>0.13203880275870133</c:v>
              </c:pt>
              <c:pt idx="107">
                <c:v>0.13203880275870133</c:v>
              </c:pt>
              <c:pt idx="108">
                <c:v>0.13203880275870133</c:v>
              </c:pt>
              <c:pt idx="109">
                <c:v>0.13203880275870133</c:v>
              </c:pt>
              <c:pt idx="110">
                <c:v>0.13203880275870133</c:v>
              </c:pt>
              <c:pt idx="111">
                <c:v>0.13203880275870133</c:v>
              </c:pt>
              <c:pt idx="112">
                <c:v>0.13203880275870133</c:v>
              </c:pt>
              <c:pt idx="113">
                <c:v>0.13203880275870133</c:v>
              </c:pt>
              <c:pt idx="114">
                <c:v>0.13203880275870133</c:v>
              </c:pt>
              <c:pt idx="115">
                <c:v>0.13203880275870133</c:v>
              </c:pt>
              <c:pt idx="116">
                <c:v>0.13203880275870133</c:v>
              </c:pt>
              <c:pt idx="117">
                <c:v>0.13203880275870133</c:v>
              </c:pt>
              <c:pt idx="118">
                <c:v>0.13203880275870133</c:v>
              </c:pt>
              <c:pt idx="119">
                <c:v>0.13203880275870133</c:v>
              </c:pt>
              <c:pt idx="120">
                <c:v>0.13203880275870133</c:v>
              </c:pt>
              <c:pt idx="121">
                <c:v>0.13203880275870133</c:v>
              </c:pt>
              <c:pt idx="122">
                <c:v>0.13203880275870133</c:v>
              </c:pt>
              <c:pt idx="123">
                <c:v>0.13203880275870133</c:v>
              </c:pt>
              <c:pt idx="124">
                <c:v>0.13203880275870133</c:v>
              </c:pt>
              <c:pt idx="125">
                <c:v>0.13203880275870133</c:v>
              </c:pt>
              <c:pt idx="126">
                <c:v>0.13203880275870133</c:v>
              </c:pt>
              <c:pt idx="127">
                <c:v>0.13203880275870133</c:v>
              </c:pt>
              <c:pt idx="128">
                <c:v>0.13203880275870133</c:v>
              </c:pt>
              <c:pt idx="129">
                <c:v>0.13203880275870133</c:v>
              </c:pt>
              <c:pt idx="130">
                <c:v>0.13203880275870133</c:v>
              </c:pt>
              <c:pt idx="131">
                <c:v>0.13203880275870133</c:v>
              </c:pt>
              <c:pt idx="132">
                <c:v>0.13203880275870133</c:v>
              </c:pt>
              <c:pt idx="133">
                <c:v>0.13203880275870133</c:v>
              </c:pt>
              <c:pt idx="134">
                <c:v>0.13203880275870133</c:v>
              </c:pt>
              <c:pt idx="135">
                <c:v>0.13203880275870133</c:v>
              </c:pt>
              <c:pt idx="136">
                <c:v>0.13203880275870133</c:v>
              </c:pt>
              <c:pt idx="137">
                <c:v>0.13203880275870133</c:v>
              </c:pt>
              <c:pt idx="138">
                <c:v>0.13203880275870133</c:v>
              </c:pt>
              <c:pt idx="139">
                <c:v>0.13203880275870133</c:v>
              </c:pt>
              <c:pt idx="140">
                <c:v>0.13203880275870133</c:v>
              </c:pt>
              <c:pt idx="141">
                <c:v>0.13203880275870133</c:v>
              </c:pt>
              <c:pt idx="142">
                <c:v>0.13203880275870133</c:v>
              </c:pt>
              <c:pt idx="143">
                <c:v>0.13203880275870133</c:v>
              </c:pt>
              <c:pt idx="144">
                <c:v>0.13203880275870133</c:v>
              </c:pt>
              <c:pt idx="145">
                <c:v>0.13203880275870133</c:v>
              </c:pt>
              <c:pt idx="146">
                <c:v>0.13203880275870133</c:v>
              </c:pt>
              <c:pt idx="147">
                <c:v>0.13203880275870133</c:v>
              </c:pt>
              <c:pt idx="148">
                <c:v>0.13203880275870133</c:v>
              </c:pt>
              <c:pt idx="149">
                <c:v>0.13203880275870133</c:v>
              </c:pt>
              <c:pt idx="150">
                <c:v>0.13203880275870133</c:v>
              </c:pt>
              <c:pt idx="151">
                <c:v>0.13203880275870133</c:v>
              </c:pt>
              <c:pt idx="152">
                <c:v>0.13203880275870133</c:v>
              </c:pt>
              <c:pt idx="153">
                <c:v>0.13203880275870133</c:v>
              </c:pt>
              <c:pt idx="154">
                <c:v>0.13203880275870133</c:v>
              </c:pt>
              <c:pt idx="155">
                <c:v>0.13203880275870133</c:v>
              </c:pt>
              <c:pt idx="156">
                <c:v>0.13203880275870133</c:v>
              </c:pt>
              <c:pt idx="157">
                <c:v>0.13203880275870133</c:v>
              </c:pt>
              <c:pt idx="158">
                <c:v>0.13203880275870133</c:v>
              </c:pt>
              <c:pt idx="159">
                <c:v>0.13203880275870133</c:v>
              </c:pt>
              <c:pt idx="160">
                <c:v>0.13203880275870133</c:v>
              </c:pt>
              <c:pt idx="161">
                <c:v>0.13203880275870133</c:v>
              </c:pt>
              <c:pt idx="162">
                <c:v>0.13203880275870133</c:v>
              </c:pt>
              <c:pt idx="163">
                <c:v>0.13203880275870133</c:v>
              </c:pt>
              <c:pt idx="164">
                <c:v>0.13203880275870133</c:v>
              </c:pt>
              <c:pt idx="165">
                <c:v>0.13203880275870133</c:v>
              </c:pt>
              <c:pt idx="166">
                <c:v>0.13203880275870133</c:v>
              </c:pt>
              <c:pt idx="167">
                <c:v>0.13203880275870133</c:v>
              </c:pt>
              <c:pt idx="168">
                <c:v>0.13203880275870133</c:v>
              </c:pt>
              <c:pt idx="169">
                <c:v>0.13203880275870133</c:v>
              </c:pt>
              <c:pt idx="170">
                <c:v>0.13203880275870133</c:v>
              </c:pt>
              <c:pt idx="171">
                <c:v>0.13203880275870133</c:v>
              </c:pt>
              <c:pt idx="172">
                <c:v>0.13203880275870133</c:v>
              </c:pt>
              <c:pt idx="173">
                <c:v>0.13203880275870133</c:v>
              </c:pt>
              <c:pt idx="174">
                <c:v>0.13203880275870133</c:v>
              </c:pt>
              <c:pt idx="175">
                <c:v>0.13203880275870133</c:v>
              </c:pt>
              <c:pt idx="176">
                <c:v>0.13203880275870133</c:v>
              </c:pt>
              <c:pt idx="177">
                <c:v>0.13203880275870133</c:v>
              </c:pt>
              <c:pt idx="178">
                <c:v>0.13203880275870133</c:v>
              </c:pt>
              <c:pt idx="179">
                <c:v>0.13203880275870133</c:v>
              </c:pt>
              <c:pt idx="180">
                <c:v>0.13203880275870133</c:v>
              </c:pt>
              <c:pt idx="181">
                <c:v>0.13203880275870133</c:v>
              </c:pt>
              <c:pt idx="182">
                <c:v>0.13203880275870133</c:v>
              </c:pt>
              <c:pt idx="183">
                <c:v>0.13203880275870133</c:v>
              </c:pt>
              <c:pt idx="184">
                <c:v>0.13203880275870133</c:v>
              </c:pt>
              <c:pt idx="185">
                <c:v>0.13203880275870133</c:v>
              </c:pt>
              <c:pt idx="186">
                <c:v>0.13203880275870133</c:v>
              </c:pt>
              <c:pt idx="187">
                <c:v>0.13203880275870133</c:v>
              </c:pt>
              <c:pt idx="188">
                <c:v>0.13203880275870133</c:v>
              </c:pt>
              <c:pt idx="189">
                <c:v>0.13203880275870133</c:v>
              </c:pt>
              <c:pt idx="190">
                <c:v>0.13203880275870133</c:v>
              </c:pt>
              <c:pt idx="191">
                <c:v>0.13203880275870133</c:v>
              </c:pt>
              <c:pt idx="192">
                <c:v>0.13203880275870133</c:v>
              </c:pt>
              <c:pt idx="193">
                <c:v>0.13203880275870133</c:v>
              </c:pt>
              <c:pt idx="194">
                <c:v>0.13203880275870133</c:v>
              </c:pt>
              <c:pt idx="195">
                <c:v>0.13203880275870133</c:v>
              </c:pt>
              <c:pt idx="196">
                <c:v>0.13203880275870133</c:v>
              </c:pt>
              <c:pt idx="197">
                <c:v>0.13203880275870133</c:v>
              </c:pt>
              <c:pt idx="198">
                <c:v>0.13203880275870133</c:v>
              </c:pt>
              <c:pt idx="199">
                <c:v>0.13203880275870133</c:v>
              </c:pt>
              <c:pt idx="200">
                <c:v>0.13203880275870133</c:v>
              </c:pt>
              <c:pt idx="201">
                <c:v>0.13203880275870133</c:v>
              </c:pt>
              <c:pt idx="202">
                <c:v>0.13203880275870133</c:v>
              </c:pt>
              <c:pt idx="203">
                <c:v>0.13203880275870133</c:v>
              </c:pt>
              <c:pt idx="204">
                <c:v>0.13203880275870133</c:v>
              </c:pt>
              <c:pt idx="205">
                <c:v>0.13203880275870133</c:v>
              </c:pt>
              <c:pt idx="206">
                <c:v>0.13203880275870133</c:v>
              </c:pt>
              <c:pt idx="207">
                <c:v>0.13203880275870133</c:v>
              </c:pt>
              <c:pt idx="208">
                <c:v>0.13203880275870133</c:v>
              </c:pt>
              <c:pt idx="209">
                <c:v>0.13203880275870133</c:v>
              </c:pt>
              <c:pt idx="210">
                <c:v>0.13203880275870133</c:v>
              </c:pt>
              <c:pt idx="211">
                <c:v>0.13203880275870133</c:v>
              </c:pt>
              <c:pt idx="212">
                <c:v>0.13203880275870133</c:v>
              </c:pt>
              <c:pt idx="213">
                <c:v>0.13203880275870133</c:v>
              </c:pt>
              <c:pt idx="214">
                <c:v>0.13203880275870133</c:v>
              </c:pt>
              <c:pt idx="215">
                <c:v>0.13203880275870133</c:v>
              </c:pt>
              <c:pt idx="216">
                <c:v>0.13203880275870133</c:v>
              </c:pt>
              <c:pt idx="217">
                <c:v>0.13203880275870133</c:v>
              </c:pt>
              <c:pt idx="218">
                <c:v>0.13203880275870133</c:v>
              </c:pt>
              <c:pt idx="219">
                <c:v>0.13203880275870133</c:v>
              </c:pt>
              <c:pt idx="220">
                <c:v>0.13203880275870133</c:v>
              </c:pt>
              <c:pt idx="221">
                <c:v>0.13203880275870133</c:v>
              </c:pt>
              <c:pt idx="222">
                <c:v>0.13203880275870133</c:v>
              </c:pt>
              <c:pt idx="223">
                <c:v>0.13203880275870133</c:v>
              </c:pt>
              <c:pt idx="224">
                <c:v>0.13203880275870133</c:v>
              </c:pt>
              <c:pt idx="225">
                <c:v>0.13203880275870133</c:v>
              </c:pt>
              <c:pt idx="226">
                <c:v>0.13203880275870133</c:v>
              </c:pt>
              <c:pt idx="227">
                <c:v>0.13203880275870133</c:v>
              </c:pt>
              <c:pt idx="228">
                <c:v>0.13203880275870133</c:v>
              </c:pt>
              <c:pt idx="229">
                <c:v>0.13203880275870133</c:v>
              </c:pt>
              <c:pt idx="230">
                <c:v>0.13203880275870133</c:v>
              </c:pt>
              <c:pt idx="231">
                <c:v>0.13203880275870133</c:v>
              </c:pt>
              <c:pt idx="232">
                <c:v>0.13203880275870133</c:v>
              </c:pt>
              <c:pt idx="233">
                <c:v>0.13203880275870133</c:v>
              </c:pt>
              <c:pt idx="234">
                <c:v>0.13203880275870133</c:v>
              </c:pt>
              <c:pt idx="235">
                <c:v>0.13203880275870133</c:v>
              </c:pt>
              <c:pt idx="236">
                <c:v>0.13203880275870133</c:v>
              </c:pt>
              <c:pt idx="237">
                <c:v>0.13203880275870133</c:v>
              </c:pt>
              <c:pt idx="238">
                <c:v>0.13203880275870133</c:v>
              </c:pt>
              <c:pt idx="239">
                <c:v>0.13203880275870133</c:v>
              </c:pt>
              <c:pt idx="240">
                <c:v>0.13203880275870133</c:v>
              </c:pt>
              <c:pt idx="241">
                <c:v>0.13203880275870133</c:v>
              </c:pt>
              <c:pt idx="242">
                <c:v>0.13203880275870133</c:v>
              </c:pt>
              <c:pt idx="243">
                <c:v>0.13203880275870133</c:v>
              </c:pt>
              <c:pt idx="244">
                <c:v>0.13203880275870133</c:v>
              </c:pt>
              <c:pt idx="245">
                <c:v>0.13203880275870133</c:v>
              </c:pt>
              <c:pt idx="246">
                <c:v>0.13203880275870133</c:v>
              </c:pt>
              <c:pt idx="247">
                <c:v>0.13203880275870133</c:v>
              </c:pt>
              <c:pt idx="248">
                <c:v>0.13203880275870133</c:v>
              </c:pt>
              <c:pt idx="249">
                <c:v>0.13203880275870133</c:v>
              </c:pt>
              <c:pt idx="250">
                <c:v>0.13203880275870133</c:v>
              </c:pt>
              <c:pt idx="251">
                <c:v>0.13203880275870133</c:v>
              </c:pt>
              <c:pt idx="252">
                <c:v>0.13203880275870133</c:v>
              </c:pt>
              <c:pt idx="253">
                <c:v>0.13203880275870133</c:v>
              </c:pt>
              <c:pt idx="254">
                <c:v>0.13203880275870133</c:v>
              </c:pt>
              <c:pt idx="255">
                <c:v>0.13203880275870133</c:v>
              </c:pt>
              <c:pt idx="256">
                <c:v>0.13203880275870133</c:v>
              </c:pt>
              <c:pt idx="257">
                <c:v>0.13203880275870133</c:v>
              </c:pt>
              <c:pt idx="258">
                <c:v>0.13203880275870133</c:v>
              </c:pt>
              <c:pt idx="259">
                <c:v>0.13203880275870133</c:v>
              </c:pt>
              <c:pt idx="260">
                <c:v>0.13203880275870133</c:v>
              </c:pt>
              <c:pt idx="261">
                <c:v>0.13203880275870133</c:v>
              </c:pt>
              <c:pt idx="262">
                <c:v>0.13203880275870133</c:v>
              </c:pt>
              <c:pt idx="263">
                <c:v>0.13203880275870133</c:v>
              </c:pt>
              <c:pt idx="264">
                <c:v>0.13203880275870133</c:v>
              </c:pt>
              <c:pt idx="265">
                <c:v>0.13203880275870133</c:v>
              </c:pt>
              <c:pt idx="266">
                <c:v>0.13203880275870133</c:v>
              </c:pt>
              <c:pt idx="267">
                <c:v>0.13203880275870133</c:v>
              </c:pt>
              <c:pt idx="268">
                <c:v>0.13203880275870133</c:v>
              </c:pt>
              <c:pt idx="269">
                <c:v>0.13203880275870133</c:v>
              </c:pt>
              <c:pt idx="270">
                <c:v>0.13203880275870133</c:v>
              </c:pt>
              <c:pt idx="271">
                <c:v>0.13203880275870133</c:v>
              </c:pt>
              <c:pt idx="272">
                <c:v>0.13203880275870133</c:v>
              </c:pt>
              <c:pt idx="273">
                <c:v>0.13203880275870133</c:v>
              </c:pt>
              <c:pt idx="274">
                <c:v>0.13203880275870133</c:v>
              </c:pt>
              <c:pt idx="275">
                <c:v>0.13203880275870133</c:v>
              </c:pt>
              <c:pt idx="276">
                <c:v>0.13203880275870133</c:v>
              </c:pt>
              <c:pt idx="277">
                <c:v>0.13203880275870133</c:v>
              </c:pt>
              <c:pt idx="278">
                <c:v>0.13203880275870133</c:v>
              </c:pt>
              <c:pt idx="279">
                <c:v>0.13203880275870133</c:v>
              </c:pt>
              <c:pt idx="280">
                <c:v>0.13203880275870133</c:v>
              </c:pt>
              <c:pt idx="281">
                <c:v>0.13203880275870133</c:v>
              </c:pt>
              <c:pt idx="282">
                <c:v>0.13203880275870133</c:v>
              </c:pt>
              <c:pt idx="283">
                <c:v>0.13203880275870133</c:v>
              </c:pt>
              <c:pt idx="284">
                <c:v>0.13203880275870133</c:v>
              </c:pt>
              <c:pt idx="285">
                <c:v>0.13203880275870133</c:v>
              </c:pt>
              <c:pt idx="286">
                <c:v>0.13203880275870133</c:v>
              </c:pt>
              <c:pt idx="287">
                <c:v>0.13203880275870133</c:v>
              </c:pt>
              <c:pt idx="288">
                <c:v>0.13203880275870133</c:v>
              </c:pt>
              <c:pt idx="289">
                <c:v>0.13203880275870133</c:v>
              </c:pt>
              <c:pt idx="290">
                <c:v>0.13203880275870133</c:v>
              </c:pt>
              <c:pt idx="291">
                <c:v>0.13203880275870133</c:v>
              </c:pt>
              <c:pt idx="292">
                <c:v>0.13203880275870133</c:v>
              </c:pt>
              <c:pt idx="293">
                <c:v>0.13203880275870133</c:v>
              </c:pt>
              <c:pt idx="294">
                <c:v>0.13203880275870133</c:v>
              </c:pt>
              <c:pt idx="295">
                <c:v>0.13203880275870133</c:v>
              </c:pt>
              <c:pt idx="296">
                <c:v>0.13203880275870133</c:v>
              </c:pt>
              <c:pt idx="297">
                <c:v>0.13203880275870133</c:v>
              </c:pt>
              <c:pt idx="298">
                <c:v>0.13203880275870133</c:v>
              </c:pt>
              <c:pt idx="299">
                <c:v>0.13203880275870133</c:v>
              </c:pt>
              <c:pt idx="300">
                <c:v>0.13203880275870133</c:v>
              </c:pt>
              <c:pt idx="301">
                <c:v>0.13203880275870133</c:v>
              </c:pt>
              <c:pt idx="302">
                <c:v>0.13203880275870133</c:v>
              </c:pt>
              <c:pt idx="303">
                <c:v>0.13203880275870133</c:v>
              </c:pt>
              <c:pt idx="304">
                <c:v>0.13203880275870133</c:v>
              </c:pt>
              <c:pt idx="305">
                <c:v>0.13203880275870133</c:v>
              </c:pt>
              <c:pt idx="306">
                <c:v>0.13203880275870133</c:v>
              </c:pt>
              <c:pt idx="307">
                <c:v>0.13203880275870133</c:v>
              </c:pt>
              <c:pt idx="308">
                <c:v>0.13203880275870133</c:v>
              </c:pt>
              <c:pt idx="309">
                <c:v>0.13203880275870133</c:v>
              </c:pt>
              <c:pt idx="310">
                <c:v>0.13203880275870133</c:v>
              </c:pt>
              <c:pt idx="311">
                <c:v>0.13203880275870133</c:v>
              </c:pt>
              <c:pt idx="312">
                <c:v>0.13203880275870133</c:v>
              </c:pt>
              <c:pt idx="313">
                <c:v>0.13203880275870133</c:v>
              </c:pt>
              <c:pt idx="314">
                <c:v>0.13203880275870133</c:v>
              </c:pt>
              <c:pt idx="315">
                <c:v>0.13203880275870133</c:v>
              </c:pt>
              <c:pt idx="316">
                <c:v>0.13203880275870133</c:v>
              </c:pt>
              <c:pt idx="317">
                <c:v>0.13203880275870133</c:v>
              </c:pt>
              <c:pt idx="318">
                <c:v>0.13203880275870133</c:v>
              </c:pt>
              <c:pt idx="319">
                <c:v>0.13203880275870133</c:v>
              </c:pt>
              <c:pt idx="320">
                <c:v>0.13203880275870133</c:v>
              </c:pt>
              <c:pt idx="321">
                <c:v>0.13203880275870133</c:v>
              </c:pt>
              <c:pt idx="322">
                <c:v>0.13203880275870133</c:v>
              </c:pt>
              <c:pt idx="323">
                <c:v>0.13203880275870133</c:v>
              </c:pt>
              <c:pt idx="324">
                <c:v>0.13203880275870133</c:v>
              </c:pt>
              <c:pt idx="325">
                <c:v>0.13203880275870133</c:v>
              </c:pt>
              <c:pt idx="326">
                <c:v>0.13203880275870133</c:v>
              </c:pt>
              <c:pt idx="327">
                <c:v>0.13203880275870133</c:v>
              </c:pt>
              <c:pt idx="328">
                <c:v>0.13203880275870133</c:v>
              </c:pt>
              <c:pt idx="329">
                <c:v>0.13203880275870133</c:v>
              </c:pt>
              <c:pt idx="330">
                <c:v>0.13203880275870133</c:v>
              </c:pt>
              <c:pt idx="331">
                <c:v>0.13203880275870133</c:v>
              </c:pt>
              <c:pt idx="332">
                <c:v>0.13203880275870133</c:v>
              </c:pt>
              <c:pt idx="333">
                <c:v>0.13203880275870133</c:v>
              </c:pt>
              <c:pt idx="334">
                <c:v>0.13203880275870133</c:v>
              </c:pt>
              <c:pt idx="335">
                <c:v>0.13203880275870133</c:v>
              </c:pt>
              <c:pt idx="336">
                <c:v>0.13203880275870133</c:v>
              </c:pt>
              <c:pt idx="337">
                <c:v>0.13203880275870133</c:v>
              </c:pt>
              <c:pt idx="338">
                <c:v>0.13203880275870133</c:v>
              </c:pt>
              <c:pt idx="339">
                <c:v>0.13203880275870133</c:v>
              </c:pt>
              <c:pt idx="340">
                <c:v>0.13203880275870133</c:v>
              </c:pt>
              <c:pt idx="341">
                <c:v>0.13203880275870133</c:v>
              </c:pt>
              <c:pt idx="342">
                <c:v>0.13203880275870133</c:v>
              </c:pt>
              <c:pt idx="343">
                <c:v>0.13203880275870133</c:v>
              </c:pt>
              <c:pt idx="344">
                <c:v>0.13203880275870133</c:v>
              </c:pt>
              <c:pt idx="345">
                <c:v>0.13203880275870133</c:v>
              </c:pt>
              <c:pt idx="346">
                <c:v>0.13203880275870133</c:v>
              </c:pt>
              <c:pt idx="347">
                <c:v>0.13203880275870133</c:v>
              </c:pt>
              <c:pt idx="348">
                <c:v>0.13203880275870133</c:v>
              </c:pt>
              <c:pt idx="349">
                <c:v>0.13203880275870133</c:v>
              </c:pt>
              <c:pt idx="350">
                <c:v>0.13203880275870133</c:v>
              </c:pt>
              <c:pt idx="351">
                <c:v>0.13203880275870133</c:v>
              </c:pt>
              <c:pt idx="352">
                <c:v>0.13203880275870133</c:v>
              </c:pt>
              <c:pt idx="353">
                <c:v>0.13203880275870133</c:v>
              </c:pt>
              <c:pt idx="354">
                <c:v>0.13203880275870133</c:v>
              </c:pt>
              <c:pt idx="355">
                <c:v>0.13203880275870133</c:v>
              </c:pt>
              <c:pt idx="356">
                <c:v>0.13203880275870133</c:v>
              </c:pt>
              <c:pt idx="357">
                <c:v>0.13203880275870133</c:v>
              </c:pt>
              <c:pt idx="358">
                <c:v>0.13203880275870133</c:v>
              </c:pt>
              <c:pt idx="359">
                <c:v>0.13203880275870133</c:v>
              </c:pt>
              <c:pt idx="360">
                <c:v>0.13203880275870133</c:v>
              </c:pt>
              <c:pt idx="361">
                <c:v>0.13203880275870133</c:v>
              </c:pt>
              <c:pt idx="362">
                <c:v>0.13203880275870133</c:v>
              </c:pt>
              <c:pt idx="363">
                <c:v>0.13203880275870133</c:v>
              </c:pt>
              <c:pt idx="364">
                <c:v>0.13203880275870133</c:v>
              </c:pt>
              <c:pt idx="365">
                <c:v>0.13203880275870133</c:v>
              </c:pt>
              <c:pt idx="366">
                <c:v>0.13203880275870133</c:v>
              </c:pt>
              <c:pt idx="367">
                <c:v>0.13203880275870133</c:v>
              </c:pt>
              <c:pt idx="368">
                <c:v>0.13203880275870133</c:v>
              </c:pt>
              <c:pt idx="369">
                <c:v>0.13203880275870133</c:v>
              </c:pt>
              <c:pt idx="370">
                <c:v>0.13203880275870133</c:v>
              </c:pt>
              <c:pt idx="371">
                <c:v>0.13203880275870133</c:v>
              </c:pt>
              <c:pt idx="372">
                <c:v>0.13203880275870133</c:v>
              </c:pt>
              <c:pt idx="373">
                <c:v>0.13203880275870133</c:v>
              </c:pt>
              <c:pt idx="374">
                <c:v>0.13203880275870133</c:v>
              </c:pt>
              <c:pt idx="375">
                <c:v>0.13203880275870133</c:v>
              </c:pt>
              <c:pt idx="376">
                <c:v>0.13203880275870133</c:v>
              </c:pt>
              <c:pt idx="377">
                <c:v>0.13203880275870133</c:v>
              </c:pt>
              <c:pt idx="378">
                <c:v>0.13203880275870133</c:v>
              </c:pt>
              <c:pt idx="379">
                <c:v>0.13203880275870133</c:v>
              </c:pt>
              <c:pt idx="380">
                <c:v>0.13203880275870133</c:v>
              </c:pt>
              <c:pt idx="381">
                <c:v>0.13203880275870133</c:v>
              </c:pt>
              <c:pt idx="382">
                <c:v>0.13203880275870133</c:v>
              </c:pt>
              <c:pt idx="383">
                <c:v>0.13203880275870133</c:v>
              </c:pt>
              <c:pt idx="384">
                <c:v>0.13203880275870133</c:v>
              </c:pt>
              <c:pt idx="385">
                <c:v>0.13203880275870133</c:v>
              </c:pt>
              <c:pt idx="386">
                <c:v>0.13203880275870133</c:v>
              </c:pt>
              <c:pt idx="387">
                <c:v>0.13203880275870133</c:v>
              </c:pt>
              <c:pt idx="388">
                <c:v>0.13203880275870133</c:v>
              </c:pt>
              <c:pt idx="389">
                <c:v>0.13203880275870133</c:v>
              </c:pt>
              <c:pt idx="390">
                <c:v>0.13203880275870133</c:v>
              </c:pt>
              <c:pt idx="391">
                <c:v>0.13203880275870133</c:v>
              </c:pt>
              <c:pt idx="392">
                <c:v>0.13203880275870133</c:v>
              </c:pt>
              <c:pt idx="393">
                <c:v>0.13203880275870133</c:v>
              </c:pt>
              <c:pt idx="394">
                <c:v>0.13203880275870133</c:v>
              </c:pt>
              <c:pt idx="395">
                <c:v>0.13203880275870133</c:v>
              </c:pt>
              <c:pt idx="396">
                <c:v>0.13203880275870133</c:v>
              </c:pt>
              <c:pt idx="397">
                <c:v>0.13203880275870133</c:v>
              </c:pt>
              <c:pt idx="398">
                <c:v>0.13203880275870133</c:v>
              </c:pt>
              <c:pt idx="399">
                <c:v>0.13203880275870133</c:v>
              </c:pt>
              <c:pt idx="400">
                <c:v>0.13203880275870133</c:v>
              </c:pt>
              <c:pt idx="401">
                <c:v>0.13203880275870133</c:v>
              </c:pt>
              <c:pt idx="402">
                <c:v>0.13203880275870133</c:v>
              </c:pt>
              <c:pt idx="403">
                <c:v>0.13203880275870133</c:v>
              </c:pt>
              <c:pt idx="404">
                <c:v>0.13203880275870133</c:v>
              </c:pt>
              <c:pt idx="405">
                <c:v>0.13203880275870133</c:v>
              </c:pt>
              <c:pt idx="406">
                <c:v>0.13203880275870133</c:v>
              </c:pt>
              <c:pt idx="407">
                <c:v>0.13203880275870133</c:v>
              </c:pt>
              <c:pt idx="408">
                <c:v>0.13203880275870133</c:v>
              </c:pt>
              <c:pt idx="409">
                <c:v>0.13203880275870133</c:v>
              </c:pt>
              <c:pt idx="410">
                <c:v>0.13203880275870133</c:v>
              </c:pt>
              <c:pt idx="411">
                <c:v>0.13203880275870133</c:v>
              </c:pt>
            </c:numLit>
          </c:yVal>
          <c:smooth val="0"/>
        </c:ser>
        <c:ser>
          <c:idx val="10"/>
          <c:order val="10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  <c:pt idx="246">
                <c:v>0</c:v>
              </c:pt>
              <c:pt idx="247">
                <c:v>0</c:v>
              </c:pt>
              <c:pt idx="248">
                <c:v>0</c:v>
              </c:pt>
              <c:pt idx="249">
                <c:v>0</c:v>
              </c:pt>
              <c:pt idx="250">
                <c:v>0</c:v>
              </c:pt>
              <c:pt idx="251">
                <c:v>0</c:v>
              </c:pt>
              <c:pt idx="252">
                <c:v>0</c:v>
              </c:pt>
              <c:pt idx="253">
                <c:v>0</c:v>
              </c:pt>
              <c:pt idx="254">
                <c:v>0</c:v>
              </c:pt>
              <c:pt idx="255">
                <c:v>0</c:v>
              </c:pt>
              <c:pt idx="256">
                <c:v>0</c:v>
              </c:pt>
              <c:pt idx="257">
                <c:v>0</c:v>
              </c:pt>
              <c:pt idx="258">
                <c:v>0</c:v>
              </c:pt>
              <c:pt idx="259">
                <c:v>0</c:v>
              </c:pt>
              <c:pt idx="260">
                <c:v>0</c:v>
              </c:pt>
              <c:pt idx="261">
                <c:v>0</c:v>
              </c:pt>
              <c:pt idx="262">
                <c:v>0</c:v>
              </c:pt>
              <c:pt idx="263">
                <c:v>0</c:v>
              </c:pt>
              <c:pt idx="264">
                <c:v>0</c:v>
              </c:pt>
              <c:pt idx="265">
                <c:v>0</c:v>
              </c:pt>
              <c:pt idx="266">
                <c:v>0</c:v>
              </c:pt>
              <c:pt idx="267">
                <c:v>0</c:v>
              </c:pt>
              <c:pt idx="268">
                <c:v>0</c:v>
              </c:pt>
              <c:pt idx="269">
                <c:v>0</c:v>
              </c:pt>
              <c:pt idx="270">
                <c:v>0</c:v>
              </c:pt>
              <c:pt idx="271">
                <c:v>0</c:v>
              </c:pt>
              <c:pt idx="272">
                <c:v>0</c:v>
              </c:pt>
              <c:pt idx="273">
                <c:v>0</c:v>
              </c:pt>
              <c:pt idx="274">
                <c:v>0</c:v>
              </c:pt>
              <c:pt idx="275">
                <c:v>0</c:v>
              </c:pt>
              <c:pt idx="276">
                <c:v>0</c:v>
              </c:pt>
              <c:pt idx="277">
                <c:v>0</c:v>
              </c:pt>
              <c:pt idx="278">
                <c:v>0</c:v>
              </c:pt>
              <c:pt idx="279">
                <c:v>0</c:v>
              </c:pt>
              <c:pt idx="280">
                <c:v>0</c:v>
              </c:pt>
              <c:pt idx="281">
                <c:v>0</c:v>
              </c:pt>
              <c:pt idx="282">
                <c:v>0</c:v>
              </c:pt>
              <c:pt idx="283">
                <c:v>0</c:v>
              </c:pt>
              <c:pt idx="284">
                <c:v>0</c:v>
              </c:pt>
              <c:pt idx="285">
                <c:v>0</c:v>
              </c:pt>
              <c:pt idx="286">
                <c:v>0</c:v>
              </c:pt>
              <c:pt idx="287">
                <c:v>0</c:v>
              </c:pt>
              <c:pt idx="288">
                <c:v>0</c:v>
              </c:pt>
              <c:pt idx="289">
                <c:v>0</c:v>
              </c:pt>
              <c:pt idx="290">
                <c:v>0</c:v>
              </c:pt>
              <c:pt idx="291">
                <c:v>0</c:v>
              </c:pt>
              <c:pt idx="292">
                <c:v>0</c:v>
              </c:pt>
              <c:pt idx="293">
                <c:v>0</c:v>
              </c:pt>
              <c:pt idx="294">
                <c:v>0</c:v>
              </c:pt>
              <c:pt idx="295">
                <c:v>0</c:v>
              </c:pt>
              <c:pt idx="296">
                <c:v>0</c:v>
              </c:pt>
              <c:pt idx="297">
                <c:v>0</c:v>
              </c:pt>
              <c:pt idx="298">
                <c:v>0</c:v>
              </c:pt>
              <c:pt idx="299">
                <c:v>0</c:v>
              </c:pt>
              <c:pt idx="300">
                <c:v>0</c:v>
              </c:pt>
              <c:pt idx="301">
                <c:v>0</c:v>
              </c:pt>
              <c:pt idx="302">
                <c:v>0</c:v>
              </c:pt>
              <c:pt idx="303">
                <c:v>0</c:v>
              </c:pt>
              <c:pt idx="304">
                <c:v>0</c:v>
              </c:pt>
              <c:pt idx="305">
                <c:v>0</c:v>
              </c:pt>
              <c:pt idx="306">
                <c:v>0</c:v>
              </c:pt>
              <c:pt idx="307">
                <c:v>0</c:v>
              </c:pt>
              <c:pt idx="308">
                <c:v>0</c:v>
              </c:pt>
              <c:pt idx="309">
                <c:v>0</c:v>
              </c:pt>
              <c:pt idx="310">
                <c:v>0</c:v>
              </c:pt>
              <c:pt idx="311">
                <c:v>0</c:v>
              </c:pt>
              <c:pt idx="312">
                <c:v>0</c:v>
              </c:pt>
              <c:pt idx="313">
                <c:v>0</c:v>
              </c:pt>
              <c:pt idx="314">
                <c:v>0</c:v>
              </c:pt>
              <c:pt idx="315">
                <c:v>0</c:v>
              </c:pt>
              <c:pt idx="316">
                <c:v>0</c:v>
              </c:pt>
              <c:pt idx="317">
                <c:v>0</c:v>
              </c:pt>
              <c:pt idx="318">
                <c:v>0</c:v>
              </c:pt>
              <c:pt idx="319">
                <c:v>0</c:v>
              </c:pt>
              <c:pt idx="320">
                <c:v>0</c:v>
              </c:pt>
              <c:pt idx="321">
                <c:v>0</c:v>
              </c:pt>
              <c:pt idx="322">
                <c:v>0</c:v>
              </c:pt>
              <c:pt idx="323">
                <c:v>0</c:v>
              </c:pt>
              <c:pt idx="324">
                <c:v>0</c:v>
              </c:pt>
              <c:pt idx="325">
                <c:v>0</c:v>
              </c:pt>
              <c:pt idx="326">
                <c:v>0</c:v>
              </c:pt>
              <c:pt idx="327">
                <c:v>0</c:v>
              </c:pt>
              <c:pt idx="328">
                <c:v>0</c:v>
              </c:pt>
              <c:pt idx="329">
                <c:v>0</c:v>
              </c:pt>
              <c:pt idx="330">
                <c:v>0</c:v>
              </c:pt>
              <c:pt idx="331">
                <c:v>0</c:v>
              </c:pt>
              <c:pt idx="332">
                <c:v>0</c:v>
              </c:pt>
              <c:pt idx="333">
                <c:v>0</c:v>
              </c:pt>
              <c:pt idx="334">
                <c:v>0</c:v>
              </c:pt>
              <c:pt idx="335">
                <c:v>0</c:v>
              </c:pt>
              <c:pt idx="336">
                <c:v>0</c:v>
              </c:pt>
              <c:pt idx="337">
                <c:v>0</c:v>
              </c:pt>
              <c:pt idx="338">
                <c:v>0</c:v>
              </c:pt>
              <c:pt idx="339">
                <c:v>0</c:v>
              </c:pt>
              <c:pt idx="340">
                <c:v>0</c:v>
              </c:pt>
              <c:pt idx="341">
                <c:v>0</c:v>
              </c:pt>
              <c:pt idx="342">
                <c:v>0</c:v>
              </c:pt>
              <c:pt idx="343">
                <c:v>0</c:v>
              </c:pt>
              <c:pt idx="344">
                <c:v>0</c:v>
              </c:pt>
              <c:pt idx="345">
                <c:v>0</c:v>
              </c:pt>
              <c:pt idx="346">
                <c:v>0</c:v>
              </c:pt>
              <c:pt idx="347">
                <c:v>0</c:v>
              </c:pt>
              <c:pt idx="348">
                <c:v>0</c:v>
              </c:pt>
              <c:pt idx="349">
                <c:v>0</c:v>
              </c:pt>
              <c:pt idx="350">
                <c:v>0</c:v>
              </c:pt>
              <c:pt idx="351">
                <c:v>0</c:v>
              </c:pt>
              <c:pt idx="352">
                <c:v>0</c:v>
              </c:pt>
              <c:pt idx="353">
                <c:v>0</c:v>
              </c:pt>
              <c:pt idx="354">
                <c:v>0</c:v>
              </c:pt>
              <c:pt idx="355">
                <c:v>0</c:v>
              </c:pt>
              <c:pt idx="356">
                <c:v>0</c:v>
              </c:pt>
              <c:pt idx="357">
                <c:v>0</c:v>
              </c:pt>
              <c:pt idx="358">
                <c:v>0</c:v>
              </c:pt>
              <c:pt idx="359">
                <c:v>0</c:v>
              </c:pt>
              <c:pt idx="360">
                <c:v>0</c:v>
              </c:pt>
              <c:pt idx="361">
                <c:v>0</c:v>
              </c:pt>
              <c:pt idx="362">
                <c:v>0</c:v>
              </c:pt>
              <c:pt idx="363">
                <c:v>0</c:v>
              </c:pt>
              <c:pt idx="364">
                <c:v>0</c:v>
              </c:pt>
              <c:pt idx="365">
                <c:v>0</c:v>
              </c:pt>
              <c:pt idx="366">
                <c:v>0</c:v>
              </c:pt>
              <c:pt idx="367">
                <c:v>0</c:v>
              </c:pt>
              <c:pt idx="368">
                <c:v>0</c:v>
              </c:pt>
              <c:pt idx="369">
                <c:v>0</c:v>
              </c:pt>
              <c:pt idx="370">
                <c:v>0</c:v>
              </c:pt>
              <c:pt idx="371">
                <c:v>0</c:v>
              </c:pt>
              <c:pt idx="372">
                <c:v>0</c:v>
              </c:pt>
              <c:pt idx="373">
                <c:v>0</c:v>
              </c:pt>
              <c:pt idx="374">
                <c:v>0</c:v>
              </c:pt>
              <c:pt idx="375">
                <c:v>0</c:v>
              </c:pt>
              <c:pt idx="376">
                <c:v>0</c:v>
              </c:pt>
              <c:pt idx="377">
                <c:v>0</c:v>
              </c:pt>
              <c:pt idx="378">
                <c:v>0</c:v>
              </c:pt>
              <c:pt idx="379">
                <c:v>0</c:v>
              </c:pt>
              <c:pt idx="380">
                <c:v>0</c:v>
              </c:pt>
              <c:pt idx="381">
                <c:v>0</c:v>
              </c:pt>
              <c:pt idx="382">
                <c:v>0</c:v>
              </c:pt>
              <c:pt idx="383">
                <c:v>0</c:v>
              </c:pt>
              <c:pt idx="384">
                <c:v>0</c:v>
              </c:pt>
              <c:pt idx="385">
                <c:v>0</c:v>
              </c:pt>
              <c:pt idx="386">
                <c:v>0</c:v>
              </c:pt>
              <c:pt idx="387">
                <c:v>0</c:v>
              </c:pt>
              <c:pt idx="388">
                <c:v>0</c:v>
              </c:pt>
              <c:pt idx="389">
                <c:v>0</c:v>
              </c:pt>
              <c:pt idx="390">
                <c:v>0</c:v>
              </c:pt>
              <c:pt idx="391">
                <c:v>0</c:v>
              </c:pt>
              <c:pt idx="392">
                <c:v>0</c:v>
              </c:pt>
              <c:pt idx="393">
                <c:v>0</c:v>
              </c:pt>
              <c:pt idx="394">
                <c:v>0</c:v>
              </c:pt>
              <c:pt idx="395">
                <c:v>0</c:v>
              </c:pt>
              <c:pt idx="396">
                <c:v>0</c:v>
              </c:pt>
              <c:pt idx="397">
                <c:v>0</c:v>
              </c:pt>
              <c:pt idx="398">
                <c:v>0</c:v>
              </c:pt>
              <c:pt idx="399">
                <c:v>0</c:v>
              </c:pt>
              <c:pt idx="400">
                <c:v>0</c:v>
              </c:pt>
              <c:pt idx="401">
                <c:v>0</c:v>
              </c:pt>
              <c:pt idx="402">
                <c:v>0</c:v>
              </c:pt>
              <c:pt idx="403">
                <c:v>0</c:v>
              </c:pt>
              <c:pt idx="404">
                <c:v>0</c:v>
              </c:pt>
              <c:pt idx="405">
                <c:v>0</c:v>
              </c:pt>
              <c:pt idx="406">
                <c:v>0</c:v>
              </c:pt>
              <c:pt idx="407">
                <c:v>0</c:v>
              </c:pt>
              <c:pt idx="408">
                <c:v>0</c:v>
              </c:pt>
              <c:pt idx="409">
                <c:v>0</c:v>
              </c:pt>
              <c:pt idx="410">
                <c:v>0</c:v>
              </c:pt>
              <c:pt idx="411">
                <c:v>0</c:v>
              </c:pt>
            </c:numLit>
          </c:xVal>
          <c:yVal>
            <c:numLit>
              <c:formatCode>0.0</c:formatCode>
              <c:ptCount val="412"/>
              <c:pt idx="0">
                <c:v>1.283387195849231</c:v>
              </c:pt>
              <c:pt idx="1">
                <c:v>1.283387195849231</c:v>
              </c:pt>
              <c:pt idx="2">
                <c:v>1.283387195849231</c:v>
              </c:pt>
              <c:pt idx="3">
                <c:v>1.283387195849231</c:v>
              </c:pt>
              <c:pt idx="4">
                <c:v>1.283387195849231</c:v>
              </c:pt>
              <c:pt idx="5">
                <c:v>1.283387195849231</c:v>
              </c:pt>
              <c:pt idx="6">
                <c:v>1.283387195849231</c:v>
              </c:pt>
              <c:pt idx="7">
                <c:v>1.283387195849231</c:v>
              </c:pt>
              <c:pt idx="8">
                <c:v>1.283387195849231</c:v>
              </c:pt>
              <c:pt idx="9">
                <c:v>1.283387195849231</c:v>
              </c:pt>
              <c:pt idx="10">
                <c:v>1.283387195849231</c:v>
              </c:pt>
              <c:pt idx="11">
                <c:v>1.283387195849231</c:v>
              </c:pt>
              <c:pt idx="12">
                <c:v>1.283387195849231</c:v>
              </c:pt>
              <c:pt idx="13">
                <c:v>1.283387195849231</c:v>
              </c:pt>
              <c:pt idx="14">
                <c:v>1.283387195849231</c:v>
              </c:pt>
              <c:pt idx="15">
                <c:v>1.283387195849231</c:v>
              </c:pt>
              <c:pt idx="16">
                <c:v>1.283387195849231</c:v>
              </c:pt>
              <c:pt idx="17">
                <c:v>1.283387195849231</c:v>
              </c:pt>
              <c:pt idx="18">
                <c:v>1.283387195849231</c:v>
              </c:pt>
              <c:pt idx="19">
                <c:v>1.283387195849231</c:v>
              </c:pt>
              <c:pt idx="20">
                <c:v>1.283387195849231</c:v>
              </c:pt>
              <c:pt idx="21">
                <c:v>1.283387195849231</c:v>
              </c:pt>
              <c:pt idx="22">
                <c:v>1.283387195849231</c:v>
              </c:pt>
              <c:pt idx="23">
                <c:v>1.283387195849231</c:v>
              </c:pt>
              <c:pt idx="24">
                <c:v>1.283387195849231</c:v>
              </c:pt>
              <c:pt idx="25">
                <c:v>1.283387195849231</c:v>
              </c:pt>
              <c:pt idx="26">
                <c:v>1.283387195849231</c:v>
              </c:pt>
              <c:pt idx="27">
                <c:v>1.283387195849231</c:v>
              </c:pt>
              <c:pt idx="28">
                <c:v>1.283387195849231</c:v>
              </c:pt>
              <c:pt idx="29">
                <c:v>1.283387195849231</c:v>
              </c:pt>
              <c:pt idx="30">
                <c:v>1.283387195849231</c:v>
              </c:pt>
              <c:pt idx="31">
                <c:v>1.283387195849231</c:v>
              </c:pt>
              <c:pt idx="32">
                <c:v>1.283387195849231</c:v>
              </c:pt>
              <c:pt idx="33">
                <c:v>1.283387195849231</c:v>
              </c:pt>
              <c:pt idx="34">
                <c:v>1.283387195849231</c:v>
              </c:pt>
              <c:pt idx="35">
                <c:v>1.283387195849231</c:v>
              </c:pt>
              <c:pt idx="36">
                <c:v>1.283387195849231</c:v>
              </c:pt>
              <c:pt idx="37">
                <c:v>1.283387195849231</c:v>
              </c:pt>
              <c:pt idx="38">
                <c:v>1.283387195849231</c:v>
              </c:pt>
              <c:pt idx="39">
                <c:v>1.283387195849231</c:v>
              </c:pt>
              <c:pt idx="40">
                <c:v>1.283387195849231</c:v>
              </c:pt>
              <c:pt idx="41">
                <c:v>1.283387195849231</c:v>
              </c:pt>
              <c:pt idx="42">
                <c:v>1.283387195849231</c:v>
              </c:pt>
              <c:pt idx="43">
                <c:v>1.283387195849231</c:v>
              </c:pt>
              <c:pt idx="44">
                <c:v>1.283387195849231</c:v>
              </c:pt>
              <c:pt idx="45">
                <c:v>1.283387195849231</c:v>
              </c:pt>
              <c:pt idx="46">
                <c:v>1.283387195849231</c:v>
              </c:pt>
              <c:pt idx="47">
                <c:v>1.283387195849231</c:v>
              </c:pt>
              <c:pt idx="48">
                <c:v>1.283387195849231</c:v>
              </c:pt>
              <c:pt idx="49">
                <c:v>1.283387195849231</c:v>
              </c:pt>
              <c:pt idx="50">
                <c:v>1.283387195849231</c:v>
              </c:pt>
              <c:pt idx="51">
                <c:v>1.283387195849231</c:v>
              </c:pt>
              <c:pt idx="52">
                <c:v>1.283387195849231</c:v>
              </c:pt>
              <c:pt idx="53">
                <c:v>1.283387195849231</c:v>
              </c:pt>
              <c:pt idx="54">
                <c:v>1.283387195849231</c:v>
              </c:pt>
              <c:pt idx="55">
                <c:v>1.283387195849231</c:v>
              </c:pt>
              <c:pt idx="56">
                <c:v>1.283387195849231</c:v>
              </c:pt>
              <c:pt idx="57">
                <c:v>1.283387195849231</c:v>
              </c:pt>
              <c:pt idx="58">
                <c:v>1.283387195849231</c:v>
              </c:pt>
              <c:pt idx="59">
                <c:v>1.283387195849231</c:v>
              </c:pt>
              <c:pt idx="60">
                <c:v>1.283387195849231</c:v>
              </c:pt>
              <c:pt idx="61">
                <c:v>1.283387195849231</c:v>
              </c:pt>
              <c:pt idx="62">
                <c:v>1.283387195849231</c:v>
              </c:pt>
              <c:pt idx="63">
                <c:v>1.283387195849231</c:v>
              </c:pt>
              <c:pt idx="64">
                <c:v>1.283387195849231</c:v>
              </c:pt>
              <c:pt idx="65">
                <c:v>1.283387195849231</c:v>
              </c:pt>
              <c:pt idx="66">
                <c:v>1.283387195849231</c:v>
              </c:pt>
              <c:pt idx="67">
                <c:v>1.283387195849231</c:v>
              </c:pt>
              <c:pt idx="68">
                <c:v>1.283387195849231</c:v>
              </c:pt>
              <c:pt idx="69">
                <c:v>1.283387195849231</c:v>
              </c:pt>
              <c:pt idx="70">
                <c:v>1.283387195849231</c:v>
              </c:pt>
              <c:pt idx="71">
                <c:v>1.283387195849231</c:v>
              </c:pt>
              <c:pt idx="72">
                <c:v>1.283387195849231</c:v>
              </c:pt>
              <c:pt idx="73">
                <c:v>1.283387195849231</c:v>
              </c:pt>
              <c:pt idx="74">
                <c:v>1.283387195849231</c:v>
              </c:pt>
              <c:pt idx="75">
                <c:v>1.283387195849231</c:v>
              </c:pt>
              <c:pt idx="76">
                <c:v>1.283387195849231</c:v>
              </c:pt>
              <c:pt idx="77">
                <c:v>1.283387195849231</c:v>
              </c:pt>
              <c:pt idx="78">
                <c:v>1.283387195849231</c:v>
              </c:pt>
              <c:pt idx="79">
                <c:v>1.283387195849231</c:v>
              </c:pt>
              <c:pt idx="80">
                <c:v>1.283387195849231</c:v>
              </c:pt>
              <c:pt idx="81">
                <c:v>1.283387195849231</c:v>
              </c:pt>
              <c:pt idx="82">
                <c:v>1.283387195849231</c:v>
              </c:pt>
              <c:pt idx="83">
                <c:v>1.283387195849231</c:v>
              </c:pt>
              <c:pt idx="84">
                <c:v>1.283387195849231</c:v>
              </c:pt>
              <c:pt idx="85">
                <c:v>1.283387195849231</c:v>
              </c:pt>
              <c:pt idx="86">
                <c:v>1.283387195849231</c:v>
              </c:pt>
              <c:pt idx="87">
                <c:v>1.283387195849231</c:v>
              </c:pt>
              <c:pt idx="88">
                <c:v>1.283387195849231</c:v>
              </c:pt>
              <c:pt idx="89">
                <c:v>1.283387195849231</c:v>
              </c:pt>
              <c:pt idx="90">
                <c:v>1.283387195849231</c:v>
              </c:pt>
              <c:pt idx="91">
                <c:v>1.283387195849231</c:v>
              </c:pt>
              <c:pt idx="92">
                <c:v>1.283387195849231</c:v>
              </c:pt>
              <c:pt idx="93">
                <c:v>1.283387195849231</c:v>
              </c:pt>
              <c:pt idx="94">
                <c:v>1.283387195849231</c:v>
              </c:pt>
              <c:pt idx="95">
                <c:v>1.283387195849231</c:v>
              </c:pt>
              <c:pt idx="96">
                <c:v>1.283387195849231</c:v>
              </c:pt>
              <c:pt idx="97">
                <c:v>1.283387195849231</c:v>
              </c:pt>
              <c:pt idx="98">
                <c:v>1.283387195849231</c:v>
              </c:pt>
              <c:pt idx="99">
                <c:v>1.283387195849231</c:v>
              </c:pt>
              <c:pt idx="100">
                <c:v>1.283387195849231</c:v>
              </c:pt>
              <c:pt idx="101">
                <c:v>1.283387195849231</c:v>
              </c:pt>
              <c:pt idx="102">
                <c:v>1.283387195849231</c:v>
              </c:pt>
              <c:pt idx="103">
                <c:v>1.283387195849231</c:v>
              </c:pt>
              <c:pt idx="104">
                <c:v>1.283387195849231</c:v>
              </c:pt>
              <c:pt idx="105">
                <c:v>1.283387195849231</c:v>
              </c:pt>
              <c:pt idx="106">
                <c:v>1.283387195849231</c:v>
              </c:pt>
              <c:pt idx="107">
                <c:v>1.283387195849231</c:v>
              </c:pt>
              <c:pt idx="108">
                <c:v>1.283387195849231</c:v>
              </c:pt>
              <c:pt idx="109">
                <c:v>1.283387195849231</c:v>
              </c:pt>
              <c:pt idx="110">
                <c:v>1.283387195849231</c:v>
              </c:pt>
              <c:pt idx="111">
                <c:v>1.283387195849231</c:v>
              </c:pt>
              <c:pt idx="112">
                <c:v>1.283387195849231</c:v>
              </c:pt>
              <c:pt idx="113">
                <c:v>1.283387195849231</c:v>
              </c:pt>
              <c:pt idx="114">
                <c:v>1.283387195849231</c:v>
              </c:pt>
              <c:pt idx="115">
                <c:v>1.283387195849231</c:v>
              </c:pt>
              <c:pt idx="116">
                <c:v>1.283387195849231</c:v>
              </c:pt>
              <c:pt idx="117">
                <c:v>1.283387195849231</c:v>
              </c:pt>
              <c:pt idx="118">
                <c:v>1.283387195849231</c:v>
              </c:pt>
              <c:pt idx="119">
                <c:v>1.283387195849231</c:v>
              </c:pt>
              <c:pt idx="120">
                <c:v>1.283387195849231</c:v>
              </c:pt>
              <c:pt idx="121">
                <c:v>1.283387195849231</c:v>
              </c:pt>
              <c:pt idx="122">
                <c:v>1.283387195849231</c:v>
              </c:pt>
              <c:pt idx="123">
                <c:v>1.283387195849231</c:v>
              </c:pt>
              <c:pt idx="124">
                <c:v>1.283387195849231</c:v>
              </c:pt>
              <c:pt idx="125">
                <c:v>1.283387195849231</c:v>
              </c:pt>
              <c:pt idx="126">
                <c:v>1.283387195849231</c:v>
              </c:pt>
              <c:pt idx="127">
                <c:v>1.283387195849231</c:v>
              </c:pt>
              <c:pt idx="128">
                <c:v>1.283387195849231</c:v>
              </c:pt>
              <c:pt idx="129">
                <c:v>1.283387195849231</c:v>
              </c:pt>
              <c:pt idx="130">
                <c:v>1.283387195849231</c:v>
              </c:pt>
              <c:pt idx="131">
                <c:v>1.283387195849231</c:v>
              </c:pt>
              <c:pt idx="132">
                <c:v>1.283387195849231</c:v>
              </c:pt>
              <c:pt idx="133">
                <c:v>1.283387195849231</c:v>
              </c:pt>
              <c:pt idx="134">
                <c:v>1.283387195849231</c:v>
              </c:pt>
              <c:pt idx="135">
                <c:v>1.283387195849231</c:v>
              </c:pt>
              <c:pt idx="136">
                <c:v>1.283387195849231</c:v>
              </c:pt>
              <c:pt idx="137">
                <c:v>1.283387195849231</c:v>
              </c:pt>
              <c:pt idx="138">
                <c:v>1.283387195849231</c:v>
              </c:pt>
              <c:pt idx="139">
                <c:v>1.283387195849231</c:v>
              </c:pt>
              <c:pt idx="140">
                <c:v>1.283387195849231</c:v>
              </c:pt>
              <c:pt idx="141">
                <c:v>1.283387195849231</c:v>
              </c:pt>
              <c:pt idx="142">
                <c:v>1.283387195849231</c:v>
              </c:pt>
              <c:pt idx="143">
                <c:v>1.283387195849231</c:v>
              </c:pt>
              <c:pt idx="144">
                <c:v>1.283387195849231</c:v>
              </c:pt>
              <c:pt idx="145">
                <c:v>1.283387195849231</c:v>
              </c:pt>
              <c:pt idx="146">
                <c:v>1.283387195849231</c:v>
              </c:pt>
              <c:pt idx="147">
                <c:v>1.283387195849231</c:v>
              </c:pt>
              <c:pt idx="148">
                <c:v>1.283387195849231</c:v>
              </c:pt>
              <c:pt idx="149">
                <c:v>1.283387195849231</c:v>
              </c:pt>
              <c:pt idx="150">
                <c:v>1.283387195849231</c:v>
              </c:pt>
              <c:pt idx="151">
                <c:v>1.283387195849231</c:v>
              </c:pt>
              <c:pt idx="152">
                <c:v>1.283387195849231</c:v>
              </c:pt>
              <c:pt idx="153">
                <c:v>1.283387195849231</c:v>
              </c:pt>
              <c:pt idx="154">
                <c:v>1.283387195849231</c:v>
              </c:pt>
              <c:pt idx="155">
                <c:v>1.283387195849231</c:v>
              </c:pt>
              <c:pt idx="156">
                <c:v>1.283387195849231</c:v>
              </c:pt>
              <c:pt idx="157">
                <c:v>1.283387195849231</c:v>
              </c:pt>
              <c:pt idx="158">
                <c:v>1.283387195849231</c:v>
              </c:pt>
              <c:pt idx="159">
                <c:v>1.283387195849231</c:v>
              </c:pt>
              <c:pt idx="160">
                <c:v>1.283387195849231</c:v>
              </c:pt>
              <c:pt idx="161">
                <c:v>1.283387195849231</c:v>
              </c:pt>
              <c:pt idx="162">
                <c:v>1.283387195849231</c:v>
              </c:pt>
              <c:pt idx="163">
                <c:v>1.283387195849231</c:v>
              </c:pt>
              <c:pt idx="164">
                <c:v>1.283387195849231</c:v>
              </c:pt>
              <c:pt idx="165">
                <c:v>1.283387195849231</c:v>
              </c:pt>
              <c:pt idx="166">
                <c:v>1.283387195849231</c:v>
              </c:pt>
              <c:pt idx="167">
                <c:v>1.283387195849231</c:v>
              </c:pt>
              <c:pt idx="168">
                <c:v>1.283387195849231</c:v>
              </c:pt>
              <c:pt idx="169">
                <c:v>1.283387195849231</c:v>
              </c:pt>
              <c:pt idx="170">
                <c:v>1.283387195849231</c:v>
              </c:pt>
              <c:pt idx="171">
                <c:v>1.283387195849231</c:v>
              </c:pt>
              <c:pt idx="172">
                <c:v>1.283387195849231</c:v>
              </c:pt>
              <c:pt idx="173">
                <c:v>1.283387195849231</c:v>
              </c:pt>
              <c:pt idx="174">
                <c:v>1.283387195849231</c:v>
              </c:pt>
              <c:pt idx="175">
                <c:v>1.283387195849231</c:v>
              </c:pt>
              <c:pt idx="176">
                <c:v>1.283387195849231</c:v>
              </c:pt>
              <c:pt idx="177">
                <c:v>1.283387195849231</c:v>
              </c:pt>
              <c:pt idx="178">
                <c:v>1.283387195849231</c:v>
              </c:pt>
              <c:pt idx="179">
                <c:v>1.283387195849231</c:v>
              </c:pt>
              <c:pt idx="180">
                <c:v>1.283387195849231</c:v>
              </c:pt>
              <c:pt idx="181">
                <c:v>1.283387195849231</c:v>
              </c:pt>
              <c:pt idx="182">
                <c:v>1.283387195849231</c:v>
              </c:pt>
              <c:pt idx="183">
                <c:v>1.283387195849231</c:v>
              </c:pt>
              <c:pt idx="184">
                <c:v>1.283387195849231</c:v>
              </c:pt>
              <c:pt idx="185">
                <c:v>1.283387195849231</c:v>
              </c:pt>
              <c:pt idx="186">
                <c:v>1.283387195849231</c:v>
              </c:pt>
              <c:pt idx="187">
                <c:v>1.283387195849231</c:v>
              </c:pt>
              <c:pt idx="188">
                <c:v>1.283387195849231</c:v>
              </c:pt>
              <c:pt idx="189">
                <c:v>1.283387195849231</c:v>
              </c:pt>
              <c:pt idx="190">
                <c:v>1.283387195849231</c:v>
              </c:pt>
              <c:pt idx="191">
                <c:v>1.283387195849231</c:v>
              </c:pt>
              <c:pt idx="192">
                <c:v>1.283387195849231</c:v>
              </c:pt>
              <c:pt idx="193">
                <c:v>1.283387195849231</c:v>
              </c:pt>
              <c:pt idx="194">
                <c:v>1.283387195849231</c:v>
              </c:pt>
              <c:pt idx="195">
                <c:v>1.283387195849231</c:v>
              </c:pt>
              <c:pt idx="196">
                <c:v>1.283387195849231</c:v>
              </c:pt>
              <c:pt idx="197">
                <c:v>1.283387195849231</c:v>
              </c:pt>
              <c:pt idx="198">
                <c:v>1.283387195849231</c:v>
              </c:pt>
              <c:pt idx="199">
                <c:v>1.283387195849231</c:v>
              </c:pt>
              <c:pt idx="200">
                <c:v>1.283387195849231</c:v>
              </c:pt>
              <c:pt idx="201">
                <c:v>1.283387195849231</c:v>
              </c:pt>
              <c:pt idx="202">
                <c:v>1.283387195849231</c:v>
              </c:pt>
              <c:pt idx="203">
                <c:v>1.283387195849231</c:v>
              </c:pt>
              <c:pt idx="204">
                <c:v>1.283387195849231</c:v>
              </c:pt>
              <c:pt idx="205">
                <c:v>1.283387195849231</c:v>
              </c:pt>
              <c:pt idx="206">
                <c:v>1.283387195849231</c:v>
              </c:pt>
              <c:pt idx="207">
                <c:v>1.283387195849231</c:v>
              </c:pt>
              <c:pt idx="208">
                <c:v>1.283387195849231</c:v>
              </c:pt>
              <c:pt idx="209">
                <c:v>1.283387195849231</c:v>
              </c:pt>
              <c:pt idx="210">
                <c:v>1.283387195849231</c:v>
              </c:pt>
              <c:pt idx="211">
                <c:v>1.283387195849231</c:v>
              </c:pt>
              <c:pt idx="212">
                <c:v>1.283387195849231</c:v>
              </c:pt>
              <c:pt idx="213">
                <c:v>1.283387195849231</c:v>
              </c:pt>
              <c:pt idx="214">
                <c:v>1.283387195849231</c:v>
              </c:pt>
              <c:pt idx="215">
                <c:v>1.283387195849231</c:v>
              </c:pt>
              <c:pt idx="216">
                <c:v>1.283387195849231</c:v>
              </c:pt>
              <c:pt idx="217">
                <c:v>1.283387195849231</c:v>
              </c:pt>
              <c:pt idx="218">
                <c:v>1.283387195849231</c:v>
              </c:pt>
              <c:pt idx="219">
                <c:v>1.283387195849231</c:v>
              </c:pt>
              <c:pt idx="220">
                <c:v>1.283387195849231</c:v>
              </c:pt>
              <c:pt idx="221">
                <c:v>1.283387195849231</c:v>
              </c:pt>
              <c:pt idx="222">
                <c:v>1.283387195849231</c:v>
              </c:pt>
              <c:pt idx="223">
                <c:v>1.283387195849231</c:v>
              </c:pt>
              <c:pt idx="224">
                <c:v>1.283387195849231</c:v>
              </c:pt>
              <c:pt idx="225">
                <c:v>1.283387195849231</c:v>
              </c:pt>
              <c:pt idx="226">
                <c:v>1.283387195849231</c:v>
              </c:pt>
              <c:pt idx="227">
                <c:v>1.283387195849231</c:v>
              </c:pt>
              <c:pt idx="228">
                <c:v>1.283387195849231</c:v>
              </c:pt>
              <c:pt idx="229">
                <c:v>1.283387195849231</c:v>
              </c:pt>
              <c:pt idx="230">
                <c:v>1.283387195849231</c:v>
              </c:pt>
              <c:pt idx="231">
                <c:v>1.283387195849231</c:v>
              </c:pt>
              <c:pt idx="232">
                <c:v>1.283387195849231</c:v>
              </c:pt>
              <c:pt idx="233">
                <c:v>1.283387195849231</c:v>
              </c:pt>
              <c:pt idx="234">
                <c:v>1.283387195849231</c:v>
              </c:pt>
              <c:pt idx="235">
                <c:v>1.283387195849231</c:v>
              </c:pt>
              <c:pt idx="236">
                <c:v>1.283387195849231</c:v>
              </c:pt>
              <c:pt idx="237">
                <c:v>1.283387195849231</c:v>
              </c:pt>
              <c:pt idx="238">
                <c:v>1.283387195849231</c:v>
              </c:pt>
              <c:pt idx="239">
                <c:v>1.283387195849231</c:v>
              </c:pt>
              <c:pt idx="240">
                <c:v>1.283387195849231</c:v>
              </c:pt>
              <c:pt idx="241">
                <c:v>1.283387195849231</c:v>
              </c:pt>
              <c:pt idx="242">
                <c:v>1.283387195849231</c:v>
              </c:pt>
              <c:pt idx="243">
                <c:v>1.283387195849231</c:v>
              </c:pt>
              <c:pt idx="244">
                <c:v>1.283387195849231</c:v>
              </c:pt>
              <c:pt idx="245">
                <c:v>1.283387195849231</c:v>
              </c:pt>
              <c:pt idx="246">
                <c:v>1.283387195849231</c:v>
              </c:pt>
              <c:pt idx="247">
                <c:v>1.283387195849231</c:v>
              </c:pt>
              <c:pt idx="248">
                <c:v>1.283387195849231</c:v>
              </c:pt>
              <c:pt idx="249">
                <c:v>1.283387195849231</c:v>
              </c:pt>
              <c:pt idx="250">
                <c:v>1.283387195849231</c:v>
              </c:pt>
              <c:pt idx="251">
                <c:v>1.283387195849231</c:v>
              </c:pt>
              <c:pt idx="252">
                <c:v>1.283387195849231</c:v>
              </c:pt>
              <c:pt idx="253">
                <c:v>1.283387195849231</c:v>
              </c:pt>
              <c:pt idx="254">
                <c:v>1.283387195849231</c:v>
              </c:pt>
              <c:pt idx="255">
                <c:v>1.283387195849231</c:v>
              </c:pt>
              <c:pt idx="256">
                <c:v>1.283387195849231</c:v>
              </c:pt>
              <c:pt idx="257">
                <c:v>1.283387195849231</c:v>
              </c:pt>
              <c:pt idx="258">
                <c:v>1.283387195849231</c:v>
              </c:pt>
              <c:pt idx="259">
                <c:v>1.283387195849231</c:v>
              </c:pt>
              <c:pt idx="260">
                <c:v>1.283387195849231</c:v>
              </c:pt>
              <c:pt idx="261">
                <c:v>1.283387195849231</c:v>
              </c:pt>
              <c:pt idx="262">
                <c:v>1.283387195849231</c:v>
              </c:pt>
              <c:pt idx="263">
                <c:v>1.283387195849231</c:v>
              </c:pt>
              <c:pt idx="264">
                <c:v>1.283387195849231</c:v>
              </c:pt>
              <c:pt idx="265">
                <c:v>1.283387195849231</c:v>
              </c:pt>
              <c:pt idx="266">
                <c:v>1.283387195849231</c:v>
              </c:pt>
              <c:pt idx="267">
                <c:v>1.283387195849231</c:v>
              </c:pt>
              <c:pt idx="268">
                <c:v>1.283387195849231</c:v>
              </c:pt>
              <c:pt idx="269">
                <c:v>1.283387195849231</c:v>
              </c:pt>
              <c:pt idx="270">
                <c:v>1.283387195849231</c:v>
              </c:pt>
              <c:pt idx="271">
                <c:v>1.283387195849231</c:v>
              </c:pt>
              <c:pt idx="272">
                <c:v>1.283387195849231</c:v>
              </c:pt>
              <c:pt idx="273">
                <c:v>1.283387195849231</c:v>
              </c:pt>
              <c:pt idx="274">
                <c:v>1.283387195849231</c:v>
              </c:pt>
              <c:pt idx="275">
                <c:v>1.283387195849231</c:v>
              </c:pt>
              <c:pt idx="276">
                <c:v>1.283387195849231</c:v>
              </c:pt>
              <c:pt idx="277">
                <c:v>1.283387195849231</c:v>
              </c:pt>
              <c:pt idx="278">
                <c:v>1.283387195849231</c:v>
              </c:pt>
              <c:pt idx="279">
                <c:v>1.283387195849231</c:v>
              </c:pt>
              <c:pt idx="280">
                <c:v>1.283387195849231</c:v>
              </c:pt>
              <c:pt idx="281">
                <c:v>1.283387195849231</c:v>
              </c:pt>
              <c:pt idx="282">
                <c:v>1.283387195849231</c:v>
              </c:pt>
              <c:pt idx="283">
                <c:v>1.283387195849231</c:v>
              </c:pt>
              <c:pt idx="284">
                <c:v>1.283387195849231</c:v>
              </c:pt>
              <c:pt idx="285">
                <c:v>1.283387195849231</c:v>
              </c:pt>
              <c:pt idx="286">
                <c:v>1.283387195849231</c:v>
              </c:pt>
              <c:pt idx="287">
                <c:v>1.283387195849231</c:v>
              </c:pt>
              <c:pt idx="288">
                <c:v>1.283387195849231</c:v>
              </c:pt>
              <c:pt idx="289">
                <c:v>1.283387195849231</c:v>
              </c:pt>
              <c:pt idx="290">
                <c:v>1.283387195849231</c:v>
              </c:pt>
              <c:pt idx="291">
                <c:v>1.283387195849231</c:v>
              </c:pt>
              <c:pt idx="292">
                <c:v>1.283387195849231</c:v>
              </c:pt>
              <c:pt idx="293">
                <c:v>1.283387195849231</c:v>
              </c:pt>
              <c:pt idx="294">
                <c:v>1.283387195849231</c:v>
              </c:pt>
              <c:pt idx="295">
                <c:v>1.283387195849231</c:v>
              </c:pt>
              <c:pt idx="296">
                <c:v>1.283387195849231</c:v>
              </c:pt>
              <c:pt idx="297">
                <c:v>1.283387195849231</c:v>
              </c:pt>
              <c:pt idx="298">
                <c:v>1.283387195849231</c:v>
              </c:pt>
              <c:pt idx="299">
                <c:v>1.283387195849231</c:v>
              </c:pt>
              <c:pt idx="300">
                <c:v>1.283387195849231</c:v>
              </c:pt>
              <c:pt idx="301">
                <c:v>1.283387195849231</c:v>
              </c:pt>
              <c:pt idx="302">
                <c:v>1.283387195849231</c:v>
              </c:pt>
              <c:pt idx="303">
                <c:v>1.283387195849231</c:v>
              </c:pt>
              <c:pt idx="304">
                <c:v>1.283387195849231</c:v>
              </c:pt>
              <c:pt idx="305">
                <c:v>1.283387195849231</c:v>
              </c:pt>
              <c:pt idx="306">
                <c:v>1.283387195849231</c:v>
              </c:pt>
              <c:pt idx="307">
                <c:v>1.283387195849231</c:v>
              </c:pt>
              <c:pt idx="308">
                <c:v>1.283387195849231</c:v>
              </c:pt>
              <c:pt idx="309">
                <c:v>1.283387195849231</c:v>
              </c:pt>
              <c:pt idx="310">
                <c:v>1.283387195849231</c:v>
              </c:pt>
              <c:pt idx="311">
                <c:v>1.283387195849231</c:v>
              </c:pt>
              <c:pt idx="312">
                <c:v>1.283387195849231</c:v>
              </c:pt>
              <c:pt idx="313">
                <c:v>1.283387195849231</c:v>
              </c:pt>
              <c:pt idx="314">
                <c:v>1.283387195849231</c:v>
              </c:pt>
              <c:pt idx="315">
                <c:v>1.283387195849231</c:v>
              </c:pt>
              <c:pt idx="316">
                <c:v>1.283387195849231</c:v>
              </c:pt>
              <c:pt idx="317">
                <c:v>1.283387195849231</c:v>
              </c:pt>
              <c:pt idx="318">
                <c:v>1.283387195849231</c:v>
              </c:pt>
              <c:pt idx="319">
                <c:v>1.283387195849231</c:v>
              </c:pt>
              <c:pt idx="320">
                <c:v>1.283387195849231</c:v>
              </c:pt>
              <c:pt idx="321">
                <c:v>1.283387195849231</c:v>
              </c:pt>
              <c:pt idx="322">
                <c:v>1.283387195849231</c:v>
              </c:pt>
              <c:pt idx="323">
                <c:v>1.283387195849231</c:v>
              </c:pt>
              <c:pt idx="324">
                <c:v>1.283387195849231</c:v>
              </c:pt>
              <c:pt idx="325">
                <c:v>1.283387195849231</c:v>
              </c:pt>
              <c:pt idx="326">
                <c:v>1.283387195849231</c:v>
              </c:pt>
              <c:pt idx="327">
                <c:v>1.283387195849231</c:v>
              </c:pt>
              <c:pt idx="328">
                <c:v>1.283387195849231</c:v>
              </c:pt>
              <c:pt idx="329">
                <c:v>1.283387195849231</c:v>
              </c:pt>
              <c:pt idx="330">
                <c:v>1.283387195849231</c:v>
              </c:pt>
              <c:pt idx="331">
                <c:v>1.283387195849231</c:v>
              </c:pt>
              <c:pt idx="332">
                <c:v>1.283387195849231</c:v>
              </c:pt>
              <c:pt idx="333">
                <c:v>1.283387195849231</c:v>
              </c:pt>
              <c:pt idx="334">
                <c:v>1.283387195849231</c:v>
              </c:pt>
              <c:pt idx="335">
                <c:v>1.283387195849231</c:v>
              </c:pt>
              <c:pt idx="336">
                <c:v>1.283387195849231</c:v>
              </c:pt>
              <c:pt idx="337">
                <c:v>1.283387195849231</c:v>
              </c:pt>
              <c:pt idx="338">
                <c:v>1.283387195849231</c:v>
              </c:pt>
              <c:pt idx="339">
                <c:v>1.283387195849231</c:v>
              </c:pt>
              <c:pt idx="340">
                <c:v>1.283387195849231</c:v>
              </c:pt>
              <c:pt idx="341">
                <c:v>1.283387195849231</c:v>
              </c:pt>
              <c:pt idx="342">
                <c:v>1.283387195849231</c:v>
              </c:pt>
              <c:pt idx="343">
                <c:v>1.283387195849231</c:v>
              </c:pt>
              <c:pt idx="344">
                <c:v>1.283387195849231</c:v>
              </c:pt>
              <c:pt idx="345">
                <c:v>1.283387195849231</c:v>
              </c:pt>
              <c:pt idx="346">
                <c:v>1.283387195849231</c:v>
              </c:pt>
              <c:pt idx="347">
                <c:v>1.283387195849231</c:v>
              </c:pt>
              <c:pt idx="348">
                <c:v>1.283387195849231</c:v>
              </c:pt>
              <c:pt idx="349">
                <c:v>1.283387195849231</c:v>
              </c:pt>
              <c:pt idx="350">
                <c:v>1.283387195849231</c:v>
              </c:pt>
              <c:pt idx="351">
                <c:v>1.283387195849231</c:v>
              </c:pt>
              <c:pt idx="352">
                <c:v>1.283387195849231</c:v>
              </c:pt>
              <c:pt idx="353">
                <c:v>1.283387195849231</c:v>
              </c:pt>
              <c:pt idx="354">
                <c:v>1.283387195849231</c:v>
              </c:pt>
              <c:pt idx="355">
                <c:v>1.283387195849231</c:v>
              </c:pt>
              <c:pt idx="356">
                <c:v>1.283387195849231</c:v>
              </c:pt>
              <c:pt idx="357">
                <c:v>1.283387195849231</c:v>
              </c:pt>
              <c:pt idx="358">
                <c:v>1.283387195849231</c:v>
              </c:pt>
              <c:pt idx="359">
                <c:v>1.283387195849231</c:v>
              </c:pt>
              <c:pt idx="360">
                <c:v>1.283387195849231</c:v>
              </c:pt>
              <c:pt idx="361">
                <c:v>1.283387195849231</c:v>
              </c:pt>
              <c:pt idx="362">
                <c:v>1.283387195849231</c:v>
              </c:pt>
              <c:pt idx="363">
                <c:v>1.283387195849231</c:v>
              </c:pt>
              <c:pt idx="364">
                <c:v>1.283387195849231</c:v>
              </c:pt>
              <c:pt idx="365">
                <c:v>1.283387195849231</c:v>
              </c:pt>
              <c:pt idx="366">
                <c:v>1.283387195849231</c:v>
              </c:pt>
              <c:pt idx="367">
                <c:v>1.283387195849231</c:v>
              </c:pt>
              <c:pt idx="368">
                <c:v>1.283387195849231</c:v>
              </c:pt>
              <c:pt idx="369">
                <c:v>1.283387195849231</c:v>
              </c:pt>
              <c:pt idx="370">
                <c:v>1.283387195849231</c:v>
              </c:pt>
              <c:pt idx="371">
                <c:v>1.283387195849231</c:v>
              </c:pt>
              <c:pt idx="372">
                <c:v>1.283387195849231</c:v>
              </c:pt>
              <c:pt idx="373">
                <c:v>1.283387195849231</c:v>
              </c:pt>
              <c:pt idx="374">
                <c:v>1.283387195849231</c:v>
              </c:pt>
              <c:pt idx="375">
                <c:v>1.283387195849231</c:v>
              </c:pt>
              <c:pt idx="376">
                <c:v>1.283387195849231</c:v>
              </c:pt>
              <c:pt idx="377">
                <c:v>1.283387195849231</c:v>
              </c:pt>
              <c:pt idx="378">
                <c:v>1.283387195849231</c:v>
              </c:pt>
              <c:pt idx="379">
                <c:v>1.283387195849231</c:v>
              </c:pt>
              <c:pt idx="380">
                <c:v>1.283387195849231</c:v>
              </c:pt>
              <c:pt idx="381">
                <c:v>1.283387195849231</c:v>
              </c:pt>
              <c:pt idx="382">
                <c:v>1.283387195849231</c:v>
              </c:pt>
              <c:pt idx="383">
                <c:v>1.283387195849231</c:v>
              </c:pt>
              <c:pt idx="384">
                <c:v>1.283387195849231</c:v>
              </c:pt>
              <c:pt idx="385">
                <c:v>1.283387195849231</c:v>
              </c:pt>
              <c:pt idx="386">
                <c:v>1.283387195849231</c:v>
              </c:pt>
              <c:pt idx="387">
                <c:v>1.283387195849231</c:v>
              </c:pt>
              <c:pt idx="388">
                <c:v>1.283387195849231</c:v>
              </c:pt>
              <c:pt idx="389">
                <c:v>1.283387195849231</c:v>
              </c:pt>
              <c:pt idx="390">
                <c:v>1.283387195849231</c:v>
              </c:pt>
              <c:pt idx="391">
                <c:v>1.283387195849231</c:v>
              </c:pt>
              <c:pt idx="392">
                <c:v>1.283387195849231</c:v>
              </c:pt>
              <c:pt idx="393">
                <c:v>1.283387195849231</c:v>
              </c:pt>
              <c:pt idx="394">
                <c:v>1.283387195849231</c:v>
              </c:pt>
              <c:pt idx="395">
                <c:v>1.283387195849231</c:v>
              </c:pt>
              <c:pt idx="396">
                <c:v>1.283387195849231</c:v>
              </c:pt>
              <c:pt idx="397">
                <c:v>1.283387195849231</c:v>
              </c:pt>
              <c:pt idx="398">
                <c:v>1.283387195849231</c:v>
              </c:pt>
              <c:pt idx="399">
                <c:v>1.283387195849231</c:v>
              </c:pt>
              <c:pt idx="400">
                <c:v>1.283387195849231</c:v>
              </c:pt>
              <c:pt idx="401">
                <c:v>1.283387195849231</c:v>
              </c:pt>
              <c:pt idx="402">
                <c:v>1.283387195849231</c:v>
              </c:pt>
              <c:pt idx="403">
                <c:v>1.283387195849231</c:v>
              </c:pt>
              <c:pt idx="404">
                <c:v>1.283387195849231</c:v>
              </c:pt>
              <c:pt idx="405">
                <c:v>1.283387195849231</c:v>
              </c:pt>
              <c:pt idx="406">
                <c:v>1.283387195849231</c:v>
              </c:pt>
              <c:pt idx="407">
                <c:v>1.283387195849231</c:v>
              </c:pt>
              <c:pt idx="408">
                <c:v>1.283387195849231</c:v>
              </c:pt>
              <c:pt idx="409">
                <c:v>1.283387195849231</c:v>
              </c:pt>
              <c:pt idx="410">
                <c:v>1.283387195849231</c:v>
              </c:pt>
              <c:pt idx="411">
                <c:v>1.283387195849231</c:v>
              </c:pt>
            </c:numLit>
          </c:yVal>
          <c:smooth val="0"/>
        </c:ser>
        <c:ser>
          <c:idx val="11"/>
          <c:order val="11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12"/>
              <c:pt idx="0">
                <c:v>2.10322696349775</c:v>
              </c:pt>
              <c:pt idx="1">
                <c:v>2.10322696349775</c:v>
              </c:pt>
              <c:pt idx="2">
                <c:v>2.10322696349775</c:v>
              </c:pt>
              <c:pt idx="3">
                <c:v>2.10322696349775</c:v>
              </c:pt>
              <c:pt idx="4">
                <c:v>2.10322696349775</c:v>
              </c:pt>
              <c:pt idx="5">
                <c:v>2.10322696349775</c:v>
              </c:pt>
              <c:pt idx="6">
                <c:v>2.10322696349775</c:v>
              </c:pt>
              <c:pt idx="7">
                <c:v>2.10322696349775</c:v>
              </c:pt>
              <c:pt idx="8">
                <c:v>2.10322696349775</c:v>
              </c:pt>
              <c:pt idx="9">
                <c:v>2.10322696349775</c:v>
              </c:pt>
              <c:pt idx="10">
                <c:v>2.10322696349775</c:v>
              </c:pt>
              <c:pt idx="11">
                <c:v>2.10322696349775</c:v>
              </c:pt>
              <c:pt idx="12">
                <c:v>2.10322696349775</c:v>
              </c:pt>
              <c:pt idx="13">
                <c:v>2.10322696349775</c:v>
              </c:pt>
              <c:pt idx="14">
                <c:v>2.10322696349775</c:v>
              </c:pt>
              <c:pt idx="15">
                <c:v>2.10322696349775</c:v>
              </c:pt>
              <c:pt idx="16">
                <c:v>2.10322696349775</c:v>
              </c:pt>
              <c:pt idx="17">
                <c:v>2.10322696349775</c:v>
              </c:pt>
              <c:pt idx="18">
                <c:v>2.10322696349775</c:v>
              </c:pt>
              <c:pt idx="19">
                <c:v>2.10322696349775</c:v>
              </c:pt>
              <c:pt idx="20">
                <c:v>2.10322696349775</c:v>
              </c:pt>
              <c:pt idx="21">
                <c:v>2.10322696349775</c:v>
              </c:pt>
              <c:pt idx="22">
                <c:v>2.10322696349775</c:v>
              </c:pt>
              <c:pt idx="23">
                <c:v>2.10322696349775</c:v>
              </c:pt>
              <c:pt idx="24">
                <c:v>2.10322696349775</c:v>
              </c:pt>
              <c:pt idx="25">
                <c:v>2.10322696349775</c:v>
              </c:pt>
              <c:pt idx="26">
                <c:v>2.10322696349775</c:v>
              </c:pt>
              <c:pt idx="27">
                <c:v>2.10322696349775</c:v>
              </c:pt>
              <c:pt idx="28">
                <c:v>2.10322696349775</c:v>
              </c:pt>
              <c:pt idx="29">
                <c:v>2.10322696349775</c:v>
              </c:pt>
              <c:pt idx="30">
                <c:v>2.10322696349775</c:v>
              </c:pt>
              <c:pt idx="31">
                <c:v>2.10322696349775</c:v>
              </c:pt>
              <c:pt idx="32">
                <c:v>2.10322696349775</c:v>
              </c:pt>
              <c:pt idx="33">
                <c:v>2.10322696349775</c:v>
              </c:pt>
              <c:pt idx="34">
                <c:v>2.10322696349775</c:v>
              </c:pt>
              <c:pt idx="35">
                <c:v>2.10322696349775</c:v>
              </c:pt>
              <c:pt idx="36">
                <c:v>2.10322696349775</c:v>
              </c:pt>
              <c:pt idx="37">
                <c:v>2.10322696349775</c:v>
              </c:pt>
              <c:pt idx="38">
                <c:v>2.10322696349775</c:v>
              </c:pt>
              <c:pt idx="39">
                <c:v>2.10322696349775</c:v>
              </c:pt>
              <c:pt idx="40">
                <c:v>2.10322696349775</c:v>
              </c:pt>
              <c:pt idx="41">
                <c:v>2.10322696349775</c:v>
              </c:pt>
              <c:pt idx="42">
                <c:v>2.10322696349775</c:v>
              </c:pt>
              <c:pt idx="43">
                <c:v>2.10322696349775</c:v>
              </c:pt>
              <c:pt idx="44">
                <c:v>2.10322696349775</c:v>
              </c:pt>
              <c:pt idx="45">
                <c:v>2.10322696349775</c:v>
              </c:pt>
              <c:pt idx="46">
                <c:v>2.10322696349775</c:v>
              </c:pt>
              <c:pt idx="47">
                <c:v>2.10322696349775</c:v>
              </c:pt>
              <c:pt idx="48">
                <c:v>2.10322696349775</c:v>
              </c:pt>
              <c:pt idx="49">
                <c:v>2.10322696349775</c:v>
              </c:pt>
              <c:pt idx="50">
                <c:v>2.10322696349775</c:v>
              </c:pt>
              <c:pt idx="51">
                <c:v>2.10322696349775</c:v>
              </c:pt>
              <c:pt idx="52">
                <c:v>2.10322696349775</c:v>
              </c:pt>
              <c:pt idx="53">
                <c:v>2.10322696349775</c:v>
              </c:pt>
              <c:pt idx="54">
                <c:v>2.10322696349775</c:v>
              </c:pt>
              <c:pt idx="55">
                <c:v>2.10322696349775</c:v>
              </c:pt>
              <c:pt idx="56">
                <c:v>2.10322696349775</c:v>
              </c:pt>
              <c:pt idx="57">
                <c:v>2.10322696349775</c:v>
              </c:pt>
              <c:pt idx="58">
                <c:v>2.10322696349775</c:v>
              </c:pt>
              <c:pt idx="59">
                <c:v>2.10322696349775</c:v>
              </c:pt>
              <c:pt idx="60">
                <c:v>2.10322696349775</c:v>
              </c:pt>
              <c:pt idx="61">
                <c:v>2.10322696349775</c:v>
              </c:pt>
              <c:pt idx="62">
                <c:v>2.10322696349775</c:v>
              </c:pt>
              <c:pt idx="63">
                <c:v>2.10322696349775</c:v>
              </c:pt>
              <c:pt idx="64">
                <c:v>2.10322696349775</c:v>
              </c:pt>
              <c:pt idx="65">
                <c:v>2.10322696349775</c:v>
              </c:pt>
              <c:pt idx="66">
                <c:v>2.10322696349775</c:v>
              </c:pt>
              <c:pt idx="67">
                <c:v>2.10322696349775</c:v>
              </c:pt>
              <c:pt idx="68">
                <c:v>2.10322696349775</c:v>
              </c:pt>
              <c:pt idx="69">
                <c:v>2.10322696349775</c:v>
              </c:pt>
              <c:pt idx="70">
                <c:v>2.10322696349775</c:v>
              </c:pt>
              <c:pt idx="71">
                <c:v>2.10322696349775</c:v>
              </c:pt>
              <c:pt idx="72">
                <c:v>2.10322696349775</c:v>
              </c:pt>
              <c:pt idx="73">
                <c:v>2.10322696349775</c:v>
              </c:pt>
              <c:pt idx="74">
                <c:v>2.10322696349775</c:v>
              </c:pt>
              <c:pt idx="75">
                <c:v>2.10322696349775</c:v>
              </c:pt>
              <c:pt idx="76">
                <c:v>2.10322696349775</c:v>
              </c:pt>
              <c:pt idx="77">
                <c:v>2.10322696349775</c:v>
              </c:pt>
              <c:pt idx="78">
                <c:v>2.10322696349775</c:v>
              </c:pt>
              <c:pt idx="79">
                <c:v>2.10322696349775</c:v>
              </c:pt>
              <c:pt idx="80">
                <c:v>2.10322696349775</c:v>
              </c:pt>
              <c:pt idx="81">
                <c:v>2.10322696349775</c:v>
              </c:pt>
              <c:pt idx="82">
                <c:v>2.10322696349775</c:v>
              </c:pt>
              <c:pt idx="83">
                <c:v>2.10322696349775</c:v>
              </c:pt>
              <c:pt idx="84">
                <c:v>2.10322696349775</c:v>
              </c:pt>
              <c:pt idx="85">
                <c:v>2.10322696349775</c:v>
              </c:pt>
              <c:pt idx="86">
                <c:v>2.10322696349775</c:v>
              </c:pt>
              <c:pt idx="87">
                <c:v>2.10322696349775</c:v>
              </c:pt>
              <c:pt idx="88">
                <c:v>2.10322696349775</c:v>
              </c:pt>
              <c:pt idx="89">
                <c:v>2.10322696349775</c:v>
              </c:pt>
              <c:pt idx="90">
                <c:v>2.10322696349775</c:v>
              </c:pt>
              <c:pt idx="91">
                <c:v>2.10322696349775</c:v>
              </c:pt>
              <c:pt idx="92">
                <c:v>2.10322696349775</c:v>
              </c:pt>
              <c:pt idx="93">
                <c:v>2.10322696349775</c:v>
              </c:pt>
              <c:pt idx="94">
                <c:v>2.10322696349775</c:v>
              </c:pt>
              <c:pt idx="95">
                <c:v>2.10322696349775</c:v>
              </c:pt>
              <c:pt idx="96">
                <c:v>2.10322696349775</c:v>
              </c:pt>
              <c:pt idx="97">
                <c:v>2.10322696349775</c:v>
              </c:pt>
              <c:pt idx="98">
                <c:v>2.10322696349775</c:v>
              </c:pt>
              <c:pt idx="99">
                <c:v>2.10322696349775</c:v>
              </c:pt>
              <c:pt idx="100">
                <c:v>2.10322696349775</c:v>
              </c:pt>
              <c:pt idx="101">
                <c:v>2.10322696349775</c:v>
              </c:pt>
              <c:pt idx="102">
                <c:v>2.10322696349775</c:v>
              </c:pt>
              <c:pt idx="103">
                <c:v>2.10322696349775</c:v>
              </c:pt>
              <c:pt idx="104">
                <c:v>2.10322696349775</c:v>
              </c:pt>
              <c:pt idx="105">
                <c:v>2.10322696349775</c:v>
              </c:pt>
              <c:pt idx="106">
                <c:v>2.10322696349775</c:v>
              </c:pt>
              <c:pt idx="107">
                <c:v>2.10322696349775</c:v>
              </c:pt>
              <c:pt idx="108">
                <c:v>2.10322696349775</c:v>
              </c:pt>
              <c:pt idx="109">
                <c:v>2.10322696349775</c:v>
              </c:pt>
              <c:pt idx="110">
                <c:v>2.10322696349775</c:v>
              </c:pt>
              <c:pt idx="111">
                <c:v>2.10322696349775</c:v>
              </c:pt>
              <c:pt idx="112">
                <c:v>2.10322696349775</c:v>
              </c:pt>
              <c:pt idx="113">
                <c:v>2.10322696349775</c:v>
              </c:pt>
              <c:pt idx="114">
                <c:v>2.10322696349775</c:v>
              </c:pt>
              <c:pt idx="115">
                <c:v>2.10322696349775</c:v>
              </c:pt>
              <c:pt idx="116">
                <c:v>2.10322696349775</c:v>
              </c:pt>
              <c:pt idx="117">
                <c:v>2.10322696349775</c:v>
              </c:pt>
              <c:pt idx="118">
                <c:v>2.10322696349775</c:v>
              </c:pt>
              <c:pt idx="119">
                <c:v>2.10322696349775</c:v>
              </c:pt>
              <c:pt idx="120">
                <c:v>2.10322696349775</c:v>
              </c:pt>
              <c:pt idx="121">
                <c:v>2.10322696349775</c:v>
              </c:pt>
              <c:pt idx="122">
                <c:v>2.10322696349775</c:v>
              </c:pt>
              <c:pt idx="123">
                <c:v>2.10322696349775</c:v>
              </c:pt>
              <c:pt idx="124">
                <c:v>2.10322696349775</c:v>
              </c:pt>
              <c:pt idx="125">
                <c:v>2.10322696349775</c:v>
              </c:pt>
              <c:pt idx="126">
                <c:v>2.10322696349775</c:v>
              </c:pt>
              <c:pt idx="127">
                <c:v>2.10322696349775</c:v>
              </c:pt>
              <c:pt idx="128">
                <c:v>2.10322696349775</c:v>
              </c:pt>
              <c:pt idx="129">
                <c:v>2.10322696349775</c:v>
              </c:pt>
              <c:pt idx="130">
                <c:v>2.10322696349775</c:v>
              </c:pt>
              <c:pt idx="131">
                <c:v>2.10322696349775</c:v>
              </c:pt>
              <c:pt idx="132">
                <c:v>2.10322696349775</c:v>
              </c:pt>
              <c:pt idx="133">
                <c:v>2.10322696349775</c:v>
              </c:pt>
              <c:pt idx="134">
                <c:v>2.10322696349775</c:v>
              </c:pt>
              <c:pt idx="135">
                <c:v>2.10322696349775</c:v>
              </c:pt>
              <c:pt idx="136">
                <c:v>2.10322696349775</c:v>
              </c:pt>
              <c:pt idx="137">
                <c:v>2.10322696349775</c:v>
              </c:pt>
              <c:pt idx="138">
                <c:v>2.10322696349775</c:v>
              </c:pt>
              <c:pt idx="139">
                <c:v>2.10322696349775</c:v>
              </c:pt>
              <c:pt idx="140">
                <c:v>2.10322696349775</c:v>
              </c:pt>
              <c:pt idx="141">
                <c:v>2.10322696349775</c:v>
              </c:pt>
              <c:pt idx="142">
                <c:v>2.10322696349775</c:v>
              </c:pt>
              <c:pt idx="143">
                <c:v>2.10322696349775</c:v>
              </c:pt>
              <c:pt idx="144">
                <c:v>2.10322696349775</c:v>
              </c:pt>
              <c:pt idx="145">
                <c:v>2.10322696349775</c:v>
              </c:pt>
              <c:pt idx="146">
                <c:v>2.10322696349775</c:v>
              </c:pt>
              <c:pt idx="147">
                <c:v>2.10322696349775</c:v>
              </c:pt>
              <c:pt idx="148">
                <c:v>2.10322696349775</c:v>
              </c:pt>
              <c:pt idx="149">
                <c:v>2.10322696349775</c:v>
              </c:pt>
              <c:pt idx="150">
                <c:v>2.10322696349775</c:v>
              </c:pt>
              <c:pt idx="151">
                <c:v>2.10322696349775</c:v>
              </c:pt>
              <c:pt idx="152">
                <c:v>2.10322696349775</c:v>
              </c:pt>
              <c:pt idx="153">
                <c:v>2.10322696349775</c:v>
              </c:pt>
              <c:pt idx="154">
                <c:v>2.10322696349775</c:v>
              </c:pt>
              <c:pt idx="155">
                <c:v>2.10322696349775</c:v>
              </c:pt>
              <c:pt idx="156">
                <c:v>2.10322696349775</c:v>
              </c:pt>
              <c:pt idx="157">
                <c:v>2.10322696349775</c:v>
              </c:pt>
              <c:pt idx="158">
                <c:v>2.10322696349775</c:v>
              </c:pt>
              <c:pt idx="159">
                <c:v>2.10322696349775</c:v>
              </c:pt>
              <c:pt idx="160">
                <c:v>2.10322696349775</c:v>
              </c:pt>
              <c:pt idx="161">
                <c:v>2.10322696349775</c:v>
              </c:pt>
              <c:pt idx="162">
                <c:v>2.10322696349775</c:v>
              </c:pt>
              <c:pt idx="163">
                <c:v>2.10322696349775</c:v>
              </c:pt>
              <c:pt idx="164">
                <c:v>2.10322696349775</c:v>
              </c:pt>
              <c:pt idx="165">
                <c:v>2.10322696349775</c:v>
              </c:pt>
              <c:pt idx="166">
                <c:v>2.10322696349775</c:v>
              </c:pt>
              <c:pt idx="167">
                <c:v>2.10322696349775</c:v>
              </c:pt>
              <c:pt idx="168">
                <c:v>2.10322696349775</c:v>
              </c:pt>
              <c:pt idx="169">
                <c:v>2.10322696349775</c:v>
              </c:pt>
              <c:pt idx="170">
                <c:v>2.10322696349775</c:v>
              </c:pt>
              <c:pt idx="171">
                <c:v>2.10322696349775</c:v>
              </c:pt>
              <c:pt idx="172">
                <c:v>2.10322696349775</c:v>
              </c:pt>
              <c:pt idx="173">
                <c:v>2.10322696349775</c:v>
              </c:pt>
              <c:pt idx="174">
                <c:v>2.10322696349775</c:v>
              </c:pt>
              <c:pt idx="175">
                <c:v>2.10322696349775</c:v>
              </c:pt>
              <c:pt idx="176">
                <c:v>2.10322696349775</c:v>
              </c:pt>
              <c:pt idx="177">
                <c:v>2.10322696349775</c:v>
              </c:pt>
              <c:pt idx="178">
                <c:v>2.10322696349775</c:v>
              </c:pt>
              <c:pt idx="179">
                <c:v>2.10322696349775</c:v>
              </c:pt>
              <c:pt idx="180">
                <c:v>2.10322696349775</c:v>
              </c:pt>
              <c:pt idx="181">
                <c:v>2.10322696349775</c:v>
              </c:pt>
              <c:pt idx="182">
                <c:v>2.10322696349775</c:v>
              </c:pt>
              <c:pt idx="183">
                <c:v>2.10322696349775</c:v>
              </c:pt>
              <c:pt idx="184">
                <c:v>2.10322696349775</c:v>
              </c:pt>
              <c:pt idx="185">
                <c:v>2.10322696349775</c:v>
              </c:pt>
              <c:pt idx="186">
                <c:v>2.10322696349775</c:v>
              </c:pt>
              <c:pt idx="187">
                <c:v>2.10322696349775</c:v>
              </c:pt>
              <c:pt idx="188">
                <c:v>2.10322696349775</c:v>
              </c:pt>
              <c:pt idx="189">
                <c:v>2.10322696349775</c:v>
              </c:pt>
              <c:pt idx="190">
                <c:v>2.10322696349775</c:v>
              </c:pt>
              <c:pt idx="191">
                <c:v>2.10322696349775</c:v>
              </c:pt>
              <c:pt idx="192">
                <c:v>2.10322696349775</c:v>
              </c:pt>
              <c:pt idx="193">
                <c:v>2.10322696349775</c:v>
              </c:pt>
              <c:pt idx="194">
                <c:v>2.10322696349775</c:v>
              </c:pt>
              <c:pt idx="195">
                <c:v>2.10322696349775</c:v>
              </c:pt>
              <c:pt idx="196">
                <c:v>2.10322696349775</c:v>
              </c:pt>
              <c:pt idx="197">
                <c:v>2.10322696349775</c:v>
              </c:pt>
              <c:pt idx="198">
                <c:v>2.10322696349775</c:v>
              </c:pt>
              <c:pt idx="199">
                <c:v>2.10322696349775</c:v>
              </c:pt>
              <c:pt idx="200">
                <c:v>2.10322696349775</c:v>
              </c:pt>
              <c:pt idx="201">
                <c:v>2.10322696349775</c:v>
              </c:pt>
              <c:pt idx="202">
                <c:v>2.10322696349775</c:v>
              </c:pt>
              <c:pt idx="203">
                <c:v>2.10322696349775</c:v>
              </c:pt>
              <c:pt idx="204">
                <c:v>2.10322696349775</c:v>
              </c:pt>
              <c:pt idx="205">
                <c:v>2.10322696349775</c:v>
              </c:pt>
              <c:pt idx="206">
                <c:v>2.10322696349775</c:v>
              </c:pt>
              <c:pt idx="207">
                <c:v>2.10322696349775</c:v>
              </c:pt>
              <c:pt idx="208">
                <c:v>2.10322696349775</c:v>
              </c:pt>
              <c:pt idx="209">
                <c:v>2.10322696349775</c:v>
              </c:pt>
              <c:pt idx="210">
                <c:v>2.10322696349775</c:v>
              </c:pt>
              <c:pt idx="211">
                <c:v>2.10322696349775</c:v>
              </c:pt>
              <c:pt idx="212">
                <c:v>2.10322696349775</c:v>
              </c:pt>
              <c:pt idx="213">
                <c:v>2.10322696349775</c:v>
              </c:pt>
              <c:pt idx="214">
                <c:v>2.10322696349775</c:v>
              </c:pt>
              <c:pt idx="215">
                <c:v>2.10322696349775</c:v>
              </c:pt>
              <c:pt idx="216">
                <c:v>2.10322696349775</c:v>
              </c:pt>
              <c:pt idx="217">
                <c:v>2.10322696349775</c:v>
              </c:pt>
              <c:pt idx="218">
                <c:v>2.10322696349775</c:v>
              </c:pt>
              <c:pt idx="219">
                <c:v>2.10322696349775</c:v>
              </c:pt>
              <c:pt idx="220">
                <c:v>2.10322696349775</c:v>
              </c:pt>
              <c:pt idx="221">
                <c:v>2.10322696349775</c:v>
              </c:pt>
              <c:pt idx="222">
                <c:v>2.10322696349775</c:v>
              </c:pt>
              <c:pt idx="223">
                <c:v>2.10322696349775</c:v>
              </c:pt>
              <c:pt idx="224">
                <c:v>2.10322696349775</c:v>
              </c:pt>
              <c:pt idx="225">
                <c:v>2.10322696349775</c:v>
              </c:pt>
              <c:pt idx="226">
                <c:v>2.10322696349775</c:v>
              </c:pt>
              <c:pt idx="227">
                <c:v>2.10322696349775</c:v>
              </c:pt>
              <c:pt idx="228">
                <c:v>2.10322696349775</c:v>
              </c:pt>
              <c:pt idx="229">
                <c:v>2.10322696349775</c:v>
              </c:pt>
              <c:pt idx="230">
                <c:v>2.10322696349775</c:v>
              </c:pt>
              <c:pt idx="231">
                <c:v>2.10322696349775</c:v>
              </c:pt>
              <c:pt idx="232">
                <c:v>2.10322696349775</c:v>
              </c:pt>
              <c:pt idx="233">
                <c:v>2.10322696349775</c:v>
              </c:pt>
              <c:pt idx="234">
                <c:v>2.10322696349775</c:v>
              </c:pt>
              <c:pt idx="235">
                <c:v>2.10322696349775</c:v>
              </c:pt>
              <c:pt idx="236">
                <c:v>2.10322696349775</c:v>
              </c:pt>
              <c:pt idx="237">
                <c:v>2.10322696349775</c:v>
              </c:pt>
              <c:pt idx="238">
                <c:v>2.10322696349775</c:v>
              </c:pt>
              <c:pt idx="239">
                <c:v>2.10322696349775</c:v>
              </c:pt>
              <c:pt idx="240">
                <c:v>2.10322696349775</c:v>
              </c:pt>
              <c:pt idx="241">
                <c:v>2.10322696349775</c:v>
              </c:pt>
              <c:pt idx="242">
                <c:v>2.10322696349775</c:v>
              </c:pt>
              <c:pt idx="243">
                <c:v>2.10322696349775</c:v>
              </c:pt>
              <c:pt idx="244">
                <c:v>2.10322696349775</c:v>
              </c:pt>
              <c:pt idx="245">
                <c:v>2.10322696349775</c:v>
              </c:pt>
              <c:pt idx="246">
                <c:v>2.10322696349775</c:v>
              </c:pt>
              <c:pt idx="247">
                <c:v>2.10322696349775</c:v>
              </c:pt>
              <c:pt idx="248">
                <c:v>2.10322696349775</c:v>
              </c:pt>
              <c:pt idx="249">
                <c:v>2.10322696349775</c:v>
              </c:pt>
              <c:pt idx="250">
                <c:v>2.10322696349775</c:v>
              </c:pt>
              <c:pt idx="251">
                <c:v>2.10322696349775</c:v>
              </c:pt>
              <c:pt idx="252">
                <c:v>2.10322696349775</c:v>
              </c:pt>
              <c:pt idx="253">
                <c:v>2.10322696349775</c:v>
              </c:pt>
              <c:pt idx="254">
                <c:v>2.10322696349775</c:v>
              </c:pt>
              <c:pt idx="255">
                <c:v>2.10322696349775</c:v>
              </c:pt>
              <c:pt idx="256">
                <c:v>2.10322696349775</c:v>
              </c:pt>
              <c:pt idx="257">
                <c:v>2.10322696349775</c:v>
              </c:pt>
              <c:pt idx="258">
                <c:v>2.10322696349775</c:v>
              </c:pt>
              <c:pt idx="259">
                <c:v>2.10322696349775</c:v>
              </c:pt>
              <c:pt idx="260">
                <c:v>2.10322696349775</c:v>
              </c:pt>
              <c:pt idx="261">
                <c:v>2.10322696349775</c:v>
              </c:pt>
              <c:pt idx="262">
                <c:v>2.10322696349775</c:v>
              </c:pt>
              <c:pt idx="263">
                <c:v>2.10322696349775</c:v>
              </c:pt>
              <c:pt idx="264">
                <c:v>2.10322696349775</c:v>
              </c:pt>
              <c:pt idx="265">
                <c:v>2.10322696349775</c:v>
              </c:pt>
              <c:pt idx="266">
                <c:v>2.10322696349775</c:v>
              </c:pt>
              <c:pt idx="267">
                <c:v>2.10322696349775</c:v>
              </c:pt>
              <c:pt idx="268">
                <c:v>2.10322696349775</c:v>
              </c:pt>
              <c:pt idx="269">
                <c:v>2.10322696349775</c:v>
              </c:pt>
              <c:pt idx="270">
                <c:v>2.10322696349775</c:v>
              </c:pt>
              <c:pt idx="271">
                <c:v>2.10322696349775</c:v>
              </c:pt>
              <c:pt idx="272">
                <c:v>2.10322696349775</c:v>
              </c:pt>
              <c:pt idx="273">
                <c:v>2.10322696349775</c:v>
              </c:pt>
              <c:pt idx="274">
                <c:v>2.10322696349775</c:v>
              </c:pt>
              <c:pt idx="275">
                <c:v>2.10322696349775</c:v>
              </c:pt>
              <c:pt idx="276">
                <c:v>2.10322696349775</c:v>
              </c:pt>
              <c:pt idx="277">
                <c:v>2.10322696349775</c:v>
              </c:pt>
              <c:pt idx="278">
                <c:v>2.10322696349775</c:v>
              </c:pt>
              <c:pt idx="279">
                <c:v>2.10322696349775</c:v>
              </c:pt>
              <c:pt idx="280">
                <c:v>2.10322696349775</c:v>
              </c:pt>
              <c:pt idx="281">
                <c:v>2.10322696349775</c:v>
              </c:pt>
              <c:pt idx="282">
                <c:v>2.10322696349775</c:v>
              </c:pt>
              <c:pt idx="283">
                <c:v>2.10322696349775</c:v>
              </c:pt>
              <c:pt idx="284">
                <c:v>2.10322696349775</c:v>
              </c:pt>
              <c:pt idx="285">
                <c:v>2.10322696349775</c:v>
              </c:pt>
              <c:pt idx="286">
                <c:v>2.10322696349775</c:v>
              </c:pt>
              <c:pt idx="287">
                <c:v>2.10322696349775</c:v>
              </c:pt>
              <c:pt idx="288">
                <c:v>2.10322696349775</c:v>
              </c:pt>
              <c:pt idx="289">
                <c:v>2.10322696349775</c:v>
              </c:pt>
              <c:pt idx="290">
                <c:v>2.10322696349775</c:v>
              </c:pt>
              <c:pt idx="291">
                <c:v>2.10322696349775</c:v>
              </c:pt>
              <c:pt idx="292">
                <c:v>2.10322696349775</c:v>
              </c:pt>
              <c:pt idx="293">
                <c:v>2.10322696349775</c:v>
              </c:pt>
              <c:pt idx="294">
                <c:v>2.10322696349775</c:v>
              </c:pt>
              <c:pt idx="295">
                <c:v>2.10322696349775</c:v>
              </c:pt>
              <c:pt idx="296">
                <c:v>2.10322696349775</c:v>
              </c:pt>
              <c:pt idx="297">
                <c:v>2.10322696349775</c:v>
              </c:pt>
              <c:pt idx="298">
                <c:v>2.10322696349775</c:v>
              </c:pt>
              <c:pt idx="299">
                <c:v>2.10322696349775</c:v>
              </c:pt>
              <c:pt idx="300">
                <c:v>2.10322696349775</c:v>
              </c:pt>
              <c:pt idx="301">
                <c:v>2.10322696349775</c:v>
              </c:pt>
              <c:pt idx="302">
                <c:v>2.10322696349775</c:v>
              </c:pt>
              <c:pt idx="303">
                <c:v>2.10322696349775</c:v>
              </c:pt>
              <c:pt idx="304">
                <c:v>2.10322696349775</c:v>
              </c:pt>
              <c:pt idx="305">
                <c:v>2.10322696349775</c:v>
              </c:pt>
              <c:pt idx="306">
                <c:v>2.10322696349775</c:v>
              </c:pt>
              <c:pt idx="307">
                <c:v>2.10322696349775</c:v>
              </c:pt>
              <c:pt idx="308">
                <c:v>2.10322696349775</c:v>
              </c:pt>
              <c:pt idx="309">
                <c:v>2.10322696349775</c:v>
              </c:pt>
              <c:pt idx="310">
                <c:v>2.10322696349775</c:v>
              </c:pt>
              <c:pt idx="311">
                <c:v>2.10322696349775</c:v>
              </c:pt>
              <c:pt idx="312">
                <c:v>2.10322696349775</c:v>
              </c:pt>
              <c:pt idx="313">
                <c:v>2.10322696349775</c:v>
              </c:pt>
              <c:pt idx="314">
                <c:v>2.10322696349775</c:v>
              </c:pt>
              <c:pt idx="315">
                <c:v>2.10322696349775</c:v>
              </c:pt>
              <c:pt idx="316">
                <c:v>2.10322696349775</c:v>
              </c:pt>
              <c:pt idx="317">
                <c:v>2.10322696349775</c:v>
              </c:pt>
              <c:pt idx="318">
                <c:v>2.10322696349775</c:v>
              </c:pt>
              <c:pt idx="319">
                <c:v>2.10322696349775</c:v>
              </c:pt>
              <c:pt idx="320">
                <c:v>2.10322696349775</c:v>
              </c:pt>
              <c:pt idx="321">
                <c:v>2.10322696349775</c:v>
              </c:pt>
              <c:pt idx="322">
                <c:v>2.10322696349775</c:v>
              </c:pt>
              <c:pt idx="323">
                <c:v>2.10322696349775</c:v>
              </c:pt>
              <c:pt idx="324">
                <c:v>2.10322696349775</c:v>
              </c:pt>
              <c:pt idx="325">
                <c:v>2.10322696349775</c:v>
              </c:pt>
              <c:pt idx="326">
                <c:v>2.10322696349775</c:v>
              </c:pt>
              <c:pt idx="327">
                <c:v>2.10322696349775</c:v>
              </c:pt>
              <c:pt idx="328">
                <c:v>2.10322696349775</c:v>
              </c:pt>
              <c:pt idx="329">
                <c:v>2.10322696349775</c:v>
              </c:pt>
              <c:pt idx="330">
                <c:v>2.10322696349775</c:v>
              </c:pt>
              <c:pt idx="331">
                <c:v>2.10322696349775</c:v>
              </c:pt>
              <c:pt idx="332">
                <c:v>2.10322696349775</c:v>
              </c:pt>
              <c:pt idx="333">
                <c:v>2.10322696349775</c:v>
              </c:pt>
              <c:pt idx="334">
                <c:v>2.10322696349775</c:v>
              </c:pt>
              <c:pt idx="335">
                <c:v>2.10322696349775</c:v>
              </c:pt>
              <c:pt idx="336">
                <c:v>2.10322696349775</c:v>
              </c:pt>
              <c:pt idx="337">
                <c:v>2.10322696349775</c:v>
              </c:pt>
              <c:pt idx="338">
                <c:v>2.10322696349775</c:v>
              </c:pt>
              <c:pt idx="339">
                <c:v>2.10322696349775</c:v>
              </c:pt>
              <c:pt idx="340">
                <c:v>2.10322696349775</c:v>
              </c:pt>
              <c:pt idx="341">
                <c:v>2.10322696349775</c:v>
              </c:pt>
              <c:pt idx="342">
                <c:v>2.10322696349775</c:v>
              </c:pt>
              <c:pt idx="343">
                <c:v>2.10322696349775</c:v>
              </c:pt>
              <c:pt idx="344">
                <c:v>2.10322696349775</c:v>
              </c:pt>
              <c:pt idx="345">
                <c:v>2.10322696349775</c:v>
              </c:pt>
              <c:pt idx="346">
                <c:v>2.10322696349775</c:v>
              </c:pt>
              <c:pt idx="347">
                <c:v>2.10322696349775</c:v>
              </c:pt>
              <c:pt idx="348">
                <c:v>2.10322696349775</c:v>
              </c:pt>
              <c:pt idx="349">
                <c:v>2.10322696349775</c:v>
              </c:pt>
              <c:pt idx="350">
                <c:v>2.10322696349775</c:v>
              </c:pt>
              <c:pt idx="351">
                <c:v>2.10322696349775</c:v>
              </c:pt>
              <c:pt idx="352">
                <c:v>2.10322696349775</c:v>
              </c:pt>
              <c:pt idx="353">
                <c:v>2.10322696349775</c:v>
              </c:pt>
              <c:pt idx="354">
                <c:v>2.10322696349775</c:v>
              </c:pt>
              <c:pt idx="355">
                <c:v>2.10322696349775</c:v>
              </c:pt>
              <c:pt idx="356">
                <c:v>2.10322696349775</c:v>
              </c:pt>
              <c:pt idx="357">
                <c:v>2.10322696349775</c:v>
              </c:pt>
              <c:pt idx="358">
                <c:v>2.10322696349775</c:v>
              </c:pt>
              <c:pt idx="359">
                <c:v>2.10322696349775</c:v>
              </c:pt>
              <c:pt idx="360">
                <c:v>2.10322696349775</c:v>
              </c:pt>
              <c:pt idx="361">
                <c:v>2.10322696349775</c:v>
              </c:pt>
              <c:pt idx="362">
                <c:v>2.10322696349775</c:v>
              </c:pt>
              <c:pt idx="363">
                <c:v>2.10322696349775</c:v>
              </c:pt>
              <c:pt idx="364">
                <c:v>2.10322696349775</c:v>
              </c:pt>
              <c:pt idx="365">
                <c:v>2.10322696349775</c:v>
              </c:pt>
              <c:pt idx="366">
                <c:v>2.10322696349775</c:v>
              </c:pt>
              <c:pt idx="367">
                <c:v>2.10322696349775</c:v>
              </c:pt>
              <c:pt idx="368">
                <c:v>2.10322696349775</c:v>
              </c:pt>
              <c:pt idx="369">
                <c:v>2.10322696349775</c:v>
              </c:pt>
              <c:pt idx="370">
                <c:v>2.10322696349775</c:v>
              </c:pt>
              <c:pt idx="371">
                <c:v>2.10322696349775</c:v>
              </c:pt>
              <c:pt idx="372">
                <c:v>2.10322696349775</c:v>
              </c:pt>
              <c:pt idx="373">
                <c:v>2.10322696349775</c:v>
              </c:pt>
              <c:pt idx="374">
                <c:v>2.10322696349775</c:v>
              </c:pt>
              <c:pt idx="375">
                <c:v>2.10322696349775</c:v>
              </c:pt>
              <c:pt idx="376">
                <c:v>2.10322696349775</c:v>
              </c:pt>
              <c:pt idx="377">
                <c:v>2.10322696349775</c:v>
              </c:pt>
              <c:pt idx="378">
                <c:v>2.10322696349775</c:v>
              </c:pt>
              <c:pt idx="379">
                <c:v>2.10322696349775</c:v>
              </c:pt>
              <c:pt idx="380">
                <c:v>2.10322696349775</c:v>
              </c:pt>
              <c:pt idx="381">
                <c:v>2.10322696349775</c:v>
              </c:pt>
              <c:pt idx="382">
                <c:v>2.10322696349775</c:v>
              </c:pt>
              <c:pt idx="383">
                <c:v>2.10322696349775</c:v>
              </c:pt>
              <c:pt idx="384">
                <c:v>2.10322696349775</c:v>
              </c:pt>
              <c:pt idx="385">
                <c:v>2.10322696349775</c:v>
              </c:pt>
              <c:pt idx="386">
                <c:v>2.10322696349775</c:v>
              </c:pt>
              <c:pt idx="387">
                <c:v>2.10322696349775</c:v>
              </c:pt>
              <c:pt idx="388">
                <c:v>2.10322696349775</c:v>
              </c:pt>
              <c:pt idx="389">
                <c:v>2.10322696349775</c:v>
              </c:pt>
              <c:pt idx="390">
                <c:v>2.10322696349775</c:v>
              </c:pt>
              <c:pt idx="391">
                <c:v>2.10322696349775</c:v>
              </c:pt>
              <c:pt idx="392">
                <c:v>2.10322696349775</c:v>
              </c:pt>
              <c:pt idx="393">
                <c:v>2.10322696349775</c:v>
              </c:pt>
              <c:pt idx="394">
                <c:v>2.10322696349775</c:v>
              </c:pt>
              <c:pt idx="395">
                <c:v>2.10322696349775</c:v>
              </c:pt>
              <c:pt idx="396">
                <c:v>2.10322696349775</c:v>
              </c:pt>
              <c:pt idx="397">
                <c:v>2.10322696349775</c:v>
              </c:pt>
              <c:pt idx="398">
                <c:v>2.10322696349775</c:v>
              </c:pt>
              <c:pt idx="399">
                <c:v>2.10322696349775</c:v>
              </c:pt>
              <c:pt idx="400">
                <c:v>2.10322696349775</c:v>
              </c:pt>
              <c:pt idx="401">
                <c:v>2.10322696349775</c:v>
              </c:pt>
              <c:pt idx="402">
                <c:v>2.10322696349775</c:v>
              </c:pt>
              <c:pt idx="403">
                <c:v>2.10322696349775</c:v>
              </c:pt>
              <c:pt idx="404">
                <c:v>2.10322696349775</c:v>
              </c:pt>
              <c:pt idx="405">
                <c:v>2.10322696349775</c:v>
              </c:pt>
              <c:pt idx="406">
                <c:v>2.10322696349775</c:v>
              </c:pt>
              <c:pt idx="407">
                <c:v>2.10322696349775</c:v>
              </c:pt>
              <c:pt idx="408">
                <c:v>2.10322696349775</c:v>
              </c:pt>
              <c:pt idx="409">
                <c:v>2.10322696349775</c:v>
              </c:pt>
              <c:pt idx="410">
                <c:v>2.10322696349775</c:v>
              </c:pt>
              <c:pt idx="411">
                <c:v>2.10322696349775</c:v>
              </c:pt>
            </c:numLit>
          </c:xVal>
          <c:yVal>
            <c:numLit>
              <c:formatCode>0.0</c:formatCode>
              <c:ptCount val="412"/>
              <c:pt idx="0">
                <c:v>0.7416488088086174</c:v>
              </c:pt>
              <c:pt idx="1">
                <c:v>0.7416488088086174</c:v>
              </c:pt>
              <c:pt idx="2">
                <c:v>0.7416488088086174</c:v>
              </c:pt>
              <c:pt idx="3">
                <c:v>0.7416488088086174</c:v>
              </c:pt>
              <c:pt idx="4">
                <c:v>0.7416488088086174</c:v>
              </c:pt>
              <c:pt idx="5">
                <c:v>0.7416488088086174</c:v>
              </c:pt>
              <c:pt idx="6">
                <c:v>0.7416488088086174</c:v>
              </c:pt>
              <c:pt idx="7">
                <c:v>0.7416488088086174</c:v>
              </c:pt>
              <c:pt idx="8">
                <c:v>0.7416488088086174</c:v>
              </c:pt>
              <c:pt idx="9">
                <c:v>0.7416488088086174</c:v>
              </c:pt>
              <c:pt idx="10">
                <c:v>0.7416488088086174</c:v>
              </c:pt>
              <c:pt idx="11">
                <c:v>0.7416488088086174</c:v>
              </c:pt>
              <c:pt idx="12">
                <c:v>0.7416488088086174</c:v>
              </c:pt>
              <c:pt idx="13">
                <c:v>0.7416488088086174</c:v>
              </c:pt>
              <c:pt idx="14">
                <c:v>0.7416488088086174</c:v>
              </c:pt>
              <c:pt idx="15">
                <c:v>0.7416488088086174</c:v>
              </c:pt>
              <c:pt idx="16">
                <c:v>0.7416488088086174</c:v>
              </c:pt>
              <c:pt idx="17">
                <c:v>0.7416488088086174</c:v>
              </c:pt>
              <c:pt idx="18">
                <c:v>0.7416488088086174</c:v>
              </c:pt>
              <c:pt idx="19">
                <c:v>0.7416488088086174</c:v>
              </c:pt>
              <c:pt idx="20">
                <c:v>0.7416488088086174</c:v>
              </c:pt>
              <c:pt idx="21">
                <c:v>0.7416488088086174</c:v>
              </c:pt>
              <c:pt idx="22">
                <c:v>0.7416488088086174</c:v>
              </c:pt>
              <c:pt idx="23">
                <c:v>0.7416488088086174</c:v>
              </c:pt>
              <c:pt idx="24">
                <c:v>0.7416488088086174</c:v>
              </c:pt>
              <c:pt idx="25">
                <c:v>0.7416488088086174</c:v>
              </c:pt>
              <c:pt idx="26">
                <c:v>0.7416488088086174</c:v>
              </c:pt>
              <c:pt idx="27">
                <c:v>0.7416488088086174</c:v>
              </c:pt>
              <c:pt idx="28">
                <c:v>0.7416488088086174</c:v>
              </c:pt>
              <c:pt idx="29">
                <c:v>0.7416488088086174</c:v>
              </c:pt>
              <c:pt idx="30">
                <c:v>0.7416488088086174</c:v>
              </c:pt>
              <c:pt idx="31">
                <c:v>0.7416488088086174</c:v>
              </c:pt>
              <c:pt idx="32">
                <c:v>0.7416488088086174</c:v>
              </c:pt>
              <c:pt idx="33">
                <c:v>0.7416488088086174</c:v>
              </c:pt>
              <c:pt idx="34">
                <c:v>0.7416488088086174</c:v>
              </c:pt>
              <c:pt idx="35">
                <c:v>0.7416488088086174</c:v>
              </c:pt>
              <c:pt idx="36">
                <c:v>0.7416488088086174</c:v>
              </c:pt>
              <c:pt idx="37">
                <c:v>0.7416488088086174</c:v>
              </c:pt>
              <c:pt idx="38">
                <c:v>0.7416488088086174</c:v>
              </c:pt>
              <c:pt idx="39">
                <c:v>0.7416488088086174</c:v>
              </c:pt>
              <c:pt idx="40">
                <c:v>0.7416488088086174</c:v>
              </c:pt>
              <c:pt idx="41">
                <c:v>0.7416488088086174</c:v>
              </c:pt>
              <c:pt idx="42">
                <c:v>0.7416488088086174</c:v>
              </c:pt>
              <c:pt idx="43">
                <c:v>0.7416488088086174</c:v>
              </c:pt>
              <c:pt idx="44">
                <c:v>0.7416488088086174</c:v>
              </c:pt>
              <c:pt idx="45">
                <c:v>0.7416488088086174</c:v>
              </c:pt>
              <c:pt idx="46">
                <c:v>0.7416488088086174</c:v>
              </c:pt>
              <c:pt idx="47">
                <c:v>0.7416488088086174</c:v>
              </c:pt>
              <c:pt idx="48">
                <c:v>0.7416488088086174</c:v>
              </c:pt>
              <c:pt idx="49">
                <c:v>0.7416488088086174</c:v>
              </c:pt>
              <c:pt idx="50">
                <c:v>0.7416488088086174</c:v>
              </c:pt>
              <c:pt idx="51">
                <c:v>0.7416488088086174</c:v>
              </c:pt>
              <c:pt idx="52">
                <c:v>0.7416488088086174</c:v>
              </c:pt>
              <c:pt idx="53">
                <c:v>0.7416488088086174</c:v>
              </c:pt>
              <c:pt idx="54">
                <c:v>0.7416488088086174</c:v>
              </c:pt>
              <c:pt idx="55">
                <c:v>0.7416488088086174</c:v>
              </c:pt>
              <c:pt idx="56">
                <c:v>0.7416488088086174</c:v>
              </c:pt>
              <c:pt idx="57">
                <c:v>0.7416488088086174</c:v>
              </c:pt>
              <c:pt idx="58">
                <c:v>0.7416488088086174</c:v>
              </c:pt>
              <c:pt idx="59">
                <c:v>0.7416488088086174</c:v>
              </c:pt>
              <c:pt idx="60">
                <c:v>0.7416488088086174</c:v>
              </c:pt>
              <c:pt idx="61">
                <c:v>0.7416488088086174</c:v>
              </c:pt>
              <c:pt idx="62">
                <c:v>0.7416488088086174</c:v>
              </c:pt>
              <c:pt idx="63">
                <c:v>0.7416488088086174</c:v>
              </c:pt>
              <c:pt idx="64">
                <c:v>0.7416488088086174</c:v>
              </c:pt>
              <c:pt idx="65">
                <c:v>0.7416488088086174</c:v>
              </c:pt>
              <c:pt idx="66">
                <c:v>0.7416488088086174</c:v>
              </c:pt>
              <c:pt idx="67">
                <c:v>0.7416488088086174</c:v>
              </c:pt>
              <c:pt idx="68">
                <c:v>0.7416488088086174</c:v>
              </c:pt>
              <c:pt idx="69">
                <c:v>0.7416488088086174</c:v>
              </c:pt>
              <c:pt idx="70">
                <c:v>0.7416488088086174</c:v>
              </c:pt>
              <c:pt idx="71">
                <c:v>0.7416488088086174</c:v>
              </c:pt>
              <c:pt idx="72">
                <c:v>0.7416488088086174</c:v>
              </c:pt>
              <c:pt idx="73">
                <c:v>0.7416488088086174</c:v>
              </c:pt>
              <c:pt idx="74">
                <c:v>0.7416488088086174</c:v>
              </c:pt>
              <c:pt idx="75">
                <c:v>0.7416488088086174</c:v>
              </c:pt>
              <c:pt idx="76">
                <c:v>0.7416488088086174</c:v>
              </c:pt>
              <c:pt idx="77">
                <c:v>0.7416488088086174</c:v>
              </c:pt>
              <c:pt idx="78">
                <c:v>0.7416488088086174</c:v>
              </c:pt>
              <c:pt idx="79">
                <c:v>0.7416488088086174</c:v>
              </c:pt>
              <c:pt idx="80">
                <c:v>0.7416488088086174</c:v>
              </c:pt>
              <c:pt idx="81">
                <c:v>0.7416488088086174</c:v>
              </c:pt>
              <c:pt idx="82">
                <c:v>0.7416488088086174</c:v>
              </c:pt>
              <c:pt idx="83">
                <c:v>0.7416488088086174</c:v>
              </c:pt>
              <c:pt idx="84">
                <c:v>0.7416488088086174</c:v>
              </c:pt>
              <c:pt idx="85">
                <c:v>0.7416488088086174</c:v>
              </c:pt>
              <c:pt idx="86">
                <c:v>0.7416488088086174</c:v>
              </c:pt>
              <c:pt idx="87">
                <c:v>0.7416488088086174</c:v>
              </c:pt>
              <c:pt idx="88">
                <c:v>0.7416488088086174</c:v>
              </c:pt>
              <c:pt idx="89">
                <c:v>0.7416488088086174</c:v>
              </c:pt>
              <c:pt idx="90">
                <c:v>0.7416488088086174</c:v>
              </c:pt>
              <c:pt idx="91">
                <c:v>0.7416488088086174</c:v>
              </c:pt>
              <c:pt idx="92">
                <c:v>0.7416488088086174</c:v>
              </c:pt>
              <c:pt idx="93">
                <c:v>0.7416488088086174</c:v>
              </c:pt>
              <c:pt idx="94">
                <c:v>0.7416488088086174</c:v>
              </c:pt>
              <c:pt idx="95">
                <c:v>0.7416488088086174</c:v>
              </c:pt>
              <c:pt idx="96">
                <c:v>0.7416488088086174</c:v>
              </c:pt>
              <c:pt idx="97">
                <c:v>0.7416488088086174</c:v>
              </c:pt>
              <c:pt idx="98">
                <c:v>0.7416488088086174</c:v>
              </c:pt>
              <c:pt idx="99">
                <c:v>0.7416488088086174</c:v>
              </c:pt>
              <c:pt idx="100">
                <c:v>0.7416488088086174</c:v>
              </c:pt>
              <c:pt idx="101">
                <c:v>0.7416488088086174</c:v>
              </c:pt>
              <c:pt idx="102">
                <c:v>0.7416488088086174</c:v>
              </c:pt>
              <c:pt idx="103">
                <c:v>0.7416488088086174</c:v>
              </c:pt>
              <c:pt idx="104">
                <c:v>0.7416488088086174</c:v>
              </c:pt>
              <c:pt idx="105">
                <c:v>0.7416488088086174</c:v>
              </c:pt>
              <c:pt idx="106">
                <c:v>0.7416488088086174</c:v>
              </c:pt>
              <c:pt idx="107">
                <c:v>0.7416488088086174</c:v>
              </c:pt>
              <c:pt idx="108">
                <c:v>0.7416488088086174</c:v>
              </c:pt>
              <c:pt idx="109">
                <c:v>0.7416488088086174</c:v>
              </c:pt>
              <c:pt idx="110">
                <c:v>0.7416488088086174</c:v>
              </c:pt>
              <c:pt idx="111">
                <c:v>0.7416488088086174</c:v>
              </c:pt>
              <c:pt idx="112">
                <c:v>0.7416488088086174</c:v>
              </c:pt>
              <c:pt idx="113">
                <c:v>0.7416488088086174</c:v>
              </c:pt>
              <c:pt idx="114">
                <c:v>0.7416488088086174</c:v>
              </c:pt>
              <c:pt idx="115">
                <c:v>0.7416488088086174</c:v>
              </c:pt>
              <c:pt idx="116">
                <c:v>0.7416488088086174</c:v>
              </c:pt>
              <c:pt idx="117">
                <c:v>0.7416488088086174</c:v>
              </c:pt>
              <c:pt idx="118">
                <c:v>0.7416488088086174</c:v>
              </c:pt>
              <c:pt idx="119">
                <c:v>0.7416488088086174</c:v>
              </c:pt>
              <c:pt idx="120">
                <c:v>0.7416488088086174</c:v>
              </c:pt>
              <c:pt idx="121">
                <c:v>0.7416488088086174</c:v>
              </c:pt>
              <c:pt idx="122">
                <c:v>0.7416488088086174</c:v>
              </c:pt>
              <c:pt idx="123">
                <c:v>0.7416488088086174</c:v>
              </c:pt>
              <c:pt idx="124">
                <c:v>0.7416488088086174</c:v>
              </c:pt>
              <c:pt idx="125">
                <c:v>0.7416488088086174</c:v>
              </c:pt>
              <c:pt idx="126">
                <c:v>0.7416488088086174</c:v>
              </c:pt>
              <c:pt idx="127">
                <c:v>0.7416488088086174</c:v>
              </c:pt>
              <c:pt idx="128">
                <c:v>0.7416488088086174</c:v>
              </c:pt>
              <c:pt idx="129">
                <c:v>0.7416488088086174</c:v>
              </c:pt>
              <c:pt idx="130">
                <c:v>0.7416488088086174</c:v>
              </c:pt>
              <c:pt idx="131">
                <c:v>0.7416488088086174</c:v>
              </c:pt>
              <c:pt idx="132">
                <c:v>0.7416488088086174</c:v>
              </c:pt>
              <c:pt idx="133">
                <c:v>0.7416488088086174</c:v>
              </c:pt>
              <c:pt idx="134">
                <c:v>0.7416488088086174</c:v>
              </c:pt>
              <c:pt idx="135">
                <c:v>0.7416488088086174</c:v>
              </c:pt>
              <c:pt idx="136">
                <c:v>0.7416488088086174</c:v>
              </c:pt>
              <c:pt idx="137">
                <c:v>0.7416488088086174</c:v>
              </c:pt>
              <c:pt idx="138">
                <c:v>0.7416488088086174</c:v>
              </c:pt>
              <c:pt idx="139">
                <c:v>0.7416488088086174</c:v>
              </c:pt>
              <c:pt idx="140">
                <c:v>0.7416488088086174</c:v>
              </c:pt>
              <c:pt idx="141">
                <c:v>0.7416488088086174</c:v>
              </c:pt>
              <c:pt idx="142">
                <c:v>0.7416488088086174</c:v>
              </c:pt>
              <c:pt idx="143">
                <c:v>0.7416488088086174</c:v>
              </c:pt>
              <c:pt idx="144">
                <c:v>0.7416488088086174</c:v>
              </c:pt>
              <c:pt idx="145">
                <c:v>0.7416488088086174</c:v>
              </c:pt>
              <c:pt idx="146">
                <c:v>0.7416488088086174</c:v>
              </c:pt>
              <c:pt idx="147">
                <c:v>0.7416488088086174</c:v>
              </c:pt>
              <c:pt idx="148">
                <c:v>0.7416488088086174</c:v>
              </c:pt>
              <c:pt idx="149">
                <c:v>0.7416488088086174</c:v>
              </c:pt>
              <c:pt idx="150">
                <c:v>0.7416488088086174</c:v>
              </c:pt>
              <c:pt idx="151">
                <c:v>0.7416488088086174</c:v>
              </c:pt>
              <c:pt idx="152">
                <c:v>0.7416488088086174</c:v>
              </c:pt>
              <c:pt idx="153">
                <c:v>0.7416488088086174</c:v>
              </c:pt>
              <c:pt idx="154">
                <c:v>0.7416488088086174</c:v>
              </c:pt>
              <c:pt idx="155">
                <c:v>0.7416488088086174</c:v>
              </c:pt>
              <c:pt idx="156">
                <c:v>0.7416488088086174</c:v>
              </c:pt>
              <c:pt idx="157">
                <c:v>0.7416488088086174</c:v>
              </c:pt>
              <c:pt idx="158">
                <c:v>0.7416488088086174</c:v>
              </c:pt>
              <c:pt idx="159">
                <c:v>0.7416488088086174</c:v>
              </c:pt>
              <c:pt idx="160">
                <c:v>0.7416488088086174</c:v>
              </c:pt>
              <c:pt idx="161">
                <c:v>0.7416488088086174</c:v>
              </c:pt>
              <c:pt idx="162">
                <c:v>0.7416488088086174</c:v>
              </c:pt>
              <c:pt idx="163">
                <c:v>0.7416488088086174</c:v>
              </c:pt>
              <c:pt idx="164">
                <c:v>0.7416488088086174</c:v>
              </c:pt>
              <c:pt idx="165">
                <c:v>0.7416488088086174</c:v>
              </c:pt>
              <c:pt idx="166">
                <c:v>0.7416488088086174</c:v>
              </c:pt>
              <c:pt idx="167">
                <c:v>0.7416488088086174</c:v>
              </c:pt>
              <c:pt idx="168">
                <c:v>0.7416488088086174</c:v>
              </c:pt>
              <c:pt idx="169">
                <c:v>0.7416488088086174</c:v>
              </c:pt>
              <c:pt idx="170">
                <c:v>0.7416488088086174</c:v>
              </c:pt>
              <c:pt idx="171">
                <c:v>0.7416488088086174</c:v>
              </c:pt>
              <c:pt idx="172">
                <c:v>0.7416488088086174</c:v>
              </c:pt>
              <c:pt idx="173">
                <c:v>0.7416488088086174</c:v>
              </c:pt>
              <c:pt idx="174">
                <c:v>0.7416488088086174</c:v>
              </c:pt>
              <c:pt idx="175">
                <c:v>0.7416488088086174</c:v>
              </c:pt>
              <c:pt idx="176">
                <c:v>0.7416488088086174</c:v>
              </c:pt>
              <c:pt idx="177">
                <c:v>0.7416488088086174</c:v>
              </c:pt>
              <c:pt idx="178">
                <c:v>0.7416488088086174</c:v>
              </c:pt>
              <c:pt idx="179">
                <c:v>0.7416488088086174</c:v>
              </c:pt>
              <c:pt idx="180">
                <c:v>0.7416488088086174</c:v>
              </c:pt>
              <c:pt idx="181">
                <c:v>0.7416488088086174</c:v>
              </c:pt>
              <c:pt idx="182">
                <c:v>0.7416488088086174</c:v>
              </c:pt>
              <c:pt idx="183">
                <c:v>0.7416488088086174</c:v>
              </c:pt>
              <c:pt idx="184">
                <c:v>0.7416488088086174</c:v>
              </c:pt>
              <c:pt idx="185">
                <c:v>0.7416488088086174</c:v>
              </c:pt>
              <c:pt idx="186">
                <c:v>0.7416488088086174</c:v>
              </c:pt>
              <c:pt idx="187">
                <c:v>0.7416488088086174</c:v>
              </c:pt>
              <c:pt idx="188">
                <c:v>0.7416488088086174</c:v>
              </c:pt>
              <c:pt idx="189">
                <c:v>0.7416488088086174</c:v>
              </c:pt>
              <c:pt idx="190">
                <c:v>0.7416488088086174</c:v>
              </c:pt>
              <c:pt idx="191">
                <c:v>0.7416488088086174</c:v>
              </c:pt>
              <c:pt idx="192">
                <c:v>0.7416488088086174</c:v>
              </c:pt>
              <c:pt idx="193">
                <c:v>0.7416488088086174</c:v>
              </c:pt>
              <c:pt idx="194">
                <c:v>0.7416488088086174</c:v>
              </c:pt>
              <c:pt idx="195">
                <c:v>0.7416488088086174</c:v>
              </c:pt>
              <c:pt idx="196">
                <c:v>0.7416488088086174</c:v>
              </c:pt>
              <c:pt idx="197">
                <c:v>0.7416488088086174</c:v>
              </c:pt>
              <c:pt idx="198">
                <c:v>0.7416488088086174</c:v>
              </c:pt>
              <c:pt idx="199">
                <c:v>0.7416488088086174</c:v>
              </c:pt>
              <c:pt idx="200">
                <c:v>0.7416488088086174</c:v>
              </c:pt>
              <c:pt idx="201">
                <c:v>0.7416488088086174</c:v>
              </c:pt>
              <c:pt idx="202">
                <c:v>0.7416488088086174</c:v>
              </c:pt>
              <c:pt idx="203">
                <c:v>0.7416488088086174</c:v>
              </c:pt>
              <c:pt idx="204">
                <c:v>0.7416488088086174</c:v>
              </c:pt>
              <c:pt idx="205">
                <c:v>0.7416488088086174</c:v>
              </c:pt>
              <c:pt idx="206">
                <c:v>0.7416488088086174</c:v>
              </c:pt>
              <c:pt idx="207">
                <c:v>0.7416488088086174</c:v>
              </c:pt>
              <c:pt idx="208">
                <c:v>0.7416488088086174</c:v>
              </c:pt>
              <c:pt idx="209">
                <c:v>0.7416488088086174</c:v>
              </c:pt>
              <c:pt idx="210">
                <c:v>0.7416488088086174</c:v>
              </c:pt>
              <c:pt idx="211">
                <c:v>0.7416488088086174</c:v>
              </c:pt>
              <c:pt idx="212">
                <c:v>0.7416488088086174</c:v>
              </c:pt>
              <c:pt idx="213">
                <c:v>0.7416488088086174</c:v>
              </c:pt>
              <c:pt idx="214">
                <c:v>0.7416488088086174</c:v>
              </c:pt>
              <c:pt idx="215">
                <c:v>0.7416488088086174</c:v>
              </c:pt>
              <c:pt idx="216">
                <c:v>0.7416488088086174</c:v>
              </c:pt>
              <c:pt idx="217">
                <c:v>0.7416488088086174</c:v>
              </c:pt>
              <c:pt idx="218">
                <c:v>0.7416488088086174</c:v>
              </c:pt>
              <c:pt idx="219">
                <c:v>0.7416488088086174</c:v>
              </c:pt>
              <c:pt idx="220">
                <c:v>0.7416488088086174</c:v>
              </c:pt>
              <c:pt idx="221">
                <c:v>0.7416488088086174</c:v>
              </c:pt>
              <c:pt idx="222">
                <c:v>0.7416488088086174</c:v>
              </c:pt>
              <c:pt idx="223">
                <c:v>0.7416488088086174</c:v>
              </c:pt>
              <c:pt idx="224">
                <c:v>0.7416488088086174</c:v>
              </c:pt>
              <c:pt idx="225">
                <c:v>0.7416488088086174</c:v>
              </c:pt>
              <c:pt idx="226">
                <c:v>0.7416488088086174</c:v>
              </c:pt>
              <c:pt idx="227">
                <c:v>0.7416488088086174</c:v>
              </c:pt>
              <c:pt idx="228">
                <c:v>0.7416488088086174</c:v>
              </c:pt>
              <c:pt idx="229">
                <c:v>0.7416488088086174</c:v>
              </c:pt>
              <c:pt idx="230">
                <c:v>0.7416488088086174</c:v>
              </c:pt>
              <c:pt idx="231">
                <c:v>0.7416488088086174</c:v>
              </c:pt>
              <c:pt idx="232">
                <c:v>0.7416488088086174</c:v>
              </c:pt>
              <c:pt idx="233">
                <c:v>0.7416488088086174</c:v>
              </c:pt>
              <c:pt idx="234">
                <c:v>0.7416488088086174</c:v>
              </c:pt>
              <c:pt idx="235">
                <c:v>0.7416488088086174</c:v>
              </c:pt>
              <c:pt idx="236">
                <c:v>0.7416488088086174</c:v>
              </c:pt>
              <c:pt idx="237">
                <c:v>0.7416488088086174</c:v>
              </c:pt>
              <c:pt idx="238">
                <c:v>0.7416488088086174</c:v>
              </c:pt>
              <c:pt idx="239">
                <c:v>0.7416488088086174</c:v>
              </c:pt>
              <c:pt idx="240">
                <c:v>0.7416488088086174</c:v>
              </c:pt>
              <c:pt idx="241">
                <c:v>0.7416488088086174</c:v>
              </c:pt>
              <c:pt idx="242">
                <c:v>0.7416488088086174</c:v>
              </c:pt>
              <c:pt idx="243">
                <c:v>0.7416488088086174</c:v>
              </c:pt>
              <c:pt idx="244">
                <c:v>0.7416488088086174</c:v>
              </c:pt>
              <c:pt idx="245">
                <c:v>0.7416488088086174</c:v>
              </c:pt>
              <c:pt idx="246">
                <c:v>0.7416488088086174</c:v>
              </c:pt>
              <c:pt idx="247">
                <c:v>0.7416488088086174</c:v>
              </c:pt>
              <c:pt idx="248">
                <c:v>0.7416488088086174</c:v>
              </c:pt>
              <c:pt idx="249">
                <c:v>0.7416488088086174</c:v>
              </c:pt>
              <c:pt idx="250">
                <c:v>0.7416488088086174</c:v>
              </c:pt>
              <c:pt idx="251">
                <c:v>0.7416488088086174</c:v>
              </c:pt>
              <c:pt idx="252">
                <c:v>0.7416488088086174</c:v>
              </c:pt>
              <c:pt idx="253">
                <c:v>0.7416488088086174</c:v>
              </c:pt>
              <c:pt idx="254">
                <c:v>0.7416488088086174</c:v>
              </c:pt>
              <c:pt idx="255">
                <c:v>0.7416488088086174</c:v>
              </c:pt>
              <c:pt idx="256">
                <c:v>0.7416488088086174</c:v>
              </c:pt>
              <c:pt idx="257">
                <c:v>0.7416488088086174</c:v>
              </c:pt>
              <c:pt idx="258">
                <c:v>0.7416488088086174</c:v>
              </c:pt>
              <c:pt idx="259">
                <c:v>0.7416488088086174</c:v>
              </c:pt>
              <c:pt idx="260">
                <c:v>0.7416488088086174</c:v>
              </c:pt>
              <c:pt idx="261">
                <c:v>0.7416488088086174</c:v>
              </c:pt>
              <c:pt idx="262">
                <c:v>0.7416488088086174</c:v>
              </c:pt>
              <c:pt idx="263">
                <c:v>0.7416488088086174</c:v>
              </c:pt>
              <c:pt idx="264">
                <c:v>0.7416488088086174</c:v>
              </c:pt>
              <c:pt idx="265">
                <c:v>0.7416488088086174</c:v>
              </c:pt>
              <c:pt idx="266">
                <c:v>0.7416488088086174</c:v>
              </c:pt>
              <c:pt idx="267">
                <c:v>0.7416488088086174</c:v>
              </c:pt>
              <c:pt idx="268">
                <c:v>0.7416488088086174</c:v>
              </c:pt>
              <c:pt idx="269">
                <c:v>0.7416488088086174</c:v>
              </c:pt>
              <c:pt idx="270">
                <c:v>0.7416488088086174</c:v>
              </c:pt>
              <c:pt idx="271">
                <c:v>0.7416488088086174</c:v>
              </c:pt>
              <c:pt idx="272">
                <c:v>0.7416488088086174</c:v>
              </c:pt>
              <c:pt idx="273">
                <c:v>0.7416488088086174</c:v>
              </c:pt>
              <c:pt idx="274">
                <c:v>0.7416488088086174</c:v>
              </c:pt>
              <c:pt idx="275">
                <c:v>0.7416488088086174</c:v>
              </c:pt>
              <c:pt idx="276">
                <c:v>0.7416488088086174</c:v>
              </c:pt>
              <c:pt idx="277">
                <c:v>0.7416488088086174</c:v>
              </c:pt>
              <c:pt idx="278">
                <c:v>0.7416488088086174</c:v>
              </c:pt>
              <c:pt idx="279">
                <c:v>0.7416488088086174</c:v>
              </c:pt>
              <c:pt idx="280">
                <c:v>0.7416488088086174</c:v>
              </c:pt>
              <c:pt idx="281">
                <c:v>0.7416488088086174</c:v>
              </c:pt>
              <c:pt idx="282">
                <c:v>0.7416488088086174</c:v>
              </c:pt>
              <c:pt idx="283">
                <c:v>0.7416488088086174</c:v>
              </c:pt>
              <c:pt idx="284">
                <c:v>0.7416488088086174</c:v>
              </c:pt>
              <c:pt idx="285">
                <c:v>0.7416488088086174</c:v>
              </c:pt>
              <c:pt idx="286">
                <c:v>0.7416488088086174</c:v>
              </c:pt>
              <c:pt idx="287">
                <c:v>0.7416488088086174</c:v>
              </c:pt>
              <c:pt idx="288">
                <c:v>0.7416488088086174</c:v>
              </c:pt>
              <c:pt idx="289">
                <c:v>0.7416488088086174</c:v>
              </c:pt>
              <c:pt idx="290">
                <c:v>0.7416488088086174</c:v>
              </c:pt>
              <c:pt idx="291">
                <c:v>0.7416488088086174</c:v>
              </c:pt>
              <c:pt idx="292">
                <c:v>0.7416488088086174</c:v>
              </c:pt>
              <c:pt idx="293">
                <c:v>0.7416488088086174</c:v>
              </c:pt>
              <c:pt idx="294">
                <c:v>0.7416488088086174</c:v>
              </c:pt>
              <c:pt idx="295">
                <c:v>0.7416488088086174</c:v>
              </c:pt>
              <c:pt idx="296">
                <c:v>0.7416488088086174</c:v>
              </c:pt>
              <c:pt idx="297">
                <c:v>0.7416488088086174</c:v>
              </c:pt>
              <c:pt idx="298">
                <c:v>0.7416488088086174</c:v>
              </c:pt>
              <c:pt idx="299">
                <c:v>0.7416488088086174</c:v>
              </c:pt>
              <c:pt idx="300">
                <c:v>0.7416488088086174</c:v>
              </c:pt>
              <c:pt idx="301">
                <c:v>0.7416488088086174</c:v>
              </c:pt>
              <c:pt idx="302">
                <c:v>0.7416488088086174</c:v>
              </c:pt>
              <c:pt idx="303">
                <c:v>0.7416488088086174</c:v>
              </c:pt>
              <c:pt idx="304">
                <c:v>0.7416488088086174</c:v>
              </c:pt>
              <c:pt idx="305">
                <c:v>0.7416488088086174</c:v>
              </c:pt>
              <c:pt idx="306">
                <c:v>0.7416488088086174</c:v>
              </c:pt>
              <c:pt idx="307">
                <c:v>0.7416488088086174</c:v>
              </c:pt>
              <c:pt idx="308">
                <c:v>0.7416488088086174</c:v>
              </c:pt>
              <c:pt idx="309">
                <c:v>0.7416488088086174</c:v>
              </c:pt>
              <c:pt idx="310">
                <c:v>0.7416488088086174</c:v>
              </c:pt>
              <c:pt idx="311">
                <c:v>0.7416488088086174</c:v>
              </c:pt>
              <c:pt idx="312">
                <c:v>0.7416488088086174</c:v>
              </c:pt>
              <c:pt idx="313">
                <c:v>0.7416488088086174</c:v>
              </c:pt>
              <c:pt idx="314">
                <c:v>0.7416488088086174</c:v>
              </c:pt>
              <c:pt idx="315">
                <c:v>0.7416488088086174</c:v>
              </c:pt>
              <c:pt idx="316">
                <c:v>0.7416488088086174</c:v>
              </c:pt>
              <c:pt idx="317">
                <c:v>0.7416488088086174</c:v>
              </c:pt>
              <c:pt idx="318">
                <c:v>0.7416488088086174</c:v>
              </c:pt>
              <c:pt idx="319">
                <c:v>0.7416488088086174</c:v>
              </c:pt>
              <c:pt idx="320">
                <c:v>0.7416488088086174</c:v>
              </c:pt>
              <c:pt idx="321">
                <c:v>0.7416488088086174</c:v>
              </c:pt>
              <c:pt idx="322">
                <c:v>0.7416488088086174</c:v>
              </c:pt>
              <c:pt idx="323">
                <c:v>0.7416488088086174</c:v>
              </c:pt>
              <c:pt idx="324">
                <c:v>0.7416488088086174</c:v>
              </c:pt>
              <c:pt idx="325">
                <c:v>0.7416488088086174</c:v>
              </c:pt>
              <c:pt idx="326">
                <c:v>0.7416488088086174</c:v>
              </c:pt>
              <c:pt idx="327">
                <c:v>0.7416488088086174</c:v>
              </c:pt>
              <c:pt idx="328">
                <c:v>0.7416488088086174</c:v>
              </c:pt>
              <c:pt idx="329">
                <c:v>0.7416488088086174</c:v>
              </c:pt>
              <c:pt idx="330">
                <c:v>0.7416488088086174</c:v>
              </c:pt>
              <c:pt idx="331">
                <c:v>0.7416488088086174</c:v>
              </c:pt>
              <c:pt idx="332">
                <c:v>0.7416488088086174</c:v>
              </c:pt>
              <c:pt idx="333">
                <c:v>0.7416488088086174</c:v>
              </c:pt>
              <c:pt idx="334">
                <c:v>0.7416488088086174</c:v>
              </c:pt>
              <c:pt idx="335">
                <c:v>0.7416488088086174</c:v>
              </c:pt>
              <c:pt idx="336">
                <c:v>0.7416488088086174</c:v>
              </c:pt>
              <c:pt idx="337">
                <c:v>0.7416488088086174</c:v>
              </c:pt>
              <c:pt idx="338">
                <c:v>0.7416488088086174</c:v>
              </c:pt>
              <c:pt idx="339">
                <c:v>0.7416488088086174</c:v>
              </c:pt>
              <c:pt idx="340">
                <c:v>0.7416488088086174</c:v>
              </c:pt>
              <c:pt idx="341">
                <c:v>0.7416488088086174</c:v>
              </c:pt>
              <c:pt idx="342">
                <c:v>0.7416488088086174</c:v>
              </c:pt>
              <c:pt idx="343">
                <c:v>0.7416488088086174</c:v>
              </c:pt>
              <c:pt idx="344">
                <c:v>0.7416488088086174</c:v>
              </c:pt>
              <c:pt idx="345">
                <c:v>0.7416488088086174</c:v>
              </c:pt>
              <c:pt idx="346">
                <c:v>0.7416488088086174</c:v>
              </c:pt>
              <c:pt idx="347">
                <c:v>0.7416488088086174</c:v>
              </c:pt>
              <c:pt idx="348">
                <c:v>0.7416488088086174</c:v>
              </c:pt>
              <c:pt idx="349">
                <c:v>0.7416488088086174</c:v>
              </c:pt>
              <c:pt idx="350">
                <c:v>0.7416488088086174</c:v>
              </c:pt>
              <c:pt idx="351">
                <c:v>0.7416488088086174</c:v>
              </c:pt>
              <c:pt idx="352">
                <c:v>0.7416488088086174</c:v>
              </c:pt>
              <c:pt idx="353">
                <c:v>0.7416488088086174</c:v>
              </c:pt>
              <c:pt idx="354">
                <c:v>0.7416488088086174</c:v>
              </c:pt>
              <c:pt idx="355">
                <c:v>0.7416488088086174</c:v>
              </c:pt>
              <c:pt idx="356">
                <c:v>0.7416488088086174</c:v>
              </c:pt>
              <c:pt idx="357">
                <c:v>0.7416488088086174</c:v>
              </c:pt>
              <c:pt idx="358">
                <c:v>0.7416488088086174</c:v>
              </c:pt>
              <c:pt idx="359">
                <c:v>0.7416488088086174</c:v>
              </c:pt>
              <c:pt idx="360">
                <c:v>0.7416488088086174</c:v>
              </c:pt>
              <c:pt idx="361">
                <c:v>0.7416488088086174</c:v>
              </c:pt>
              <c:pt idx="362">
                <c:v>0.7416488088086174</c:v>
              </c:pt>
              <c:pt idx="363">
                <c:v>0.7416488088086174</c:v>
              </c:pt>
              <c:pt idx="364">
                <c:v>0.7416488088086174</c:v>
              </c:pt>
              <c:pt idx="365">
                <c:v>0.7416488088086174</c:v>
              </c:pt>
              <c:pt idx="366">
                <c:v>0.7416488088086174</c:v>
              </c:pt>
              <c:pt idx="367">
                <c:v>0.7416488088086174</c:v>
              </c:pt>
              <c:pt idx="368">
                <c:v>0.7416488088086174</c:v>
              </c:pt>
              <c:pt idx="369">
                <c:v>0.7416488088086174</c:v>
              </c:pt>
              <c:pt idx="370">
                <c:v>0.7416488088086174</c:v>
              </c:pt>
              <c:pt idx="371">
                <c:v>0.7416488088086174</c:v>
              </c:pt>
              <c:pt idx="372">
                <c:v>0.7416488088086174</c:v>
              </c:pt>
              <c:pt idx="373">
                <c:v>0.7416488088086174</c:v>
              </c:pt>
              <c:pt idx="374">
                <c:v>0.7416488088086174</c:v>
              </c:pt>
              <c:pt idx="375">
                <c:v>0.7416488088086174</c:v>
              </c:pt>
              <c:pt idx="376">
                <c:v>0.7416488088086174</c:v>
              </c:pt>
              <c:pt idx="377">
                <c:v>0.7416488088086174</c:v>
              </c:pt>
              <c:pt idx="378">
                <c:v>0.7416488088086174</c:v>
              </c:pt>
              <c:pt idx="379">
                <c:v>0.7416488088086174</c:v>
              </c:pt>
              <c:pt idx="380">
                <c:v>0.7416488088086174</c:v>
              </c:pt>
              <c:pt idx="381">
                <c:v>0.7416488088086174</c:v>
              </c:pt>
              <c:pt idx="382">
                <c:v>0.7416488088086174</c:v>
              </c:pt>
              <c:pt idx="383">
                <c:v>0.7416488088086174</c:v>
              </c:pt>
              <c:pt idx="384">
                <c:v>0.7416488088086174</c:v>
              </c:pt>
              <c:pt idx="385">
                <c:v>0.7416488088086174</c:v>
              </c:pt>
              <c:pt idx="386">
                <c:v>0.7416488088086174</c:v>
              </c:pt>
              <c:pt idx="387">
                <c:v>0.7416488088086174</c:v>
              </c:pt>
              <c:pt idx="388">
                <c:v>0.7416488088086174</c:v>
              </c:pt>
              <c:pt idx="389">
                <c:v>0.7416488088086174</c:v>
              </c:pt>
              <c:pt idx="390">
                <c:v>0.7416488088086174</c:v>
              </c:pt>
              <c:pt idx="391">
                <c:v>0.7416488088086174</c:v>
              </c:pt>
              <c:pt idx="392">
                <c:v>0.7416488088086174</c:v>
              </c:pt>
              <c:pt idx="393">
                <c:v>0.7416488088086174</c:v>
              </c:pt>
              <c:pt idx="394">
                <c:v>0.7416488088086174</c:v>
              </c:pt>
              <c:pt idx="395">
                <c:v>0.7416488088086174</c:v>
              </c:pt>
              <c:pt idx="396">
                <c:v>0.7416488088086174</c:v>
              </c:pt>
              <c:pt idx="397">
                <c:v>0.7416488088086174</c:v>
              </c:pt>
              <c:pt idx="398">
                <c:v>0.7416488088086174</c:v>
              </c:pt>
              <c:pt idx="399">
                <c:v>0.7416488088086174</c:v>
              </c:pt>
              <c:pt idx="400">
                <c:v>0.7416488088086174</c:v>
              </c:pt>
              <c:pt idx="401">
                <c:v>0.7416488088086174</c:v>
              </c:pt>
              <c:pt idx="402">
                <c:v>0.7416488088086174</c:v>
              </c:pt>
              <c:pt idx="403">
                <c:v>0.7416488088086174</c:v>
              </c:pt>
              <c:pt idx="404">
                <c:v>0.7416488088086174</c:v>
              </c:pt>
              <c:pt idx="405">
                <c:v>0.7416488088086174</c:v>
              </c:pt>
              <c:pt idx="406">
                <c:v>0.7416488088086174</c:v>
              </c:pt>
              <c:pt idx="407">
                <c:v>0.7416488088086174</c:v>
              </c:pt>
              <c:pt idx="408">
                <c:v>0.7416488088086174</c:v>
              </c:pt>
              <c:pt idx="409">
                <c:v>0.7416488088086174</c:v>
              </c:pt>
              <c:pt idx="410">
                <c:v>0.7416488088086174</c:v>
              </c:pt>
              <c:pt idx="411">
                <c:v>0.7416488088086174</c:v>
              </c:pt>
            </c:numLit>
          </c:yVal>
          <c:smooth val="0"/>
        </c:ser>
        <c:ser>
          <c:idx val="12"/>
          <c:order val="12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12"/>
              <c:pt idx="0">
                <c:v>9.031573647115259</c:v>
              </c:pt>
              <c:pt idx="1">
                <c:v>9.031573647115259</c:v>
              </c:pt>
              <c:pt idx="2">
                <c:v>9.031573647115259</c:v>
              </c:pt>
              <c:pt idx="3">
                <c:v>9.031573647115259</c:v>
              </c:pt>
              <c:pt idx="4">
                <c:v>9.031573647115259</c:v>
              </c:pt>
              <c:pt idx="5">
                <c:v>9.031573647115259</c:v>
              </c:pt>
              <c:pt idx="6">
                <c:v>9.031573647115259</c:v>
              </c:pt>
              <c:pt idx="7">
                <c:v>9.031573647115259</c:v>
              </c:pt>
              <c:pt idx="8">
                <c:v>9.031573647115259</c:v>
              </c:pt>
              <c:pt idx="9">
                <c:v>9.031573647115259</c:v>
              </c:pt>
              <c:pt idx="10">
                <c:v>9.031573647115259</c:v>
              </c:pt>
              <c:pt idx="11">
                <c:v>9.031573647115259</c:v>
              </c:pt>
              <c:pt idx="12">
                <c:v>9.031573647115259</c:v>
              </c:pt>
              <c:pt idx="13">
                <c:v>9.031573647115259</c:v>
              </c:pt>
              <c:pt idx="14">
                <c:v>9.031573647115259</c:v>
              </c:pt>
              <c:pt idx="15">
                <c:v>9.031573647115259</c:v>
              </c:pt>
              <c:pt idx="16">
                <c:v>9.031573647115259</c:v>
              </c:pt>
              <c:pt idx="17">
                <c:v>9.031573647115259</c:v>
              </c:pt>
              <c:pt idx="18">
                <c:v>9.031573647115259</c:v>
              </c:pt>
              <c:pt idx="19">
                <c:v>9.031573647115259</c:v>
              </c:pt>
              <c:pt idx="20">
                <c:v>9.031573647115259</c:v>
              </c:pt>
              <c:pt idx="21">
                <c:v>9.031573647115259</c:v>
              </c:pt>
              <c:pt idx="22">
                <c:v>9.031573647115259</c:v>
              </c:pt>
              <c:pt idx="23">
                <c:v>9.031573647115259</c:v>
              </c:pt>
              <c:pt idx="24">
                <c:v>9.031573647115259</c:v>
              </c:pt>
              <c:pt idx="25">
                <c:v>9.031573647115259</c:v>
              </c:pt>
              <c:pt idx="26">
                <c:v>9.031573647115259</c:v>
              </c:pt>
              <c:pt idx="27">
                <c:v>9.031573647115259</c:v>
              </c:pt>
              <c:pt idx="28">
                <c:v>9.031573647115259</c:v>
              </c:pt>
              <c:pt idx="29">
                <c:v>9.031573647115259</c:v>
              </c:pt>
              <c:pt idx="30">
                <c:v>9.031573647115259</c:v>
              </c:pt>
              <c:pt idx="31">
                <c:v>9.031573647115259</c:v>
              </c:pt>
              <c:pt idx="32">
                <c:v>9.031573647115259</c:v>
              </c:pt>
              <c:pt idx="33">
                <c:v>9.031573647115259</c:v>
              </c:pt>
              <c:pt idx="34">
                <c:v>9.031573647115259</c:v>
              </c:pt>
              <c:pt idx="35">
                <c:v>9.031573647115259</c:v>
              </c:pt>
              <c:pt idx="36">
                <c:v>9.031573647115259</c:v>
              </c:pt>
              <c:pt idx="37">
                <c:v>9.031573647115259</c:v>
              </c:pt>
              <c:pt idx="38">
                <c:v>9.031573647115259</c:v>
              </c:pt>
              <c:pt idx="39">
                <c:v>9.031573647115259</c:v>
              </c:pt>
              <c:pt idx="40">
                <c:v>9.031573647115259</c:v>
              </c:pt>
              <c:pt idx="41">
                <c:v>9.031573647115259</c:v>
              </c:pt>
              <c:pt idx="42">
                <c:v>9.031573647115259</c:v>
              </c:pt>
              <c:pt idx="43">
                <c:v>9.031573647115259</c:v>
              </c:pt>
              <c:pt idx="44">
                <c:v>9.031573647115259</c:v>
              </c:pt>
              <c:pt idx="45">
                <c:v>9.031573647115259</c:v>
              </c:pt>
              <c:pt idx="46">
                <c:v>9.031573647115259</c:v>
              </c:pt>
              <c:pt idx="47">
                <c:v>9.031573647115259</c:v>
              </c:pt>
              <c:pt idx="48">
                <c:v>9.031573647115259</c:v>
              </c:pt>
              <c:pt idx="49">
                <c:v>9.031573647115259</c:v>
              </c:pt>
              <c:pt idx="50">
                <c:v>9.031573647115259</c:v>
              </c:pt>
              <c:pt idx="51">
                <c:v>9.031573647115259</c:v>
              </c:pt>
              <c:pt idx="52">
                <c:v>9.031573647115259</c:v>
              </c:pt>
              <c:pt idx="53">
                <c:v>9.031573647115259</c:v>
              </c:pt>
              <c:pt idx="54">
                <c:v>9.031573647115259</c:v>
              </c:pt>
              <c:pt idx="55">
                <c:v>9.031573647115259</c:v>
              </c:pt>
              <c:pt idx="56">
                <c:v>9.031573647115259</c:v>
              </c:pt>
              <c:pt idx="57">
                <c:v>9.031573647115259</c:v>
              </c:pt>
              <c:pt idx="58">
                <c:v>9.031573647115259</c:v>
              </c:pt>
              <c:pt idx="59">
                <c:v>9.031573647115259</c:v>
              </c:pt>
              <c:pt idx="60">
                <c:v>9.031573647115259</c:v>
              </c:pt>
              <c:pt idx="61">
                <c:v>9.031573647115259</c:v>
              </c:pt>
              <c:pt idx="62">
                <c:v>9.031573647115259</c:v>
              </c:pt>
              <c:pt idx="63">
                <c:v>9.031573647115259</c:v>
              </c:pt>
              <c:pt idx="64">
                <c:v>9.031573647115259</c:v>
              </c:pt>
              <c:pt idx="65">
                <c:v>9.031573647115259</c:v>
              </c:pt>
              <c:pt idx="66">
                <c:v>9.031573647115259</c:v>
              </c:pt>
              <c:pt idx="67">
                <c:v>9.031573647115259</c:v>
              </c:pt>
              <c:pt idx="68">
                <c:v>9.031573647115259</c:v>
              </c:pt>
              <c:pt idx="69">
                <c:v>9.031573647115259</c:v>
              </c:pt>
              <c:pt idx="70">
                <c:v>9.031573647115259</c:v>
              </c:pt>
              <c:pt idx="71">
                <c:v>9.031573647115259</c:v>
              </c:pt>
              <c:pt idx="72">
                <c:v>9.031573647115259</c:v>
              </c:pt>
              <c:pt idx="73">
                <c:v>9.031573647115259</c:v>
              </c:pt>
              <c:pt idx="74">
                <c:v>9.031573647115259</c:v>
              </c:pt>
              <c:pt idx="75">
                <c:v>9.031573647115259</c:v>
              </c:pt>
              <c:pt idx="76">
                <c:v>9.031573647115259</c:v>
              </c:pt>
              <c:pt idx="77">
                <c:v>9.031573647115259</c:v>
              </c:pt>
              <c:pt idx="78">
                <c:v>9.031573647115259</c:v>
              </c:pt>
              <c:pt idx="79">
                <c:v>9.031573647115259</c:v>
              </c:pt>
              <c:pt idx="80">
                <c:v>9.031573647115259</c:v>
              </c:pt>
              <c:pt idx="81">
                <c:v>9.031573647115259</c:v>
              </c:pt>
              <c:pt idx="82">
                <c:v>9.031573647115259</c:v>
              </c:pt>
              <c:pt idx="83">
                <c:v>9.031573647115259</c:v>
              </c:pt>
              <c:pt idx="84">
                <c:v>9.031573647115259</c:v>
              </c:pt>
              <c:pt idx="85">
                <c:v>9.031573647115259</c:v>
              </c:pt>
              <c:pt idx="86">
                <c:v>9.031573647115259</c:v>
              </c:pt>
              <c:pt idx="87">
                <c:v>9.031573647115259</c:v>
              </c:pt>
              <c:pt idx="88">
                <c:v>9.031573647115259</c:v>
              </c:pt>
              <c:pt idx="89">
                <c:v>9.031573647115259</c:v>
              </c:pt>
              <c:pt idx="90">
                <c:v>9.031573647115259</c:v>
              </c:pt>
              <c:pt idx="91">
                <c:v>9.031573647115259</c:v>
              </c:pt>
              <c:pt idx="92">
                <c:v>9.031573647115259</c:v>
              </c:pt>
              <c:pt idx="93">
                <c:v>9.031573647115259</c:v>
              </c:pt>
              <c:pt idx="94">
                <c:v>9.031573647115259</c:v>
              </c:pt>
              <c:pt idx="95">
                <c:v>9.031573647115259</c:v>
              </c:pt>
              <c:pt idx="96">
                <c:v>9.031573647115259</c:v>
              </c:pt>
              <c:pt idx="97">
                <c:v>9.031573647115259</c:v>
              </c:pt>
              <c:pt idx="98">
                <c:v>9.031573647115259</c:v>
              </c:pt>
              <c:pt idx="99">
                <c:v>9.031573647115259</c:v>
              </c:pt>
              <c:pt idx="100">
                <c:v>9.031573647115259</c:v>
              </c:pt>
              <c:pt idx="101">
                <c:v>9.031573647115259</c:v>
              </c:pt>
              <c:pt idx="102">
                <c:v>9.031573647115259</c:v>
              </c:pt>
              <c:pt idx="103">
                <c:v>9.031573647115259</c:v>
              </c:pt>
              <c:pt idx="104">
                <c:v>9.031573647115259</c:v>
              </c:pt>
              <c:pt idx="105">
                <c:v>9.031573647115259</c:v>
              </c:pt>
              <c:pt idx="106">
                <c:v>9.031573647115259</c:v>
              </c:pt>
              <c:pt idx="107">
                <c:v>9.031573647115259</c:v>
              </c:pt>
              <c:pt idx="108">
                <c:v>9.031573647115259</c:v>
              </c:pt>
              <c:pt idx="109">
                <c:v>9.031573647115259</c:v>
              </c:pt>
              <c:pt idx="110">
                <c:v>9.031573647115259</c:v>
              </c:pt>
              <c:pt idx="111">
                <c:v>9.031573647115259</c:v>
              </c:pt>
              <c:pt idx="112">
                <c:v>9.031573647115259</c:v>
              </c:pt>
              <c:pt idx="113">
                <c:v>9.031573647115259</c:v>
              </c:pt>
              <c:pt idx="114">
                <c:v>9.031573647115259</c:v>
              </c:pt>
              <c:pt idx="115">
                <c:v>9.031573647115259</c:v>
              </c:pt>
              <c:pt idx="116">
                <c:v>9.031573647115259</c:v>
              </c:pt>
              <c:pt idx="117">
                <c:v>9.031573647115259</c:v>
              </c:pt>
              <c:pt idx="118">
                <c:v>9.031573647115259</c:v>
              </c:pt>
              <c:pt idx="119">
                <c:v>9.031573647115259</c:v>
              </c:pt>
              <c:pt idx="120">
                <c:v>9.031573647115259</c:v>
              </c:pt>
              <c:pt idx="121">
                <c:v>9.031573647115259</c:v>
              </c:pt>
              <c:pt idx="122">
                <c:v>9.031573647115259</c:v>
              </c:pt>
              <c:pt idx="123">
                <c:v>9.031573647115259</c:v>
              </c:pt>
              <c:pt idx="124">
                <c:v>9.031573647115259</c:v>
              </c:pt>
              <c:pt idx="125">
                <c:v>9.031573647115259</c:v>
              </c:pt>
              <c:pt idx="126">
                <c:v>9.031573647115259</c:v>
              </c:pt>
              <c:pt idx="127">
                <c:v>9.031573647115259</c:v>
              </c:pt>
              <c:pt idx="128">
                <c:v>9.031573647115259</c:v>
              </c:pt>
              <c:pt idx="129">
                <c:v>9.031573647115259</c:v>
              </c:pt>
              <c:pt idx="130">
                <c:v>9.031573647115259</c:v>
              </c:pt>
              <c:pt idx="131">
                <c:v>9.031573647115259</c:v>
              </c:pt>
              <c:pt idx="132">
                <c:v>9.031573647115259</c:v>
              </c:pt>
              <c:pt idx="133">
                <c:v>9.031573647115259</c:v>
              </c:pt>
              <c:pt idx="134">
                <c:v>9.031573647115259</c:v>
              </c:pt>
              <c:pt idx="135">
                <c:v>9.031573647115259</c:v>
              </c:pt>
              <c:pt idx="136">
                <c:v>9.031573647115259</c:v>
              </c:pt>
              <c:pt idx="137">
                <c:v>9.031573647115259</c:v>
              </c:pt>
              <c:pt idx="138">
                <c:v>9.031573647115259</c:v>
              </c:pt>
              <c:pt idx="139">
                <c:v>9.031573647115259</c:v>
              </c:pt>
              <c:pt idx="140">
                <c:v>9.031573647115259</c:v>
              </c:pt>
              <c:pt idx="141">
                <c:v>9.031573647115259</c:v>
              </c:pt>
              <c:pt idx="142">
                <c:v>9.031573647115259</c:v>
              </c:pt>
              <c:pt idx="143">
                <c:v>9.031573647115259</c:v>
              </c:pt>
              <c:pt idx="144">
                <c:v>9.031573647115259</c:v>
              </c:pt>
              <c:pt idx="145">
                <c:v>9.031573647115259</c:v>
              </c:pt>
              <c:pt idx="146">
                <c:v>9.031573647115259</c:v>
              </c:pt>
              <c:pt idx="147">
                <c:v>9.031573647115259</c:v>
              </c:pt>
              <c:pt idx="148">
                <c:v>9.031573647115259</c:v>
              </c:pt>
              <c:pt idx="149">
                <c:v>9.031573647115259</c:v>
              </c:pt>
              <c:pt idx="150">
                <c:v>9.031573647115259</c:v>
              </c:pt>
              <c:pt idx="151">
                <c:v>9.031573647115259</c:v>
              </c:pt>
              <c:pt idx="152">
                <c:v>9.031573647115259</c:v>
              </c:pt>
              <c:pt idx="153">
                <c:v>9.031573647115259</c:v>
              </c:pt>
              <c:pt idx="154">
                <c:v>9.031573647115259</c:v>
              </c:pt>
              <c:pt idx="155">
                <c:v>9.031573647115259</c:v>
              </c:pt>
              <c:pt idx="156">
                <c:v>9.031573647115259</c:v>
              </c:pt>
              <c:pt idx="157">
                <c:v>9.031573647115259</c:v>
              </c:pt>
              <c:pt idx="158">
                <c:v>9.031573647115259</c:v>
              </c:pt>
              <c:pt idx="159">
                <c:v>9.031573647115259</c:v>
              </c:pt>
              <c:pt idx="160">
                <c:v>9.031573647115259</c:v>
              </c:pt>
              <c:pt idx="161">
                <c:v>9.031573647115259</c:v>
              </c:pt>
              <c:pt idx="162">
                <c:v>9.031573647115259</c:v>
              </c:pt>
              <c:pt idx="163">
                <c:v>9.031573647115259</c:v>
              </c:pt>
              <c:pt idx="164">
                <c:v>9.031573647115259</c:v>
              </c:pt>
              <c:pt idx="165">
                <c:v>9.031573647115259</c:v>
              </c:pt>
              <c:pt idx="166">
                <c:v>9.031573647115259</c:v>
              </c:pt>
              <c:pt idx="167">
                <c:v>9.031573647115259</c:v>
              </c:pt>
              <c:pt idx="168">
                <c:v>9.031573647115259</c:v>
              </c:pt>
              <c:pt idx="169">
                <c:v>9.031573647115259</c:v>
              </c:pt>
              <c:pt idx="170">
                <c:v>9.031573647115259</c:v>
              </c:pt>
              <c:pt idx="171">
                <c:v>9.031573647115259</c:v>
              </c:pt>
              <c:pt idx="172">
                <c:v>9.031573647115259</c:v>
              </c:pt>
              <c:pt idx="173">
                <c:v>9.031573647115259</c:v>
              </c:pt>
              <c:pt idx="174">
                <c:v>9.031573647115259</c:v>
              </c:pt>
              <c:pt idx="175">
                <c:v>9.031573647115259</c:v>
              </c:pt>
              <c:pt idx="176">
                <c:v>9.031573647115259</c:v>
              </c:pt>
              <c:pt idx="177">
                <c:v>9.031573647115259</c:v>
              </c:pt>
              <c:pt idx="178">
                <c:v>9.031573647115259</c:v>
              </c:pt>
              <c:pt idx="179">
                <c:v>9.031573647115259</c:v>
              </c:pt>
              <c:pt idx="180">
                <c:v>9.031573647115259</c:v>
              </c:pt>
              <c:pt idx="181">
                <c:v>9.031573647115259</c:v>
              </c:pt>
              <c:pt idx="182">
                <c:v>9.031573647115259</c:v>
              </c:pt>
              <c:pt idx="183">
                <c:v>9.031573647115259</c:v>
              </c:pt>
              <c:pt idx="184">
                <c:v>9.031573647115259</c:v>
              </c:pt>
              <c:pt idx="185">
                <c:v>9.031573647115259</c:v>
              </c:pt>
              <c:pt idx="186">
                <c:v>9.031573647115259</c:v>
              </c:pt>
              <c:pt idx="187">
                <c:v>9.031573647115259</c:v>
              </c:pt>
              <c:pt idx="188">
                <c:v>9.031573647115259</c:v>
              </c:pt>
              <c:pt idx="189">
                <c:v>9.031573647115259</c:v>
              </c:pt>
              <c:pt idx="190">
                <c:v>9.031573647115259</c:v>
              </c:pt>
              <c:pt idx="191">
                <c:v>9.031573647115259</c:v>
              </c:pt>
              <c:pt idx="192">
                <c:v>9.031573647115259</c:v>
              </c:pt>
              <c:pt idx="193">
                <c:v>9.031573647115259</c:v>
              </c:pt>
              <c:pt idx="194">
                <c:v>9.031573647115259</c:v>
              </c:pt>
              <c:pt idx="195">
                <c:v>9.031573647115259</c:v>
              </c:pt>
              <c:pt idx="196">
                <c:v>9.031573647115259</c:v>
              </c:pt>
              <c:pt idx="197">
                <c:v>9.031573647115259</c:v>
              </c:pt>
              <c:pt idx="198">
                <c:v>9.031573647115259</c:v>
              </c:pt>
              <c:pt idx="199">
                <c:v>9.031573647115259</c:v>
              </c:pt>
              <c:pt idx="200">
                <c:v>9.031573647115259</c:v>
              </c:pt>
              <c:pt idx="201">
                <c:v>9.031573647115259</c:v>
              </c:pt>
              <c:pt idx="202">
                <c:v>9.031573647115259</c:v>
              </c:pt>
              <c:pt idx="203">
                <c:v>9.031573647115259</c:v>
              </c:pt>
              <c:pt idx="204">
                <c:v>9.031573647115259</c:v>
              </c:pt>
              <c:pt idx="205">
                <c:v>9.031573647115259</c:v>
              </c:pt>
              <c:pt idx="206">
                <c:v>9.031573647115259</c:v>
              </c:pt>
              <c:pt idx="207">
                <c:v>9.031573647115259</c:v>
              </c:pt>
              <c:pt idx="208">
                <c:v>9.031573647115259</c:v>
              </c:pt>
              <c:pt idx="209">
                <c:v>9.031573647115259</c:v>
              </c:pt>
              <c:pt idx="210">
                <c:v>9.031573647115259</c:v>
              </c:pt>
              <c:pt idx="211">
                <c:v>9.031573647115259</c:v>
              </c:pt>
              <c:pt idx="212">
                <c:v>9.031573647115259</c:v>
              </c:pt>
              <c:pt idx="213">
                <c:v>9.031573647115259</c:v>
              </c:pt>
              <c:pt idx="214">
                <c:v>9.031573647115259</c:v>
              </c:pt>
              <c:pt idx="215">
                <c:v>9.031573647115259</c:v>
              </c:pt>
              <c:pt idx="216">
                <c:v>9.031573647115259</c:v>
              </c:pt>
              <c:pt idx="217">
                <c:v>9.031573647115259</c:v>
              </c:pt>
              <c:pt idx="218">
                <c:v>9.031573647115259</c:v>
              </c:pt>
              <c:pt idx="219">
                <c:v>9.031573647115259</c:v>
              </c:pt>
              <c:pt idx="220">
                <c:v>9.031573647115259</c:v>
              </c:pt>
              <c:pt idx="221">
                <c:v>9.031573647115259</c:v>
              </c:pt>
              <c:pt idx="222">
                <c:v>9.031573647115259</c:v>
              </c:pt>
              <c:pt idx="223">
                <c:v>9.031573647115259</c:v>
              </c:pt>
              <c:pt idx="224">
                <c:v>9.031573647115259</c:v>
              </c:pt>
              <c:pt idx="225">
                <c:v>9.031573647115259</c:v>
              </c:pt>
              <c:pt idx="226">
                <c:v>9.031573647115259</c:v>
              </c:pt>
              <c:pt idx="227">
                <c:v>9.031573647115259</c:v>
              </c:pt>
              <c:pt idx="228">
                <c:v>9.031573647115259</c:v>
              </c:pt>
              <c:pt idx="229">
                <c:v>9.031573647115259</c:v>
              </c:pt>
              <c:pt idx="230">
                <c:v>9.031573647115259</c:v>
              </c:pt>
              <c:pt idx="231">
                <c:v>9.031573647115259</c:v>
              </c:pt>
              <c:pt idx="232">
                <c:v>9.031573647115259</c:v>
              </c:pt>
              <c:pt idx="233">
                <c:v>9.031573647115259</c:v>
              </c:pt>
              <c:pt idx="234">
                <c:v>9.031573647115259</c:v>
              </c:pt>
              <c:pt idx="235">
                <c:v>9.031573647115259</c:v>
              </c:pt>
              <c:pt idx="236">
                <c:v>9.031573647115259</c:v>
              </c:pt>
              <c:pt idx="237">
                <c:v>9.031573647115259</c:v>
              </c:pt>
              <c:pt idx="238">
                <c:v>9.031573647115259</c:v>
              </c:pt>
              <c:pt idx="239">
                <c:v>9.031573647115259</c:v>
              </c:pt>
              <c:pt idx="240">
                <c:v>9.031573647115259</c:v>
              </c:pt>
              <c:pt idx="241">
                <c:v>9.031573647115259</c:v>
              </c:pt>
              <c:pt idx="242">
                <c:v>9.031573647115259</c:v>
              </c:pt>
              <c:pt idx="243">
                <c:v>9.031573647115259</c:v>
              </c:pt>
              <c:pt idx="244">
                <c:v>9.031573647115259</c:v>
              </c:pt>
              <c:pt idx="245">
                <c:v>9.031573647115259</c:v>
              </c:pt>
              <c:pt idx="246">
                <c:v>9.031573647115259</c:v>
              </c:pt>
              <c:pt idx="247">
                <c:v>9.031573647115259</c:v>
              </c:pt>
              <c:pt idx="248">
                <c:v>9.031573647115259</c:v>
              </c:pt>
              <c:pt idx="249">
                <c:v>9.031573647115259</c:v>
              </c:pt>
              <c:pt idx="250">
                <c:v>9.031573647115259</c:v>
              </c:pt>
              <c:pt idx="251">
                <c:v>9.031573647115259</c:v>
              </c:pt>
              <c:pt idx="252">
                <c:v>9.031573647115259</c:v>
              </c:pt>
              <c:pt idx="253">
                <c:v>9.031573647115259</c:v>
              </c:pt>
              <c:pt idx="254">
                <c:v>9.031573647115259</c:v>
              </c:pt>
              <c:pt idx="255">
                <c:v>9.031573647115259</c:v>
              </c:pt>
              <c:pt idx="256">
                <c:v>9.031573647115259</c:v>
              </c:pt>
              <c:pt idx="257">
                <c:v>9.031573647115259</c:v>
              </c:pt>
              <c:pt idx="258">
                <c:v>9.031573647115259</c:v>
              </c:pt>
              <c:pt idx="259">
                <c:v>9.031573647115259</c:v>
              </c:pt>
              <c:pt idx="260">
                <c:v>9.031573647115259</c:v>
              </c:pt>
              <c:pt idx="261">
                <c:v>9.031573647115259</c:v>
              </c:pt>
              <c:pt idx="262">
                <c:v>9.031573647115259</c:v>
              </c:pt>
              <c:pt idx="263">
                <c:v>9.031573647115259</c:v>
              </c:pt>
              <c:pt idx="264">
                <c:v>9.031573647115259</c:v>
              </c:pt>
              <c:pt idx="265">
                <c:v>9.031573647115259</c:v>
              </c:pt>
              <c:pt idx="266">
                <c:v>9.031573647115259</c:v>
              </c:pt>
              <c:pt idx="267">
                <c:v>9.031573647115259</c:v>
              </c:pt>
              <c:pt idx="268">
                <c:v>9.031573647115259</c:v>
              </c:pt>
              <c:pt idx="269">
                <c:v>9.031573647115259</c:v>
              </c:pt>
              <c:pt idx="270">
                <c:v>9.031573647115259</c:v>
              </c:pt>
              <c:pt idx="271">
                <c:v>9.031573647115259</c:v>
              </c:pt>
              <c:pt idx="272">
                <c:v>9.031573647115259</c:v>
              </c:pt>
              <c:pt idx="273">
                <c:v>9.031573647115259</c:v>
              </c:pt>
              <c:pt idx="274">
                <c:v>9.031573647115259</c:v>
              </c:pt>
              <c:pt idx="275">
                <c:v>9.031573647115259</c:v>
              </c:pt>
              <c:pt idx="276">
                <c:v>9.031573647115259</c:v>
              </c:pt>
              <c:pt idx="277">
                <c:v>9.031573647115259</c:v>
              </c:pt>
              <c:pt idx="278">
                <c:v>9.031573647115259</c:v>
              </c:pt>
              <c:pt idx="279">
                <c:v>9.031573647115259</c:v>
              </c:pt>
              <c:pt idx="280">
                <c:v>9.031573647115259</c:v>
              </c:pt>
              <c:pt idx="281">
                <c:v>9.031573647115259</c:v>
              </c:pt>
              <c:pt idx="282">
                <c:v>9.031573647115259</c:v>
              </c:pt>
              <c:pt idx="283">
                <c:v>9.031573647115259</c:v>
              </c:pt>
              <c:pt idx="284">
                <c:v>9.031573647115259</c:v>
              </c:pt>
              <c:pt idx="285">
                <c:v>9.031573647115259</c:v>
              </c:pt>
              <c:pt idx="286">
                <c:v>9.031573647115259</c:v>
              </c:pt>
              <c:pt idx="287">
                <c:v>9.031573647115259</c:v>
              </c:pt>
              <c:pt idx="288">
                <c:v>9.031573647115259</c:v>
              </c:pt>
              <c:pt idx="289">
                <c:v>9.031573647115259</c:v>
              </c:pt>
              <c:pt idx="290">
                <c:v>9.031573647115259</c:v>
              </c:pt>
              <c:pt idx="291">
                <c:v>9.031573647115259</c:v>
              </c:pt>
              <c:pt idx="292">
                <c:v>9.031573647115259</c:v>
              </c:pt>
              <c:pt idx="293">
                <c:v>9.031573647115259</c:v>
              </c:pt>
              <c:pt idx="294">
                <c:v>9.031573647115259</c:v>
              </c:pt>
              <c:pt idx="295">
                <c:v>9.031573647115259</c:v>
              </c:pt>
              <c:pt idx="296">
                <c:v>9.031573647115259</c:v>
              </c:pt>
              <c:pt idx="297">
                <c:v>9.031573647115259</c:v>
              </c:pt>
              <c:pt idx="298">
                <c:v>9.031573647115259</c:v>
              </c:pt>
              <c:pt idx="299">
                <c:v>9.031573647115259</c:v>
              </c:pt>
              <c:pt idx="300">
                <c:v>9.031573647115259</c:v>
              </c:pt>
              <c:pt idx="301">
                <c:v>9.031573647115259</c:v>
              </c:pt>
              <c:pt idx="302">
                <c:v>9.031573647115259</c:v>
              </c:pt>
              <c:pt idx="303">
                <c:v>9.031573647115259</c:v>
              </c:pt>
              <c:pt idx="304">
                <c:v>9.031573647115259</c:v>
              </c:pt>
              <c:pt idx="305">
                <c:v>9.031573647115259</c:v>
              </c:pt>
              <c:pt idx="306">
                <c:v>9.031573647115259</c:v>
              </c:pt>
              <c:pt idx="307">
                <c:v>9.031573647115259</c:v>
              </c:pt>
              <c:pt idx="308">
                <c:v>9.031573647115259</c:v>
              </c:pt>
              <c:pt idx="309">
                <c:v>9.031573647115259</c:v>
              </c:pt>
              <c:pt idx="310">
                <c:v>9.031573647115259</c:v>
              </c:pt>
              <c:pt idx="311">
                <c:v>9.031573647115259</c:v>
              </c:pt>
              <c:pt idx="312">
                <c:v>9.031573647115259</c:v>
              </c:pt>
              <c:pt idx="313">
                <c:v>9.031573647115259</c:v>
              </c:pt>
              <c:pt idx="314">
                <c:v>9.031573647115259</c:v>
              </c:pt>
              <c:pt idx="315">
                <c:v>9.031573647115259</c:v>
              </c:pt>
              <c:pt idx="316">
                <c:v>9.031573647115259</c:v>
              </c:pt>
              <c:pt idx="317">
                <c:v>9.031573647115259</c:v>
              </c:pt>
              <c:pt idx="318">
                <c:v>9.031573647115259</c:v>
              </c:pt>
              <c:pt idx="319">
                <c:v>9.031573647115259</c:v>
              </c:pt>
              <c:pt idx="320">
                <c:v>9.031573647115259</c:v>
              </c:pt>
              <c:pt idx="321">
                <c:v>9.031573647115259</c:v>
              </c:pt>
              <c:pt idx="322">
                <c:v>9.031573647115259</c:v>
              </c:pt>
              <c:pt idx="323">
                <c:v>9.031573647115259</c:v>
              </c:pt>
              <c:pt idx="324">
                <c:v>9.031573647115259</c:v>
              </c:pt>
              <c:pt idx="325">
                <c:v>9.031573647115259</c:v>
              </c:pt>
              <c:pt idx="326">
                <c:v>9.031573647115259</c:v>
              </c:pt>
              <c:pt idx="327">
                <c:v>9.031573647115259</c:v>
              </c:pt>
              <c:pt idx="328">
                <c:v>9.031573647115259</c:v>
              </c:pt>
              <c:pt idx="329">
                <c:v>9.031573647115259</c:v>
              </c:pt>
              <c:pt idx="330">
                <c:v>9.031573647115259</c:v>
              </c:pt>
              <c:pt idx="331">
                <c:v>9.031573647115259</c:v>
              </c:pt>
              <c:pt idx="332">
                <c:v>9.031573647115259</c:v>
              </c:pt>
              <c:pt idx="333">
                <c:v>9.031573647115259</c:v>
              </c:pt>
              <c:pt idx="334">
                <c:v>9.031573647115259</c:v>
              </c:pt>
              <c:pt idx="335">
                <c:v>9.031573647115259</c:v>
              </c:pt>
              <c:pt idx="336">
                <c:v>9.031573647115259</c:v>
              </c:pt>
              <c:pt idx="337">
                <c:v>9.031573647115259</c:v>
              </c:pt>
              <c:pt idx="338">
                <c:v>9.031573647115259</c:v>
              </c:pt>
              <c:pt idx="339">
                <c:v>9.031573647115259</c:v>
              </c:pt>
              <c:pt idx="340">
                <c:v>9.031573647115259</c:v>
              </c:pt>
              <c:pt idx="341">
                <c:v>9.031573647115259</c:v>
              </c:pt>
              <c:pt idx="342">
                <c:v>9.031573647115259</c:v>
              </c:pt>
              <c:pt idx="343">
                <c:v>9.031573647115259</c:v>
              </c:pt>
              <c:pt idx="344">
                <c:v>9.031573647115259</c:v>
              </c:pt>
              <c:pt idx="345">
                <c:v>9.031573647115259</c:v>
              </c:pt>
              <c:pt idx="346">
                <c:v>9.031573647115259</c:v>
              </c:pt>
              <c:pt idx="347">
                <c:v>9.031573647115259</c:v>
              </c:pt>
              <c:pt idx="348">
                <c:v>9.031573647115259</c:v>
              </c:pt>
              <c:pt idx="349">
                <c:v>9.031573647115259</c:v>
              </c:pt>
              <c:pt idx="350">
                <c:v>9.031573647115259</c:v>
              </c:pt>
              <c:pt idx="351">
                <c:v>9.031573647115259</c:v>
              </c:pt>
              <c:pt idx="352">
                <c:v>9.031573647115259</c:v>
              </c:pt>
              <c:pt idx="353">
                <c:v>9.031573647115259</c:v>
              </c:pt>
              <c:pt idx="354">
                <c:v>9.031573647115259</c:v>
              </c:pt>
              <c:pt idx="355">
                <c:v>9.031573647115259</c:v>
              </c:pt>
              <c:pt idx="356">
                <c:v>9.031573647115259</c:v>
              </c:pt>
              <c:pt idx="357">
                <c:v>9.031573647115259</c:v>
              </c:pt>
              <c:pt idx="358">
                <c:v>9.031573647115259</c:v>
              </c:pt>
              <c:pt idx="359">
                <c:v>9.031573647115259</c:v>
              </c:pt>
              <c:pt idx="360">
                <c:v>9.031573647115259</c:v>
              </c:pt>
              <c:pt idx="361">
                <c:v>9.031573647115259</c:v>
              </c:pt>
              <c:pt idx="362">
                <c:v>9.031573647115259</c:v>
              </c:pt>
              <c:pt idx="363">
                <c:v>9.031573647115259</c:v>
              </c:pt>
              <c:pt idx="364">
                <c:v>9.031573647115259</c:v>
              </c:pt>
              <c:pt idx="365">
                <c:v>9.031573647115259</c:v>
              </c:pt>
              <c:pt idx="366">
                <c:v>9.031573647115259</c:v>
              </c:pt>
              <c:pt idx="367">
                <c:v>9.031573647115259</c:v>
              </c:pt>
              <c:pt idx="368">
                <c:v>9.031573647115259</c:v>
              </c:pt>
              <c:pt idx="369">
                <c:v>9.031573647115259</c:v>
              </c:pt>
              <c:pt idx="370">
                <c:v>9.031573647115259</c:v>
              </c:pt>
              <c:pt idx="371">
                <c:v>9.031573647115259</c:v>
              </c:pt>
              <c:pt idx="372">
                <c:v>9.031573647115259</c:v>
              </c:pt>
              <c:pt idx="373">
                <c:v>9.031573647115259</c:v>
              </c:pt>
              <c:pt idx="374">
                <c:v>9.031573647115259</c:v>
              </c:pt>
              <c:pt idx="375">
                <c:v>9.031573647115259</c:v>
              </c:pt>
              <c:pt idx="376">
                <c:v>9.031573647115259</c:v>
              </c:pt>
              <c:pt idx="377">
                <c:v>9.031573647115259</c:v>
              </c:pt>
              <c:pt idx="378">
                <c:v>9.031573647115259</c:v>
              </c:pt>
              <c:pt idx="379">
                <c:v>9.031573647115259</c:v>
              </c:pt>
              <c:pt idx="380">
                <c:v>9.031573647115259</c:v>
              </c:pt>
              <c:pt idx="381">
                <c:v>9.031573647115259</c:v>
              </c:pt>
              <c:pt idx="382">
                <c:v>9.031573647115259</c:v>
              </c:pt>
              <c:pt idx="383">
                <c:v>9.031573647115259</c:v>
              </c:pt>
              <c:pt idx="384">
                <c:v>9.031573647115259</c:v>
              </c:pt>
              <c:pt idx="385">
                <c:v>9.031573647115259</c:v>
              </c:pt>
              <c:pt idx="386">
                <c:v>9.031573647115259</c:v>
              </c:pt>
              <c:pt idx="387">
                <c:v>9.031573647115259</c:v>
              </c:pt>
              <c:pt idx="388">
                <c:v>9.031573647115259</c:v>
              </c:pt>
              <c:pt idx="389">
                <c:v>9.031573647115259</c:v>
              </c:pt>
              <c:pt idx="390">
                <c:v>9.031573647115259</c:v>
              </c:pt>
              <c:pt idx="391">
                <c:v>9.031573647115259</c:v>
              </c:pt>
              <c:pt idx="392">
                <c:v>9.031573647115259</c:v>
              </c:pt>
              <c:pt idx="393">
                <c:v>9.031573647115259</c:v>
              </c:pt>
              <c:pt idx="394">
                <c:v>9.031573647115259</c:v>
              </c:pt>
              <c:pt idx="395">
                <c:v>9.031573647115259</c:v>
              </c:pt>
              <c:pt idx="396">
                <c:v>9.031573647115259</c:v>
              </c:pt>
              <c:pt idx="397">
                <c:v>9.031573647115259</c:v>
              </c:pt>
              <c:pt idx="398">
                <c:v>9.031573647115259</c:v>
              </c:pt>
              <c:pt idx="399">
                <c:v>9.031573647115259</c:v>
              </c:pt>
              <c:pt idx="400">
                <c:v>9.031573647115259</c:v>
              </c:pt>
              <c:pt idx="401">
                <c:v>9.031573647115259</c:v>
              </c:pt>
              <c:pt idx="402">
                <c:v>9.031573647115259</c:v>
              </c:pt>
              <c:pt idx="403">
                <c:v>9.031573647115259</c:v>
              </c:pt>
              <c:pt idx="404">
                <c:v>9.031573647115259</c:v>
              </c:pt>
              <c:pt idx="405">
                <c:v>9.031573647115259</c:v>
              </c:pt>
              <c:pt idx="406">
                <c:v>9.031573647115259</c:v>
              </c:pt>
              <c:pt idx="407">
                <c:v>9.031573647115259</c:v>
              </c:pt>
              <c:pt idx="408">
                <c:v>9.031573647115259</c:v>
              </c:pt>
              <c:pt idx="409">
                <c:v>9.031573647115259</c:v>
              </c:pt>
              <c:pt idx="410">
                <c:v>9.031573647115259</c:v>
              </c:pt>
              <c:pt idx="411">
                <c:v>9.031573647115259</c:v>
              </c:pt>
            </c:numLit>
          </c:xVal>
          <c:yVal>
            <c:numLit>
              <c:formatCode>0.0</c:formatCode>
              <c:ptCount val="412"/>
              <c:pt idx="0">
                <c:v>0.13203880275870133</c:v>
              </c:pt>
              <c:pt idx="1">
                <c:v>0.13203880275870133</c:v>
              </c:pt>
              <c:pt idx="2">
                <c:v>0.13203880275870133</c:v>
              </c:pt>
              <c:pt idx="3">
                <c:v>0.13203880275870133</c:v>
              </c:pt>
              <c:pt idx="4">
                <c:v>0.13203880275870133</c:v>
              </c:pt>
              <c:pt idx="5">
                <c:v>0.13203880275870133</c:v>
              </c:pt>
              <c:pt idx="6">
                <c:v>0.13203880275870133</c:v>
              </c:pt>
              <c:pt idx="7">
                <c:v>0.13203880275870133</c:v>
              </c:pt>
              <c:pt idx="8">
                <c:v>0.13203880275870133</c:v>
              </c:pt>
              <c:pt idx="9">
                <c:v>0.13203880275870133</c:v>
              </c:pt>
              <c:pt idx="10">
                <c:v>0.13203880275870133</c:v>
              </c:pt>
              <c:pt idx="11">
                <c:v>0.13203880275870133</c:v>
              </c:pt>
              <c:pt idx="12">
                <c:v>0.13203880275870133</c:v>
              </c:pt>
              <c:pt idx="13">
                <c:v>0.13203880275870133</c:v>
              </c:pt>
              <c:pt idx="14">
                <c:v>0.13203880275870133</c:v>
              </c:pt>
              <c:pt idx="15">
                <c:v>0.13203880275870133</c:v>
              </c:pt>
              <c:pt idx="16">
                <c:v>0.13203880275870133</c:v>
              </c:pt>
              <c:pt idx="17">
                <c:v>0.13203880275870133</c:v>
              </c:pt>
              <c:pt idx="18">
                <c:v>0.13203880275870133</c:v>
              </c:pt>
              <c:pt idx="19">
                <c:v>0.13203880275870133</c:v>
              </c:pt>
              <c:pt idx="20">
                <c:v>0.13203880275870133</c:v>
              </c:pt>
              <c:pt idx="21">
                <c:v>0.13203880275870133</c:v>
              </c:pt>
              <c:pt idx="22">
                <c:v>0.13203880275870133</c:v>
              </c:pt>
              <c:pt idx="23">
                <c:v>0.13203880275870133</c:v>
              </c:pt>
              <c:pt idx="24">
                <c:v>0.13203880275870133</c:v>
              </c:pt>
              <c:pt idx="25">
                <c:v>0.13203880275870133</c:v>
              </c:pt>
              <c:pt idx="26">
                <c:v>0.13203880275870133</c:v>
              </c:pt>
              <c:pt idx="27">
                <c:v>0.13203880275870133</c:v>
              </c:pt>
              <c:pt idx="28">
                <c:v>0.13203880275870133</c:v>
              </c:pt>
              <c:pt idx="29">
                <c:v>0.13203880275870133</c:v>
              </c:pt>
              <c:pt idx="30">
                <c:v>0.13203880275870133</c:v>
              </c:pt>
              <c:pt idx="31">
                <c:v>0.13203880275870133</c:v>
              </c:pt>
              <c:pt idx="32">
                <c:v>0.13203880275870133</c:v>
              </c:pt>
              <c:pt idx="33">
                <c:v>0.13203880275870133</c:v>
              </c:pt>
              <c:pt idx="34">
                <c:v>0.13203880275870133</c:v>
              </c:pt>
              <c:pt idx="35">
                <c:v>0.13203880275870133</c:v>
              </c:pt>
              <c:pt idx="36">
                <c:v>0.13203880275870133</c:v>
              </c:pt>
              <c:pt idx="37">
                <c:v>0.13203880275870133</c:v>
              </c:pt>
              <c:pt idx="38">
                <c:v>0.13203880275870133</c:v>
              </c:pt>
              <c:pt idx="39">
                <c:v>0.13203880275870133</c:v>
              </c:pt>
              <c:pt idx="40">
                <c:v>0.13203880275870133</c:v>
              </c:pt>
              <c:pt idx="41">
                <c:v>0.13203880275870133</c:v>
              </c:pt>
              <c:pt idx="42">
                <c:v>0.13203880275870133</c:v>
              </c:pt>
              <c:pt idx="43">
                <c:v>0.13203880275870133</c:v>
              </c:pt>
              <c:pt idx="44">
                <c:v>0.13203880275870133</c:v>
              </c:pt>
              <c:pt idx="45">
                <c:v>0.13203880275870133</c:v>
              </c:pt>
              <c:pt idx="46">
                <c:v>0.13203880275870133</c:v>
              </c:pt>
              <c:pt idx="47">
                <c:v>0.13203880275870133</c:v>
              </c:pt>
              <c:pt idx="48">
                <c:v>0.13203880275870133</c:v>
              </c:pt>
              <c:pt idx="49">
                <c:v>0.13203880275870133</c:v>
              </c:pt>
              <c:pt idx="50">
                <c:v>0.13203880275870133</c:v>
              </c:pt>
              <c:pt idx="51">
                <c:v>0.13203880275870133</c:v>
              </c:pt>
              <c:pt idx="52">
                <c:v>0.13203880275870133</c:v>
              </c:pt>
              <c:pt idx="53">
                <c:v>0.13203880275870133</c:v>
              </c:pt>
              <c:pt idx="54">
                <c:v>0.13203880275870133</c:v>
              </c:pt>
              <c:pt idx="55">
                <c:v>0.13203880275870133</c:v>
              </c:pt>
              <c:pt idx="56">
                <c:v>0.13203880275870133</c:v>
              </c:pt>
              <c:pt idx="57">
                <c:v>0.13203880275870133</c:v>
              </c:pt>
              <c:pt idx="58">
                <c:v>0.13203880275870133</c:v>
              </c:pt>
              <c:pt idx="59">
                <c:v>0.13203880275870133</c:v>
              </c:pt>
              <c:pt idx="60">
                <c:v>0.13203880275870133</c:v>
              </c:pt>
              <c:pt idx="61">
                <c:v>0.13203880275870133</c:v>
              </c:pt>
              <c:pt idx="62">
                <c:v>0.13203880275870133</c:v>
              </c:pt>
              <c:pt idx="63">
                <c:v>0.13203880275870133</c:v>
              </c:pt>
              <c:pt idx="64">
                <c:v>0.13203880275870133</c:v>
              </c:pt>
              <c:pt idx="65">
                <c:v>0.13203880275870133</c:v>
              </c:pt>
              <c:pt idx="66">
                <c:v>0.13203880275870133</c:v>
              </c:pt>
              <c:pt idx="67">
                <c:v>0.13203880275870133</c:v>
              </c:pt>
              <c:pt idx="68">
                <c:v>0.13203880275870133</c:v>
              </c:pt>
              <c:pt idx="69">
                <c:v>0.13203880275870133</c:v>
              </c:pt>
              <c:pt idx="70">
                <c:v>0.13203880275870133</c:v>
              </c:pt>
              <c:pt idx="71">
                <c:v>0.13203880275870133</c:v>
              </c:pt>
              <c:pt idx="72">
                <c:v>0.13203880275870133</c:v>
              </c:pt>
              <c:pt idx="73">
                <c:v>0.13203880275870133</c:v>
              </c:pt>
              <c:pt idx="74">
                <c:v>0.13203880275870133</c:v>
              </c:pt>
              <c:pt idx="75">
                <c:v>0.13203880275870133</c:v>
              </c:pt>
              <c:pt idx="76">
                <c:v>0.13203880275870133</c:v>
              </c:pt>
              <c:pt idx="77">
                <c:v>0.13203880275870133</c:v>
              </c:pt>
              <c:pt idx="78">
                <c:v>0.13203880275870133</c:v>
              </c:pt>
              <c:pt idx="79">
                <c:v>0.13203880275870133</c:v>
              </c:pt>
              <c:pt idx="80">
                <c:v>0.13203880275870133</c:v>
              </c:pt>
              <c:pt idx="81">
                <c:v>0.13203880275870133</c:v>
              </c:pt>
              <c:pt idx="82">
                <c:v>0.13203880275870133</c:v>
              </c:pt>
              <c:pt idx="83">
                <c:v>0.13203880275870133</c:v>
              </c:pt>
              <c:pt idx="84">
                <c:v>0.13203880275870133</c:v>
              </c:pt>
              <c:pt idx="85">
                <c:v>0.13203880275870133</c:v>
              </c:pt>
              <c:pt idx="86">
                <c:v>0.13203880275870133</c:v>
              </c:pt>
              <c:pt idx="87">
                <c:v>0.13203880275870133</c:v>
              </c:pt>
              <c:pt idx="88">
                <c:v>0.13203880275870133</c:v>
              </c:pt>
              <c:pt idx="89">
                <c:v>0.13203880275870133</c:v>
              </c:pt>
              <c:pt idx="90">
                <c:v>0.13203880275870133</c:v>
              </c:pt>
              <c:pt idx="91">
                <c:v>0.13203880275870133</c:v>
              </c:pt>
              <c:pt idx="92">
                <c:v>0.13203880275870133</c:v>
              </c:pt>
              <c:pt idx="93">
                <c:v>0.13203880275870133</c:v>
              </c:pt>
              <c:pt idx="94">
                <c:v>0.13203880275870133</c:v>
              </c:pt>
              <c:pt idx="95">
                <c:v>0.13203880275870133</c:v>
              </c:pt>
              <c:pt idx="96">
                <c:v>0.13203880275870133</c:v>
              </c:pt>
              <c:pt idx="97">
                <c:v>0.13203880275870133</c:v>
              </c:pt>
              <c:pt idx="98">
                <c:v>0.13203880275870133</c:v>
              </c:pt>
              <c:pt idx="99">
                <c:v>0.13203880275870133</c:v>
              </c:pt>
              <c:pt idx="100">
                <c:v>0.13203880275870133</c:v>
              </c:pt>
              <c:pt idx="101">
                <c:v>0.13203880275870133</c:v>
              </c:pt>
              <c:pt idx="102">
                <c:v>0.13203880275870133</c:v>
              </c:pt>
              <c:pt idx="103">
                <c:v>0.13203880275870133</c:v>
              </c:pt>
              <c:pt idx="104">
                <c:v>0.13203880275870133</c:v>
              </c:pt>
              <c:pt idx="105">
                <c:v>0.13203880275870133</c:v>
              </c:pt>
              <c:pt idx="106">
                <c:v>0.13203880275870133</c:v>
              </c:pt>
              <c:pt idx="107">
                <c:v>0.13203880275870133</c:v>
              </c:pt>
              <c:pt idx="108">
                <c:v>0.13203880275870133</c:v>
              </c:pt>
              <c:pt idx="109">
                <c:v>0.13203880275870133</c:v>
              </c:pt>
              <c:pt idx="110">
                <c:v>0.13203880275870133</c:v>
              </c:pt>
              <c:pt idx="111">
                <c:v>0.13203880275870133</c:v>
              </c:pt>
              <c:pt idx="112">
                <c:v>0.13203880275870133</c:v>
              </c:pt>
              <c:pt idx="113">
                <c:v>0.13203880275870133</c:v>
              </c:pt>
              <c:pt idx="114">
                <c:v>0.13203880275870133</c:v>
              </c:pt>
              <c:pt idx="115">
                <c:v>0.13203880275870133</c:v>
              </c:pt>
              <c:pt idx="116">
                <c:v>0.13203880275870133</c:v>
              </c:pt>
              <c:pt idx="117">
                <c:v>0.13203880275870133</c:v>
              </c:pt>
              <c:pt idx="118">
                <c:v>0.13203880275870133</c:v>
              </c:pt>
              <c:pt idx="119">
                <c:v>0.13203880275870133</c:v>
              </c:pt>
              <c:pt idx="120">
                <c:v>0.13203880275870133</c:v>
              </c:pt>
              <c:pt idx="121">
                <c:v>0.13203880275870133</c:v>
              </c:pt>
              <c:pt idx="122">
                <c:v>0.13203880275870133</c:v>
              </c:pt>
              <c:pt idx="123">
                <c:v>0.13203880275870133</c:v>
              </c:pt>
              <c:pt idx="124">
                <c:v>0.13203880275870133</c:v>
              </c:pt>
              <c:pt idx="125">
                <c:v>0.13203880275870133</c:v>
              </c:pt>
              <c:pt idx="126">
                <c:v>0.13203880275870133</c:v>
              </c:pt>
              <c:pt idx="127">
                <c:v>0.13203880275870133</c:v>
              </c:pt>
              <c:pt idx="128">
                <c:v>0.13203880275870133</c:v>
              </c:pt>
              <c:pt idx="129">
                <c:v>0.13203880275870133</c:v>
              </c:pt>
              <c:pt idx="130">
                <c:v>0.13203880275870133</c:v>
              </c:pt>
              <c:pt idx="131">
                <c:v>0.13203880275870133</c:v>
              </c:pt>
              <c:pt idx="132">
                <c:v>0.13203880275870133</c:v>
              </c:pt>
              <c:pt idx="133">
                <c:v>0.13203880275870133</c:v>
              </c:pt>
              <c:pt idx="134">
                <c:v>0.13203880275870133</c:v>
              </c:pt>
              <c:pt idx="135">
                <c:v>0.13203880275870133</c:v>
              </c:pt>
              <c:pt idx="136">
                <c:v>0.13203880275870133</c:v>
              </c:pt>
              <c:pt idx="137">
                <c:v>0.13203880275870133</c:v>
              </c:pt>
              <c:pt idx="138">
                <c:v>0.13203880275870133</c:v>
              </c:pt>
              <c:pt idx="139">
                <c:v>0.13203880275870133</c:v>
              </c:pt>
              <c:pt idx="140">
                <c:v>0.13203880275870133</c:v>
              </c:pt>
              <c:pt idx="141">
                <c:v>0.13203880275870133</c:v>
              </c:pt>
              <c:pt idx="142">
                <c:v>0.13203880275870133</c:v>
              </c:pt>
              <c:pt idx="143">
                <c:v>0.13203880275870133</c:v>
              </c:pt>
              <c:pt idx="144">
                <c:v>0.13203880275870133</c:v>
              </c:pt>
              <c:pt idx="145">
                <c:v>0.13203880275870133</c:v>
              </c:pt>
              <c:pt idx="146">
                <c:v>0.13203880275870133</c:v>
              </c:pt>
              <c:pt idx="147">
                <c:v>0.13203880275870133</c:v>
              </c:pt>
              <c:pt idx="148">
                <c:v>0.13203880275870133</c:v>
              </c:pt>
              <c:pt idx="149">
                <c:v>0.13203880275870133</c:v>
              </c:pt>
              <c:pt idx="150">
                <c:v>0.13203880275870133</c:v>
              </c:pt>
              <c:pt idx="151">
                <c:v>0.13203880275870133</c:v>
              </c:pt>
              <c:pt idx="152">
                <c:v>0.13203880275870133</c:v>
              </c:pt>
              <c:pt idx="153">
                <c:v>0.13203880275870133</c:v>
              </c:pt>
              <c:pt idx="154">
                <c:v>0.13203880275870133</c:v>
              </c:pt>
              <c:pt idx="155">
                <c:v>0.13203880275870133</c:v>
              </c:pt>
              <c:pt idx="156">
                <c:v>0.13203880275870133</c:v>
              </c:pt>
              <c:pt idx="157">
                <c:v>0.13203880275870133</c:v>
              </c:pt>
              <c:pt idx="158">
                <c:v>0.13203880275870133</c:v>
              </c:pt>
              <c:pt idx="159">
                <c:v>0.13203880275870133</c:v>
              </c:pt>
              <c:pt idx="160">
                <c:v>0.13203880275870133</c:v>
              </c:pt>
              <c:pt idx="161">
                <c:v>0.13203880275870133</c:v>
              </c:pt>
              <c:pt idx="162">
                <c:v>0.13203880275870133</c:v>
              </c:pt>
              <c:pt idx="163">
                <c:v>0.13203880275870133</c:v>
              </c:pt>
              <c:pt idx="164">
                <c:v>0.13203880275870133</c:v>
              </c:pt>
              <c:pt idx="165">
                <c:v>0.13203880275870133</c:v>
              </c:pt>
              <c:pt idx="166">
                <c:v>0.13203880275870133</c:v>
              </c:pt>
              <c:pt idx="167">
                <c:v>0.13203880275870133</c:v>
              </c:pt>
              <c:pt idx="168">
                <c:v>0.13203880275870133</c:v>
              </c:pt>
              <c:pt idx="169">
                <c:v>0.13203880275870133</c:v>
              </c:pt>
              <c:pt idx="170">
                <c:v>0.13203880275870133</c:v>
              </c:pt>
              <c:pt idx="171">
                <c:v>0.13203880275870133</c:v>
              </c:pt>
              <c:pt idx="172">
                <c:v>0.13203880275870133</c:v>
              </c:pt>
              <c:pt idx="173">
                <c:v>0.13203880275870133</c:v>
              </c:pt>
              <c:pt idx="174">
                <c:v>0.13203880275870133</c:v>
              </c:pt>
              <c:pt idx="175">
                <c:v>0.13203880275870133</c:v>
              </c:pt>
              <c:pt idx="176">
                <c:v>0.13203880275870133</c:v>
              </c:pt>
              <c:pt idx="177">
                <c:v>0.13203880275870133</c:v>
              </c:pt>
              <c:pt idx="178">
                <c:v>0.13203880275870133</c:v>
              </c:pt>
              <c:pt idx="179">
                <c:v>0.13203880275870133</c:v>
              </c:pt>
              <c:pt idx="180">
                <c:v>0.13203880275870133</c:v>
              </c:pt>
              <c:pt idx="181">
                <c:v>0.13203880275870133</c:v>
              </c:pt>
              <c:pt idx="182">
                <c:v>0.13203880275870133</c:v>
              </c:pt>
              <c:pt idx="183">
                <c:v>0.13203880275870133</c:v>
              </c:pt>
              <c:pt idx="184">
                <c:v>0.13203880275870133</c:v>
              </c:pt>
              <c:pt idx="185">
                <c:v>0.13203880275870133</c:v>
              </c:pt>
              <c:pt idx="186">
                <c:v>0.13203880275870133</c:v>
              </c:pt>
              <c:pt idx="187">
                <c:v>0.13203880275870133</c:v>
              </c:pt>
              <c:pt idx="188">
                <c:v>0.13203880275870133</c:v>
              </c:pt>
              <c:pt idx="189">
                <c:v>0.13203880275870133</c:v>
              </c:pt>
              <c:pt idx="190">
                <c:v>0.13203880275870133</c:v>
              </c:pt>
              <c:pt idx="191">
                <c:v>0.13203880275870133</c:v>
              </c:pt>
              <c:pt idx="192">
                <c:v>0.13203880275870133</c:v>
              </c:pt>
              <c:pt idx="193">
                <c:v>0.13203880275870133</c:v>
              </c:pt>
              <c:pt idx="194">
                <c:v>0.13203880275870133</c:v>
              </c:pt>
              <c:pt idx="195">
                <c:v>0.13203880275870133</c:v>
              </c:pt>
              <c:pt idx="196">
                <c:v>0.13203880275870133</c:v>
              </c:pt>
              <c:pt idx="197">
                <c:v>0.13203880275870133</c:v>
              </c:pt>
              <c:pt idx="198">
                <c:v>0.13203880275870133</c:v>
              </c:pt>
              <c:pt idx="199">
                <c:v>0.13203880275870133</c:v>
              </c:pt>
              <c:pt idx="200">
                <c:v>0.13203880275870133</c:v>
              </c:pt>
              <c:pt idx="201">
                <c:v>0.13203880275870133</c:v>
              </c:pt>
              <c:pt idx="202">
                <c:v>0.13203880275870133</c:v>
              </c:pt>
              <c:pt idx="203">
                <c:v>0.13203880275870133</c:v>
              </c:pt>
              <c:pt idx="204">
                <c:v>0.13203880275870133</c:v>
              </c:pt>
              <c:pt idx="205">
                <c:v>0.13203880275870133</c:v>
              </c:pt>
              <c:pt idx="206">
                <c:v>0.13203880275870133</c:v>
              </c:pt>
              <c:pt idx="207">
                <c:v>0.13203880275870133</c:v>
              </c:pt>
              <c:pt idx="208">
                <c:v>0.13203880275870133</c:v>
              </c:pt>
              <c:pt idx="209">
                <c:v>0.13203880275870133</c:v>
              </c:pt>
              <c:pt idx="210">
                <c:v>0.13203880275870133</c:v>
              </c:pt>
              <c:pt idx="211">
                <c:v>0.13203880275870133</c:v>
              </c:pt>
              <c:pt idx="212">
                <c:v>0.13203880275870133</c:v>
              </c:pt>
              <c:pt idx="213">
                <c:v>0.13203880275870133</c:v>
              </c:pt>
              <c:pt idx="214">
                <c:v>0.13203880275870133</c:v>
              </c:pt>
              <c:pt idx="215">
                <c:v>0.13203880275870133</c:v>
              </c:pt>
              <c:pt idx="216">
                <c:v>0.13203880275870133</c:v>
              </c:pt>
              <c:pt idx="217">
                <c:v>0.13203880275870133</c:v>
              </c:pt>
              <c:pt idx="218">
                <c:v>0.13203880275870133</c:v>
              </c:pt>
              <c:pt idx="219">
                <c:v>0.13203880275870133</c:v>
              </c:pt>
              <c:pt idx="220">
                <c:v>0.13203880275870133</c:v>
              </c:pt>
              <c:pt idx="221">
                <c:v>0.13203880275870133</c:v>
              </c:pt>
              <c:pt idx="222">
                <c:v>0.13203880275870133</c:v>
              </c:pt>
              <c:pt idx="223">
                <c:v>0.13203880275870133</c:v>
              </c:pt>
              <c:pt idx="224">
                <c:v>0.13203880275870133</c:v>
              </c:pt>
              <c:pt idx="225">
                <c:v>0.13203880275870133</c:v>
              </c:pt>
              <c:pt idx="226">
                <c:v>0.13203880275870133</c:v>
              </c:pt>
              <c:pt idx="227">
                <c:v>0.13203880275870133</c:v>
              </c:pt>
              <c:pt idx="228">
                <c:v>0.13203880275870133</c:v>
              </c:pt>
              <c:pt idx="229">
                <c:v>0.13203880275870133</c:v>
              </c:pt>
              <c:pt idx="230">
                <c:v>0.13203880275870133</c:v>
              </c:pt>
              <c:pt idx="231">
                <c:v>0.13203880275870133</c:v>
              </c:pt>
              <c:pt idx="232">
                <c:v>0.13203880275870133</c:v>
              </c:pt>
              <c:pt idx="233">
                <c:v>0.13203880275870133</c:v>
              </c:pt>
              <c:pt idx="234">
                <c:v>0.13203880275870133</c:v>
              </c:pt>
              <c:pt idx="235">
                <c:v>0.13203880275870133</c:v>
              </c:pt>
              <c:pt idx="236">
                <c:v>0.13203880275870133</c:v>
              </c:pt>
              <c:pt idx="237">
                <c:v>0.13203880275870133</c:v>
              </c:pt>
              <c:pt idx="238">
                <c:v>0.13203880275870133</c:v>
              </c:pt>
              <c:pt idx="239">
                <c:v>0.13203880275870133</c:v>
              </c:pt>
              <c:pt idx="240">
                <c:v>0.13203880275870133</c:v>
              </c:pt>
              <c:pt idx="241">
                <c:v>0.13203880275870133</c:v>
              </c:pt>
              <c:pt idx="242">
                <c:v>0.13203880275870133</c:v>
              </c:pt>
              <c:pt idx="243">
                <c:v>0.13203880275870133</c:v>
              </c:pt>
              <c:pt idx="244">
                <c:v>0.13203880275870133</c:v>
              </c:pt>
              <c:pt idx="245">
                <c:v>0.13203880275870133</c:v>
              </c:pt>
              <c:pt idx="246">
                <c:v>0.13203880275870133</c:v>
              </c:pt>
              <c:pt idx="247">
                <c:v>0.13203880275870133</c:v>
              </c:pt>
              <c:pt idx="248">
                <c:v>0.13203880275870133</c:v>
              </c:pt>
              <c:pt idx="249">
                <c:v>0.13203880275870133</c:v>
              </c:pt>
              <c:pt idx="250">
                <c:v>0.13203880275870133</c:v>
              </c:pt>
              <c:pt idx="251">
                <c:v>0.13203880275870133</c:v>
              </c:pt>
              <c:pt idx="252">
                <c:v>0.13203880275870133</c:v>
              </c:pt>
              <c:pt idx="253">
                <c:v>0.13203880275870133</c:v>
              </c:pt>
              <c:pt idx="254">
                <c:v>0.13203880275870133</c:v>
              </c:pt>
              <c:pt idx="255">
                <c:v>0.13203880275870133</c:v>
              </c:pt>
              <c:pt idx="256">
                <c:v>0.13203880275870133</c:v>
              </c:pt>
              <c:pt idx="257">
                <c:v>0.13203880275870133</c:v>
              </c:pt>
              <c:pt idx="258">
                <c:v>0.13203880275870133</c:v>
              </c:pt>
              <c:pt idx="259">
                <c:v>0.13203880275870133</c:v>
              </c:pt>
              <c:pt idx="260">
                <c:v>0.13203880275870133</c:v>
              </c:pt>
              <c:pt idx="261">
                <c:v>0.13203880275870133</c:v>
              </c:pt>
              <c:pt idx="262">
                <c:v>0.13203880275870133</c:v>
              </c:pt>
              <c:pt idx="263">
                <c:v>0.13203880275870133</c:v>
              </c:pt>
              <c:pt idx="264">
                <c:v>0.13203880275870133</c:v>
              </c:pt>
              <c:pt idx="265">
                <c:v>0.13203880275870133</c:v>
              </c:pt>
              <c:pt idx="266">
                <c:v>0.13203880275870133</c:v>
              </c:pt>
              <c:pt idx="267">
                <c:v>0.13203880275870133</c:v>
              </c:pt>
              <c:pt idx="268">
                <c:v>0.13203880275870133</c:v>
              </c:pt>
              <c:pt idx="269">
                <c:v>0.13203880275870133</c:v>
              </c:pt>
              <c:pt idx="270">
                <c:v>0.13203880275870133</c:v>
              </c:pt>
              <c:pt idx="271">
                <c:v>0.13203880275870133</c:v>
              </c:pt>
              <c:pt idx="272">
                <c:v>0.13203880275870133</c:v>
              </c:pt>
              <c:pt idx="273">
                <c:v>0.13203880275870133</c:v>
              </c:pt>
              <c:pt idx="274">
                <c:v>0.13203880275870133</c:v>
              </c:pt>
              <c:pt idx="275">
                <c:v>0.13203880275870133</c:v>
              </c:pt>
              <c:pt idx="276">
                <c:v>0.13203880275870133</c:v>
              </c:pt>
              <c:pt idx="277">
                <c:v>0.13203880275870133</c:v>
              </c:pt>
              <c:pt idx="278">
                <c:v>0.13203880275870133</c:v>
              </c:pt>
              <c:pt idx="279">
                <c:v>0.13203880275870133</c:v>
              </c:pt>
              <c:pt idx="280">
                <c:v>0.13203880275870133</c:v>
              </c:pt>
              <c:pt idx="281">
                <c:v>0.13203880275870133</c:v>
              </c:pt>
              <c:pt idx="282">
                <c:v>0.13203880275870133</c:v>
              </c:pt>
              <c:pt idx="283">
                <c:v>0.13203880275870133</c:v>
              </c:pt>
              <c:pt idx="284">
                <c:v>0.13203880275870133</c:v>
              </c:pt>
              <c:pt idx="285">
                <c:v>0.13203880275870133</c:v>
              </c:pt>
              <c:pt idx="286">
                <c:v>0.13203880275870133</c:v>
              </c:pt>
              <c:pt idx="287">
                <c:v>0.13203880275870133</c:v>
              </c:pt>
              <c:pt idx="288">
                <c:v>0.13203880275870133</c:v>
              </c:pt>
              <c:pt idx="289">
                <c:v>0.13203880275870133</c:v>
              </c:pt>
              <c:pt idx="290">
                <c:v>0.13203880275870133</c:v>
              </c:pt>
              <c:pt idx="291">
                <c:v>0.13203880275870133</c:v>
              </c:pt>
              <c:pt idx="292">
                <c:v>0.13203880275870133</c:v>
              </c:pt>
              <c:pt idx="293">
                <c:v>0.13203880275870133</c:v>
              </c:pt>
              <c:pt idx="294">
                <c:v>0.13203880275870133</c:v>
              </c:pt>
              <c:pt idx="295">
                <c:v>0.13203880275870133</c:v>
              </c:pt>
              <c:pt idx="296">
                <c:v>0.13203880275870133</c:v>
              </c:pt>
              <c:pt idx="297">
                <c:v>0.13203880275870133</c:v>
              </c:pt>
              <c:pt idx="298">
                <c:v>0.13203880275870133</c:v>
              </c:pt>
              <c:pt idx="299">
                <c:v>0.13203880275870133</c:v>
              </c:pt>
              <c:pt idx="300">
                <c:v>0.13203880275870133</c:v>
              </c:pt>
              <c:pt idx="301">
                <c:v>0.13203880275870133</c:v>
              </c:pt>
              <c:pt idx="302">
                <c:v>0.13203880275870133</c:v>
              </c:pt>
              <c:pt idx="303">
                <c:v>0.13203880275870133</c:v>
              </c:pt>
              <c:pt idx="304">
                <c:v>0.13203880275870133</c:v>
              </c:pt>
              <c:pt idx="305">
                <c:v>0.13203880275870133</c:v>
              </c:pt>
              <c:pt idx="306">
                <c:v>0.13203880275870133</c:v>
              </c:pt>
              <c:pt idx="307">
                <c:v>0.13203880275870133</c:v>
              </c:pt>
              <c:pt idx="308">
                <c:v>0.13203880275870133</c:v>
              </c:pt>
              <c:pt idx="309">
                <c:v>0.13203880275870133</c:v>
              </c:pt>
              <c:pt idx="310">
                <c:v>0.13203880275870133</c:v>
              </c:pt>
              <c:pt idx="311">
                <c:v>0.13203880275870133</c:v>
              </c:pt>
              <c:pt idx="312">
                <c:v>0.13203880275870133</c:v>
              </c:pt>
              <c:pt idx="313">
                <c:v>0.13203880275870133</c:v>
              </c:pt>
              <c:pt idx="314">
                <c:v>0.13203880275870133</c:v>
              </c:pt>
              <c:pt idx="315">
                <c:v>0.13203880275870133</c:v>
              </c:pt>
              <c:pt idx="316">
                <c:v>0.13203880275870133</c:v>
              </c:pt>
              <c:pt idx="317">
                <c:v>0.13203880275870133</c:v>
              </c:pt>
              <c:pt idx="318">
                <c:v>0.13203880275870133</c:v>
              </c:pt>
              <c:pt idx="319">
                <c:v>0.13203880275870133</c:v>
              </c:pt>
              <c:pt idx="320">
                <c:v>0.13203880275870133</c:v>
              </c:pt>
              <c:pt idx="321">
                <c:v>0.13203880275870133</c:v>
              </c:pt>
              <c:pt idx="322">
                <c:v>0.13203880275870133</c:v>
              </c:pt>
              <c:pt idx="323">
                <c:v>0.13203880275870133</c:v>
              </c:pt>
              <c:pt idx="324">
                <c:v>0.13203880275870133</c:v>
              </c:pt>
              <c:pt idx="325">
                <c:v>0.13203880275870133</c:v>
              </c:pt>
              <c:pt idx="326">
                <c:v>0.13203880275870133</c:v>
              </c:pt>
              <c:pt idx="327">
                <c:v>0.13203880275870133</c:v>
              </c:pt>
              <c:pt idx="328">
                <c:v>0.13203880275870133</c:v>
              </c:pt>
              <c:pt idx="329">
                <c:v>0.13203880275870133</c:v>
              </c:pt>
              <c:pt idx="330">
                <c:v>0.13203880275870133</c:v>
              </c:pt>
              <c:pt idx="331">
                <c:v>0.13203880275870133</c:v>
              </c:pt>
              <c:pt idx="332">
                <c:v>0.13203880275870133</c:v>
              </c:pt>
              <c:pt idx="333">
                <c:v>0.13203880275870133</c:v>
              </c:pt>
              <c:pt idx="334">
                <c:v>0.13203880275870133</c:v>
              </c:pt>
              <c:pt idx="335">
                <c:v>0.13203880275870133</c:v>
              </c:pt>
              <c:pt idx="336">
                <c:v>0.13203880275870133</c:v>
              </c:pt>
              <c:pt idx="337">
                <c:v>0.13203880275870133</c:v>
              </c:pt>
              <c:pt idx="338">
                <c:v>0.13203880275870133</c:v>
              </c:pt>
              <c:pt idx="339">
                <c:v>0.13203880275870133</c:v>
              </c:pt>
              <c:pt idx="340">
                <c:v>0.13203880275870133</c:v>
              </c:pt>
              <c:pt idx="341">
                <c:v>0.13203880275870133</c:v>
              </c:pt>
              <c:pt idx="342">
                <c:v>0.13203880275870133</c:v>
              </c:pt>
              <c:pt idx="343">
                <c:v>0.13203880275870133</c:v>
              </c:pt>
              <c:pt idx="344">
                <c:v>0.13203880275870133</c:v>
              </c:pt>
              <c:pt idx="345">
                <c:v>0.13203880275870133</c:v>
              </c:pt>
              <c:pt idx="346">
                <c:v>0.13203880275870133</c:v>
              </c:pt>
              <c:pt idx="347">
                <c:v>0.13203880275870133</c:v>
              </c:pt>
              <c:pt idx="348">
                <c:v>0.13203880275870133</c:v>
              </c:pt>
              <c:pt idx="349">
                <c:v>0.13203880275870133</c:v>
              </c:pt>
              <c:pt idx="350">
                <c:v>0.13203880275870133</c:v>
              </c:pt>
              <c:pt idx="351">
                <c:v>0.13203880275870133</c:v>
              </c:pt>
              <c:pt idx="352">
                <c:v>0.13203880275870133</c:v>
              </c:pt>
              <c:pt idx="353">
                <c:v>0.13203880275870133</c:v>
              </c:pt>
              <c:pt idx="354">
                <c:v>0.13203880275870133</c:v>
              </c:pt>
              <c:pt idx="355">
                <c:v>0.13203880275870133</c:v>
              </c:pt>
              <c:pt idx="356">
                <c:v>0.13203880275870133</c:v>
              </c:pt>
              <c:pt idx="357">
                <c:v>0.13203880275870133</c:v>
              </c:pt>
              <c:pt idx="358">
                <c:v>0.13203880275870133</c:v>
              </c:pt>
              <c:pt idx="359">
                <c:v>0.13203880275870133</c:v>
              </c:pt>
              <c:pt idx="360">
                <c:v>0.13203880275870133</c:v>
              </c:pt>
              <c:pt idx="361">
                <c:v>0.13203880275870133</c:v>
              </c:pt>
              <c:pt idx="362">
                <c:v>0.13203880275870133</c:v>
              </c:pt>
              <c:pt idx="363">
                <c:v>0.13203880275870133</c:v>
              </c:pt>
              <c:pt idx="364">
                <c:v>0.13203880275870133</c:v>
              </c:pt>
              <c:pt idx="365">
                <c:v>0.13203880275870133</c:v>
              </c:pt>
              <c:pt idx="366">
                <c:v>0.13203880275870133</c:v>
              </c:pt>
              <c:pt idx="367">
                <c:v>0.13203880275870133</c:v>
              </c:pt>
              <c:pt idx="368">
                <c:v>0.13203880275870133</c:v>
              </c:pt>
              <c:pt idx="369">
                <c:v>0.13203880275870133</c:v>
              </c:pt>
              <c:pt idx="370">
                <c:v>0.13203880275870133</c:v>
              </c:pt>
              <c:pt idx="371">
                <c:v>0.13203880275870133</c:v>
              </c:pt>
              <c:pt idx="372">
                <c:v>0.13203880275870133</c:v>
              </c:pt>
              <c:pt idx="373">
                <c:v>0.13203880275870133</c:v>
              </c:pt>
              <c:pt idx="374">
                <c:v>0.13203880275870133</c:v>
              </c:pt>
              <c:pt idx="375">
                <c:v>0.13203880275870133</c:v>
              </c:pt>
              <c:pt idx="376">
                <c:v>0.13203880275870133</c:v>
              </c:pt>
              <c:pt idx="377">
                <c:v>0.13203880275870133</c:v>
              </c:pt>
              <c:pt idx="378">
                <c:v>0.13203880275870133</c:v>
              </c:pt>
              <c:pt idx="379">
                <c:v>0.13203880275870133</c:v>
              </c:pt>
              <c:pt idx="380">
                <c:v>0.13203880275870133</c:v>
              </c:pt>
              <c:pt idx="381">
                <c:v>0.13203880275870133</c:v>
              </c:pt>
              <c:pt idx="382">
                <c:v>0.13203880275870133</c:v>
              </c:pt>
              <c:pt idx="383">
                <c:v>0.13203880275870133</c:v>
              </c:pt>
              <c:pt idx="384">
                <c:v>0.13203880275870133</c:v>
              </c:pt>
              <c:pt idx="385">
                <c:v>0.13203880275870133</c:v>
              </c:pt>
              <c:pt idx="386">
                <c:v>0.13203880275870133</c:v>
              </c:pt>
              <c:pt idx="387">
                <c:v>0.13203880275870133</c:v>
              </c:pt>
              <c:pt idx="388">
                <c:v>0.13203880275870133</c:v>
              </c:pt>
              <c:pt idx="389">
                <c:v>0.13203880275870133</c:v>
              </c:pt>
              <c:pt idx="390">
                <c:v>0.13203880275870133</c:v>
              </c:pt>
              <c:pt idx="391">
                <c:v>0.13203880275870133</c:v>
              </c:pt>
              <c:pt idx="392">
                <c:v>0.13203880275870133</c:v>
              </c:pt>
              <c:pt idx="393">
                <c:v>0.13203880275870133</c:v>
              </c:pt>
              <c:pt idx="394">
                <c:v>0.13203880275870133</c:v>
              </c:pt>
              <c:pt idx="395">
                <c:v>0.13203880275870133</c:v>
              </c:pt>
              <c:pt idx="396">
                <c:v>0.13203880275870133</c:v>
              </c:pt>
              <c:pt idx="397">
                <c:v>0.13203880275870133</c:v>
              </c:pt>
              <c:pt idx="398">
                <c:v>0.13203880275870133</c:v>
              </c:pt>
              <c:pt idx="399">
                <c:v>0.13203880275870133</c:v>
              </c:pt>
              <c:pt idx="400">
                <c:v>0.13203880275870133</c:v>
              </c:pt>
              <c:pt idx="401">
                <c:v>0.13203880275870133</c:v>
              </c:pt>
              <c:pt idx="402">
                <c:v>0.13203880275870133</c:v>
              </c:pt>
              <c:pt idx="403">
                <c:v>0.13203880275870133</c:v>
              </c:pt>
              <c:pt idx="404">
                <c:v>0.13203880275870133</c:v>
              </c:pt>
              <c:pt idx="405">
                <c:v>0.13203880275870133</c:v>
              </c:pt>
              <c:pt idx="406">
                <c:v>0.13203880275870133</c:v>
              </c:pt>
              <c:pt idx="407">
                <c:v>0.13203880275870133</c:v>
              </c:pt>
              <c:pt idx="408">
                <c:v>0.13203880275870133</c:v>
              </c:pt>
              <c:pt idx="409">
                <c:v>0.13203880275870133</c:v>
              </c:pt>
              <c:pt idx="410">
                <c:v>0.13203880275870133</c:v>
              </c:pt>
              <c:pt idx="411">
                <c:v>0.13203880275870133</c:v>
              </c:pt>
            </c:numLit>
          </c:yVal>
          <c:smooth val="0"/>
        </c:ser>
        <c:ser>
          <c:idx val="13"/>
          <c:order val="13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412"/>
              <c:pt idx="0">
                <c:v>9.031573647115259</c:v>
              </c:pt>
              <c:pt idx="1">
                <c:v>9.031573647115259</c:v>
              </c:pt>
              <c:pt idx="2">
                <c:v>9.031573647115259</c:v>
              </c:pt>
              <c:pt idx="3">
                <c:v>9.031573647115259</c:v>
              </c:pt>
              <c:pt idx="4">
                <c:v>9.031573647115259</c:v>
              </c:pt>
              <c:pt idx="5">
                <c:v>9.031573647115259</c:v>
              </c:pt>
              <c:pt idx="6">
                <c:v>9.031573647115259</c:v>
              </c:pt>
              <c:pt idx="7">
                <c:v>9.031573647115259</c:v>
              </c:pt>
              <c:pt idx="8">
                <c:v>9.031573647115259</c:v>
              </c:pt>
              <c:pt idx="9">
                <c:v>9.031573647115259</c:v>
              </c:pt>
              <c:pt idx="10">
                <c:v>9.031573647115259</c:v>
              </c:pt>
              <c:pt idx="11">
                <c:v>9.031573647115259</c:v>
              </c:pt>
              <c:pt idx="12">
                <c:v>9.031573647115259</c:v>
              </c:pt>
              <c:pt idx="13">
                <c:v>9.031573647115259</c:v>
              </c:pt>
              <c:pt idx="14">
                <c:v>9.031573647115259</c:v>
              </c:pt>
              <c:pt idx="15">
                <c:v>9.031573647115259</c:v>
              </c:pt>
              <c:pt idx="16">
                <c:v>9.031573647115259</c:v>
              </c:pt>
              <c:pt idx="17">
                <c:v>9.031573647115259</c:v>
              </c:pt>
              <c:pt idx="18">
                <c:v>9.031573647115259</c:v>
              </c:pt>
              <c:pt idx="19">
                <c:v>9.031573647115259</c:v>
              </c:pt>
              <c:pt idx="20">
                <c:v>9.031573647115259</c:v>
              </c:pt>
              <c:pt idx="21">
                <c:v>9.031573647115259</c:v>
              </c:pt>
              <c:pt idx="22">
                <c:v>9.031573647115259</c:v>
              </c:pt>
              <c:pt idx="23">
                <c:v>9.031573647115259</c:v>
              </c:pt>
              <c:pt idx="24">
                <c:v>9.031573647115259</c:v>
              </c:pt>
              <c:pt idx="25">
                <c:v>9.031573647115259</c:v>
              </c:pt>
              <c:pt idx="26">
                <c:v>9.031573647115259</c:v>
              </c:pt>
              <c:pt idx="27">
                <c:v>9.031573647115259</c:v>
              </c:pt>
              <c:pt idx="28">
                <c:v>9.031573647115259</c:v>
              </c:pt>
              <c:pt idx="29">
                <c:v>9.031573647115259</c:v>
              </c:pt>
              <c:pt idx="30">
                <c:v>9.031573647115259</c:v>
              </c:pt>
              <c:pt idx="31">
                <c:v>9.031573647115259</c:v>
              </c:pt>
              <c:pt idx="32">
                <c:v>9.031573647115259</c:v>
              </c:pt>
              <c:pt idx="33">
                <c:v>9.031573647115259</c:v>
              </c:pt>
              <c:pt idx="34">
                <c:v>9.031573647115259</c:v>
              </c:pt>
              <c:pt idx="35">
                <c:v>9.031573647115259</c:v>
              </c:pt>
              <c:pt idx="36">
                <c:v>9.031573647115259</c:v>
              </c:pt>
              <c:pt idx="37">
                <c:v>9.031573647115259</c:v>
              </c:pt>
              <c:pt idx="38">
                <c:v>9.031573647115259</c:v>
              </c:pt>
              <c:pt idx="39">
                <c:v>9.031573647115259</c:v>
              </c:pt>
              <c:pt idx="40">
                <c:v>9.031573647115259</c:v>
              </c:pt>
              <c:pt idx="41">
                <c:v>9.031573647115259</c:v>
              </c:pt>
              <c:pt idx="42">
                <c:v>9.031573647115259</c:v>
              </c:pt>
              <c:pt idx="43">
                <c:v>9.031573647115259</c:v>
              </c:pt>
              <c:pt idx="44">
                <c:v>9.031573647115259</c:v>
              </c:pt>
              <c:pt idx="45">
                <c:v>9.031573647115259</c:v>
              </c:pt>
              <c:pt idx="46">
                <c:v>9.031573647115259</c:v>
              </c:pt>
              <c:pt idx="47">
                <c:v>9.031573647115259</c:v>
              </c:pt>
              <c:pt idx="48">
                <c:v>9.031573647115259</c:v>
              </c:pt>
              <c:pt idx="49">
                <c:v>9.031573647115259</c:v>
              </c:pt>
              <c:pt idx="50">
                <c:v>9.031573647115259</c:v>
              </c:pt>
              <c:pt idx="51">
                <c:v>9.031573647115259</c:v>
              </c:pt>
              <c:pt idx="52">
                <c:v>9.031573647115259</c:v>
              </c:pt>
              <c:pt idx="53">
                <c:v>9.031573647115259</c:v>
              </c:pt>
              <c:pt idx="54">
                <c:v>9.031573647115259</c:v>
              </c:pt>
              <c:pt idx="55">
                <c:v>9.031573647115259</c:v>
              </c:pt>
              <c:pt idx="56">
                <c:v>9.031573647115259</c:v>
              </c:pt>
              <c:pt idx="57">
                <c:v>9.031573647115259</c:v>
              </c:pt>
              <c:pt idx="58">
                <c:v>9.031573647115259</c:v>
              </c:pt>
              <c:pt idx="59">
                <c:v>9.031573647115259</c:v>
              </c:pt>
              <c:pt idx="60">
                <c:v>9.031573647115259</c:v>
              </c:pt>
              <c:pt idx="61">
                <c:v>9.031573647115259</c:v>
              </c:pt>
              <c:pt idx="62">
                <c:v>9.031573647115259</c:v>
              </c:pt>
              <c:pt idx="63">
                <c:v>9.031573647115259</c:v>
              </c:pt>
              <c:pt idx="64">
                <c:v>9.031573647115259</c:v>
              </c:pt>
              <c:pt idx="65">
                <c:v>9.031573647115259</c:v>
              </c:pt>
              <c:pt idx="66">
                <c:v>9.031573647115259</c:v>
              </c:pt>
              <c:pt idx="67">
                <c:v>9.031573647115259</c:v>
              </c:pt>
              <c:pt idx="68">
                <c:v>9.031573647115259</c:v>
              </c:pt>
              <c:pt idx="69">
                <c:v>9.031573647115259</c:v>
              </c:pt>
              <c:pt idx="70">
                <c:v>9.031573647115259</c:v>
              </c:pt>
              <c:pt idx="71">
                <c:v>9.031573647115259</c:v>
              </c:pt>
              <c:pt idx="72">
                <c:v>9.031573647115259</c:v>
              </c:pt>
              <c:pt idx="73">
                <c:v>9.031573647115259</c:v>
              </c:pt>
              <c:pt idx="74">
                <c:v>9.031573647115259</c:v>
              </c:pt>
              <c:pt idx="75">
                <c:v>9.031573647115259</c:v>
              </c:pt>
              <c:pt idx="76">
                <c:v>9.031573647115259</c:v>
              </c:pt>
              <c:pt idx="77">
                <c:v>9.031573647115259</c:v>
              </c:pt>
              <c:pt idx="78">
                <c:v>9.031573647115259</c:v>
              </c:pt>
              <c:pt idx="79">
                <c:v>9.031573647115259</c:v>
              </c:pt>
              <c:pt idx="80">
                <c:v>9.031573647115259</c:v>
              </c:pt>
              <c:pt idx="81">
                <c:v>9.031573647115259</c:v>
              </c:pt>
              <c:pt idx="82">
                <c:v>9.031573647115259</c:v>
              </c:pt>
              <c:pt idx="83">
                <c:v>9.031573647115259</c:v>
              </c:pt>
              <c:pt idx="84">
                <c:v>9.031573647115259</c:v>
              </c:pt>
              <c:pt idx="85">
                <c:v>9.031573647115259</c:v>
              </c:pt>
              <c:pt idx="86">
                <c:v>9.031573647115259</c:v>
              </c:pt>
              <c:pt idx="87">
                <c:v>9.031573647115259</c:v>
              </c:pt>
              <c:pt idx="88">
                <c:v>9.031573647115259</c:v>
              </c:pt>
              <c:pt idx="89">
                <c:v>9.031573647115259</c:v>
              </c:pt>
              <c:pt idx="90">
                <c:v>9.031573647115259</c:v>
              </c:pt>
              <c:pt idx="91">
                <c:v>9.031573647115259</c:v>
              </c:pt>
              <c:pt idx="92">
                <c:v>9.031573647115259</c:v>
              </c:pt>
              <c:pt idx="93">
                <c:v>9.031573647115259</c:v>
              </c:pt>
              <c:pt idx="94">
                <c:v>9.031573647115259</c:v>
              </c:pt>
              <c:pt idx="95">
                <c:v>9.031573647115259</c:v>
              </c:pt>
              <c:pt idx="96">
                <c:v>9.031573647115259</c:v>
              </c:pt>
              <c:pt idx="97">
                <c:v>9.031573647115259</c:v>
              </c:pt>
              <c:pt idx="98">
                <c:v>9.031573647115259</c:v>
              </c:pt>
              <c:pt idx="99">
                <c:v>9.031573647115259</c:v>
              </c:pt>
              <c:pt idx="100">
                <c:v>9.031573647115259</c:v>
              </c:pt>
              <c:pt idx="101">
                <c:v>9.031573647115259</c:v>
              </c:pt>
              <c:pt idx="102">
                <c:v>9.031573647115259</c:v>
              </c:pt>
              <c:pt idx="103">
                <c:v>9.031573647115259</c:v>
              </c:pt>
              <c:pt idx="104">
                <c:v>9.031573647115259</c:v>
              </c:pt>
              <c:pt idx="105">
                <c:v>9.031573647115259</c:v>
              </c:pt>
              <c:pt idx="106">
                <c:v>9.031573647115259</c:v>
              </c:pt>
              <c:pt idx="107">
                <c:v>9.031573647115259</c:v>
              </c:pt>
              <c:pt idx="108">
                <c:v>9.031573647115259</c:v>
              </c:pt>
              <c:pt idx="109">
                <c:v>9.031573647115259</c:v>
              </c:pt>
              <c:pt idx="110">
                <c:v>9.031573647115259</c:v>
              </c:pt>
              <c:pt idx="111">
                <c:v>9.031573647115259</c:v>
              </c:pt>
              <c:pt idx="112">
                <c:v>9.031573647115259</c:v>
              </c:pt>
              <c:pt idx="113">
                <c:v>9.031573647115259</c:v>
              </c:pt>
              <c:pt idx="114">
                <c:v>9.031573647115259</c:v>
              </c:pt>
              <c:pt idx="115">
                <c:v>9.031573647115259</c:v>
              </c:pt>
              <c:pt idx="116">
                <c:v>9.031573647115259</c:v>
              </c:pt>
              <c:pt idx="117">
                <c:v>9.031573647115259</c:v>
              </c:pt>
              <c:pt idx="118">
                <c:v>9.031573647115259</c:v>
              </c:pt>
              <c:pt idx="119">
                <c:v>9.031573647115259</c:v>
              </c:pt>
              <c:pt idx="120">
                <c:v>9.031573647115259</c:v>
              </c:pt>
              <c:pt idx="121">
                <c:v>9.031573647115259</c:v>
              </c:pt>
              <c:pt idx="122">
                <c:v>9.031573647115259</c:v>
              </c:pt>
              <c:pt idx="123">
                <c:v>9.031573647115259</c:v>
              </c:pt>
              <c:pt idx="124">
                <c:v>9.031573647115259</c:v>
              </c:pt>
              <c:pt idx="125">
                <c:v>9.031573647115259</c:v>
              </c:pt>
              <c:pt idx="126">
                <c:v>9.031573647115259</c:v>
              </c:pt>
              <c:pt idx="127">
                <c:v>9.031573647115259</c:v>
              </c:pt>
              <c:pt idx="128">
                <c:v>9.031573647115259</c:v>
              </c:pt>
              <c:pt idx="129">
                <c:v>9.031573647115259</c:v>
              </c:pt>
              <c:pt idx="130">
                <c:v>9.031573647115259</c:v>
              </c:pt>
              <c:pt idx="131">
                <c:v>9.031573647115259</c:v>
              </c:pt>
              <c:pt idx="132">
                <c:v>9.031573647115259</c:v>
              </c:pt>
              <c:pt idx="133">
                <c:v>9.031573647115259</c:v>
              </c:pt>
              <c:pt idx="134">
                <c:v>9.031573647115259</c:v>
              </c:pt>
              <c:pt idx="135">
                <c:v>9.031573647115259</c:v>
              </c:pt>
              <c:pt idx="136">
                <c:v>9.031573647115259</c:v>
              </c:pt>
              <c:pt idx="137">
                <c:v>9.031573647115259</c:v>
              </c:pt>
              <c:pt idx="138">
                <c:v>9.031573647115259</c:v>
              </c:pt>
              <c:pt idx="139">
                <c:v>9.031573647115259</c:v>
              </c:pt>
              <c:pt idx="140">
                <c:v>9.031573647115259</c:v>
              </c:pt>
              <c:pt idx="141">
                <c:v>9.031573647115259</c:v>
              </c:pt>
              <c:pt idx="142">
                <c:v>9.031573647115259</c:v>
              </c:pt>
              <c:pt idx="143">
                <c:v>9.031573647115259</c:v>
              </c:pt>
              <c:pt idx="144">
                <c:v>9.031573647115259</c:v>
              </c:pt>
              <c:pt idx="145">
                <c:v>9.031573647115259</c:v>
              </c:pt>
              <c:pt idx="146">
                <c:v>9.031573647115259</c:v>
              </c:pt>
              <c:pt idx="147">
                <c:v>9.031573647115259</c:v>
              </c:pt>
              <c:pt idx="148">
                <c:v>9.031573647115259</c:v>
              </c:pt>
              <c:pt idx="149">
                <c:v>9.031573647115259</c:v>
              </c:pt>
              <c:pt idx="150">
                <c:v>9.031573647115259</c:v>
              </c:pt>
              <c:pt idx="151">
                <c:v>9.031573647115259</c:v>
              </c:pt>
              <c:pt idx="152">
                <c:v>9.031573647115259</c:v>
              </c:pt>
              <c:pt idx="153">
                <c:v>9.031573647115259</c:v>
              </c:pt>
              <c:pt idx="154">
                <c:v>9.031573647115259</c:v>
              </c:pt>
              <c:pt idx="155">
                <c:v>9.031573647115259</c:v>
              </c:pt>
              <c:pt idx="156">
                <c:v>9.031573647115259</c:v>
              </c:pt>
              <c:pt idx="157">
                <c:v>9.031573647115259</c:v>
              </c:pt>
              <c:pt idx="158">
                <c:v>9.031573647115259</c:v>
              </c:pt>
              <c:pt idx="159">
                <c:v>9.031573647115259</c:v>
              </c:pt>
              <c:pt idx="160">
                <c:v>9.031573647115259</c:v>
              </c:pt>
              <c:pt idx="161">
                <c:v>9.031573647115259</c:v>
              </c:pt>
              <c:pt idx="162">
                <c:v>9.031573647115259</c:v>
              </c:pt>
              <c:pt idx="163">
                <c:v>9.031573647115259</c:v>
              </c:pt>
              <c:pt idx="164">
                <c:v>9.031573647115259</c:v>
              </c:pt>
              <c:pt idx="165">
                <c:v>9.031573647115259</c:v>
              </c:pt>
              <c:pt idx="166">
                <c:v>9.031573647115259</c:v>
              </c:pt>
              <c:pt idx="167">
                <c:v>9.031573647115259</c:v>
              </c:pt>
              <c:pt idx="168">
                <c:v>9.031573647115259</c:v>
              </c:pt>
              <c:pt idx="169">
                <c:v>9.031573647115259</c:v>
              </c:pt>
              <c:pt idx="170">
                <c:v>9.031573647115259</c:v>
              </c:pt>
              <c:pt idx="171">
                <c:v>9.031573647115259</c:v>
              </c:pt>
              <c:pt idx="172">
                <c:v>9.031573647115259</c:v>
              </c:pt>
              <c:pt idx="173">
                <c:v>9.031573647115259</c:v>
              </c:pt>
              <c:pt idx="174">
                <c:v>9.031573647115259</c:v>
              </c:pt>
              <c:pt idx="175">
                <c:v>9.031573647115259</c:v>
              </c:pt>
              <c:pt idx="176">
                <c:v>9.031573647115259</c:v>
              </c:pt>
              <c:pt idx="177">
                <c:v>9.031573647115259</c:v>
              </c:pt>
              <c:pt idx="178">
                <c:v>9.031573647115259</c:v>
              </c:pt>
              <c:pt idx="179">
                <c:v>9.031573647115259</c:v>
              </c:pt>
              <c:pt idx="180">
                <c:v>9.031573647115259</c:v>
              </c:pt>
              <c:pt idx="181">
                <c:v>9.031573647115259</c:v>
              </c:pt>
              <c:pt idx="182">
                <c:v>9.031573647115259</c:v>
              </c:pt>
              <c:pt idx="183">
                <c:v>9.031573647115259</c:v>
              </c:pt>
              <c:pt idx="184">
                <c:v>9.031573647115259</c:v>
              </c:pt>
              <c:pt idx="185">
                <c:v>9.031573647115259</c:v>
              </c:pt>
              <c:pt idx="186">
                <c:v>9.031573647115259</c:v>
              </c:pt>
              <c:pt idx="187">
                <c:v>9.031573647115259</c:v>
              </c:pt>
              <c:pt idx="188">
                <c:v>9.031573647115259</c:v>
              </c:pt>
              <c:pt idx="189">
                <c:v>9.031573647115259</c:v>
              </c:pt>
              <c:pt idx="190">
                <c:v>9.031573647115259</c:v>
              </c:pt>
              <c:pt idx="191">
                <c:v>9.031573647115259</c:v>
              </c:pt>
              <c:pt idx="192">
                <c:v>9.031573647115259</c:v>
              </c:pt>
              <c:pt idx="193">
                <c:v>9.031573647115259</c:v>
              </c:pt>
              <c:pt idx="194">
                <c:v>9.031573647115259</c:v>
              </c:pt>
              <c:pt idx="195">
                <c:v>9.031573647115259</c:v>
              </c:pt>
              <c:pt idx="196">
                <c:v>9.031573647115259</c:v>
              </c:pt>
              <c:pt idx="197">
                <c:v>9.031573647115259</c:v>
              </c:pt>
              <c:pt idx="198">
                <c:v>9.031573647115259</c:v>
              </c:pt>
              <c:pt idx="199">
                <c:v>9.031573647115259</c:v>
              </c:pt>
              <c:pt idx="200">
                <c:v>9.031573647115259</c:v>
              </c:pt>
              <c:pt idx="201">
                <c:v>9.031573647115259</c:v>
              </c:pt>
              <c:pt idx="202">
                <c:v>9.031573647115259</c:v>
              </c:pt>
              <c:pt idx="203">
                <c:v>9.031573647115259</c:v>
              </c:pt>
              <c:pt idx="204">
                <c:v>9.031573647115259</c:v>
              </c:pt>
              <c:pt idx="205">
                <c:v>9.031573647115259</c:v>
              </c:pt>
              <c:pt idx="206">
                <c:v>9.031573647115259</c:v>
              </c:pt>
              <c:pt idx="207">
                <c:v>9.031573647115259</c:v>
              </c:pt>
              <c:pt idx="208">
                <c:v>9.031573647115259</c:v>
              </c:pt>
              <c:pt idx="209">
                <c:v>9.031573647115259</c:v>
              </c:pt>
              <c:pt idx="210">
                <c:v>9.031573647115259</c:v>
              </c:pt>
              <c:pt idx="211">
                <c:v>9.031573647115259</c:v>
              </c:pt>
              <c:pt idx="212">
                <c:v>9.031573647115259</c:v>
              </c:pt>
              <c:pt idx="213">
                <c:v>9.031573647115259</c:v>
              </c:pt>
              <c:pt idx="214">
                <c:v>9.031573647115259</c:v>
              </c:pt>
              <c:pt idx="215">
                <c:v>9.031573647115259</c:v>
              </c:pt>
              <c:pt idx="216">
                <c:v>9.031573647115259</c:v>
              </c:pt>
              <c:pt idx="217">
                <c:v>9.031573647115259</c:v>
              </c:pt>
              <c:pt idx="218">
                <c:v>9.031573647115259</c:v>
              </c:pt>
              <c:pt idx="219">
                <c:v>9.031573647115259</c:v>
              </c:pt>
              <c:pt idx="220">
                <c:v>9.031573647115259</c:v>
              </c:pt>
              <c:pt idx="221">
                <c:v>9.031573647115259</c:v>
              </c:pt>
              <c:pt idx="222">
                <c:v>9.031573647115259</c:v>
              </c:pt>
              <c:pt idx="223">
                <c:v>9.031573647115259</c:v>
              </c:pt>
              <c:pt idx="224">
                <c:v>9.031573647115259</c:v>
              </c:pt>
              <c:pt idx="225">
                <c:v>9.031573647115259</c:v>
              </c:pt>
              <c:pt idx="226">
                <c:v>9.031573647115259</c:v>
              </c:pt>
              <c:pt idx="227">
                <c:v>9.031573647115259</c:v>
              </c:pt>
              <c:pt idx="228">
                <c:v>9.031573647115259</c:v>
              </c:pt>
              <c:pt idx="229">
                <c:v>9.031573647115259</c:v>
              </c:pt>
              <c:pt idx="230">
                <c:v>9.031573647115259</c:v>
              </c:pt>
              <c:pt idx="231">
                <c:v>9.031573647115259</c:v>
              </c:pt>
              <c:pt idx="232">
                <c:v>9.031573647115259</c:v>
              </c:pt>
              <c:pt idx="233">
                <c:v>9.031573647115259</c:v>
              </c:pt>
              <c:pt idx="234">
                <c:v>9.031573647115259</c:v>
              </c:pt>
              <c:pt idx="235">
                <c:v>9.031573647115259</c:v>
              </c:pt>
              <c:pt idx="236">
                <c:v>9.031573647115259</c:v>
              </c:pt>
              <c:pt idx="237">
                <c:v>9.031573647115259</c:v>
              </c:pt>
              <c:pt idx="238">
                <c:v>9.031573647115259</c:v>
              </c:pt>
              <c:pt idx="239">
                <c:v>9.031573647115259</c:v>
              </c:pt>
              <c:pt idx="240">
                <c:v>9.031573647115259</c:v>
              </c:pt>
              <c:pt idx="241">
                <c:v>9.031573647115259</c:v>
              </c:pt>
              <c:pt idx="242">
                <c:v>9.031573647115259</c:v>
              </c:pt>
              <c:pt idx="243">
                <c:v>9.031573647115259</c:v>
              </c:pt>
              <c:pt idx="244">
                <c:v>9.031573647115259</c:v>
              </c:pt>
              <c:pt idx="245">
                <c:v>9.031573647115259</c:v>
              </c:pt>
              <c:pt idx="246">
                <c:v>9.031573647115259</c:v>
              </c:pt>
              <c:pt idx="247">
                <c:v>9.031573647115259</c:v>
              </c:pt>
              <c:pt idx="248">
                <c:v>9.031573647115259</c:v>
              </c:pt>
              <c:pt idx="249">
                <c:v>9.031573647115259</c:v>
              </c:pt>
              <c:pt idx="250">
                <c:v>9.031573647115259</c:v>
              </c:pt>
              <c:pt idx="251">
                <c:v>9.031573647115259</c:v>
              </c:pt>
              <c:pt idx="252">
                <c:v>9.031573647115259</c:v>
              </c:pt>
              <c:pt idx="253">
                <c:v>9.031573647115259</c:v>
              </c:pt>
              <c:pt idx="254">
                <c:v>9.031573647115259</c:v>
              </c:pt>
              <c:pt idx="255">
                <c:v>9.031573647115259</c:v>
              </c:pt>
              <c:pt idx="256">
                <c:v>9.031573647115259</c:v>
              </c:pt>
              <c:pt idx="257">
                <c:v>9.031573647115259</c:v>
              </c:pt>
              <c:pt idx="258">
                <c:v>9.031573647115259</c:v>
              </c:pt>
              <c:pt idx="259">
                <c:v>9.031573647115259</c:v>
              </c:pt>
              <c:pt idx="260">
                <c:v>9.031573647115259</c:v>
              </c:pt>
              <c:pt idx="261">
                <c:v>9.031573647115259</c:v>
              </c:pt>
              <c:pt idx="262">
                <c:v>9.031573647115259</c:v>
              </c:pt>
              <c:pt idx="263">
                <c:v>9.031573647115259</c:v>
              </c:pt>
              <c:pt idx="264">
                <c:v>9.031573647115259</c:v>
              </c:pt>
              <c:pt idx="265">
                <c:v>9.031573647115259</c:v>
              </c:pt>
              <c:pt idx="266">
                <c:v>9.031573647115259</c:v>
              </c:pt>
              <c:pt idx="267">
                <c:v>9.031573647115259</c:v>
              </c:pt>
              <c:pt idx="268">
                <c:v>9.031573647115259</c:v>
              </c:pt>
              <c:pt idx="269">
                <c:v>9.031573647115259</c:v>
              </c:pt>
              <c:pt idx="270">
                <c:v>9.031573647115259</c:v>
              </c:pt>
              <c:pt idx="271">
                <c:v>9.031573647115259</c:v>
              </c:pt>
              <c:pt idx="272">
                <c:v>9.031573647115259</c:v>
              </c:pt>
              <c:pt idx="273">
                <c:v>9.031573647115259</c:v>
              </c:pt>
              <c:pt idx="274">
                <c:v>9.031573647115259</c:v>
              </c:pt>
              <c:pt idx="275">
                <c:v>9.031573647115259</c:v>
              </c:pt>
              <c:pt idx="276">
                <c:v>9.031573647115259</c:v>
              </c:pt>
              <c:pt idx="277">
                <c:v>9.031573647115259</c:v>
              </c:pt>
              <c:pt idx="278">
                <c:v>9.031573647115259</c:v>
              </c:pt>
              <c:pt idx="279">
                <c:v>9.031573647115259</c:v>
              </c:pt>
              <c:pt idx="280">
                <c:v>9.031573647115259</c:v>
              </c:pt>
              <c:pt idx="281">
                <c:v>9.031573647115259</c:v>
              </c:pt>
              <c:pt idx="282">
                <c:v>9.031573647115259</c:v>
              </c:pt>
              <c:pt idx="283">
                <c:v>9.031573647115259</c:v>
              </c:pt>
              <c:pt idx="284">
                <c:v>9.031573647115259</c:v>
              </c:pt>
              <c:pt idx="285">
                <c:v>9.031573647115259</c:v>
              </c:pt>
              <c:pt idx="286">
                <c:v>9.031573647115259</c:v>
              </c:pt>
              <c:pt idx="287">
                <c:v>9.031573647115259</c:v>
              </c:pt>
              <c:pt idx="288">
                <c:v>9.031573647115259</c:v>
              </c:pt>
              <c:pt idx="289">
                <c:v>9.031573647115259</c:v>
              </c:pt>
              <c:pt idx="290">
                <c:v>9.031573647115259</c:v>
              </c:pt>
              <c:pt idx="291">
                <c:v>9.031573647115259</c:v>
              </c:pt>
              <c:pt idx="292">
                <c:v>9.031573647115259</c:v>
              </c:pt>
              <c:pt idx="293">
                <c:v>9.031573647115259</c:v>
              </c:pt>
              <c:pt idx="294">
                <c:v>9.031573647115259</c:v>
              </c:pt>
              <c:pt idx="295">
                <c:v>9.031573647115259</c:v>
              </c:pt>
              <c:pt idx="296">
                <c:v>9.031573647115259</c:v>
              </c:pt>
              <c:pt idx="297">
                <c:v>9.031573647115259</c:v>
              </c:pt>
              <c:pt idx="298">
                <c:v>9.031573647115259</c:v>
              </c:pt>
              <c:pt idx="299">
                <c:v>9.031573647115259</c:v>
              </c:pt>
              <c:pt idx="300">
                <c:v>9.031573647115259</c:v>
              </c:pt>
              <c:pt idx="301">
                <c:v>9.031573647115259</c:v>
              </c:pt>
              <c:pt idx="302">
                <c:v>9.031573647115259</c:v>
              </c:pt>
              <c:pt idx="303">
                <c:v>9.031573647115259</c:v>
              </c:pt>
              <c:pt idx="304">
                <c:v>9.031573647115259</c:v>
              </c:pt>
              <c:pt idx="305">
                <c:v>9.031573647115259</c:v>
              </c:pt>
              <c:pt idx="306">
                <c:v>9.031573647115259</c:v>
              </c:pt>
              <c:pt idx="307">
                <c:v>9.031573647115259</c:v>
              </c:pt>
              <c:pt idx="308">
                <c:v>9.031573647115259</c:v>
              </c:pt>
              <c:pt idx="309">
                <c:v>9.031573647115259</c:v>
              </c:pt>
              <c:pt idx="310">
                <c:v>9.031573647115259</c:v>
              </c:pt>
              <c:pt idx="311">
                <c:v>9.031573647115259</c:v>
              </c:pt>
              <c:pt idx="312">
                <c:v>9.031573647115259</c:v>
              </c:pt>
              <c:pt idx="313">
                <c:v>9.031573647115259</c:v>
              </c:pt>
              <c:pt idx="314">
                <c:v>9.031573647115259</c:v>
              </c:pt>
              <c:pt idx="315">
                <c:v>9.031573647115259</c:v>
              </c:pt>
              <c:pt idx="316">
                <c:v>9.031573647115259</c:v>
              </c:pt>
              <c:pt idx="317">
                <c:v>9.031573647115259</c:v>
              </c:pt>
              <c:pt idx="318">
                <c:v>9.031573647115259</c:v>
              </c:pt>
              <c:pt idx="319">
                <c:v>9.031573647115259</c:v>
              </c:pt>
              <c:pt idx="320">
                <c:v>9.031573647115259</c:v>
              </c:pt>
              <c:pt idx="321">
                <c:v>9.031573647115259</c:v>
              </c:pt>
              <c:pt idx="322">
                <c:v>9.031573647115259</c:v>
              </c:pt>
              <c:pt idx="323">
                <c:v>9.031573647115259</c:v>
              </c:pt>
              <c:pt idx="324">
                <c:v>9.031573647115259</c:v>
              </c:pt>
              <c:pt idx="325">
                <c:v>9.031573647115259</c:v>
              </c:pt>
              <c:pt idx="326">
                <c:v>9.031573647115259</c:v>
              </c:pt>
              <c:pt idx="327">
                <c:v>9.031573647115259</c:v>
              </c:pt>
              <c:pt idx="328">
                <c:v>9.031573647115259</c:v>
              </c:pt>
              <c:pt idx="329">
                <c:v>9.031573647115259</c:v>
              </c:pt>
              <c:pt idx="330">
                <c:v>9.031573647115259</c:v>
              </c:pt>
              <c:pt idx="331">
                <c:v>9.031573647115259</c:v>
              </c:pt>
              <c:pt idx="332">
                <c:v>9.031573647115259</c:v>
              </c:pt>
              <c:pt idx="333">
                <c:v>9.031573647115259</c:v>
              </c:pt>
              <c:pt idx="334">
                <c:v>9.031573647115259</c:v>
              </c:pt>
              <c:pt idx="335">
                <c:v>9.031573647115259</c:v>
              </c:pt>
              <c:pt idx="336">
                <c:v>9.031573647115259</c:v>
              </c:pt>
              <c:pt idx="337">
                <c:v>9.031573647115259</c:v>
              </c:pt>
              <c:pt idx="338">
                <c:v>9.031573647115259</c:v>
              </c:pt>
              <c:pt idx="339">
                <c:v>9.031573647115259</c:v>
              </c:pt>
              <c:pt idx="340">
                <c:v>9.031573647115259</c:v>
              </c:pt>
              <c:pt idx="341">
                <c:v>9.031573647115259</c:v>
              </c:pt>
              <c:pt idx="342">
                <c:v>9.031573647115259</c:v>
              </c:pt>
              <c:pt idx="343">
                <c:v>9.031573647115259</c:v>
              </c:pt>
              <c:pt idx="344">
                <c:v>9.031573647115259</c:v>
              </c:pt>
              <c:pt idx="345">
                <c:v>9.031573647115259</c:v>
              </c:pt>
              <c:pt idx="346">
                <c:v>9.031573647115259</c:v>
              </c:pt>
              <c:pt idx="347">
                <c:v>9.031573647115259</c:v>
              </c:pt>
              <c:pt idx="348">
                <c:v>9.031573647115259</c:v>
              </c:pt>
              <c:pt idx="349">
                <c:v>9.031573647115259</c:v>
              </c:pt>
              <c:pt idx="350">
                <c:v>9.031573647115259</c:v>
              </c:pt>
              <c:pt idx="351">
                <c:v>9.031573647115259</c:v>
              </c:pt>
              <c:pt idx="352">
                <c:v>9.031573647115259</c:v>
              </c:pt>
              <c:pt idx="353">
                <c:v>9.031573647115259</c:v>
              </c:pt>
              <c:pt idx="354">
                <c:v>9.031573647115259</c:v>
              </c:pt>
              <c:pt idx="355">
                <c:v>9.031573647115259</c:v>
              </c:pt>
              <c:pt idx="356">
                <c:v>9.031573647115259</c:v>
              </c:pt>
              <c:pt idx="357">
                <c:v>9.031573647115259</c:v>
              </c:pt>
              <c:pt idx="358">
                <c:v>9.031573647115259</c:v>
              </c:pt>
              <c:pt idx="359">
                <c:v>9.031573647115259</c:v>
              </c:pt>
              <c:pt idx="360">
                <c:v>9.031573647115259</c:v>
              </c:pt>
              <c:pt idx="361">
                <c:v>9.031573647115259</c:v>
              </c:pt>
              <c:pt idx="362">
                <c:v>9.031573647115259</c:v>
              </c:pt>
              <c:pt idx="363">
                <c:v>9.031573647115259</c:v>
              </c:pt>
              <c:pt idx="364">
                <c:v>9.031573647115259</c:v>
              </c:pt>
              <c:pt idx="365">
                <c:v>9.031573647115259</c:v>
              </c:pt>
              <c:pt idx="366">
                <c:v>9.031573647115259</c:v>
              </c:pt>
              <c:pt idx="367">
                <c:v>9.031573647115259</c:v>
              </c:pt>
              <c:pt idx="368">
                <c:v>9.031573647115259</c:v>
              </c:pt>
              <c:pt idx="369">
                <c:v>9.031573647115259</c:v>
              </c:pt>
              <c:pt idx="370">
                <c:v>9.031573647115259</c:v>
              </c:pt>
              <c:pt idx="371">
                <c:v>9.031573647115259</c:v>
              </c:pt>
              <c:pt idx="372">
                <c:v>9.031573647115259</c:v>
              </c:pt>
              <c:pt idx="373">
                <c:v>9.031573647115259</c:v>
              </c:pt>
              <c:pt idx="374">
                <c:v>9.031573647115259</c:v>
              </c:pt>
              <c:pt idx="375">
                <c:v>9.031573647115259</c:v>
              </c:pt>
              <c:pt idx="376">
                <c:v>9.031573647115259</c:v>
              </c:pt>
              <c:pt idx="377">
                <c:v>9.031573647115259</c:v>
              </c:pt>
              <c:pt idx="378">
                <c:v>9.031573647115259</c:v>
              </c:pt>
              <c:pt idx="379">
                <c:v>9.031573647115259</c:v>
              </c:pt>
              <c:pt idx="380">
                <c:v>9.031573647115259</c:v>
              </c:pt>
              <c:pt idx="381">
                <c:v>9.031573647115259</c:v>
              </c:pt>
              <c:pt idx="382">
                <c:v>9.031573647115259</c:v>
              </c:pt>
              <c:pt idx="383">
                <c:v>9.031573647115259</c:v>
              </c:pt>
              <c:pt idx="384">
                <c:v>9.031573647115259</c:v>
              </c:pt>
              <c:pt idx="385">
                <c:v>9.031573647115259</c:v>
              </c:pt>
              <c:pt idx="386">
                <c:v>9.031573647115259</c:v>
              </c:pt>
              <c:pt idx="387">
                <c:v>9.031573647115259</c:v>
              </c:pt>
              <c:pt idx="388">
                <c:v>9.031573647115259</c:v>
              </c:pt>
              <c:pt idx="389">
                <c:v>9.031573647115259</c:v>
              </c:pt>
              <c:pt idx="390">
                <c:v>9.031573647115259</c:v>
              </c:pt>
              <c:pt idx="391">
                <c:v>9.031573647115259</c:v>
              </c:pt>
              <c:pt idx="392">
                <c:v>9.031573647115259</c:v>
              </c:pt>
              <c:pt idx="393">
                <c:v>9.031573647115259</c:v>
              </c:pt>
              <c:pt idx="394">
                <c:v>9.031573647115259</c:v>
              </c:pt>
              <c:pt idx="395">
                <c:v>9.031573647115259</c:v>
              </c:pt>
              <c:pt idx="396">
                <c:v>9.031573647115259</c:v>
              </c:pt>
              <c:pt idx="397">
                <c:v>9.031573647115259</c:v>
              </c:pt>
              <c:pt idx="398">
                <c:v>9.031573647115259</c:v>
              </c:pt>
              <c:pt idx="399">
                <c:v>9.031573647115259</c:v>
              </c:pt>
              <c:pt idx="400">
                <c:v>9.031573647115259</c:v>
              </c:pt>
              <c:pt idx="401">
                <c:v>9.031573647115259</c:v>
              </c:pt>
              <c:pt idx="402">
                <c:v>9.031573647115259</c:v>
              </c:pt>
              <c:pt idx="403">
                <c:v>9.031573647115259</c:v>
              </c:pt>
              <c:pt idx="404">
                <c:v>9.031573647115259</c:v>
              </c:pt>
              <c:pt idx="405">
                <c:v>9.031573647115259</c:v>
              </c:pt>
              <c:pt idx="406">
                <c:v>9.031573647115259</c:v>
              </c:pt>
              <c:pt idx="407">
                <c:v>9.031573647115259</c:v>
              </c:pt>
              <c:pt idx="408">
                <c:v>9.031573647115259</c:v>
              </c:pt>
              <c:pt idx="409">
                <c:v>9.031573647115259</c:v>
              </c:pt>
              <c:pt idx="410">
                <c:v>9.031573647115259</c:v>
              </c:pt>
              <c:pt idx="411">
                <c:v>9.031573647115259</c:v>
              </c:pt>
            </c:numLit>
          </c:xVal>
          <c:yVal>
            <c:numLit>
              <c:formatCode>0.0</c:formatCode>
              <c:ptCount val="412"/>
              <c:pt idx="0">
                <c:v>0.13203880275870133</c:v>
              </c:pt>
              <c:pt idx="1">
                <c:v>0.13203880275870133</c:v>
              </c:pt>
              <c:pt idx="2">
                <c:v>0.13203880275870133</c:v>
              </c:pt>
              <c:pt idx="3">
                <c:v>0.13203880275870133</c:v>
              </c:pt>
              <c:pt idx="4">
                <c:v>0.13203880275870133</c:v>
              </c:pt>
              <c:pt idx="5">
                <c:v>0.13203880275870133</c:v>
              </c:pt>
              <c:pt idx="6">
                <c:v>0.13203880275870133</c:v>
              </c:pt>
              <c:pt idx="7">
                <c:v>0.13203880275870133</c:v>
              </c:pt>
              <c:pt idx="8">
                <c:v>0.13203880275870133</c:v>
              </c:pt>
              <c:pt idx="9">
                <c:v>0.13203880275870133</c:v>
              </c:pt>
              <c:pt idx="10">
                <c:v>0.13203880275870133</c:v>
              </c:pt>
              <c:pt idx="11">
                <c:v>0.13203880275870133</c:v>
              </c:pt>
              <c:pt idx="12">
                <c:v>0.13203880275870133</c:v>
              </c:pt>
              <c:pt idx="13">
                <c:v>0.13203880275870133</c:v>
              </c:pt>
              <c:pt idx="14">
                <c:v>0.13203880275870133</c:v>
              </c:pt>
              <c:pt idx="15">
                <c:v>0.13203880275870133</c:v>
              </c:pt>
              <c:pt idx="16">
                <c:v>0.13203880275870133</c:v>
              </c:pt>
              <c:pt idx="17">
                <c:v>0.13203880275870133</c:v>
              </c:pt>
              <c:pt idx="18">
                <c:v>0.13203880275870133</c:v>
              </c:pt>
              <c:pt idx="19">
                <c:v>0.13203880275870133</c:v>
              </c:pt>
              <c:pt idx="20">
                <c:v>0.13203880275870133</c:v>
              </c:pt>
              <c:pt idx="21">
                <c:v>0.13203880275870133</c:v>
              </c:pt>
              <c:pt idx="22">
                <c:v>0.13203880275870133</c:v>
              </c:pt>
              <c:pt idx="23">
                <c:v>0.13203880275870133</c:v>
              </c:pt>
              <c:pt idx="24">
                <c:v>0.13203880275870133</c:v>
              </c:pt>
              <c:pt idx="25">
                <c:v>0.13203880275870133</c:v>
              </c:pt>
              <c:pt idx="26">
                <c:v>0.13203880275870133</c:v>
              </c:pt>
              <c:pt idx="27">
                <c:v>0.13203880275870133</c:v>
              </c:pt>
              <c:pt idx="28">
                <c:v>0.13203880275870133</c:v>
              </c:pt>
              <c:pt idx="29">
                <c:v>0.13203880275870133</c:v>
              </c:pt>
              <c:pt idx="30">
                <c:v>0.13203880275870133</c:v>
              </c:pt>
              <c:pt idx="31">
                <c:v>0.13203880275870133</c:v>
              </c:pt>
              <c:pt idx="32">
                <c:v>0.13203880275870133</c:v>
              </c:pt>
              <c:pt idx="33">
                <c:v>0.13203880275870133</c:v>
              </c:pt>
              <c:pt idx="34">
                <c:v>0.13203880275870133</c:v>
              </c:pt>
              <c:pt idx="35">
                <c:v>0.13203880275870133</c:v>
              </c:pt>
              <c:pt idx="36">
                <c:v>0.13203880275870133</c:v>
              </c:pt>
              <c:pt idx="37">
                <c:v>0.13203880275870133</c:v>
              </c:pt>
              <c:pt idx="38">
                <c:v>0.13203880275870133</c:v>
              </c:pt>
              <c:pt idx="39">
                <c:v>0.13203880275870133</c:v>
              </c:pt>
              <c:pt idx="40">
                <c:v>0.13203880275870133</c:v>
              </c:pt>
              <c:pt idx="41">
                <c:v>0.13203880275870133</c:v>
              </c:pt>
              <c:pt idx="42">
                <c:v>0.13203880275870133</c:v>
              </c:pt>
              <c:pt idx="43">
                <c:v>0.13203880275870133</c:v>
              </c:pt>
              <c:pt idx="44">
                <c:v>0.13203880275870133</c:v>
              </c:pt>
              <c:pt idx="45">
                <c:v>0.13203880275870133</c:v>
              </c:pt>
              <c:pt idx="46">
                <c:v>0.13203880275870133</c:v>
              </c:pt>
              <c:pt idx="47">
                <c:v>0.13203880275870133</c:v>
              </c:pt>
              <c:pt idx="48">
                <c:v>0.13203880275870133</c:v>
              </c:pt>
              <c:pt idx="49">
                <c:v>0.13203880275870133</c:v>
              </c:pt>
              <c:pt idx="50">
                <c:v>0.13203880275870133</c:v>
              </c:pt>
              <c:pt idx="51">
                <c:v>0.13203880275870133</c:v>
              </c:pt>
              <c:pt idx="52">
                <c:v>0.13203880275870133</c:v>
              </c:pt>
              <c:pt idx="53">
                <c:v>0.13203880275870133</c:v>
              </c:pt>
              <c:pt idx="54">
                <c:v>0.13203880275870133</c:v>
              </c:pt>
              <c:pt idx="55">
                <c:v>0.13203880275870133</c:v>
              </c:pt>
              <c:pt idx="56">
                <c:v>0.13203880275870133</c:v>
              </c:pt>
              <c:pt idx="57">
                <c:v>0.13203880275870133</c:v>
              </c:pt>
              <c:pt idx="58">
                <c:v>0.13203880275870133</c:v>
              </c:pt>
              <c:pt idx="59">
                <c:v>0.13203880275870133</c:v>
              </c:pt>
              <c:pt idx="60">
                <c:v>0.13203880275870133</c:v>
              </c:pt>
              <c:pt idx="61">
                <c:v>0.13203880275870133</c:v>
              </c:pt>
              <c:pt idx="62">
                <c:v>0.13203880275870133</c:v>
              </c:pt>
              <c:pt idx="63">
                <c:v>0.13203880275870133</c:v>
              </c:pt>
              <c:pt idx="64">
                <c:v>0.13203880275870133</c:v>
              </c:pt>
              <c:pt idx="65">
                <c:v>0.13203880275870133</c:v>
              </c:pt>
              <c:pt idx="66">
                <c:v>0.13203880275870133</c:v>
              </c:pt>
              <c:pt idx="67">
                <c:v>0.13203880275870133</c:v>
              </c:pt>
              <c:pt idx="68">
                <c:v>0.13203880275870133</c:v>
              </c:pt>
              <c:pt idx="69">
                <c:v>0.13203880275870133</c:v>
              </c:pt>
              <c:pt idx="70">
                <c:v>0.13203880275870133</c:v>
              </c:pt>
              <c:pt idx="71">
                <c:v>0.13203880275870133</c:v>
              </c:pt>
              <c:pt idx="72">
                <c:v>0.13203880275870133</c:v>
              </c:pt>
              <c:pt idx="73">
                <c:v>0.13203880275870133</c:v>
              </c:pt>
              <c:pt idx="74">
                <c:v>0.13203880275870133</c:v>
              </c:pt>
              <c:pt idx="75">
                <c:v>0.13203880275870133</c:v>
              </c:pt>
              <c:pt idx="76">
                <c:v>0.13203880275870133</c:v>
              </c:pt>
              <c:pt idx="77">
                <c:v>0.13203880275870133</c:v>
              </c:pt>
              <c:pt idx="78">
                <c:v>0.13203880275870133</c:v>
              </c:pt>
              <c:pt idx="79">
                <c:v>0.13203880275870133</c:v>
              </c:pt>
              <c:pt idx="80">
                <c:v>0.13203880275870133</c:v>
              </c:pt>
              <c:pt idx="81">
                <c:v>0.13203880275870133</c:v>
              </c:pt>
              <c:pt idx="82">
                <c:v>0.13203880275870133</c:v>
              </c:pt>
              <c:pt idx="83">
                <c:v>0.13203880275870133</c:v>
              </c:pt>
              <c:pt idx="84">
                <c:v>0.13203880275870133</c:v>
              </c:pt>
              <c:pt idx="85">
                <c:v>0.13203880275870133</c:v>
              </c:pt>
              <c:pt idx="86">
                <c:v>0.13203880275870133</c:v>
              </c:pt>
              <c:pt idx="87">
                <c:v>0.13203880275870133</c:v>
              </c:pt>
              <c:pt idx="88">
                <c:v>0.13203880275870133</c:v>
              </c:pt>
              <c:pt idx="89">
                <c:v>0.13203880275870133</c:v>
              </c:pt>
              <c:pt idx="90">
                <c:v>0.13203880275870133</c:v>
              </c:pt>
              <c:pt idx="91">
                <c:v>0.13203880275870133</c:v>
              </c:pt>
              <c:pt idx="92">
                <c:v>0.13203880275870133</c:v>
              </c:pt>
              <c:pt idx="93">
                <c:v>0.13203880275870133</c:v>
              </c:pt>
              <c:pt idx="94">
                <c:v>0.13203880275870133</c:v>
              </c:pt>
              <c:pt idx="95">
                <c:v>0.13203880275870133</c:v>
              </c:pt>
              <c:pt idx="96">
                <c:v>0.13203880275870133</c:v>
              </c:pt>
              <c:pt idx="97">
                <c:v>0.13203880275870133</c:v>
              </c:pt>
              <c:pt idx="98">
                <c:v>0.13203880275870133</c:v>
              </c:pt>
              <c:pt idx="99">
                <c:v>0.13203880275870133</c:v>
              </c:pt>
              <c:pt idx="100">
                <c:v>0.13203880275870133</c:v>
              </c:pt>
              <c:pt idx="101">
                <c:v>0.13203880275870133</c:v>
              </c:pt>
              <c:pt idx="102">
                <c:v>0.13203880275870133</c:v>
              </c:pt>
              <c:pt idx="103">
                <c:v>0.13203880275870133</c:v>
              </c:pt>
              <c:pt idx="104">
                <c:v>0.13203880275870133</c:v>
              </c:pt>
              <c:pt idx="105">
                <c:v>0.13203880275870133</c:v>
              </c:pt>
              <c:pt idx="106">
                <c:v>0.13203880275870133</c:v>
              </c:pt>
              <c:pt idx="107">
                <c:v>0.13203880275870133</c:v>
              </c:pt>
              <c:pt idx="108">
                <c:v>0.13203880275870133</c:v>
              </c:pt>
              <c:pt idx="109">
                <c:v>0.13203880275870133</c:v>
              </c:pt>
              <c:pt idx="110">
                <c:v>0.13203880275870133</c:v>
              </c:pt>
              <c:pt idx="111">
                <c:v>0.13203880275870133</c:v>
              </c:pt>
              <c:pt idx="112">
                <c:v>0.13203880275870133</c:v>
              </c:pt>
              <c:pt idx="113">
                <c:v>0.13203880275870133</c:v>
              </c:pt>
              <c:pt idx="114">
                <c:v>0.13203880275870133</c:v>
              </c:pt>
              <c:pt idx="115">
                <c:v>0.13203880275870133</c:v>
              </c:pt>
              <c:pt idx="116">
                <c:v>0.13203880275870133</c:v>
              </c:pt>
              <c:pt idx="117">
                <c:v>0.13203880275870133</c:v>
              </c:pt>
              <c:pt idx="118">
                <c:v>0.13203880275870133</c:v>
              </c:pt>
              <c:pt idx="119">
                <c:v>0.13203880275870133</c:v>
              </c:pt>
              <c:pt idx="120">
                <c:v>0.13203880275870133</c:v>
              </c:pt>
              <c:pt idx="121">
                <c:v>0.13203880275870133</c:v>
              </c:pt>
              <c:pt idx="122">
                <c:v>0.13203880275870133</c:v>
              </c:pt>
              <c:pt idx="123">
                <c:v>0.13203880275870133</c:v>
              </c:pt>
              <c:pt idx="124">
                <c:v>0.13203880275870133</c:v>
              </c:pt>
              <c:pt idx="125">
                <c:v>0.13203880275870133</c:v>
              </c:pt>
              <c:pt idx="126">
                <c:v>0.13203880275870133</c:v>
              </c:pt>
              <c:pt idx="127">
                <c:v>0.13203880275870133</c:v>
              </c:pt>
              <c:pt idx="128">
                <c:v>0.13203880275870133</c:v>
              </c:pt>
              <c:pt idx="129">
                <c:v>0.13203880275870133</c:v>
              </c:pt>
              <c:pt idx="130">
                <c:v>0.13203880275870133</c:v>
              </c:pt>
              <c:pt idx="131">
                <c:v>0.13203880275870133</c:v>
              </c:pt>
              <c:pt idx="132">
                <c:v>0.13203880275870133</c:v>
              </c:pt>
              <c:pt idx="133">
                <c:v>0.13203880275870133</c:v>
              </c:pt>
              <c:pt idx="134">
                <c:v>0.13203880275870133</c:v>
              </c:pt>
              <c:pt idx="135">
                <c:v>0.13203880275870133</c:v>
              </c:pt>
              <c:pt idx="136">
                <c:v>0.13203880275870133</c:v>
              </c:pt>
              <c:pt idx="137">
                <c:v>0.13203880275870133</c:v>
              </c:pt>
              <c:pt idx="138">
                <c:v>0.13203880275870133</c:v>
              </c:pt>
              <c:pt idx="139">
                <c:v>0.13203880275870133</c:v>
              </c:pt>
              <c:pt idx="140">
                <c:v>0.13203880275870133</c:v>
              </c:pt>
              <c:pt idx="141">
                <c:v>0.13203880275870133</c:v>
              </c:pt>
              <c:pt idx="142">
                <c:v>0.13203880275870133</c:v>
              </c:pt>
              <c:pt idx="143">
                <c:v>0.13203880275870133</c:v>
              </c:pt>
              <c:pt idx="144">
                <c:v>0.13203880275870133</c:v>
              </c:pt>
              <c:pt idx="145">
                <c:v>0.13203880275870133</c:v>
              </c:pt>
              <c:pt idx="146">
                <c:v>0.13203880275870133</c:v>
              </c:pt>
              <c:pt idx="147">
                <c:v>0.13203880275870133</c:v>
              </c:pt>
              <c:pt idx="148">
                <c:v>0.13203880275870133</c:v>
              </c:pt>
              <c:pt idx="149">
                <c:v>0.13203880275870133</c:v>
              </c:pt>
              <c:pt idx="150">
                <c:v>0.13203880275870133</c:v>
              </c:pt>
              <c:pt idx="151">
                <c:v>0.13203880275870133</c:v>
              </c:pt>
              <c:pt idx="152">
                <c:v>0.13203880275870133</c:v>
              </c:pt>
              <c:pt idx="153">
                <c:v>0.13203880275870133</c:v>
              </c:pt>
              <c:pt idx="154">
                <c:v>0.13203880275870133</c:v>
              </c:pt>
              <c:pt idx="155">
                <c:v>0.13203880275870133</c:v>
              </c:pt>
              <c:pt idx="156">
                <c:v>0.13203880275870133</c:v>
              </c:pt>
              <c:pt idx="157">
                <c:v>0.13203880275870133</c:v>
              </c:pt>
              <c:pt idx="158">
                <c:v>0.13203880275870133</c:v>
              </c:pt>
              <c:pt idx="159">
                <c:v>0.13203880275870133</c:v>
              </c:pt>
              <c:pt idx="160">
                <c:v>0.13203880275870133</c:v>
              </c:pt>
              <c:pt idx="161">
                <c:v>0.13203880275870133</c:v>
              </c:pt>
              <c:pt idx="162">
                <c:v>0.13203880275870133</c:v>
              </c:pt>
              <c:pt idx="163">
                <c:v>0.13203880275870133</c:v>
              </c:pt>
              <c:pt idx="164">
                <c:v>0.13203880275870133</c:v>
              </c:pt>
              <c:pt idx="165">
                <c:v>0.13203880275870133</c:v>
              </c:pt>
              <c:pt idx="166">
                <c:v>0.13203880275870133</c:v>
              </c:pt>
              <c:pt idx="167">
                <c:v>0.13203880275870133</c:v>
              </c:pt>
              <c:pt idx="168">
                <c:v>0.13203880275870133</c:v>
              </c:pt>
              <c:pt idx="169">
                <c:v>0.13203880275870133</c:v>
              </c:pt>
              <c:pt idx="170">
                <c:v>0.13203880275870133</c:v>
              </c:pt>
              <c:pt idx="171">
                <c:v>0.13203880275870133</c:v>
              </c:pt>
              <c:pt idx="172">
                <c:v>0.13203880275870133</c:v>
              </c:pt>
              <c:pt idx="173">
                <c:v>0.13203880275870133</c:v>
              </c:pt>
              <c:pt idx="174">
                <c:v>0.13203880275870133</c:v>
              </c:pt>
              <c:pt idx="175">
                <c:v>0.13203880275870133</c:v>
              </c:pt>
              <c:pt idx="176">
                <c:v>0.13203880275870133</c:v>
              </c:pt>
              <c:pt idx="177">
                <c:v>0.13203880275870133</c:v>
              </c:pt>
              <c:pt idx="178">
                <c:v>0.13203880275870133</c:v>
              </c:pt>
              <c:pt idx="179">
                <c:v>0.13203880275870133</c:v>
              </c:pt>
              <c:pt idx="180">
                <c:v>0.13203880275870133</c:v>
              </c:pt>
              <c:pt idx="181">
                <c:v>0.13203880275870133</c:v>
              </c:pt>
              <c:pt idx="182">
                <c:v>0.13203880275870133</c:v>
              </c:pt>
              <c:pt idx="183">
                <c:v>0.13203880275870133</c:v>
              </c:pt>
              <c:pt idx="184">
                <c:v>0.13203880275870133</c:v>
              </c:pt>
              <c:pt idx="185">
                <c:v>0.13203880275870133</c:v>
              </c:pt>
              <c:pt idx="186">
                <c:v>0.13203880275870133</c:v>
              </c:pt>
              <c:pt idx="187">
                <c:v>0.13203880275870133</c:v>
              </c:pt>
              <c:pt idx="188">
                <c:v>0.13203880275870133</c:v>
              </c:pt>
              <c:pt idx="189">
                <c:v>0.13203880275870133</c:v>
              </c:pt>
              <c:pt idx="190">
                <c:v>0.13203880275870133</c:v>
              </c:pt>
              <c:pt idx="191">
                <c:v>0.13203880275870133</c:v>
              </c:pt>
              <c:pt idx="192">
                <c:v>0.13203880275870133</c:v>
              </c:pt>
              <c:pt idx="193">
                <c:v>0.13203880275870133</c:v>
              </c:pt>
              <c:pt idx="194">
                <c:v>0.13203880275870133</c:v>
              </c:pt>
              <c:pt idx="195">
                <c:v>0.13203880275870133</c:v>
              </c:pt>
              <c:pt idx="196">
                <c:v>0.13203880275870133</c:v>
              </c:pt>
              <c:pt idx="197">
                <c:v>0.13203880275870133</c:v>
              </c:pt>
              <c:pt idx="198">
                <c:v>0.13203880275870133</c:v>
              </c:pt>
              <c:pt idx="199">
                <c:v>0.13203880275870133</c:v>
              </c:pt>
              <c:pt idx="200">
                <c:v>0.13203880275870133</c:v>
              </c:pt>
              <c:pt idx="201">
                <c:v>0.13203880275870133</c:v>
              </c:pt>
              <c:pt idx="202">
                <c:v>0.13203880275870133</c:v>
              </c:pt>
              <c:pt idx="203">
                <c:v>0.13203880275870133</c:v>
              </c:pt>
              <c:pt idx="204">
                <c:v>0.13203880275870133</c:v>
              </c:pt>
              <c:pt idx="205">
                <c:v>0.13203880275870133</c:v>
              </c:pt>
              <c:pt idx="206">
                <c:v>0.13203880275870133</c:v>
              </c:pt>
              <c:pt idx="207">
                <c:v>0.13203880275870133</c:v>
              </c:pt>
              <c:pt idx="208">
                <c:v>0.13203880275870133</c:v>
              </c:pt>
              <c:pt idx="209">
                <c:v>0.13203880275870133</c:v>
              </c:pt>
              <c:pt idx="210">
                <c:v>0.13203880275870133</c:v>
              </c:pt>
              <c:pt idx="211">
                <c:v>0.13203880275870133</c:v>
              </c:pt>
              <c:pt idx="212">
                <c:v>0.13203880275870133</c:v>
              </c:pt>
              <c:pt idx="213">
                <c:v>0.13203880275870133</c:v>
              </c:pt>
              <c:pt idx="214">
                <c:v>0.13203880275870133</c:v>
              </c:pt>
              <c:pt idx="215">
                <c:v>0.13203880275870133</c:v>
              </c:pt>
              <c:pt idx="216">
                <c:v>0.13203880275870133</c:v>
              </c:pt>
              <c:pt idx="217">
                <c:v>0.13203880275870133</c:v>
              </c:pt>
              <c:pt idx="218">
                <c:v>0.13203880275870133</c:v>
              </c:pt>
              <c:pt idx="219">
                <c:v>0.13203880275870133</c:v>
              </c:pt>
              <c:pt idx="220">
                <c:v>0.13203880275870133</c:v>
              </c:pt>
              <c:pt idx="221">
                <c:v>0.13203880275870133</c:v>
              </c:pt>
              <c:pt idx="222">
                <c:v>0.13203880275870133</c:v>
              </c:pt>
              <c:pt idx="223">
                <c:v>0.13203880275870133</c:v>
              </c:pt>
              <c:pt idx="224">
                <c:v>0.13203880275870133</c:v>
              </c:pt>
              <c:pt idx="225">
                <c:v>0.13203880275870133</c:v>
              </c:pt>
              <c:pt idx="226">
                <c:v>0.13203880275870133</c:v>
              </c:pt>
              <c:pt idx="227">
                <c:v>0.13203880275870133</c:v>
              </c:pt>
              <c:pt idx="228">
                <c:v>0.13203880275870133</c:v>
              </c:pt>
              <c:pt idx="229">
                <c:v>0.13203880275870133</c:v>
              </c:pt>
              <c:pt idx="230">
                <c:v>0.13203880275870133</c:v>
              </c:pt>
              <c:pt idx="231">
                <c:v>0.13203880275870133</c:v>
              </c:pt>
              <c:pt idx="232">
                <c:v>0.13203880275870133</c:v>
              </c:pt>
              <c:pt idx="233">
                <c:v>0.13203880275870133</c:v>
              </c:pt>
              <c:pt idx="234">
                <c:v>0.13203880275870133</c:v>
              </c:pt>
              <c:pt idx="235">
                <c:v>0.13203880275870133</c:v>
              </c:pt>
              <c:pt idx="236">
                <c:v>0.13203880275870133</c:v>
              </c:pt>
              <c:pt idx="237">
                <c:v>0.13203880275870133</c:v>
              </c:pt>
              <c:pt idx="238">
                <c:v>0.13203880275870133</c:v>
              </c:pt>
              <c:pt idx="239">
                <c:v>0.13203880275870133</c:v>
              </c:pt>
              <c:pt idx="240">
                <c:v>0.13203880275870133</c:v>
              </c:pt>
              <c:pt idx="241">
                <c:v>0.13203880275870133</c:v>
              </c:pt>
              <c:pt idx="242">
                <c:v>0.13203880275870133</c:v>
              </c:pt>
              <c:pt idx="243">
                <c:v>0.13203880275870133</c:v>
              </c:pt>
              <c:pt idx="244">
                <c:v>0.13203880275870133</c:v>
              </c:pt>
              <c:pt idx="245">
                <c:v>0.13203880275870133</c:v>
              </c:pt>
              <c:pt idx="246">
                <c:v>0.13203880275870133</c:v>
              </c:pt>
              <c:pt idx="247">
                <c:v>0.13203880275870133</c:v>
              </c:pt>
              <c:pt idx="248">
                <c:v>0.13203880275870133</c:v>
              </c:pt>
              <c:pt idx="249">
                <c:v>0.13203880275870133</c:v>
              </c:pt>
              <c:pt idx="250">
                <c:v>0.13203880275870133</c:v>
              </c:pt>
              <c:pt idx="251">
                <c:v>0.13203880275870133</c:v>
              </c:pt>
              <c:pt idx="252">
                <c:v>0.13203880275870133</c:v>
              </c:pt>
              <c:pt idx="253">
                <c:v>0.13203880275870133</c:v>
              </c:pt>
              <c:pt idx="254">
                <c:v>0.13203880275870133</c:v>
              </c:pt>
              <c:pt idx="255">
                <c:v>0.13203880275870133</c:v>
              </c:pt>
              <c:pt idx="256">
                <c:v>0.13203880275870133</c:v>
              </c:pt>
              <c:pt idx="257">
                <c:v>0.13203880275870133</c:v>
              </c:pt>
              <c:pt idx="258">
                <c:v>0.13203880275870133</c:v>
              </c:pt>
              <c:pt idx="259">
                <c:v>0.13203880275870133</c:v>
              </c:pt>
              <c:pt idx="260">
                <c:v>0.13203880275870133</c:v>
              </c:pt>
              <c:pt idx="261">
                <c:v>0.13203880275870133</c:v>
              </c:pt>
              <c:pt idx="262">
                <c:v>0.13203880275870133</c:v>
              </c:pt>
              <c:pt idx="263">
                <c:v>0.13203880275870133</c:v>
              </c:pt>
              <c:pt idx="264">
                <c:v>0.13203880275870133</c:v>
              </c:pt>
              <c:pt idx="265">
                <c:v>0.13203880275870133</c:v>
              </c:pt>
              <c:pt idx="266">
                <c:v>0.13203880275870133</c:v>
              </c:pt>
              <c:pt idx="267">
                <c:v>0.13203880275870133</c:v>
              </c:pt>
              <c:pt idx="268">
                <c:v>0.13203880275870133</c:v>
              </c:pt>
              <c:pt idx="269">
                <c:v>0.13203880275870133</c:v>
              </c:pt>
              <c:pt idx="270">
                <c:v>0.13203880275870133</c:v>
              </c:pt>
              <c:pt idx="271">
                <c:v>0.13203880275870133</c:v>
              </c:pt>
              <c:pt idx="272">
                <c:v>0.13203880275870133</c:v>
              </c:pt>
              <c:pt idx="273">
                <c:v>0.13203880275870133</c:v>
              </c:pt>
              <c:pt idx="274">
                <c:v>0.13203880275870133</c:v>
              </c:pt>
              <c:pt idx="275">
                <c:v>0.13203880275870133</c:v>
              </c:pt>
              <c:pt idx="276">
                <c:v>0.13203880275870133</c:v>
              </c:pt>
              <c:pt idx="277">
                <c:v>0.13203880275870133</c:v>
              </c:pt>
              <c:pt idx="278">
                <c:v>0.13203880275870133</c:v>
              </c:pt>
              <c:pt idx="279">
                <c:v>0.13203880275870133</c:v>
              </c:pt>
              <c:pt idx="280">
                <c:v>0.13203880275870133</c:v>
              </c:pt>
              <c:pt idx="281">
                <c:v>0.13203880275870133</c:v>
              </c:pt>
              <c:pt idx="282">
                <c:v>0.13203880275870133</c:v>
              </c:pt>
              <c:pt idx="283">
                <c:v>0.13203880275870133</c:v>
              </c:pt>
              <c:pt idx="284">
                <c:v>0.13203880275870133</c:v>
              </c:pt>
              <c:pt idx="285">
                <c:v>0.13203880275870133</c:v>
              </c:pt>
              <c:pt idx="286">
                <c:v>0.13203880275870133</c:v>
              </c:pt>
              <c:pt idx="287">
                <c:v>0.13203880275870133</c:v>
              </c:pt>
              <c:pt idx="288">
                <c:v>0.13203880275870133</c:v>
              </c:pt>
              <c:pt idx="289">
                <c:v>0.13203880275870133</c:v>
              </c:pt>
              <c:pt idx="290">
                <c:v>0.13203880275870133</c:v>
              </c:pt>
              <c:pt idx="291">
                <c:v>0.13203880275870133</c:v>
              </c:pt>
              <c:pt idx="292">
                <c:v>0.13203880275870133</c:v>
              </c:pt>
              <c:pt idx="293">
                <c:v>0.13203880275870133</c:v>
              </c:pt>
              <c:pt idx="294">
                <c:v>0.13203880275870133</c:v>
              </c:pt>
              <c:pt idx="295">
                <c:v>0.13203880275870133</c:v>
              </c:pt>
              <c:pt idx="296">
                <c:v>0.13203880275870133</c:v>
              </c:pt>
              <c:pt idx="297">
                <c:v>0.13203880275870133</c:v>
              </c:pt>
              <c:pt idx="298">
                <c:v>0.13203880275870133</c:v>
              </c:pt>
              <c:pt idx="299">
                <c:v>0.13203880275870133</c:v>
              </c:pt>
              <c:pt idx="300">
                <c:v>0.13203880275870133</c:v>
              </c:pt>
              <c:pt idx="301">
                <c:v>0.13203880275870133</c:v>
              </c:pt>
              <c:pt idx="302">
                <c:v>0.13203880275870133</c:v>
              </c:pt>
              <c:pt idx="303">
                <c:v>0.13203880275870133</c:v>
              </c:pt>
              <c:pt idx="304">
                <c:v>0.13203880275870133</c:v>
              </c:pt>
              <c:pt idx="305">
                <c:v>0.13203880275870133</c:v>
              </c:pt>
              <c:pt idx="306">
                <c:v>0.13203880275870133</c:v>
              </c:pt>
              <c:pt idx="307">
                <c:v>0.13203880275870133</c:v>
              </c:pt>
              <c:pt idx="308">
                <c:v>0.13203880275870133</c:v>
              </c:pt>
              <c:pt idx="309">
                <c:v>0.13203880275870133</c:v>
              </c:pt>
              <c:pt idx="310">
                <c:v>0.13203880275870133</c:v>
              </c:pt>
              <c:pt idx="311">
                <c:v>0.13203880275870133</c:v>
              </c:pt>
              <c:pt idx="312">
                <c:v>0.13203880275870133</c:v>
              </c:pt>
              <c:pt idx="313">
                <c:v>0.13203880275870133</c:v>
              </c:pt>
              <c:pt idx="314">
                <c:v>0.13203880275870133</c:v>
              </c:pt>
              <c:pt idx="315">
                <c:v>0.13203880275870133</c:v>
              </c:pt>
              <c:pt idx="316">
                <c:v>0.13203880275870133</c:v>
              </c:pt>
              <c:pt idx="317">
                <c:v>0.13203880275870133</c:v>
              </c:pt>
              <c:pt idx="318">
                <c:v>0.13203880275870133</c:v>
              </c:pt>
              <c:pt idx="319">
                <c:v>0.13203880275870133</c:v>
              </c:pt>
              <c:pt idx="320">
                <c:v>0.13203880275870133</c:v>
              </c:pt>
              <c:pt idx="321">
                <c:v>0.13203880275870133</c:v>
              </c:pt>
              <c:pt idx="322">
                <c:v>0.13203880275870133</c:v>
              </c:pt>
              <c:pt idx="323">
                <c:v>0.13203880275870133</c:v>
              </c:pt>
              <c:pt idx="324">
                <c:v>0.13203880275870133</c:v>
              </c:pt>
              <c:pt idx="325">
                <c:v>0.13203880275870133</c:v>
              </c:pt>
              <c:pt idx="326">
                <c:v>0.13203880275870133</c:v>
              </c:pt>
              <c:pt idx="327">
                <c:v>0.13203880275870133</c:v>
              </c:pt>
              <c:pt idx="328">
                <c:v>0.13203880275870133</c:v>
              </c:pt>
              <c:pt idx="329">
                <c:v>0.13203880275870133</c:v>
              </c:pt>
              <c:pt idx="330">
                <c:v>0.13203880275870133</c:v>
              </c:pt>
              <c:pt idx="331">
                <c:v>0.13203880275870133</c:v>
              </c:pt>
              <c:pt idx="332">
                <c:v>0.13203880275870133</c:v>
              </c:pt>
              <c:pt idx="333">
                <c:v>0.13203880275870133</c:v>
              </c:pt>
              <c:pt idx="334">
                <c:v>0.13203880275870133</c:v>
              </c:pt>
              <c:pt idx="335">
                <c:v>0.13203880275870133</c:v>
              </c:pt>
              <c:pt idx="336">
                <c:v>0.13203880275870133</c:v>
              </c:pt>
              <c:pt idx="337">
                <c:v>0.13203880275870133</c:v>
              </c:pt>
              <c:pt idx="338">
                <c:v>0.13203880275870133</c:v>
              </c:pt>
              <c:pt idx="339">
                <c:v>0.13203880275870133</c:v>
              </c:pt>
              <c:pt idx="340">
                <c:v>0.13203880275870133</c:v>
              </c:pt>
              <c:pt idx="341">
                <c:v>0.13203880275870133</c:v>
              </c:pt>
              <c:pt idx="342">
                <c:v>0.13203880275870133</c:v>
              </c:pt>
              <c:pt idx="343">
                <c:v>0.13203880275870133</c:v>
              </c:pt>
              <c:pt idx="344">
                <c:v>0.13203880275870133</c:v>
              </c:pt>
              <c:pt idx="345">
                <c:v>0.13203880275870133</c:v>
              </c:pt>
              <c:pt idx="346">
                <c:v>0.13203880275870133</c:v>
              </c:pt>
              <c:pt idx="347">
                <c:v>0.13203880275870133</c:v>
              </c:pt>
              <c:pt idx="348">
                <c:v>0.13203880275870133</c:v>
              </c:pt>
              <c:pt idx="349">
                <c:v>0.13203880275870133</c:v>
              </c:pt>
              <c:pt idx="350">
                <c:v>0.13203880275870133</c:v>
              </c:pt>
              <c:pt idx="351">
                <c:v>0.13203880275870133</c:v>
              </c:pt>
              <c:pt idx="352">
                <c:v>0.13203880275870133</c:v>
              </c:pt>
              <c:pt idx="353">
                <c:v>0.13203880275870133</c:v>
              </c:pt>
              <c:pt idx="354">
                <c:v>0.13203880275870133</c:v>
              </c:pt>
              <c:pt idx="355">
                <c:v>0.13203880275870133</c:v>
              </c:pt>
              <c:pt idx="356">
                <c:v>0.13203880275870133</c:v>
              </c:pt>
              <c:pt idx="357">
                <c:v>0.13203880275870133</c:v>
              </c:pt>
              <c:pt idx="358">
                <c:v>0.13203880275870133</c:v>
              </c:pt>
              <c:pt idx="359">
                <c:v>0.13203880275870133</c:v>
              </c:pt>
              <c:pt idx="360">
                <c:v>0.13203880275870133</c:v>
              </c:pt>
              <c:pt idx="361">
                <c:v>0.13203880275870133</c:v>
              </c:pt>
              <c:pt idx="362">
                <c:v>0.13203880275870133</c:v>
              </c:pt>
              <c:pt idx="363">
                <c:v>0.13203880275870133</c:v>
              </c:pt>
              <c:pt idx="364">
                <c:v>0.13203880275870133</c:v>
              </c:pt>
              <c:pt idx="365">
                <c:v>0.13203880275870133</c:v>
              </c:pt>
              <c:pt idx="366">
                <c:v>0.13203880275870133</c:v>
              </c:pt>
              <c:pt idx="367">
                <c:v>0.13203880275870133</c:v>
              </c:pt>
              <c:pt idx="368">
                <c:v>0.13203880275870133</c:v>
              </c:pt>
              <c:pt idx="369">
                <c:v>0.13203880275870133</c:v>
              </c:pt>
              <c:pt idx="370">
                <c:v>0.13203880275870133</c:v>
              </c:pt>
              <c:pt idx="371">
                <c:v>0.13203880275870133</c:v>
              </c:pt>
              <c:pt idx="372">
                <c:v>0.13203880275870133</c:v>
              </c:pt>
              <c:pt idx="373">
                <c:v>0.13203880275870133</c:v>
              </c:pt>
              <c:pt idx="374">
                <c:v>0.13203880275870133</c:v>
              </c:pt>
              <c:pt idx="375">
                <c:v>0.13203880275870133</c:v>
              </c:pt>
              <c:pt idx="376">
                <c:v>0.13203880275870133</c:v>
              </c:pt>
              <c:pt idx="377">
                <c:v>0.13203880275870133</c:v>
              </c:pt>
              <c:pt idx="378">
                <c:v>0.13203880275870133</c:v>
              </c:pt>
              <c:pt idx="379">
                <c:v>0.13203880275870133</c:v>
              </c:pt>
              <c:pt idx="380">
                <c:v>0.13203880275870133</c:v>
              </c:pt>
              <c:pt idx="381">
                <c:v>0.13203880275870133</c:v>
              </c:pt>
              <c:pt idx="382">
                <c:v>0.13203880275870133</c:v>
              </c:pt>
              <c:pt idx="383">
                <c:v>0.13203880275870133</c:v>
              </c:pt>
              <c:pt idx="384">
                <c:v>0.13203880275870133</c:v>
              </c:pt>
              <c:pt idx="385">
                <c:v>0.13203880275870133</c:v>
              </c:pt>
              <c:pt idx="386">
                <c:v>0.13203880275870133</c:v>
              </c:pt>
              <c:pt idx="387">
                <c:v>0.13203880275870133</c:v>
              </c:pt>
              <c:pt idx="388">
                <c:v>0.13203880275870133</c:v>
              </c:pt>
              <c:pt idx="389">
                <c:v>0.13203880275870133</c:v>
              </c:pt>
              <c:pt idx="390">
                <c:v>0.13203880275870133</c:v>
              </c:pt>
              <c:pt idx="391">
                <c:v>0.13203880275870133</c:v>
              </c:pt>
              <c:pt idx="392">
                <c:v>0.13203880275870133</c:v>
              </c:pt>
              <c:pt idx="393">
                <c:v>0.13203880275870133</c:v>
              </c:pt>
              <c:pt idx="394">
                <c:v>0.13203880275870133</c:v>
              </c:pt>
              <c:pt idx="395">
                <c:v>0.13203880275870133</c:v>
              </c:pt>
              <c:pt idx="396">
                <c:v>0.13203880275870133</c:v>
              </c:pt>
              <c:pt idx="397">
                <c:v>0.13203880275870133</c:v>
              </c:pt>
              <c:pt idx="398">
                <c:v>0.13203880275870133</c:v>
              </c:pt>
              <c:pt idx="399">
                <c:v>0.13203880275870133</c:v>
              </c:pt>
              <c:pt idx="400">
                <c:v>0.13203880275870133</c:v>
              </c:pt>
              <c:pt idx="401">
                <c:v>0.13203880275870133</c:v>
              </c:pt>
              <c:pt idx="402">
                <c:v>0.13203880275870133</c:v>
              </c:pt>
              <c:pt idx="403">
                <c:v>0.13203880275870133</c:v>
              </c:pt>
              <c:pt idx="404">
                <c:v>0.13203880275870133</c:v>
              </c:pt>
              <c:pt idx="405">
                <c:v>0.13203880275870133</c:v>
              </c:pt>
              <c:pt idx="406">
                <c:v>0.13203880275870133</c:v>
              </c:pt>
              <c:pt idx="407">
                <c:v>0.13203880275870133</c:v>
              </c:pt>
              <c:pt idx="408">
                <c:v>0.13203880275870133</c:v>
              </c:pt>
              <c:pt idx="409">
                <c:v>0.13203880275870133</c:v>
              </c:pt>
              <c:pt idx="410">
                <c:v>0.13203880275870133</c:v>
              </c:pt>
              <c:pt idx="411">
                <c:v>0.13203880275870133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437393659351139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Mean τ (% axis)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d_top (% scalar range)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Exact frontier F</c:v>
          </c:tx>
          <c:spPr>
            <a:noFill xmlns:a="http://schemas.openxmlformats.org/drawingml/2006/main"/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246"/>
              <c:pt idx="0">
                <c:v>0</c:v>
              </c:pt>
              <c:pt idx="1">
                <c:v>0.09497556542845864</c:v>
              </c:pt>
              <c:pt idx="2">
                <c:v>0.09497556542845864</c:v>
              </c:pt>
              <c:pt idx="3">
                <c:v>0.14171803682671447</c:v>
              </c:pt>
              <c:pt idx="4">
                <c:v>0.14171803682671447</c:v>
              </c:pt>
              <c:pt idx="5">
                <c:v>0.2362599324466344</c:v>
              </c:pt>
              <c:pt idx="6">
                <c:v>0.2362599324466344</c:v>
              </c:pt>
              <c:pt idx="7">
                <c:v>0.2654397152783113</c:v>
              </c:pt>
              <c:pt idx="8">
                <c:v>0.2654397152783113</c:v>
              </c:pt>
              <c:pt idx="9">
                <c:v>0.3221190451033873</c:v>
              </c:pt>
              <c:pt idx="10">
                <c:v>0.3221190451033873</c:v>
              </c:pt>
              <c:pt idx="11">
                <c:v>0.3567018656362522</c:v>
              </c:pt>
              <c:pt idx="12">
                <c:v>0.3567018656362522</c:v>
              </c:pt>
              <c:pt idx="13">
                <c:v>0.5000000000000001</c:v>
              </c:pt>
              <c:pt idx="14">
                <c:v>0.5000000000000001</c:v>
              </c:pt>
              <c:pt idx="15">
                <c:v>0.5215545909938007</c:v>
              </c:pt>
              <c:pt idx="16">
                <c:v>0.5215545909938007</c:v>
              </c:pt>
              <c:pt idx="17">
                <c:v>0.5391285437112509</c:v>
              </c:pt>
              <c:pt idx="18">
                <c:v>0.5391285437112509</c:v>
              </c:pt>
              <c:pt idx="19">
                <c:v>0.6513157316708047</c:v>
              </c:pt>
              <c:pt idx="20">
                <c:v>0.6513157316708047</c:v>
              </c:pt>
              <c:pt idx="21">
                <c:v>0.6561687033377857</c:v>
              </c:pt>
              <c:pt idx="22">
                <c:v>0.6561687033377857</c:v>
              </c:pt>
              <c:pt idx="23">
                <c:v>0.6656193259186685</c:v>
              </c:pt>
              <c:pt idx="24">
                <c:v>0.6656193259186685</c:v>
              </c:pt>
              <c:pt idx="25">
                <c:v>0.7792483251897278</c:v>
              </c:pt>
              <c:pt idx="26">
                <c:v>0.7792483251897278</c:v>
              </c:pt>
              <c:pt idx="27">
                <c:v>0.8767451830548423</c:v>
              </c:pt>
              <c:pt idx="28">
                <c:v>0.8767451830548423</c:v>
              </c:pt>
              <c:pt idx="29">
                <c:v>0.9561255316022135</c:v>
              </c:pt>
              <c:pt idx="30">
                <c:v>0.9561255316022135</c:v>
              </c:pt>
              <c:pt idx="31">
                <c:v>0.9709604182994993</c:v>
              </c:pt>
              <c:pt idx="32">
                <c:v>0.9709604182994993</c:v>
              </c:pt>
              <c:pt idx="33">
                <c:v>0.9819936540777766</c:v>
              </c:pt>
              <c:pt idx="34">
                <c:v>0.9819936540777766</c:v>
              </c:pt>
              <c:pt idx="35">
                <c:v>1.0000000000000002</c:v>
              </c:pt>
              <c:pt idx="36">
                <c:v>1.0000000000000002</c:v>
              </c:pt>
              <c:pt idx="37">
                <c:v>1.0467287291341931</c:v>
              </c:pt>
              <c:pt idx="38">
                <c:v>1.0467287291341931</c:v>
              </c:pt>
              <c:pt idx="39">
                <c:v>1.0595285592407602</c:v>
              </c:pt>
              <c:pt idx="40">
                <c:v>1.0595285592407602</c:v>
              </c:pt>
              <c:pt idx="41">
                <c:v>1.069392200686918</c:v>
              </c:pt>
              <c:pt idx="42">
                <c:v>1.069392200686918</c:v>
              </c:pt>
              <c:pt idx="43">
                <c:v>1.1488851907430007</c:v>
              </c:pt>
              <c:pt idx="44">
                <c:v>1.1488851907430007</c:v>
              </c:pt>
              <c:pt idx="45">
                <c:v>1.2047478696299194</c:v>
              </c:pt>
              <c:pt idx="46">
                <c:v>1.2047478696299194</c:v>
              </c:pt>
              <c:pt idx="47">
                <c:v>1.2202248129268596</c:v>
              </c:pt>
              <c:pt idx="48">
                <c:v>1.2202248129268596</c:v>
              </c:pt>
              <c:pt idx="49">
                <c:v>1.2271165959015162</c:v>
              </c:pt>
              <c:pt idx="50">
                <c:v>1.2271165959015162</c:v>
              </c:pt>
              <c:pt idx="51">
                <c:v>1.2490385108552247</c:v>
              </c:pt>
              <c:pt idx="52">
                <c:v>1.2490385108552247</c:v>
              </c:pt>
              <c:pt idx="53">
                <c:v>1.2504521617895523</c:v>
              </c:pt>
              <c:pt idx="54">
                <c:v>1.2504521617895523</c:v>
              </c:pt>
              <c:pt idx="55">
                <c:v>1.3510635573705359</c:v>
              </c:pt>
              <c:pt idx="56">
                <c:v>1.3510635573705359</c:v>
              </c:pt>
              <c:pt idx="57">
                <c:v>1.366681302553365</c:v>
              </c:pt>
              <c:pt idx="58">
                <c:v>1.366681302553365</c:v>
              </c:pt>
              <c:pt idx="59">
                <c:v>1.3852577646983464</c:v>
              </c:pt>
              <c:pt idx="60">
                <c:v>1.3852577646983464</c:v>
              </c:pt>
              <c:pt idx="61">
                <c:v>1.3944793495448495</c:v>
              </c:pt>
              <c:pt idx="62">
                <c:v>1.3944793495448495</c:v>
              </c:pt>
              <c:pt idx="63">
                <c:v>1.4363200379556829</c:v>
              </c:pt>
              <c:pt idx="64">
                <c:v>1.4363200379556829</c:v>
              </c:pt>
              <c:pt idx="65">
                <c:v>1.4648352358859626</c:v>
              </c:pt>
              <c:pt idx="66">
                <c:v>1.4648352358859626</c:v>
              </c:pt>
              <c:pt idx="67">
                <c:v>1.485298443301859</c:v>
              </c:pt>
              <c:pt idx="68">
                <c:v>1.485298443301859</c:v>
              </c:pt>
              <c:pt idx="69">
                <c:v>1.5175401978120062</c:v>
              </c:pt>
              <c:pt idx="70">
                <c:v>1.5175401978120062</c:v>
              </c:pt>
              <c:pt idx="71">
                <c:v>1.564239489965256</c:v>
              </c:pt>
              <c:pt idx="72">
                <c:v>1.564239489965256</c:v>
              </c:pt>
              <c:pt idx="73">
                <c:v>1.6497775743221816</c:v>
              </c:pt>
              <c:pt idx="74">
                <c:v>1.6497775743221816</c:v>
              </c:pt>
              <c:pt idx="75">
                <c:v>1.6986508475935604</c:v>
              </c:pt>
              <c:pt idx="76">
                <c:v>1.6986508475935604</c:v>
              </c:pt>
              <c:pt idx="77">
                <c:v>1.7440866774907648</c:v>
              </c:pt>
              <c:pt idx="78">
                <c:v>1.7440866774907648</c:v>
              </c:pt>
              <c:pt idx="79">
                <c:v>1.7601174415388692</c:v>
              </c:pt>
              <c:pt idx="80">
                <c:v>1.7601174415388692</c:v>
              </c:pt>
              <c:pt idx="81">
                <c:v>1.8012146959922075</c:v>
              </c:pt>
              <c:pt idx="82">
                <c:v>1.8012146959922075</c:v>
              </c:pt>
              <c:pt idx="83">
                <c:v>1.8388838938637637</c:v>
              </c:pt>
              <c:pt idx="84">
                <c:v>1.8388838938637637</c:v>
              </c:pt>
              <c:pt idx="85">
                <c:v>1.9935557041922842</c:v>
              </c:pt>
              <c:pt idx="86">
                <c:v>1.9935557041922842</c:v>
              </c:pt>
              <c:pt idx="87">
                <c:v>2.0000000000000004</c:v>
              </c:pt>
              <c:pt idx="88">
                <c:v>2.0000000000000004</c:v>
              </c:pt>
              <c:pt idx="89">
                <c:v>2.1304752127478945</c:v>
              </c:pt>
              <c:pt idx="90">
                <c:v>2.1304752127478945</c:v>
              </c:pt>
              <c:pt idx="91">
                <c:v>2.1330021372599863</c:v>
              </c:pt>
              <c:pt idx="92">
                <c:v>2.1330021372599863</c:v>
              </c:pt>
              <c:pt idx="93">
                <c:v>2.160873401232133</c:v>
              </c:pt>
              <c:pt idx="94">
                <c:v>2.160873401232133</c:v>
              </c:pt>
              <c:pt idx="95">
                <c:v>2.184644514287186</c:v>
              </c:pt>
              <c:pt idx="96">
                <c:v>2.184644514287186</c:v>
              </c:pt>
              <c:pt idx="97">
                <c:v>2.4921032670317906</c:v>
              </c:pt>
              <c:pt idx="98">
                <c:v>2.4921032670317906</c:v>
              </c:pt>
              <c:pt idx="99">
                <c:v>2.5885319079226257</c:v>
              </c:pt>
              <c:pt idx="100">
                <c:v>2.5885319079226257</c:v>
              </c:pt>
              <c:pt idx="101">
                <c:v>2.5970325871133757</c:v>
              </c:pt>
              <c:pt idx="102">
                <c:v>2.5970325871133757</c:v>
              </c:pt>
              <c:pt idx="103">
                <c:v>2.652594888643731</c:v>
              </c:pt>
              <c:pt idx="104">
                <c:v>2.652594888643731</c:v>
              </c:pt>
              <c:pt idx="105">
                <c:v>2.752457218191784</c:v>
              </c:pt>
              <c:pt idx="106">
                <c:v>2.752457218191784</c:v>
              </c:pt>
              <c:pt idx="107">
                <c:v>2.8927315663485142</c:v>
              </c:pt>
              <c:pt idx="108">
                <c:v>2.8927315663485142</c:v>
              </c:pt>
              <c:pt idx="109">
                <c:v>2.947084849018701</c:v>
              </c:pt>
              <c:pt idx="110">
                <c:v>2.947084849018701</c:v>
              </c:pt>
              <c:pt idx="111">
                <c:v>3.013657858025591</c:v>
              </c:pt>
              <c:pt idx="112">
                <c:v>3.013657858025591</c:v>
              </c:pt>
              <c:pt idx="113">
                <c:v>3.051214414388436</c:v>
              </c:pt>
              <c:pt idx="114">
                <c:v>3.051214414388436</c:v>
              </c:pt>
              <c:pt idx="115">
                <c:v>3.085348546244934</c:v>
              </c:pt>
              <c:pt idx="116">
                <c:v>3.085348546244934</c:v>
              </c:pt>
              <c:pt idx="117">
                <c:v>3.14338708360846</c:v>
              </c:pt>
              <c:pt idx="118">
                <c:v>3.14338708360846</c:v>
              </c:pt>
              <c:pt idx="119">
                <c:v>3.246424026343695</c:v>
              </c:pt>
              <c:pt idx="120">
                <c:v>3.246424026343695</c:v>
              </c:pt>
              <c:pt idx="121">
                <c:v>3.2924962807651186</c:v>
              </c:pt>
              <c:pt idx="122">
                <c:v>3.2924962807651186</c:v>
              </c:pt>
              <c:pt idx="123">
                <c:v>3.423044034644623</c:v>
              </c:pt>
              <c:pt idx="124">
                <c:v>3.423044034644623</c:v>
              </c:pt>
              <c:pt idx="125">
                <c:v>3.425631034628027</c:v>
              </c:pt>
              <c:pt idx="126">
                <c:v>3.425631034628027</c:v>
              </c:pt>
              <c:pt idx="127">
                <c:v>3.4737852796021325</c:v>
              </c:pt>
              <c:pt idx="128">
                <c:v>3.4737852796021325</c:v>
              </c:pt>
              <c:pt idx="129">
                <c:v>3.5207305057160685</c:v>
              </c:pt>
              <c:pt idx="130">
                <c:v>3.5207305057160685</c:v>
              </c:pt>
              <c:pt idx="131">
                <c:v>3.579180184586391</c:v>
              </c:pt>
              <c:pt idx="132">
                <c:v>3.579180184586391</c:v>
              </c:pt>
              <c:pt idx="133">
                <c:v>3.5880112788693617</c:v>
              </c:pt>
              <c:pt idx="134">
                <c:v>3.5880112788693617</c:v>
              </c:pt>
              <c:pt idx="135">
                <c:v>3.62574055221223</c:v>
              </c:pt>
              <c:pt idx="136">
                <c:v>3.62574055221223</c:v>
              </c:pt>
              <c:pt idx="137">
                <c:v>3.6543496180664365</c:v>
              </c:pt>
              <c:pt idx="138">
                <c:v>3.6543496180664365</c:v>
              </c:pt>
              <c:pt idx="139">
                <c:v>3.720716117640689</c:v>
              </c:pt>
              <c:pt idx="140">
                <c:v>3.720716117640689</c:v>
              </c:pt>
              <c:pt idx="141">
                <c:v>3.8550185884772397</c:v>
              </c:pt>
              <c:pt idx="142">
                <c:v>3.8550185884772397</c:v>
              </c:pt>
              <c:pt idx="143">
                <c:v>3.9450172765791347</c:v>
              </c:pt>
              <c:pt idx="144">
                <c:v>3.9450172765791347</c:v>
              </c:pt>
              <c:pt idx="145">
                <c:v>4.1524428601541405</c:v>
              </c:pt>
              <c:pt idx="146">
                <c:v>4.1524428601541405</c:v>
              </c:pt>
              <c:pt idx="147">
                <c:v>4.154631860140098</c:v>
              </c:pt>
              <c:pt idx="148">
                <c:v>4.154631860140098</c:v>
              </c:pt>
              <c:pt idx="149">
                <c:v>4.2579278783453685</c:v>
              </c:pt>
              <c:pt idx="150">
                <c:v>4.2579278783453685</c:v>
              </c:pt>
              <c:pt idx="151">
                <c:v>4.292245991332762</c:v>
              </c:pt>
              <c:pt idx="152">
                <c:v>4.292245991332762</c:v>
              </c:pt>
              <c:pt idx="153">
                <c:v>4.3290516043041976</c:v>
              </c:pt>
              <c:pt idx="154">
                <c:v>4.3290516043041976</c:v>
              </c:pt>
              <c:pt idx="155">
                <c:v>4.402277971758972</c:v>
              </c:pt>
              <c:pt idx="156">
                <c:v>4.402277971758972</c:v>
              </c:pt>
              <c:pt idx="157">
                <c:v>4.637758800437019</c:v>
              </c:pt>
              <c:pt idx="158">
                <c:v>4.637758800437019</c:v>
              </c:pt>
              <c:pt idx="159">
                <c:v>4.648572385273309</c:v>
              </c:pt>
              <c:pt idx="160">
                <c:v>4.648572385273309</c:v>
              </c:pt>
              <c:pt idx="161">
                <c:v>4.974173930354356</c:v>
              </c:pt>
              <c:pt idx="162">
                <c:v>4.974173930354356</c:v>
              </c:pt>
              <c:pt idx="163">
                <c:v>5</c:v>
              </c:pt>
              <c:pt idx="164">
                <c:v>5</c:v>
              </c:pt>
              <c:pt idx="165">
                <c:v>5.072821608966805</c:v>
              </c:pt>
              <c:pt idx="166">
                <c:v>5.072821608966805</c:v>
              </c:pt>
              <c:pt idx="167">
                <c:v>5.082135184378755</c:v>
              </c:pt>
              <c:pt idx="168">
                <c:v>5.082135184378755</c:v>
              </c:pt>
              <c:pt idx="169">
                <c:v>5.08464521266454</c:v>
              </c:pt>
              <c:pt idx="170">
                <c:v>5.08464521266454</c:v>
              </c:pt>
              <c:pt idx="171">
                <c:v>5.160526165007946</c:v>
              </c:pt>
              <c:pt idx="172">
                <c:v>5.160526165007946</c:v>
              </c:pt>
              <c:pt idx="173">
                <c:v>5.3530004656599965</c:v>
              </c:pt>
              <c:pt idx="174">
                <c:v>5.3530004656599965</c:v>
              </c:pt>
              <c:pt idx="175">
                <c:v>5.427886418009785</c:v>
              </c:pt>
              <c:pt idx="176">
                <c:v>5.427886418009785</c:v>
              </c:pt>
              <c:pt idx="177">
                <c:v>5.513749285383495</c:v>
              </c:pt>
              <c:pt idx="178">
                <c:v>5.513749285383495</c:v>
              </c:pt>
              <c:pt idx="179">
                <c:v>5.705375020003254</c:v>
              </c:pt>
              <c:pt idx="180">
                <c:v>5.705375020003254</c:v>
              </c:pt>
              <c:pt idx="181">
                <c:v>5.865498679353405</c:v>
              </c:pt>
              <c:pt idx="182">
                <c:v>5.865498679353405</c:v>
              </c:pt>
              <c:pt idx="183">
                <c:v>5.9935157540038615</c:v>
              </c:pt>
              <c:pt idx="184">
                <c:v>5.9935157540038615</c:v>
              </c:pt>
              <c:pt idx="185">
                <c:v>5.999435065286643</c:v>
              </c:pt>
              <c:pt idx="186">
                <c:v>5.999435065286643</c:v>
              </c:pt>
              <c:pt idx="187">
                <c:v>6.597612165222866</c:v>
              </c:pt>
              <c:pt idx="188">
                <c:v>6.597612165222866</c:v>
              </c:pt>
              <c:pt idx="189">
                <c:v>6.8111429185700265</c:v>
              </c:pt>
              <c:pt idx="190">
                <c:v>6.8111429185700265</c:v>
              </c:pt>
              <c:pt idx="191">
                <c:v>7.003696068278176</c:v>
              </c:pt>
              <c:pt idx="192">
                <c:v>7.003696068278176</c:v>
              </c:pt>
              <c:pt idx="193">
                <c:v>7.107176067614342</c:v>
              </c:pt>
              <c:pt idx="194">
                <c:v>7.107176067614342</c:v>
              </c:pt>
              <c:pt idx="195">
                <c:v>7.15408186920023</c:v>
              </c:pt>
              <c:pt idx="196">
                <c:v>7.15408186920023</c:v>
              </c:pt>
              <c:pt idx="197">
                <c:v>7.702099705307284</c:v>
              </c:pt>
              <c:pt idx="198">
                <c:v>7.702099705307284</c:v>
              </c:pt>
              <c:pt idx="199">
                <c:v>7.8669205155706985</c:v>
              </c:pt>
              <c:pt idx="200">
                <c:v>7.8669205155706985</c:v>
              </c:pt>
              <c:pt idx="201">
                <c:v>8.13236023084901</c:v>
              </c:pt>
              <c:pt idx="202">
                <c:v>8.13236023084901</c:v>
              </c:pt>
              <c:pt idx="203">
                <c:v>8.202828758698834</c:v>
              </c:pt>
              <c:pt idx="204">
                <c:v>8.202828758698834</c:v>
              </c:pt>
              <c:pt idx="205">
                <c:v>9.399299354796947</c:v>
              </c:pt>
              <c:pt idx="206">
                <c:v>9.399299354796947</c:v>
              </c:pt>
              <c:pt idx="207">
                <c:v>9.399674826492651</c:v>
              </c:pt>
              <c:pt idx="208">
                <c:v>9.399674826492651</c:v>
              </c:pt>
              <c:pt idx="209">
                <c:v>9.94083842679462</c:v>
              </c:pt>
              <c:pt idx="210">
                <c:v>9.94083842679462</c:v>
              </c:pt>
              <c:pt idx="211">
                <c:v>10</c:v>
              </c:pt>
              <c:pt idx="212">
                <c:v>10</c:v>
              </c:pt>
              <c:pt idx="213">
                <c:v>10.123426557698773</c:v>
              </c:pt>
              <c:pt idx="214">
                <c:v>10.123426557698773</c:v>
              </c:pt>
              <c:pt idx="215">
                <c:v>12.346384203815647</c:v>
              </c:pt>
              <c:pt idx="216">
                <c:v>12.346384203815647</c:v>
              </c:pt>
              <c:pt idx="217">
                <c:v>15</c:v>
              </c:pt>
              <c:pt idx="218">
                <c:v>15</c:v>
              </c:pt>
              <c:pt idx="219">
                <c:v>16.34604387627066</c:v>
              </c:pt>
              <c:pt idx="220">
                <c:v>16.34604387627066</c:v>
              </c:pt>
              <c:pt idx="221">
                <c:v>17.683425245049726</c:v>
              </c:pt>
              <c:pt idx="222">
                <c:v>17.683425245049726</c:v>
              </c:pt>
              <c:pt idx="223">
                <c:v>20</c:v>
              </c:pt>
              <c:pt idx="224">
                <c:v>20</c:v>
              </c:pt>
              <c:pt idx="225">
                <c:v>20.545154113483918</c:v>
              </c:pt>
              <c:pt idx="226">
                <c:v>20.545154113483918</c:v>
              </c:pt>
              <c:pt idx="227">
                <c:v>20.785806126091057</c:v>
              </c:pt>
              <c:pt idx="228">
                <c:v>20.785806126091057</c:v>
              </c:pt>
              <c:pt idx="229">
                <c:v>25.39159820503503</c:v>
              </c:pt>
              <c:pt idx="230">
                <c:v>25.39159820503503</c:v>
              </c:pt>
              <c:pt idx="231">
                <c:v>28.66695279487238</c:v>
              </c:pt>
              <c:pt idx="232">
                <c:v>28.66695279487238</c:v>
              </c:pt>
              <c:pt idx="233">
                <c:v>30</c:v>
              </c:pt>
              <c:pt idx="234">
                <c:v>30</c:v>
              </c:pt>
              <c:pt idx="235">
                <c:v>30.15788894568524</c:v>
              </c:pt>
              <c:pt idx="236">
                <c:v>30.15788894568524</c:v>
              </c:pt>
              <c:pt idx="237">
                <c:v>34.118102735138585</c:v>
              </c:pt>
              <c:pt idx="238">
                <c:v>34.118102735138585</c:v>
              </c:pt>
              <c:pt idx="239">
                <c:v>35.825382626308865</c:v>
              </c:pt>
              <c:pt idx="240">
                <c:v>35.825382626308865</c:v>
              </c:pt>
              <c:pt idx="241">
                <c:v>36.16915981749973</c:v>
              </c:pt>
              <c:pt idx="242">
                <c:v>36.16915981749973</c:v>
              </c:pt>
              <c:pt idx="243">
                <c:v>50</c:v>
              </c:pt>
              <c:pt idx="244">
                <c:v>50</c:v>
              </c:pt>
              <c:pt idx="245">
                <c:v>70</c:v>
              </c:pt>
            </c:numLit>
          </c:xVal>
          <c:yVal>
            <c:numLit>
              <c:formatCode>0.0</c:formatCode>
              <c:ptCount val="246"/>
              <c:pt idx="0">
                <c:v>2.8756085619104135</c:v>
              </c:pt>
              <c:pt idx="1">
                <c:v>2.8756085619104135</c:v>
              </c:pt>
              <c:pt idx="2">
                <c:v>2.812496299733189</c:v>
              </c:pt>
              <c:pt idx="3">
                <c:v>2.812496299733189</c:v>
              </c:pt>
              <c:pt idx="4">
                <c:v>2.812496299733189</c:v>
              </c:pt>
              <c:pt idx="5">
                <c:v>2.812496299733189</c:v>
              </c:pt>
              <c:pt idx="6">
                <c:v>2.812496299733189</c:v>
              </c:pt>
              <c:pt idx="7">
                <c:v>2.812496299733189</c:v>
              </c:pt>
              <c:pt idx="8">
                <c:v>2.8019412777479538</c:v>
              </c:pt>
              <c:pt idx="9">
                <c:v>2.8019412777479538</c:v>
              </c:pt>
              <c:pt idx="10">
                <c:v>2.8019412777479538</c:v>
              </c:pt>
              <c:pt idx="11">
                <c:v>2.8019412777479538</c:v>
              </c:pt>
              <c:pt idx="12">
                <c:v>2.8019412777479538</c:v>
              </c:pt>
              <c:pt idx="13">
                <c:v>2.8019412777479538</c:v>
              </c:pt>
              <c:pt idx="14">
                <c:v>2.8019412777479538</c:v>
              </c:pt>
              <c:pt idx="15">
                <c:v>2.8019412777479538</c:v>
              </c:pt>
              <c:pt idx="16">
                <c:v>2.8019412777479538</c:v>
              </c:pt>
              <c:pt idx="17">
                <c:v>2.8019412777479538</c:v>
              </c:pt>
              <c:pt idx="18">
                <c:v>2.7683203696279666</c:v>
              </c:pt>
              <c:pt idx="19">
                <c:v>2.7683203696279666</c:v>
              </c:pt>
              <c:pt idx="20">
                <c:v>2.7143866114150605</c:v>
              </c:pt>
              <c:pt idx="21">
                <c:v>2.7143866114150605</c:v>
              </c:pt>
              <c:pt idx="22">
                <c:v>2.5635018131707565</c:v>
              </c:pt>
              <c:pt idx="23">
                <c:v>2.5635018131707565</c:v>
              </c:pt>
              <c:pt idx="24">
                <c:v>2.5635018131707565</c:v>
              </c:pt>
              <c:pt idx="25">
                <c:v>2.5635018131707565</c:v>
              </c:pt>
              <c:pt idx="26">
                <c:v>2.328176839044573</c:v>
              </c:pt>
              <c:pt idx="27">
                <c:v>2.328176839044573</c:v>
              </c:pt>
              <c:pt idx="28">
                <c:v>2.220888646762126</c:v>
              </c:pt>
              <c:pt idx="29">
                <c:v>2.220888646762126</c:v>
              </c:pt>
              <c:pt idx="30">
                <c:v>2.220888646762126</c:v>
              </c:pt>
              <c:pt idx="31">
                <c:v>2.220888646762126</c:v>
              </c:pt>
              <c:pt idx="32">
                <c:v>2.220888646762126</c:v>
              </c:pt>
              <c:pt idx="33">
                <c:v>2.220888646762126</c:v>
              </c:pt>
              <c:pt idx="34">
                <c:v>2.220888646762126</c:v>
              </c:pt>
              <c:pt idx="35">
                <c:v>2.220888646762126</c:v>
              </c:pt>
              <c:pt idx="36">
                <c:v>2.220888646762126</c:v>
              </c:pt>
              <c:pt idx="37">
                <c:v>2.220888646762126</c:v>
              </c:pt>
              <c:pt idx="38">
                <c:v>2.1855674683143063</c:v>
              </c:pt>
              <c:pt idx="39">
                <c:v>2.1855674683143063</c:v>
              </c:pt>
              <c:pt idx="40">
                <c:v>2.113260903415993</c:v>
              </c:pt>
              <c:pt idx="41">
                <c:v>2.113260903415993</c:v>
              </c:pt>
              <c:pt idx="42">
                <c:v>2.049351447361218</c:v>
              </c:pt>
              <c:pt idx="43">
                <c:v>2.049351447361218</c:v>
              </c:pt>
              <c:pt idx="44">
                <c:v>2.049351447361218</c:v>
              </c:pt>
              <c:pt idx="45">
                <c:v>2.049351447361218</c:v>
              </c:pt>
              <c:pt idx="46">
                <c:v>2.0182657055488784</c:v>
              </c:pt>
              <c:pt idx="47">
                <c:v>2.0182657055488784</c:v>
              </c:pt>
              <c:pt idx="48">
                <c:v>1.9459591406505654</c:v>
              </c:pt>
              <c:pt idx="49">
                <c:v>1.9459591406505654</c:v>
              </c:pt>
              <c:pt idx="50">
                <c:v>1.9459591406505654</c:v>
              </c:pt>
              <c:pt idx="51">
                <c:v>1.9459591406505654</c:v>
              </c:pt>
              <c:pt idx="52">
                <c:v>1.9029418588320741</c:v>
              </c:pt>
              <c:pt idx="53">
                <c:v>1.9029418588320741</c:v>
              </c:pt>
              <c:pt idx="54">
                <c:v>1.9029418588320741</c:v>
              </c:pt>
              <c:pt idx="55">
                <c:v>1.9029418588320741</c:v>
              </c:pt>
              <c:pt idx="56">
                <c:v>1.9029418588320741</c:v>
              </c:pt>
              <c:pt idx="57">
                <c:v>1.9029418588320741</c:v>
              </c:pt>
              <c:pt idx="58">
                <c:v>1.8896338008050062</c:v>
              </c:pt>
              <c:pt idx="59">
                <c:v>1.8896338008050062</c:v>
              </c:pt>
              <c:pt idx="60">
                <c:v>1.8896338008050062</c:v>
              </c:pt>
              <c:pt idx="61">
                <c:v>1.8896338008050062</c:v>
              </c:pt>
              <c:pt idx="62">
                <c:v>1.8896338008050062</c:v>
              </c:pt>
              <c:pt idx="63">
                <c:v>1.8896338008050062</c:v>
              </c:pt>
              <c:pt idx="64">
                <c:v>1.7932620849169745</c:v>
              </c:pt>
              <c:pt idx="65">
                <c:v>1.7932620849169745</c:v>
              </c:pt>
              <c:pt idx="66">
                <c:v>1.7932620849169745</c:v>
              </c:pt>
              <c:pt idx="67">
                <c:v>1.7932620849169745</c:v>
              </c:pt>
              <c:pt idx="68">
                <c:v>1.7526205859743669</c:v>
              </c:pt>
              <c:pt idx="69">
                <c:v>1.7526205859743669</c:v>
              </c:pt>
              <c:pt idx="70">
                <c:v>1.7526205859743669</c:v>
              </c:pt>
              <c:pt idx="71">
                <c:v>1.7526205859743669</c:v>
              </c:pt>
              <c:pt idx="72">
                <c:v>1.7526205859743669</c:v>
              </c:pt>
              <c:pt idx="73">
                <c:v>1.7526205859743669</c:v>
              </c:pt>
              <c:pt idx="74">
                <c:v>1.6879139360420403</c:v>
              </c:pt>
              <c:pt idx="75">
                <c:v>1.6879139360420403</c:v>
              </c:pt>
              <c:pt idx="76">
                <c:v>1.6879139360420403</c:v>
              </c:pt>
              <c:pt idx="77">
                <c:v>1.6879139360420403</c:v>
              </c:pt>
              <c:pt idx="78">
                <c:v>1.6879139360420403</c:v>
              </c:pt>
              <c:pt idx="79">
                <c:v>1.6879139360420403</c:v>
              </c:pt>
              <c:pt idx="80">
                <c:v>1.6879139360420403</c:v>
              </c:pt>
              <c:pt idx="81">
                <c:v>1.6879139360420403</c:v>
              </c:pt>
              <c:pt idx="82">
                <c:v>1.6879139360420403</c:v>
              </c:pt>
              <c:pt idx="83">
                <c:v>1.6879139360420403</c:v>
              </c:pt>
              <c:pt idx="84">
                <c:v>1.6879139360420403</c:v>
              </c:pt>
              <c:pt idx="85">
                <c:v>1.6879139360420403</c:v>
              </c:pt>
              <c:pt idx="86">
                <c:v>1.6879139360420403</c:v>
              </c:pt>
              <c:pt idx="87">
                <c:v>1.6879139360420403</c:v>
              </c:pt>
              <c:pt idx="88">
                <c:v>1.6879139360420403</c:v>
              </c:pt>
              <c:pt idx="89">
                <c:v>1.6879139360420403</c:v>
              </c:pt>
              <c:pt idx="90">
                <c:v>1.6879139360420403</c:v>
              </c:pt>
              <c:pt idx="91">
                <c:v>1.6879139360420403</c:v>
              </c:pt>
              <c:pt idx="92">
                <c:v>1.6879139360420403</c:v>
              </c:pt>
              <c:pt idx="93">
                <c:v>1.6879139360420403</c:v>
              </c:pt>
              <c:pt idx="94">
                <c:v>1.574620216548709</c:v>
              </c:pt>
              <c:pt idx="95">
                <c:v>1.574620216548709</c:v>
              </c:pt>
              <c:pt idx="96">
                <c:v>1.5640651945634738</c:v>
              </c:pt>
              <c:pt idx="97">
                <c:v>1.5640651945634738</c:v>
              </c:pt>
              <c:pt idx="98">
                <c:v>1.5640651945634738</c:v>
              </c:pt>
              <c:pt idx="99">
                <c:v>1.5640651945634738</c:v>
              </c:pt>
              <c:pt idx="100">
                <c:v>1.5640651945634738</c:v>
              </c:pt>
              <c:pt idx="101">
                <c:v>1.5640651945634738</c:v>
              </c:pt>
              <c:pt idx="102">
                <c:v>1.5640651945634738</c:v>
              </c:pt>
              <c:pt idx="103">
                <c:v>1.5640651945634738</c:v>
              </c:pt>
              <c:pt idx="104">
                <c:v>1.5640651945634738</c:v>
              </c:pt>
              <c:pt idx="105">
                <c:v>1.5640651945634738</c:v>
              </c:pt>
              <c:pt idx="106">
                <c:v>1.4979820266102304</c:v>
              </c:pt>
              <c:pt idx="107">
                <c:v>1.4979820266102304</c:v>
              </c:pt>
              <c:pt idx="108">
                <c:v>1.4979820266102304</c:v>
              </c:pt>
              <c:pt idx="109">
                <c:v>1.4979820266102304</c:v>
              </c:pt>
              <c:pt idx="110">
                <c:v>1.4979820266102304</c:v>
              </c:pt>
              <c:pt idx="111">
                <c:v>1.4979820266102304</c:v>
              </c:pt>
              <c:pt idx="112">
                <c:v>1.4334932464120895</c:v>
              </c:pt>
              <c:pt idx="113">
                <c:v>1.4334932464120895</c:v>
              </c:pt>
              <c:pt idx="114">
                <c:v>1.3909117040619694</c:v>
              </c:pt>
              <c:pt idx="115">
                <c:v>1.3909117040619694</c:v>
              </c:pt>
              <c:pt idx="116">
                <c:v>1.3909117040619694</c:v>
              </c:pt>
              <c:pt idx="117">
                <c:v>1.3909117040619694</c:v>
              </c:pt>
              <c:pt idx="118">
                <c:v>1.3909117040619694</c:v>
              </c:pt>
              <c:pt idx="119">
                <c:v>1.3909117040619694</c:v>
              </c:pt>
              <c:pt idx="120">
                <c:v>1.3909117040619694</c:v>
              </c:pt>
              <c:pt idx="121">
                <c:v>1.3909117040619694</c:v>
              </c:pt>
              <c:pt idx="122">
                <c:v>1.3686430118047679</c:v>
              </c:pt>
              <c:pt idx="123">
                <c:v>1.3686430118047679</c:v>
              </c:pt>
              <c:pt idx="124">
                <c:v>1.3686430118047679</c:v>
              </c:pt>
              <c:pt idx="125">
                <c:v>1.3686430118047679</c:v>
              </c:pt>
              <c:pt idx="126">
                <c:v>1.3686430118047679</c:v>
              </c:pt>
              <c:pt idx="127">
                <c:v>1.3686430118047679</c:v>
              </c:pt>
              <c:pt idx="128">
                <c:v>1.3512852687310974</c:v>
              </c:pt>
              <c:pt idx="129">
                <c:v>1.3512852687310974</c:v>
              </c:pt>
              <c:pt idx="130">
                <c:v>1.3512852687310974</c:v>
              </c:pt>
              <c:pt idx="131">
                <c:v>1.3512852687310974</c:v>
              </c:pt>
              <c:pt idx="132">
                <c:v>1.3512852687310974</c:v>
              </c:pt>
              <c:pt idx="133">
                <c:v>1.3512852687310974</c:v>
              </c:pt>
              <c:pt idx="134">
                <c:v>1.3079065325034263</c:v>
              </c:pt>
              <c:pt idx="135">
                <c:v>1.3079065325034263</c:v>
              </c:pt>
              <c:pt idx="136">
                <c:v>1.3079065325034263</c:v>
              </c:pt>
              <c:pt idx="137">
                <c:v>1.3079065325034263</c:v>
              </c:pt>
              <c:pt idx="138">
                <c:v>1.3079065325034263</c:v>
              </c:pt>
              <c:pt idx="139">
                <c:v>1.3079065325034263</c:v>
              </c:pt>
              <c:pt idx="140">
                <c:v>1.2087180649147145</c:v>
              </c:pt>
              <c:pt idx="141">
                <c:v>1.2087180649147145</c:v>
              </c:pt>
              <c:pt idx="142">
                <c:v>1.2087180649147145</c:v>
              </c:pt>
              <c:pt idx="143">
                <c:v>1.2087180649147145</c:v>
              </c:pt>
              <c:pt idx="144">
                <c:v>1.2087180649147145</c:v>
              </c:pt>
              <c:pt idx="145">
                <c:v>1.2087180649147145</c:v>
              </c:pt>
              <c:pt idx="146">
                <c:v>1.2087180649147145</c:v>
              </c:pt>
              <c:pt idx="147">
                <c:v>1.2087180649147145</c:v>
              </c:pt>
              <c:pt idx="148">
                <c:v>1.2087180649147145</c:v>
              </c:pt>
              <c:pt idx="149">
                <c:v>1.2087180649147145</c:v>
              </c:pt>
              <c:pt idx="150">
                <c:v>1.1876080209442446</c:v>
              </c:pt>
              <c:pt idx="151">
                <c:v>1.1876080209442446</c:v>
              </c:pt>
              <c:pt idx="152">
                <c:v>1.1653393286870433</c:v>
              </c:pt>
              <c:pt idx="153">
                <c:v>1.1653393286870433</c:v>
              </c:pt>
              <c:pt idx="154">
                <c:v>1.0689676127990115</c:v>
              </c:pt>
              <c:pt idx="155">
                <c:v>1.0689676127990115</c:v>
              </c:pt>
              <c:pt idx="156">
                <c:v>1.0299205016115056</c:v>
              </c:pt>
              <c:pt idx="157">
                <c:v>1.0299205016115056</c:v>
              </c:pt>
              <c:pt idx="158">
                <c:v>0.9884818087913465</c:v>
              </c:pt>
              <c:pt idx="159">
                <c:v>0.9884818087913465</c:v>
              </c:pt>
              <c:pt idx="160">
                <c:v>0.9234137044498396</c:v>
              </c:pt>
              <c:pt idx="161">
                <c:v>0.9234137044498396</c:v>
              </c:pt>
              <c:pt idx="162">
                <c:v>0.858707054517513</c:v>
              </c:pt>
              <c:pt idx="163">
                <c:v>0.858707054517513</c:v>
              </c:pt>
              <c:pt idx="164">
                <c:v>0.858707054517513</c:v>
              </c:pt>
              <c:pt idx="165">
                <c:v>0.858707054517513</c:v>
              </c:pt>
              <c:pt idx="166">
                <c:v>0.8407699873004768</c:v>
              </c:pt>
              <c:pt idx="167">
                <c:v>0.8407699873004768</c:v>
              </c:pt>
              <c:pt idx="168">
                <c:v>0.7250846861744926</c:v>
              </c:pt>
              <c:pt idx="169">
                <c:v>0.7250846861744926</c:v>
              </c:pt>
              <c:pt idx="170">
                <c:v>0.6882112868854544</c:v>
              </c:pt>
              <c:pt idx="171">
                <c:v>0.6882112868854544</c:v>
              </c:pt>
              <c:pt idx="172">
                <c:v>0.6258962185857809</c:v>
              </c:pt>
              <c:pt idx="173">
                <c:v>0.6258962185857809</c:v>
              </c:pt>
              <c:pt idx="174">
                <c:v>0.5979834535268757</c:v>
              </c:pt>
              <c:pt idx="175">
                <c:v>0.5979834535268757</c:v>
              </c:pt>
              <c:pt idx="176">
                <c:v>0.5732594639781744</c:v>
              </c:pt>
              <c:pt idx="177">
                <c:v>0.5732594639781744</c:v>
              </c:pt>
              <c:pt idx="178">
                <c:v>0.5732594639781744</c:v>
              </c:pt>
              <c:pt idx="179">
                <c:v>0.5732594639781744</c:v>
              </c:pt>
              <c:pt idx="180">
                <c:v>0.5447673747759033</c:v>
              </c:pt>
              <c:pt idx="181">
                <c:v>0.5447673747759033</c:v>
              </c:pt>
              <c:pt idx="182">
                <c:v>0.5447673747759033</c:v>
              </c:pt>
              <c:pt idx="183">
                <c:v>0.5447673747759033</c:v>
              </c:pt>
              <c:pt idx="184">
                <c:v>0.49458591745979674</c:v>
              </c:pt>
              <c:pt idx="185">
                <c:v>0.49458591745979674</c:v>
              </c:pt>
              <c:pt idx="186">
                <c:v>0.49458591745979674</c:v>
              </c:pt>
              <c:pt idx="187">
                <c:v>0.49458591745979674</c:v>
              </c:pt>
              <c:pt idx="188">
                <c:v>0.4593069059258605</c:v>
              </c:pt>
              <c:pt idx="189">
                <c:v>0.4593069059258605</c:v>
              </c:pt>
              <c:pt idx="190">
                <c:v>0.4593069059258605</c:v>
              </c:pt>
              <c:pt idx="191">
                <c:v>0.4593069059258605</c:v>
              </c:pt>
              <c:pt idx="192">
                <c:v>0.44194916285219005</c:v>
              </c:pt>
              <c:pt idx="193">
                <c:v>0.44194916285219005</c:v>
              </c:pt>
              <c:pt idx="194">
                <c:v>0.43999332068790764</c:v>
              </c:pt>
              <c:pt idx="195">
                <c:v>0.43999332068790764</c:v>
              </c:pt>
              <c:pt idx="196">
                <c:v>0.33725462317981153</c:v>
              </c:pt>
              <c:pt idx="197">
                <c:v>0.33725462317981153</c:v>
              </c:pt>
              <c:pt idx="198">
                <c:v>0.2353131195492663</c:v>
              </c:pt>
              <c:pt idx="199">
                <c:v>0.2353131195492663</c:v>
              </c:pt>
              <c:pt idx="200">
                <c:v>0.2353131195492663</c:v>
              </c:pt>
              <c:pt idx="201">
                <c:v>0.2353131195492663</c:v>
              </c:pt>
              <c:pt idx="202">
                <c:v>0.20682103034699528</c:v>
              </c:pt>
              <c:pt idx="203">
                <c:v>0.20682103034699528</c:v>
              </c:pt>
              <c:pt idx="204">
                <c:v>0.14767893880075572</c:v>
              </c:pt>
              <c:pt idx="205">
                <c:v>0.14767893880075572</c:v>
              </c:pt>
              <c:pt idx="206">
                <c:v>0.14767893880075572</c:v>
              </c:pt>
              <c:pt idx="207">
                <c:v>0.14767893880075572</c:v>
              </c:pt>
              <c:pt idx="208">
                <c:v>0.11160273338926846</c:v>
              </c:pt>
              <c:pt idx="209">
                <c:v>0.11160273338926846</c:v>
              </c:pt>
              <c:pt idx="210">
                <c:v>0.11160273338926846</c:v>
              </c:pt>
              <c:pt idx="211">
                <c:v>0.11160273338926846</c:v>
              </c:pt>
              <c:pt idx="212">
                <c:v>0.11160273338926846</c:v>
              </c:pt>
              <c:pt idx="213">
                <c:v>0.11160273338926846</c:v>
              </c:pt>
              <c:pt idx="214">
                <c:v>0.09366566617223246</c:v>
              </c:pt>
              <c:pt idx="215">
                <c:v>0.09366566617223246</c:v>
              </c:pt>
              <c:pt idx="216">
                <c:v>0.04783163265306124</c:v>
              </c:pt>
              <c:pt idx="217">
                <c:v>0.04783163265306124</c:v>
              </c:pt>
              <c:pt idx="218">
                <c:v>0.04783163265306124</c:v>
              </c:pt>
              <c:pt idx="219">
                <c:v>0.04783163265306124</c:v>
              </c:pt>
              <c:pt idx="220">
                <c:v>0.04783163265306124</c:v>
              </c:pt>
              <c:pt idx="221">
                <c:v>0.04783163265306124</c:v>
              </c:pt>
              <c:pt idx="222">
                <c:v>0.04783163265306124</c:v>
              </c:pt>
              <c:pt idx="223">
                <c:v>0.04783163265306124</c:v>
              </c:pt>
              <c:pt idx="224">
                <c:v>0.04783163265306124</c:v>
              </c:pt>
              <c:pt idx="225">
                <c:v>0.04783163265306124</c:v>
              </c:pt>
              <c:pt idx="226">
                <c:v>0.04783163265306124</c:v>
              </c:pt>
              <c:pt idx="227">
                <c:v>0.04783163265306124</c:v>
              </c:pt>
              <c:pt idx="228">
                <c:v>0.04783163265306124</c:v>
              </c:pt>
              <c:pt idx="229">
                <c:v>0.04783163265306124</c:v>
              </c:pt>
              <c:pt idx="230">
                <c:v>0.04783163265306124</c:v>
              </c:pt>
              <c:pt idx="231">
                <c:v>0.04783163265306124</c:v>
              </c:pt>
              <c:pt idx="232">
                <c:v>0.04783163265306124</c:v>
              </c:pt>
              <c:pt idx="233">
                <c:v>0.04783163265306124</c:v>
              </c:pt>
              <c:pt idx="234">
                <c:v>0.04783163265306124</c:v>
              </c:pt>
              <c:pt idx="235">
                <c:v>0.04783163265306124</c:v>
              </c:pt>
              <c:pt idx="236">
                <c:v>0.04783163265306124</c:v>
              </c:pt>
              <c:pt idx="237">
                <c:v>0.04783163265306124</c:v>
              </c:pt>
              <c:pt idx="238">
                <c:v>0.04783163265306124</c:v>
              </c:pt>
              <c:pt idx="239">
                <c:v>0.04783163265306124</c:v>
              </c:pt>
              <c:pt idx="240">
                <c:v>0.04783163265306124</c:v>
              </c:pt>
              <c:pt idx="241">
                <c:v>0.04783163265306124</c:v>
              </c:pt>
              <c:pt idx="242">
                <c:v>0.04783163265306124</c:v>
              </c:pt>
              <c:pt idx="243">
                <c:v>0.04783163265306124</c:v>
              </c:pt>
              <c:pt idx="244">
                <c:v>0.04783163265306124</c:v>
              </c:pt>
              <c:pt idx="245">
                <c:v>0.04783163265306124</c:v>
              </c:pt>
            </c:numLit>
          </c:yVal>
          <c:smooth val="0"/>
        </c:ser>
        <c:ser>
          <c:idx val="1"/>
          <c:order val="1"/>
          <c:tx>
            <c:v>Certified bound Φ</c:v>
          </c:tx>
          <c:spPr>
            <a:noFill xmlns:a="http://schemas.openxmlformats.org/drawingml/2006/main"/>
            <a:ln xmlns:a="http://schemas.openxmlformats.org/drawingml/2006/main" w="13335">
              <a:solidFill>
                <a:srgbClr val="7B8790"/>
              </a:solidFill>
              <a:prstDash val="dash"/>
            </a:ln>
          </c:spPr>
          <c:marker>
            <c:symbol val="none"/>
            <c:size val="7"/>
            <c:spPr>
              <a:solidFill xmlns:a="http://schemas.openxmlformats.org/drawingml/2006/main">
                <a:srgbClr val="7B8790"/>
              </a:solidFill>
            </c:spPr>
          </c:marker>
          <c:xVal>
            <c:numLit>
              <c:formatCode>General</c:formatCode>
              <c:ptCount val="246"/>
              <c:pt idx="0">
                <c:v>0</c:v>
              </c:pt>
              <c:pt idx="1">
                <c:v>0.09497556542845864</c:v>
              </c:pt>
              <c:pt idx="2">
                <c:v>0.09497556542845864</c:v>
              </c:pt>
              <c:pt idx="3">
                <c:v>0.14171803682671447</c:v>
              </c:pt>
              <c:pt idx="4">
                <c:v>0.14171803682671447</c:v>
              </c:pt>
              <c:pt idx="5">
                <c:v>0.2362599324466344</c:v>
              </c:pt>
              <c:pt idx="6">
                <c:v>0.2362599324466344</c:v>
              </c:pt>
              <c:pt idx="7">
                <c:v>0.2654397152783113</c:v>
              </c:pt>
              <c:pt idx="8">
                <c:v>0.2654397152783113</c:v>
              </c:pt>
              <c:pt idx="9">
                <c:v>0.3221190451033873</c:v>
              </c:pt>
              <c:pt idx="10">
                <c:v>0.3221190451033873</c:v>
              </c:pt>
              <c:pt idx="11">
                <c:v>0.3567018656362522</c:v>
              </c:pt>
              <c:pt idx="12">
                <c:v>0.3567018656362522</c:v>
              </c:pt>
              <c:pt idx="13">
                <c:v>0.5000000000000001</c:v>
              </c:pt>
              <c:pt idx="14">
                <c:v>0.5000000000000001</c:v>
              </c:pt>
              <c:pt idx="15">
                <c:v>0.5215545909938007</c:v>
              </c:pt>
              <c:pt idx="16">
                <c:v>0.5215545909938007</c:v>
              </c:pt>
              <c:pt idx="17">
                <c:v>0.5391285437112509</c:v>
              </c:pt>
              <c:pt idx="18">
                <c:v>0.5391285437112509</c:v>
              </c:pt>
              <c:pt idx="19">
                <c:v>0.6513157316708047</c:v>
              </c:pt>
              <c:pt idx="20">
                <c:v>0.6513157316708047</c:v>
              </c:pt>
              <c:pt idx="21">
                <c:v>0.6561687033377857</c:v>
              </c:pt>
              <c:pt idx="22">
                <c:v>0.6561687033377857</c:v>
              </c:pt>
              <c:pt idx="23">
                <c:v>0.6656193259186685</c:v>
              </c:pt>
              <c:pt idx="24">
                <c:v>0.6656193259186685</c:v>
              </c:pt>
              <c:pt idx="25">
                <c:v>0.7792483251897278</c:v>
              </c:pt>
              <c:pt idx="26">
                <c:v>0.7792483251897278</c:v>
              </c:pt>
              <c:pt idx="27">
                <c:v>0.8767451830548423</c:v>
              </c:pt>
              <c:pt idx="28">
                <c:v>0.8767451830548423</c:v>
              </c:pt>
              <c:pt idx="29">
                <c:v>0.9561255316022135</c:v>
              </c:pt>
              <c:pt idx="30">
                <c:v>0.9561255316022135</c:v>
              </c:pt>
              <c:pt idx="31">
                <c:v>0.9709604182994993</c:v>
              </c:pt>
              <c:pt idx="32">
                <c:v>0.9709604182994993</c:v>
              </c:pt>
              <c:pt idx="33">
                <c:v>0.9819936540777766</c:v>
              </c:pt>
              <c:pt idx="34">
                <c:v>0.9819936540777766</c:v>
              </c:pt>
              <c:pt idx="35">
                <c:v>1.0000000000000002</c:v>
              </c:pt>
              <c:pt idx="36">
                <c:v>1.0000000000000002</c:v>
              </c:pt>
              <c:pt idx="37">
                <c:v>1.0467287291341931</c:v>
              </c:pt>
              <c:pt idx="38">
                <c:v>1.0467287291341931</c:v>
              </c:pt>
              <c:pt idx="39">
                <c:v>1.0595285592407602</c:v>
              </c:pt>
              <c:pt idx="40">
                <c:v>1.0595285592407602</c:v>
              </c:pt>
              <c:pt idx="41">
                <c:v>1.069392200686918</c:v>
              </c:pt>
              <c:pt idx="42">
                <c:v>1.069392200686918</c:v>
              </c:pt>
              <c:pt idx="43">
                <c:v>1.1488851907430007</c:v>
              </c:pt>
              <c:pt idx="44">
                <c:v>1.1488851907430007</c:v>
              </c:pt>
              <c:pt idx="45">
                <c:v>1.2047478696299194</c:v>
              </c:pt>
              <c:pt idx="46">
                <c:v>1.2047478696299194</c:v>
              </c:pt>
              <c:pt idx="47">
                <c:v>1.2202248129268596</c:v>
              </c:pt>
              <c:pt idx="48">
                <c:v>1.2202248129268596</c:v>
              </c:pt>
              <c:pt idx="49">
                <c:v>1.2271165959015162</c:v>
              </c:pt>
              <c:pt idx="50">
                <c:v>1.2271165959015162</c:v>
              </c:pt>
              <c:pt idx="51">
                <c:v>1.2490385108552247</c:v>
              </c:pt>
              <c:pt idx="52">
                <c:v>1.2490385108552247</c:v>
              </c:pt>
              <c:pt idx="53">
                <c:v>1.2504521617895523</c:v>
              </c:pt>
              <c:pt idx="54">
                <c:v>1.2504521617895523</c:v>
              </c:pt>
              <c:pt idx="55">
                <c:v>1.3510635573705359</c:v>
              </c:pt>
              <c:pt idx="56">
                <c:v>1.3510635573705359</c:v>
              </c:pt>
              <c:pt idx="57">
                <c:v>1.366681302553365</c:v>
              </c:pt>
              <c:pt idx="58">
                <c:v>1.366681302553365</c:v>
              </c:pt>
              <c:pt idx="59">
                <c:v>1.3852577646983464</c:v>
              </c:pt>
              <c:pt idx="60">
                <c:v>1.3852577646983464</c:v>
              </c:pt>
              <c:pt idx="61">
                <c:v>1.3944793495448495</c:v>
              </c:pt>
              <c:pt idx="62">
                <c:v>1.3944793495448495</c:v>
              </c:pt>
              <c:pt idx="63">
                <c:v>1.4363200379556829</c:v>
              </c:pt>
              <c:pt idx="64">
                <c:v>1.4363200379556829</c:v>
              </c:pt>
              <c:pt idx="65">
                <c:v>1.4648352358859626</c:v>
              </c:pt>
              <c:pt idx="66">
                <c:v>1.4648352358859626</c:v>
              </c:pt>
              <c:pt idx="67">
                <c:v>1.485298443301859</c:v>
              </c:pt>
              <c:pt idx="68">
                <c:v>1.485298443301859</c:v>
              </c:pt>
              <c:pt idx="69">
                <c:v>1.5175401978120062</c:v>
              </c:pt>
              <c:pt idx="70">
                <c:v>1.5175401978120062</c:v>
              </c:pt>
              <c:pt idx="71">
                <c:v>1.564239489965256</c:v>
              </c:pt>
              <c:pt idx="72">
                <c:v>1.564239489965256</c:v>
              </c:pt>
              <c:pt idx="73">
                <c:v>1.6497775743221816</c:v>
              </c:pt>
              <c:pt idx="74">
                <c:v>1.6497775743221816</c:v>
              </c:pt>
              <c:pt idx="75">
                <c:v>1.6986508475935604</c:v>
              </c:pt>
              <c:pt idx="76">
                <c:v>1.6986508475935604</c:v>
              </c:pt>
              <c:pt idx="77">
                <c:v>1.7440866774907648</c:v>
              </c:pt>
              <c:pt idx="78">
                <c:v>1.7440866774907648</c:v>
              </c:pt>
              <c:pt idx="79">
                <c:v>1.7601174415388692</c:v>
              </c:pt>
              <c:pt idx="80">
                <c:v>1.7601174415388692</c:v>
              </c:pt>
              <c:pt idx="81">
                <c:v>1.8012146959922075</c:v>
              </c:pt>
              <c:pt idx="82">
                <c:v>1.8012146959922075</c:v>
              </c:pt>
              <c:pt idx="83">
                <c:v>1.8388838938637637</c:v>
              </c:pt>
              <c:pt idx="84">
                <c:v>1.8388838938637637</c:v>
              </c:pt>
              <c:pt idx="85">
                <c:v>1.9935557041922842</c:v>
              </c:pt>
              <c:pt idx="86">
                <c:v>1.9935557041922842</c:v>
              </c:pt>
              <c:pt idx="87">
                <c:v>2.0000000000000004</c:v>
              </c:pt>
              <c:pt idx="88">
                <c:v>2.0000000000000004</c:v>
              </c:pt>
              <c:pt idx="89">
                <c:v>2.1304752127478945</c:v>
              </c:pt>
              <c:pt idx="90">
                <c:v>2.1304752127478945</c:v>
              </c:pt>
              <c:pt idx="91">
                <c:v>2.1330021372599863</c:v>
              </c:pt>
              <c:pt idx="92">
                <c:v>2.1330021372599863</c:v>
              </c:pt>
              <c:pt idx="93">
                <c:v>2.160873401232133</c:v>
              </c:pt>
              <c:pt idx="94">
                <c:v>2.160873401232133</c:v>
              </c:pt>
              <c:pt idx="95">
                <c:v>2.184644514287186</c:v>
              </c:pt>
              <c:pt idx="96">
                <c:v>2.184644514287186</c:v>
              </c:pt>
              <c:pt idx="97">
                <c:v>2.4921032670317906</c:v>
              </c:pt>
              <c:pt idx="98">
                <c:v>2.4921032670317906</c:v>
              </c:pt>
              <c:pt idx="99">
                <c:v>2.5885319079226257</c:v>
              </c:pt>
              <c:pt idx="100">
                <c:v>2.5885319079226257</c:v>
              </c:pt>
              <c:pt idx="101">
                <c:v>2.5970325871133757</c:v>
              </c:pt>
              <c:pt idx="102">
                <c:v>2.5970325871133757</c:v>
              </c:pt>
              <c:pt idx="103">
                <c:v>2.652594888643731</c:v>
              </c:pt>
              <c:pt idx="104">
                <c:v>2.652594888643731</c:v>
              </c:pt>
              <c:pt idx="105">
                <c:v>2.752457218191784</c:v>
              </c:pt>
              <c:pt idx="106">
                <c:v>2.752457218191784</c:v>
              </c:pt>
              <c:pt idx="107">
                <c:v>2.8927315663485142</c:v>
              </c:pt>
              <c:pt idx="108">
                <c:v>2.8927315663485142</c:v>
              </c:pt>
              <c:pt idx="109">
                <c:v>2.947084849018701</c:v>
              </c:pt>
              <c:pt idx="110">
                <c:v>2.947084849018701</c:v>
              </c:pt>
              <c:pt idx="111">
                <c:v>3.013657858025591</c:v>
              </c:pt>
              <c:pt idx="112">
                <c:v>3.013657858025591</c:v>
              </c:pt>
              <c:pt idx="113">
                <c:v>3.051214414388436</c:v>
              </c:pt>
              <c:pt idx="114">
                <c:v>3.051214414388436</c:v>
              </c:pt>
              <c:pt idx="115">
                <c:v>3.085348546244934</c:v>
              </c:pt>
              <c:pt idx="116">
                <c:v>3.085348546244934</c:v>
              </c:pt>
              <c:pt idx="117">
                <c:v>3.14338708360846</c:v>
              </c:pt>
              <c:pt idx="118">
                <c:v>3.14338708360846</c:v>
              </c:pt>
              <c:pt idx="119">
                <c:v>3.246424026343695</c:v>
              </c:pt>
              <c:pt idx="120">
                <c:v>3.246424026343695</c:v>
              </c:pt>
              <c:pt idx="121">
                <c:v>3.2924962807651186</c:v>
              </c:pt>
              <c:pt idx="122">
                <c:v>3.2924962807651186</c:v>
              </c:pt>
              <c:pt idx="123">
                <c:v>3.423044034644623</c:v>
              </c:pt>
              <c:pt idx="124">
                <c:v>3.423044034644623</c:v>
              </c:pt>
              <c:pt idx="125">
                <c:v>3.425631034628027</c:v>
              </c:pt>
              <c:pt idx="126">
                <c:v>3.425631034628027</c:v>
              </c:pt>
              <c:pt idx="127">
                <c:v>3.4737852796021325</c:v>
              </c:pt>
              <c:pt idx="128">
                <c:v>3.4737852796021325</c:v>
              </c:pt>
              <c:pt idx="129">
                <c:v>3.5207305057160685</c:v>
              </c:pt>
              <c:pt idx="130">
                <c:v>3.5207305057160685</c:v>
              </c:pt>
              <c:pt idx="131">
                <c:v>3.579180184586391</c:v>
              </c:pt>
              <c:pt idx="132">
                <c:v>3.579180184586391</c:v>
              </c:pt>
              <c:pt idx="133">
                <c:v>3.5880112788693617</c:v>
              </c:pt>
              <c:pt idx="134">
                <c:v>3.5880112788693617</c:v>
              </c:pt>
              <c:pt idx="135">
                <c:v>3.62574055221223</c:v>
              </c:pt>
              <c:pt idx="136">
                <c:v>3.62574055221223</c:v>
              </c:pt>
              <c:pt idx="137">
                <c:v>3.6543496180664365</c:v>
              </c:pt>
              <c:pt idx="138">
                <c:v>3.6543496180664365</c:v>
              </c:pt>
              <c:pt idx="139">
                <c:v>3.720716117640689</c:v>
              </c:pt>
              <c:pt idx="140">
                <c:v>3.720716117640689</c:v>
              </c:pt>
              <c:pt idx="141">
                <c:v>3.8550185884772397</c:v>
              </c:pt>
              <c:pt idx="142">
                <c:v>3.8550185884772397</c:v>
              </c:pt>
              <c:pt idx="143">
                <c:v>3.9450172765791347</c:v>
              </c:pt>
              <c:pt idx="144">
                <c:v>3.9450172765791347</c:v>
              </c:pt>
              <c:pt idx="145">
                <c:v>4.1524428601541405</c:v>
              </c:pt>
              <c:pt idx="146">
                <c:v>4.1524428601541405</c:v>
              </c:pt>
              <c:pt idx="147">
                <c:v>4.154631860140098</c:v>
              </c:pt>
              <c:pt idx="148">
                <c:v>4.154631860140098</c:v>
              </c:pt>
              <c:pt idx="149">
                <c:v>4.2579278783453685</c:v>
              </c:pt>
              <c:pt idx="150">
                <c:v>4.2579278783453685</c:v>
              </c:pt>
              <c:pt idx="151">
                <c:v>4.292245991332762</c:v>
              </c:pt>
              <c:pt idx="152">
                <c:v>4.292245991332762</c:v>
              </c:pt>
              <c:pt idx="153">
                <c:v>4.3290516043041976</c:v>
              </c:pt>
              <c:pt idx="154">
                <c:v>4.3290516043041976</c:v>
              </c:pt>
              <c:pt idx="155">
                <c:v>4.402277971758972</c:v>
              </c:pt>
              <c:pt idx="156">
                <c:v>4.402277971758972</c:v>
              </c:pt>
              <c:pt idx="157">
                <c:v>4.637758800437019</c:v>
              </c:pt>
              <c:pt idx="158">
                <c:v>4.637758800437019</c:v>
              </c:pt>
              <c:pt idx="159">
                <c:v>4.648572385273309</c:v>
              </c:pt>
              <c:pt idx="160">
                <c:v>4.648572385273309</c:v>
              </c:pt>
              <c:pt idx="161">
                <c:v>4.974173930354356</c:v>
              </c:pt>
              <c:pt idx="162">
                <c:v>4.974173930354356</c:v>
              </c:pt>
              <c:pt idx="163">
                <c:v>5</c:v>
              </c:pt>
              <c:pt idx="164">
                <c:v>5</c:v>
              </c:pt>
              <c:pt idx="165">
                <c:v>5.072821608966805</c:v>
              </c:pt>
              <c:pt idx="166">
                <c:v>5.072821608966805</c:v>
              </c:pt>
              <c:pt idx="167">
                <c:v>5.082135184378755</c:v>
              </c:pt>
              <c:pt idx="168">
                <c:v>5.082135184378755</c:v>
              </c:pt>
              <c:pt idx="169">
                <c:v>5.08464521266454</c:v>
              </c:pt>
              <c:pt idx="170">
                <c:v>5.08464521266454</c:v>
              </c:pt>
              <c:pt idx="171">
                <c:v>5.160526165007946</c:v>
              </c:pt>
              <c:pt idx="172">
                <c:v>5.160526165007946</c:v>
              </c:pt>
              <c:pt idx="173">
                <c:v>5.3530004656599965</c:v>
              </c:pt>
              <c:pt idx="174">
                <c:v>5.3530004656599965</c:v>
              </c:pt>
              <c:pt idx="175">
                <c:v>5.427886418009785</c:v>
              </c:pt>
              <c:pt idx="176">
                <c:v>5.427886418009785</c:v>
              </c:pt>
              <c:pt idx="177">
                <c:v>5.513749285383495</c:v>
              </c:pt>
              <c:pt idx="178">
                <c:v>5.513749285383495</c:v>
              </c:pt>
              <c:pt idx="179">
                <c:v>5.705375020003254</c:v>
              </c:pt>
              <c:pt idx="180">
                <c:v>5.705375020003254</c:v>
              </c:pt>
              <c:pt idx="181">
                <c:v>5.865498679353405</c:v>
              </c:pt>
              <c:pt idx="182">
                <c:v>5.865498679353405</c:v>
              </c:pt>
              <c:pt idx="183">
                <c:v>5.9935157540038615</c:v>
              </c:pt>
              <c:pt idx="184">
                <c:v>5.9935157540038615</c:v>
              </c:pt>
              <c:pt idx="185">
                <c:v>5.999435065286643</c:v>
              </c:pt>
              <c:pt idx="186">
                <c:v>5.999435065286643</c:v>
              </c:pt>
              <c:pt idx="187">
                <c:v>6.597612165222866</c:v>
              </c:pt>
              <c:pt idx="188">
                <c:v>6.597612165222866</c:v>
              </c:pt>
              <c:pt idx="189">
                <c:v>6.8111429185700265</c:v>
              </c:pt>
              <c:pt idx="190">
                <c:v>6.8111429185700265</c:v>
              </c:pt>
              <c:pt idx="191">
                <c:v>7.003696068278176</c:v>
              </c:pt>
              <c:pt idx="192">
                <c:v>7.003696068278176</c:v>
              </c:pt>
              <c:pt idx="193">
                <c:v>7.107176067614342</c:v>
              </c:pt>
              <c:pt idx="194">
                <c:v>7.107176067614342</c:v>
              </c:pt>
              <c:pt idx="195">
                <c:v>7.15408186920023</c:v>
              </c:pt>
              <c:pt idx="196">
                <c:v>7.15408186920023</c:v>
              </c:pt>
              <c:pt idx="197">
                <c:v>7.702099705307284</c:v>
              </c:pt>
              <c:pt idx="198">
                <c:v>7.702099705307284</c:v>
              </c:pt>
              <c:pt idx="199">
                <c:v>7.8669205155706985</c:v>
              </c:pt>
              <c:pt idx="200">
                <c:v>7.8669205155706985</c:v>
              </c:pt>
              <c:pt idx="201">
                <c:v>8.13236023084901</c:v>
              </c:pt>
              <c:pt idx="202">
                <c:v>8.13236023084901</c:v>
              </c:pt>
              <c:pt idx="203">
                <c:v>8.202828758698834</c:v>
              </c:pt>
              <c:pt idx="204">
                <c:v>8.202828758698834</c:v>
              </c:pt>
              <c:pt idx="205">
                <c:v>9.399299354796947</c:v>
              </c:pt>
              <c:pt idx="206">
                <c:v>9.399299354796947</c:v>
              </c:pt>
              <c:pt idx="207">
                <c:v>9.399674826492651</c:v>
              </c:pt>
              <c:pt idx="208">
                <c:v>9.399674826492651</c:v>
              </c:pt>
              <c:pt idx="209">
                <c:v>9.94083842679462</c:v>
              </c:pt>
              <c:pt idx="210">
                <c:v>9.94083842679462</c:v>
              </c:pt>
              <c:pt idx="211">
                <c:v>10</c:v>
              </c:pt>
              <c:pt idx="212">
                <c:v>10</c:v>
              </c:pt>
              <c:pt idx="213">
                <c:v>10.123426557698773</c:v>
              </c:pt>
              <c:pt idx="214">
                <c:v>10.123426557698773</c:v>
              </c:pt>
              <c:pt idx="215">
                <c:v>12.346384203815647</c:v>
              </c:pt>
              <c:pt idx="216">
                <c:v>12.346384203815647</c:v>
              </c:pt>
              <c:pt idx="217">
                <c:v>15</c:v>
              </c:pt>
              <c:pt idx="218">
                <c:v>15</c:v>
              </c:pt>
              <c:pt idx="219">
                <c:v>16.34604387627066</c:v>
              </c:pt>
              <c:pt idx="220">
                <c:v>16.34604387627066</c:v>
              </c:pt>
              <c:pt idx="221">
                <c:v>17.683425245049726</c:v>
              </c:pt>
              <c:pt idx="222">
                <c:v>17.683425245049726</c:v>
              </c:pt>
              <c:pt idx="223">
                <c:v>20</c:v>
              </c:pt>
              <c:pt idx="224">
                <c:v>20</c:v>
              </c:pt>
              <c:pt idx="225">
                <c:v>20.545154113483918</c:v>
              </c:pt>
              <c:pt idx="226">
                <c:v>20.545154113483918</c:v>
              </c:pt>
              <c:pt idx="227">
                <c:v>20.785806126091057</c:v>
              </c:pt>
              <c:pt idx="228">
                <c:v>20.785806126091057</c:v>
              </c:pt>
              <c:pt idx="229">
                <c:v>25.39159820503503</c:v>
              </c:pt>
              <c:pt idx="230">
                <c:v>25.39159820503503</c:v>
              </c:pt>
              <c:pt idx="231">
                <c:v>28.66695279487238</c:v>
              </c:pt>
              <c:pt idx="232">
                <c:v>28.66695279487238</c:v>
              </c:pt>
              <c:pt idx="233">
                <c:v>30</c:v>
              </c:pt>
              <c:pt idx="234">
                <c:v>30</c:v>
              </c:pt>
              <c:pt idx="235">
                <c:v>30.15788894568524</c:v>
              </c:pt>
              <c:pt idx="236">
                <c:v>30.15788894568524</c:v>
              </c:pt>
              <c:pt idx="237">
                <c:v>34.118102735138585</c:v>
              </c:pt>
              <c:pt idx="238">
                <c:v>34.118102735138585</c:v>
              </c:pt>
              <c:pt idx="239">
                <c:v>35.825382626308865</c:v>
              </c:pt>
              <c:pt idx="240">
                <c:v>35.825382626308865</c:v>
              </c:pt>
              <c:pt idx="241">
                <c:v>36.16915981749973</c:v>
              </c:pt>
              <c:pt idx="242">
                <c:v>36.16915981749973</c:v>
              </c:pt>
              <c:pt idx="243">
                <c:v>50</c:v>
              </c:pt>
              <c:pt idx="244">
                <c:v>50</c:v>
              </c:pt>
              <c:pt idx="245">
                <c:v>70</c:v>
              </c:pt>
            </c:numLit>
          </c:xVal>
          <c:yVal>
            <c:numLit>
              <c:formatCode>0.0</c:formatCode>
              <c:ptCount val="246"/>
              <c:pt idx="0">
                <c:v>2.835155985764056</c:v>
              </c:pt>
              <c:pt idx="1">
                <c:v>2.835155985764056</c:v>
              </c:pt>
              <c:pt idx="2">
                <c:v>2.771661243847399</c:v>
              </c:pt>
              <c:pt idx="3">
                <c:v>2.771661243847399</c:v>
              </c:pt>
              <c:pt idx="4">
                <c:v>2.771661243847399</c:v>
              </c:pt>
              <c:pt idx="5">
                <c:v>2.771661243847399</c:v>
              </c:pt>
              <c:pt idx="6">
                <c:v>2.771661243847399</c:v>
              </c:pt>
              <c:pt idx="7">
                <c:v>2.771661243847399</c:v>
              </c:pt>
              <c:pt idx="8">
                <c:v>2.7612431435648497</c:v>
              </c:pt>
              <c:pt idx="9">
                <c:v>2.7612431435648497</c:v>
              </c:pt>
              <c:pt idx="10">
                <c:v>2.7612431435648497</c:v>
              </c:pt>
              <c:pt idx="11">
                <c:v>2.7612431435648497</c:v>
              </c:pt>
              <c:pt idx="12">
                <c:v>2.7612431435648497</c:v>
              </c:pt>
              <c:pt idx="13">
                <c:v>2.7612431435648497</c:v>
              </c:pt>
              <c:pt idx="14">
                <c:v>2.7612431435648497</c:v>
              </c:pt>
              <c:pt idx="15">
                <c:v>2.7612431435648497</c:v>
              </c:pt>
              <c:pt idx="16">
                <c:v>2.7612431435648497</c:v>
              </c:pt>
              <c:pt idx="17">
                <c:v>2.7612431435648497</c:v>
              </c:pt>
              <c:pt idx="18">
                <c:v>2.7272578510258496</c:v>
              </c:pt>
              <c:pt idx="19">
                <c:v>2.7272578510258496</c:v>
              </c:pt>
              <c:pt idx="20">
                <c:v>2.673735428348943</c:v>
              </c:pt>
              <c:pt idx="21">
                <c:v>2.673735428348943</c:v>
              </c:pt>
              <c:pt idx="22">
                <c:v>2.5222706491934783</c:v>
              </c:pt>
              <c:pt idx="23">
                <c:v>2.5222706491934783</c:v>
              </c:pt>
              <c:pt idx="24">
                <c:v>2.491858850686503</c:v>
              </c:pt>
              <c:pt idx="25">
                <c:v>2.491858850686503</c:v>
              </c:pt>
              <c:pt idx="26">
                <c:v>2.2566379901207214</c:v>
              </c:pt>
              <c:pt idx="27">
                <c:v>2.2566379901207214</c:v>
              </c:pt>
              <c:pt idx="28">
                <c:v>2.1496089140282035</c:v>
              </c:pt>
              <c:pt idx="29">
                <c:v>2.1496089140282035</c:v>
              </c:pt>
              <c:pt idx="30">
                <c:v>2.036252800594365</c:v>
              </c:pt>
              <c:pt idx="31">
                <c:v>2.036252800594365</c:v>
              </c:pt>
              <c:pt idx="32">
                <c:v>2.036252800594365</c:v>
              </c:pt>
              <c:pt idx="33">
                <c:v>2.036252800594365</c:v>
              </c:pt>
              <c:pt idx="34">
                <c:v>2.036252800594365</c:v>
              </c:pt>
              <c:pt idx="35">
                <c:v>2.036252800594365</c:v>
              </c:pt>
              <c:pt idx="36">
                <c:v>2.036252800594365</c:v>
              </c:pt>
              <c:pt idx="37">
                <c:v>2.036252800594365</c:v>
              </c:pt>
              <c:pt idx="38">
                <c:v>2.0032733136176324</c:v>
              </c:pt>
              <c:pt idx="39">
                <c:v>2.0032733136176324</c:v>
              </c:pt>
              <c:pt idx="40">
                <c:v>1.932957820099098</c:v>
              </c:pt>
              <c:pt idx="41">
                <c:v>1.932957820099098</c:v>
              </c:pt>
              <c:pt idx="42">
                <c:v>1.8692522500346131</c:v>
              </c:pt>
              <c:pt idx="43">
                <c:v>1.8692522500346131</c:v>
              </c:pt>
              <c:pt idx="44">
                <c:v>1.8692522500346131</c:v>
              </c:pt>
              <c:pt idx="45">
                <c:v>1.8692522500346131</c:v>
              </c:pt>
              <c:pt idx="46">
                <c:v>1.8692522500346131</c:v>
              </c:pt>
              <c:pt idx="47">
                <c:v>1.8692522500346131</c:v>
              </c:pt>
              <c:pt idx="48">
                <c:v>1.7982633386672335</c:v>
              </c:pt>
              <c:pt idx="49">
                <c:v>1.7982633386672335</c:v>
              </c:pt>
              <c:pt idx="50">
                <c:v>1.7982633386672335</c:v>
              </c:pt>
              <c:pt idx="51">
                <c:v>1.7982633386672335</c:v>
              </c:pt>
              <c:pt idx="52">
                <c:v>1.7164553493835666</c:v>
              </c:pt>
              <c:pt idx="53">
                <c:v>1.7164553493835666</c:v>
              </c:pt>
              <c:pt idx="54">
                <c:v>1.7164553493835666</c:v>
              </c:pt>
              <c:pt idx="55">
                <c:v>1.7164553493835666</c:v>
              </c:pt>
              <c:pt idx="56">
                <c:v>1.7164553493835666</c:v>
              </c:pt>
              <c:pt idx="57">
                <c:v>1.7164553493835666</c:v>
              </c:pt>
              <c:pt idx="58">
                <c:v>1.7040426634826398</c:v>
              </c:pt>
              <c:pt idx="59">
                <c:v>1.7040426634826398</c:v>
              </c:pt>
              <c:pt idx="60">
                <c:v>1.7040426634826398</c:v>
              </c:pt>
              <c:pt idx="61">
                <c:v>1.7040426634826398</c:v>
              </c:pt>
              <c:pt idx="62">
                <c:v>1.7040426634826398</c:v>
              </c:pt>
              <c:pt idx="63">
                <c:v>1.7040426634826398</c:v>
              </c:pt>
              <c:pt idx="64">
                <c:v>1.607470680941709</c:v>
              </c:pt>
              <c:pt idx="65">
                <c:v>1.607470680941709</c:v>
              </c:pt>
              <c:pt idx="66">
                <c:v>1.607470680941709</c:v>
              </c:pt>
              <c:pt idx="67">
                <c:v>1.607470680941709</c:v>
              </c:pt>
              <c:pt idx="68">
                <c:v>1.607470680941709</c:v>
              </c:pt>
              <c:pt idx="69">
                <c:v>1.607470680941709</c:v>
              </c:pt>
              <c:pt idx="70">
                <c:v>1.607470680941709</c:v>
              </c:pt>
              <c:pt idx="71">
                <c:v>1.607470680941709</c:v>
              </c:pt>
              <c:pt idx="72">
                <c:v>1.607470680941709</c:v>
              </c:pt>
              <c:pt idx="73">
                <c:v>1.607470680941709</c:v>
              </c:pt>
              <c:pt idx="74">
                <c:v>1.5425063841798088</c:v>
              </c:pt>
              <c:pt idx="75">
                <c:v>1.5425063841798088</c:v>
              </c:pt>
              <c:pt idx="76">
                <c:v>1.5425063841798088</c:v>
              </c:pt>
              <c:pt idx="77">
                <c:v>1.5425063841798088</c:v>
              </c:pt>
              <c:pt idx="78">
                <c:v>1.5425063841798088</c:v>
              </c:pt>
              <c:pt idx="79">
                <c:v>1.5425063841798088</c:v>
              </c:pt>
              <c:pt idx="80">
                <c:v>1.5425063841798088</c:v>
              </c:pt>
              <c:pt idx="81">
                <c:v>1.5425063841798088</c:v>
              </c:pt>
              <c:pt idx="82">
                <c:v>1.5425063841798088</c:v>
              </c:pt>
              <c:pt idx="83">
                <c:v>1.5425063841798088</c:v>
              </c:pt>
              <c:pt idx="84">
                <c:v>1.5425063841798088</c:v>
              </c:pt>
              <c:pt idx="85">
                <c:v>1.5425063841798088</c:v>
              </c:pt>
              <c:pt idx="86">
                <c:v>1.5425063841798088</c:v>
              </c:pt>
              <c:pt idx="87">
                <c:v>1.5425063841798088</c:v>
              </c:pt>
              <c:pt idx="88">
                <c:v>1.5425063841798088</c:v>
              </c:pt>
              <c:pt idx="89">
                <c:v>1.5425063841798088</c:v>
              </c:pt>
              <c:pt idx="90">
                <c:v>1.5425063841798088</c:v>
              </c:pt>
              <c:pt idx="91">
                <c:v>1.5425063841798088</c:v>
              </c:pt>
              <c:pt idx="92">
                <c:v>1.5425063841798088</c:v>
              </c:pt>
              <c:pt idx="93">
                <c:v>1.5425063841798088</c:v>
              </c:pt>
              <c:pt idx="94">
                <c:v>1.5425063841798088</c:v>
              </c:pt>
              <c:pt idx="95">
                <c:v>1.5425063841798088</c:v>
              </c:pt>
              <c:pt idx="96">
                <c:v>1.532088283897259</c:v>
              </c:pt>
              <c:pt idx="97">
                <c:v>1.532088283897259</c:v>
              </c:pt>
              <c:pt idx="98">
                <c:v>1.4677496932203156</c:v>
              </c:pt>
              <c:pt idx="99">
                <c:v>1.4677496932203156</c:v>
              </c:pt>
              <c:pt idx="100">
                <c:v>1.4677496932203156</c:v>
              </c:pt>
              <c:pt idx="101">
                <c:v>1.4677496932203156</c:v>
              </c:pt>
              <c:pt idx="102">
                <c:v>1.4677496932203156</c:v>
              </c:pt>
              <c:pt idx="103">
                <c:v>1.4677496932203156</c:v>
              </c:pt>
              <c:pt idx="104">
                <c:v>1.4677496932203156</c:v>
              </c:pt>
              <c:pt idx="105">
                <c:v>1.4677496932203156</c:v>
              </c:pt>
              <c:pt idx="106">
                <c:v>1.4024729594057916</c:v>
              </c:pt>
              <c:pt idx="107">
                <c:v>1.4024729594057916</c:v>
              </c:pt>
              <c:pt idx="108">
                <c:v>1.3601465114175382</c:v>
              </c:pt>
              <c:pt idx="109">
                <c:v>1.3601465114175382</c:v>
              </c:pt>
              <c:pt idx="110">
                <c:v>1.3601465114175382</c:v>
              </c:pt>
              <c:pt idx="111">
                <c:v>1.3601465114175382</c:v>
              </c:pt>
              <c:pt idx="112">
                <c:v>1.3601465114175382</c:v>
              </c:pt>
              <c:pt idx="113">
                <c:v>1.3601465114175382</c:v>
              </c:pt>
              <c:pt idx="114">
                <c:v>1.2266556602865175</c:v>
              </c:pt>
              <c:pt idx="115">
                <c:v>1.2266556602865175</c:v>
              </c:pt>
              <c:pt idx="116">
                <c:v>1.2266556602865175</c:v>
              </c:pt>
              <c:pt idx="117">
                <c:v>1.2266556602865175</c:v>
              </c:pt>
              <c:pt idx="118">
                <c:v>1.2266556602865175</c:v>
              </c:pt>
              <c:pt idx="119">
                <c:v>1.2266556602865175</c:v>
              </c:pt>
              <c:pt idx="120">
                <c:v>1.2266556602865175</c:v>
              </c:pt>
              <c:pt idx="121">
                <c:v>1.2266556602865175</c:v>
              </c:pt>
              <c:pt idx="122">
                <c:v>1.2045349400452987</c:v>
              </c:pt>
              <c:pt idx="123">
                <c:v>1.2045349400452987</c:v>
              </c:pt>
              <c:pt idx="124">
                <c:v>1.1865841211713568</c:v>
              </c:pt>
              <c:pt idx="125">
                <c:v>1.1865841211713568</c:v>
              </c:pt>
              <c:pt idx="126">
                <c:v>1.1865841211713568</c:v>
              </c:pt>
              <c:pt idx="127">
                <c:v>1.1865841211713568</c:v>
              </c:pt>
              <c:pt idx="128">
                <c:v>1.1707693453353476</c:v>
              </c:pt>
              <c:pt idx="129">
                <c:v>1.1707693453353476</c:v>
              </c:pt>
              <c:pt idx="130">
                <c:v>1.1422780014981162</c:v>
              </c:pt>
              <c:pt idx="131">
                <c:v>1.1422780014981162</c:v>
              </c:pt>
              <c:pt idx="132">
                <c:v>1.078017679828836</c:v>
              </c:pt>
              <c:pt idx="133">
                <c:v>1.078017679828836</c:v>
              </c:pt>
              <c:pt idx="134">
                <c:v>1.0347876185180656</c:v>
              </c:pt>
              <c:pt idx="135">
                <c:v>1.0347876185180656</c:v>
              </c:pt>
              <c:pt idx="136">
                <c:v>0.9354382613303175</c:v>
              </c:pt>
              <c:pt idx="137">
                <c:v>0.9354382613303175</c:v>
              </c:pt>
              <c:pt idx="138">
                <c:v>0.9096323347435413</c:v>
              </c:pt>
              <c:pt idx="139">
                <c:v>0.9096323347435413</c:v>
              </c:pt>
              <c:pt idx="140">
                <c:v>0.9096323347435413</c:v>
              </c:pt>
              <c:pt idx="141">
                <c:v>0.9096323347435413</c:v>
              </c:pt>
              <c:pt idx="142">
                <c:v>0.7945834663870733</c:v>
              </c:pt>
              <c:pt idx="143">
                <c:v>0.7945834663870733</c:v>
              </c:pt>
              <c:pt idx="144">
                <c:v>0.7589765433396201</c:v>
              </c:pt>
              <c:pt idx="145">
                <c:v>0.7589765433396201</c:v>
              </c:pt>
              <c:pt idx="146">
                <c:v>0.7589765433396201</c:v>
              </c:pt>
              <c:pt idx="147">
                <c:v>0.7589765433396201</c:v>
              </c:pt>
              <c:pt idx="148">
                <c:v>0.708136694057564</c:v>
              </c:pt>
              <c:pt idx="149">
                <c:v>0.708136694057564</c:v>
              </c:pt>
              <c:pt idx="150">
                <c:v>0.6871180567133229</c:v>
              </c:pt>
              <c:pt idx="151">
                <c:v>0.6871180567133229</c:v>
              </c:pt>
              <c:pt idx="152">
                <c:v>0.6643271590757172</c:v>
              </c:pt>
              <c:pt idx="153">
                <c:v>0.6643271590757172</c:v>
              </c:pt>
              <c:pt idx="154">
                <c:v>0.6643271590757172</c:v>
              </c:pt>
              <c:pt idx="155">
                <c:v>0.6643271590757172</c:v>
              </c:pt>
              <c:pt idx="156">
                <c:v>0.6643271590757172</c:v>
              </c:pt>
              <c:pt idx="157">
                <c:v>0.6643271590757172</c:v>
              </c:pt>
              <c:pt idx="158">
                <c:v>0.6247162812835337</c:v>
              </c:pt>
              <c:pt idx="159">
                <c:v>0.6247162812835337</c:v>
              </c:pt>
              <c:pt idx="160">
                <c:v>0.6247162812835337</c:v>
              </c:pt>
              <c:pt idx="161">
                <c:v>0.6247162812835337</c:v>
              </c:pt>
              <c:pt idx="162">
                <c:v>0.5578615393935502</c:v>
              </c:pt>
              <c:pt idx="163">
                <c:v>0.5578615393935502</c:v>
              </c:pt>
              <c:pt idx="164">
                <c:v>0.5578615393935502</c:v>
              </c:pt>
              <c:pt idx="165">
                <c:v>0.5578615393935502</c:v>
              </c:pt>
              <c:pt idx="166">
                <c:v>0.5578615393935502</c:v>
              </c:pt>
              <c:pt idx="167">
                <c:v>0.5578615393935502</c:v>
              </c:pt>
              <c:pt idx="168">
                <c:v>0.5578615393935502</c:v>
              </c:pt>
              <c:pt idx="169">
                <c:v>0.5578615393935502</c:v>
              </c:pt>
              <c:pt idx="170">
                <c:v>0.5201862536816658</c:v>
              </c:pt>
              <c:pt idx="171">
                <c:v>0.5201862536816658</c:v>
              </c:pt>
              <c:pt idx="172">
                <c:v>0.4349872626810135</c:v>
              </c:pt>
              <c:pt idx="173">
                <c:v>0.4349872626810135</c:v>
              </c:pt>
              <c:pt idx="174">
                <c:v>0.4349872626810135</c:v>
              </c:pt>
              <c:pt idx="175">
                <c:v>0.4349872626810135</c:v>
              </c:pt>
              <c:pt idx="176">
                <c:v>0.41053555263008795</c:v>
              </c:pt>
              <c:pt idx="177">
                <c:v>0.41053555263008795</c:v>
              </c:pt>
              <c:pt idx="178">
                <c:v>0.41053555263008795</c:v>
              </c:pt>
              <c:pt idx="179">
                <c:v>0.41053555263008795</c:v>
              </c:pt>
              <c:pt idx="180">
                <c:v>0.41053555263008795</c:v>
              </c:pt>
              <c:pt idx="181">
                <c:v>0.41053555263008795</c:v>
              </c:pt>
              <c:pt idx="182">
                <c:v>0.39258473375614594</c:v>
              </c:pt>
              <c:pt idx="183">
                <c:v>0.39258473375614594</c:v>
              </c:pt>
              <c:pt idx="184">
                <c:v>0.39258473375614594</c:v>
              </c:pt>
              <c:pt idx="185">
                <c:v>0.39258473375614594</c:v>
              </c:pt>
              <c:pt idx="186">
                <c:v>0.3123714012074085</c:v>
              </c:pt>
              <c:pt idx="187">
                <c:v>0.3123714012074085</c:v>
              </c:pt>
              <c:pt idx="188">
                <c:v>0.3123714012074085</c:v>
              </c:pt>
              <c:pt idx="189">
                <c:v>0.3123714012074085</c:v>
              </c:pt>
              <c:pt idx="190">
                <c:v>0.2762367465513559</c:v>
              </c:pt>
              <c:pt idx="191">
                <c:v>0.2762367465513559</c:v>
              </c:pt>
              <c:pt idx="192">
                <c:v>0.26019654087722305</c:v>
              </c:pt>
              <c:pt idx="193">
                <c:v>0.26019654087722305</c:v>
              </c:pt>
              <c:pt idx="194">
                <c:v>0.26019654087722305</c:v>
              </c:pt>
              <c:pt idx="195">
                <c:v>0.26019654087722305</c:v>
              </c:pt>
              <c:pt idx="196">
                <c:v>0.26019654087722305</c:v>
              </c:pt>
              <c:pt idx="197">
                <c:v>0.26019654087722305</c:v>
              </c:pt>
              <c:pt idx="198">
                <c:v>0.15805157683789733</c:v>
              </c:pt>
              <c:pt idx="199">
                <c:v>0.15805157683789733</c:v>
              </c:pt>
              <c:pt idx="200">
                <c:v>0.12956023300066588</c:v>
              </c:pt>
              <c:pt idx="201">
                <c:v>0.12956023300066588</c:v>
              </c:pt>
              <c:pt idx="202">
                <c:v>0.12956023300066588</c:v>
              </c:pt>
              <c:pt idx="203">
                <c:v>0.12956023300066588</c:v>
              </c:pt>
              <c:pt idx="204">
                <c:v>0.07079743864014745</c:v>
              </c:pt>
              <c:pt idx="205">
                <c:v>0.07079743864014745</c:v>
              </c:pt>
              <c:pt idx="206">
                <c:v>0.025386715680360793</c:v>
              </c:pt>
              <c:pt idx="207">
                <c:v>0.025386715680360793</c:v>
              </c:pt>
              <c:pt idx="208">
                <c:v>0.025386715680360793</c:v>
              </c:pt>
              <c:pt idx="209">
                <c:v>0.025386715680360793</c:v>
              </c:pt>
              <c:pt idx="210">
                <c:v>0.025386715680360793</c:v>
              </c:pt>
              <c:pt idx="211">
                <c:v>0.025386715680360793</c:v>
              </c:pt>
              <c:pt idx="212">
                <c:v>0.025386715680360793</c:v>
              </c:pt>
              <c:pt idx="213">
                <c:v>0.025386715680360793</c:v>
              </c:pt>
              <c:pt idx="214">
                <c:v>0.025386715680360793</c:v>
              </c:pt>
              <c:pt idx="215">
                <c:v>0.025386715680360793</c:v>
              </c:pt>
              <c:pt idx="216">
                <c:v>0.025386715680360793</c:v>
              </c:pt>
              <c:pt idx="217">
                <c:v>0.025386715680360793</c:v>
              </c:pt>
              <c:pt idx="218">
                <c:v>0.025386715680360793</c:v>
              </c:pt>
              <c:pt idx="219">
                <c:v>0.025386715680360793</c:v>
              </c:pt>
              <c:pt idx="220">
                <c:v>0.025386715680360793</c:v>
              </c:pt>
              <c:pt idx="221">
                <c:v>0.025386715680360793</c:v>
              </c:pt>
              <c:pt idx="222">
                <c:v>0.025386715680360793</c:v>
              </c:pt>
              <c:pt idx="223">
                <c:v>0.025386715680360793</c:v>
              </c:pt>
              <c:pt idx="224">
                <c:v>0.025386715680360793</c:v>
              </c:pt>
              <c:pt idx="225">
                <c:v>0.025386715680360793</c:v>
              </c:pt>
              <c:pt idx="226">
                <c:v>0.025386715680360793</c:v>
              </c:pt>
              <c:pt idx="227">
                <c:v>0.025386715680360793</c:v>
              </c:pt>
              <c:pt idx="228">
                <c:v>0.025386715680360793</c:v>
              </c:pt>
              <c:pt idx="229">
                <c:v>0.025386715680360793</c:v>
              </c:pt>
              <c:pt idx="230">
                <c:v>0.025386715680360793</c:v>
              </c:pt>
              <c:pt idx="231">
                <c:v>0.025386715680360793</c:v>
              </c:pt>
              <c:pt idx="232">
                <c:v>0.025386715680360793</c:v>
              </c:pt>
              <c:pt idx="233">
                <c:v>0.025386715680360793</c:v>
              </c:pt>
              <c:pt idx="234">
                <c:v>0.025386715680360793</c:v>
              </c:pt>
              <c:pt idx="235">
                <c:v>0.025386715680360793</c:v>
              </c:pt>
              <c:pt idx="236">
                <c:v>0.025386715680360793</c:v>
              </c:pt>
              <c:pt idx="237">
                <c:v>0.025386715680360793</c:v>
              </c:pt>
              <c:pt idx="238">
                <c:v>0.025386715680360793</c:v>
              </c:pt>
              <c:pt idx="239">
                <c:v>0.025386715680360793</c:v>
              </c:pt>
              <c:pt idx="240">
                <c:v>0.025386715680360793</c:v>
              </c:pt>
              <c:pt idx="241">
                <c:v>0.025386715680360793</c:v>
              </c:pt>
              <c:pt idx="242">
                <c:v>0.025386715680360793</c:v>
              </c:pt>
              <c:pt idx="243">
                <c:v>0.025386715680360793</c:v>
              </c:pt>
              <c:pt idx="244">
                <c:v>0.025386715680360793</c:v>
              </c:pt>
              <c:pt idx="245">
                <c:v>0.025386715680360793</c:v>
              </c:pt>
            </c:numLit>
          </c:yVal>
          <c:smooth val="0"/>
        </c:ser>
        <c:ser>
          <c:idx val="2"/>
          <c:order val="2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</c:numLit>
          </c:xVal>
          <c:yVal>
            <c:numLit>
              <c:formatCode>0.0</c:formatCode>
              <c:ptCount val="246"/>
              <c:pt idx="0">
                <c:v>2.878988838997689</c:v>
              </c:pt>
              <c:pt idx="1">
                <c:v>2.878988838997689</c:v>
              </c:pt>
              <c:pt idx="2">
                <c:v>2.878988838997689</c:v>
              </c:pt>
              <c:pt idx="3">
                <c:v>2.878988838997689</c:v>
              </c:pt>
              <c:pt idx="4">
                <c:v>2.878988838997689</c:v>
              </c:pt>
              <c:pt idx="5">
                <c:v>2.878988838997689</c:v>
              </c:pt>
              <c:pt idx="6">
                <c:v>2.878988838997689</c:v>
              </c:pt>
              <c:pt idx="7">
                <c:v>2.878988838997689</c:v>
              </c:pt>
              <c:pt idx="8">
                <c:v>2.878988838997689</c:v>
              </c:pt>
              <c:pt idx="9">
                <c:v>2.878988838997689</c:v>
              </c:pt>
              <c:pt idx="10">
                <c:v>2.878988838997689</c:v>
              </c:pt>
              <c:pt idx="11">
                <c:v>2.878988838997689</c:v>
              </c:pt>
              <c:pt idx="12">
                <c:v>2.878988838997689</c:v>
              </c:pt>
              <c:pt idx="13">
                <c:v>2.878988838997689</c:v>
              </c:pt>
              <c:pt idx="14">
                <c:v>2.878988838997689</c:v>
              </c:pt>
              <c:pt idx="15">
                <c:v>2.878988838997689</c:v>
              </c:pt>
              <c:pt idx="16">
                <c:v>2.878988838997689</c:v>
              </c:pt>
              <c:pt idx="17">
                <c:v>2.878988838997689</c:v>
              </c:pt>
              <c:pt idx="18">
                <c:v>2.878988838997689</c:v>
              </c:pt>
              <c:pt idx="19">
                <c:v>2.878988838997689</c:v>
              </c:pt>
              <c:pt idx="20">
                <c:v>2.878988838997689</c:v>
              </c:pt>
              <c:pt idx="21">
                <c:v>2.878988838997689</c:v>
              </c:pt>
              <c:pt idx="22">
                <c:v>2.878988838997689</c:v>
              </c:pt>
              <c:pt idx="23">
                <c:v>2.878988838997689</c:v>
              </c:pt>
              <c:pt idx="24">
                <c:v>2.878988838997689</c:v>
              </c:pt>
              <c:pt idx="25">
                <c:v>2.878988838997689</c:v>
              </c:pt>
              <c:pt idx="26">
                <c:v>2.878988838997689</c:v>
              </c:pt>
              <c:pt idx="27">
                <c:v>2.878988838997689</c:v>
              </c:pt>
              <c:pt idx="28">
                <c:v>2.878988838997689</c:v>
              </c:pt>
              <c:pt idx="29">
                <c:v>2.878988838997689</c:v>
              </c:pt>
              <c:pt idx="30">
                <c:v>2.878988838997689</c:v>
              </c:pt>
              <c:pt idx="31">
                <c:v>2.878988838997689</c:v>
              </c:pt>
              <c:pt idx="32">
                <c:v>2.878988838997689</c:v>
              </c:pt>
              <c:pt idx="33">
                <c:v>2.878988838997689</c:v>
              </c:pt>
              <c:pt idx="34">
                <c:v>2.878988838997689</c:v>
              </c:pt>
              <c:pt idx="35">
                <c:v>2.878988838997689</c:v>
              </c:pt>
              <c:pt idx="36">
                <c:v>2.878988838997689</c:v>
              </c:pt>
              <c:pt idx="37">
                <c:v>2.878988838997689</c:v>
              </c:pt>
              <c:pt idx="38">
                <c:v>2.878988838997689</c:v>
              </c:pt>
              <c:pt idx="39">
                <c:v>2.878988838997689</c:v>
              </c:pt>
              <c:pt idx="40">
                <c:v>2.878988838997689</c:v>
              </c:pt>
              <c:pt idx="41">
                <c:v>2.878988838997689</c:v>
              </c:pt>
              <c:pt idx="42">
                <c:v>2.878988838997689</c:v>
              </c:pt>
              <c:pt idx="43">
                <c:v>2.878988838997689</c:v>
              </c:pt>
              <c:pt idx="44">
                <c:v>2.878988838997689</c:v>
              </c:pt>
              <c:pt idx="45">
                <c:v>2.878988838997689</c:v>
              </c:pt>
              <c:pt idx="46">
                <c:v>2.878988838997689</c:v>
              </c:pt>
              <c:pt idx="47">
                <c:v>2.878988838997689</c:v>
              </c:pt>
              <c:pt idx="48">
                <c:v>2.878988838997689</c:v>
              </c:pt>
              <c:pt idx="49">
                <c:v>2.878988838997689</c:v>
              </c:pt>
              <c:pt idx="50">
                <c:v>2.878988838997689</c:v>
              </c:pt>
              <c:pt idx="51">
                <c:v>2.878988838997689</c:v>
              </c:pt>
              <c:pt idx="52">
                <c:v>2.878988838997689</c:v>
              </c:pt>
              <c:pt idx="53">
                <c:v>2.878988838997689</c:v>
              </c:pt>
              <c:pt idx="54">
                <c:v>2.878988838997689</c:v>
              </c:pt>
              <c:pt idx="55">
                <c:v>2.878988838997689</c:v>
              </c:pt>
              <c:pt idx="56">
                <c:v>2.878988838997689</c:v>
              </c:pt>
              <c:pt idx="57">
                <c:v>2.878988838997689</c:v>
              </c:pt>
              <c:pt idx="58">
                <c:v>2.878988838997689</c:v>
              </c:pt>
              <c:pt idx="59">
                <c:v>2.878988838997689</c:v>
              </c:pt>
              <c:pt idx="60">
                <c:v>2.878988838997689</c:v>
              </c:pt>
              <c:pt idx="61">
                <c:v>2.878988838997689</c:v>
              </c:pt>
              <c:pt idx="62">
                <c:v>2.878988838997689</c:v>
              </c:pt>
              <c:pt idx="63">
                <c:v>2.878988838997689</c:v>
              </c:pt>
              <c:pt idx="64">
                <c:v>2.878988838997689</c:v>
              </c:pt>
              <c:pt idx="65">
                <c:v>2.878988838997689</c:v>
              </c:pt>
              <c:pt idx="66">
                <c:v>2.878988838997689</c:v>
              </c:pt>
              <c:pt idx="67">
                <c:v>2.878988838997689</c:v>
              </c:pt>
              <c:pt idx="68">
                <c:v>2.878988838997689</c:v>
              </c:pt>
              <c:pt idx="69">
                <c:v>2.878988838997689</c:v>
              </c:pt>
              <c:pt idx="70">
                <c:v>2.878988838997689</c:v>
              </c:pt>
              <c:pt idx="71">
                <c:v>2.878988838997689</c:v>
              </c:pt>
              <c:pt idx="72">
                <c:v>2.878988838997689</c:v>
              </c:pt>
              <c:pt idx="73">
                <c:v>2.878988838997689</c:v>
              </c:pt>
              <c:pt idx="74">
                <c:v>2.878988838997689</c:v>
              </c:pt>
              <c:pt idx="75">
                <c:v>2.878988838997689</c:v>
              </c:pt>
              <c:pt idx="76">
                <c:v>2.878988838997689</c:v>
              </c:pt>
              <c:pt idx="77">
                <c:v>2.878988838997689</c:v>
              </c:pt>
              <c:pt idx="78">
                <c:v>2.878988838997689</c:v>
              </c:pt>
              <c:pt idx="79">
                <c:v>2.878988838997689</c:v>
              </c:pt>
              <c:pt idx="80">
                <c:v>2.878988838997689</c:v>
              </c:pt>
              <c:pt idx="81">
                <c:v>2.878988838997689</c:v>
              </c:pt>
              <c:pt idx="82">
                <c:v>2.878988838997689</c:v>
              </c:pt>
              <c:pt idx="83">
                <c:v>2.878988838997689</c:v>
              </c:pt>
              <c:pt idx="84">
                <c:v>2.878988838997689</c:v>
              </c:pt>
              <c:pt idx="85">
                <c:v>2.878988838997689</c:v>
              </c:pt>
              <c:pt idx="86">
                <c:v>2.878988838997689</c:v>
              </c:pt>
              <c:pt idx="87">
                <c:v>2.878988838997689</c:v>
              </c:pt>
              <c:pt idx="88">
                <c:v>2.878988838997689</c:v>
              </c:pt>
              <c:pt idx="89">
                <c:v>2.878988838997689</c:v>
              </c:pt>
              <c:pt idx="90">
                <c:v>2.878988838997689</c:v>
              </c:pt>
              <c:pt idx="91">
                <c:v>2.878988838997689</c:v>
              </c:pt>
              <c:pt idx="92">
                <c:v>2.878988838997689</c:v>
              </c:pt>
              <c:pt idx="93">
                <c:v>2.878988838997689</c:v>
              </c:pt>
              <c:pt idx="94">
                <c:v>2.878988838997689</c:v>
              </c:pt>
              <c:pt idx="95">
                <c:v>2.878988838997689</c:v>
              </c:pt>
              <c:pt idx="96">
                <c:v>2.878988838997689</c:v>
              </c:pt>
              <c:pt idx="97">
                <c:v>2.878988838997689</c:v>
              </c:pt>
              <c:pt idx="98">
                <c:v>2.878988838997689</c:v>
              </c:pt>
              <c:pt idx="99">
                <c:v>2.878988838997689</c:v>
              </c:pt>
              <c:pt idx="100">
                <c:v>2.878988838997689</c:v>
              </c:pt>
              <c:pt idx="101">
                <c:v>2.878988838997689</c:v>
              </c:pt>
              <c:pt idx="102">
                <c:v>2.878988838997689</c:v>
              </c:pt>
              <c:pt idx="103">
                <c:v>2.878988838997689</c:v>
              </c:pt>
              <c:pt idx="104">
                <c:v>2.878988838997689</c:v>
              </c:pt>
              <c:pt idx="105">
                <c:v>2.878988838997689</c:v>
              </c:pt>
              <c:pt idx="106">
                <c:v>2.878988838997689</c:v>
              </c:pt>
              <c:pt idx="107">
                <c:v>2.878988838997689</c:v>
              </c:pt>
              <c:pt idx="108">
                <c:v>2.878988838997689</c:v>
              </c:pt>
              <c:pt idx="109">
                <c:v>2.878988838997689</c:v>
              </c:pt>
              <c:pt idx="110">
                <c:v>2.878988838997689</c:v>
              </c:pt>
              <c:pt idx="111">
                <c:v>2.878988838997689</c:v>
              </c:pt>
              <c:pt idx="112">
                <c:v>2.878988838997689</c:v>
              </c:pt>
              <c:pt idx="113">
                <c:v>2.878988838997689</c:v>
              </c:pt>
              <c:pt idx="114">
                <c:v>2.878988838997689</c:v>
              </c:pt>
              <c:pt idx="115">
                <c:v>2.878988838997689</c:v>
              </c:pt>
              <c:pt idx="116">
                <c:v>2.878988838997689</c:v>
              </c:pt>
              <c:pt idx="117">
                <c:v>2.878988838997689</c:v>
              </c:pt>
              <c:pt idx="118">
                <c:v>2.878988838997689</c:v>
              </c:pt>
              <c:pt idx="119">
                <c:v>2.878988838997689</c:v>
              </c:pt>
              <c:pt idx="120">
                <c:v>2.878988838997689</c:v>
              </c:pt>
              <c:pt idx="121">
                <c:v>2.878988838997689</c:v>
              </c:pt>
              <c:pt idx="122">
                <c:v>2.878988838997689</c:v>
              </c:pt>
              <c:pt idx="123">
                <c:v>2.878988838997689</c:v>
              </c:pt>
              <c:pt idx="124">
                <c:v>2.878988838997689</c:v>
              </c:pt>
              <c:pt idx="125">
                <c:v>2.878988838997689</c:v>
              </c:pt>
              <c:pt idx="126">
                <c:v>2.878988838997689</c:v>
              </c:pt>
              <c:pt idx="127">
                <c:v>2.878988838997689</c:v>
              </c:pt>
              <c:pt idx="128">
                <c:v>2.878988838997689</c:v>
              </c:pt>
              <c:pt idx="129">
                <c:v>2.878988838997689</c:v>
              </c:pt>
              <c:pt idx="130">
                <c:v>2.878988838997689</c:v>
              </c:pt>
              <c:pt idx="131">
                <c:v>2.878988838997689</c:v>
              </c:pt>
              <c:pt idx="132">
                <c:v>2.878988838997689</c:v>
              </c:pt>
              <c:pt idx="133">
                <c:v>2.878988838997689</c:v>
              </c:pt>
              <c:pt idx="134">
                <c:v>2.878988838997689</c:v>
              </c:pt>
              <c:pt idx="135">
                <c:v>2.878988838997689</c:v>
              </c:pt>
              <c:pt idx="136">
                <c:v>2.878988838997689</c:v>
              </c:pt>
              <c:pt idx="137">
                <c:v>2.878988838997689</c:v>
              </c:pt>
              <c:pt idx="138">
                <c:v>2.878988838997689</c:v>
              </c:pt>
              <c:pt idx="139">
                <c:v>2.878988838997689</c:v>
              </c:pt>
              <c:pt idx="140">
                <c:v>2.878988838997689</c:v>
              </c:pt>
              <c:pt idx="141">
                <c:v>2.878988838997689</c:v>
              </c:pt>
              <c:pt idx="142">
                <c:v>2.878988838997689</c:v>
              </c:pt>
              <c:pt idx="143">
                <c:v>2.878988838997689</c:v>
              </c:pt>
              <c:pt idx="144">
                <c:v>2.878988838997689</c:v>
              </c:pt>
              <c:pt idx="145">
                <c:v>2.878988838997689</c:v>
              </c:pt>
              <c:pt idx="146">
                <c:v>2.878988838997689</c:v>
              </c:pt>
              <c:pt idx="147">
                <c:v>2.878988838997689</c:v>
              </c:pt>
              <c:pt idx="148">
                <c:v>2.878988838997689</c:v>
              </c:pt>
              <c:pt idx="149">
                <c:v>2.878988838997689</c:v>
              </c:pt>
              <c:pt idx="150">
                <c:v>2.878988838997689</c:v>
              </c:pt>
              <c:pt idx="151">
                <c:v>2.878988838997689</c:v>
              </c:pt>
              <c:pt idx="152">
                <c:v>2.878988838997689</c:v>
              </c:pt>
              <c:pt idx="153">
                <c:v>2.878988838997689</c:v>
              </c:pt>
              <c:pt idx="154">
                <c:v>2.878988838997689</c:v>
              </c:pt>
              <c:pt idx="155">
                <c:v>2.878988838997689</c:v>
              </c:pt>
              <c:pt idx="156">
                <c:v>2.878988838997689</c:v>
              </c:pt>
              <c:pt idx="157">
                <c:v>2.878988838997689</c:v>
              </c:pt>
              <c:pt idx="158">
                <c:v>2.878988838997689</c:v>
              </c:pt>
              <c:pt idx="159">
                <c:v>2.878988838997689</c:v>
              </c:pt>
              <c:pt idx="160">
                <c:v>2.878988838997689</c:v>
              </c:pt>
              <c:pt idx="161">
                <c:v>2.878988838997689</c:v>
              </c:pt>
              <c:pt idx="162">
                <c:v>2.878988838997689</c:v>
              </c:pt>
              <c:pt idx="163">
                <c:v>2.878988838997689</c:v>
              </c:pt>
              <c:pt idx="164">
                <c:v>2.878988838997689</c:v>
              </c:pt>
              <c:pt idx="165">
                <c:v>2.878988838997689</c:v>
              </c:pt>
              <c:pt idx="166">
                <c:v>2.878988838997689</c:v>
              </c:pt>
              <c:pt idx="167">
                <c:v>2.878988838997689</c:v>
              </c:pt>
              <c:pt idx="168">
                <c:v>2.878988838997689</c:v>
              </c:pt>
              <c:pt idx="169">
                <c:v>2.878988838997689</c:v>
              </c:pt>
              <c:pt idx="170">
                <c:v>2.878988838997689</c:v>
              </c:pt>
              <c:pt idx="171">
                <c:v>2.878988838997689</c:v>
              </c:pt>
              <c:pt idx="172">
                <c:v>2.878988838997689</c:v>
              </c:pt>
              <c:pt idx="173">
                <c:v>2.878988838997689</c:v>
              </c:pt>
              <c:pt idx="174">
                <c:v>2.878988838997689</c:v>
              </c:pt>
              <c:pt idx="175">
                <c:v>2.878988838997689</c:v>
              </c:pt>
              <c:pt idx="176">
                <c:v>2.878988838997689</c:v>
              </c:pt>
              <c:pt idx="177">
                <c:v>2.878988838997689</c:v>
              </c:pt>
              <c:pt idx="178">
                <c:v>2.878988838997689</c:v>
              </c:pt>
              <c:pt idx="179">
                <c:v>2.878988838997689</c:v>
              </c:pt>
              <c:pt idx="180">
                <c:v>2.878988838997689</c:v>
              </c:pt>
              <c:pt idx="181">
                <c:v>2.878988838997689</c:v>
              </c:pt>
              <c:pt idx="182">
                <c:v>2.878988838997689</c:v>
              </c:pt>
              <c:pt idx="183">
                <c:v>2.878988838997689</c:v>
              </c:pt>
              <c:pt idx="184">
                <c:v>2.878988838997689</c:v>
              </c:pt>
              <c:pt idx="185">
                <c:v>2.878988838997689</c:v>
              </c:pt>
              <c:pt idx="186">
                <c:v>2.878988838997689</c:v>
              </c:pt>
              <c:pt idx="187">
                <c:v>2.878988838997689</c:v>
              </c:pt>
              <c:pt idx="188">
                <c:v>2.878988838997689</c:v>
              </c:pt>
              <c:pt idx="189">
                <c:v>2.878988838997689</c:v>
              </c:pt>
              <c:pt idx="190">
                <c:v>2.878988838997689</c:v>
              </c:pt>
              <c:pt idx="191">
                <c:v>2.878988838997689</c:v>
              </c:pt>
              <c:pt idx="192">
                <c:v>2.878988838997689</c:v>
              </c:pt>
              <c:pt idx="193">
                <c:v>2.878988838997689</c:v>
              </c:pt>
              <c:pt idx="194">
                <c:v>2.878988838997689</c:v>
              </c:pt>
              <c:pt idx="195">
                <c:v>2.878988838997689</c:v>
              </c:pt>
              <c:pt idx="196">
                <c:v>2.878988838997689</c:v>
              </c:pt>
              <c:pt idx="197">
                <c:v>2.878988838997689</c:v>
              </c:pt>
              <c:pt idx="198">
                <c:v>2.878988838997689</c:v>
              </c:pt>
              <c:pt idx="199">
                <c:v>2.878988838997689</c:v>
              </c:pt>
              <c:pt idx="200">
                <c:v>2.878988838997689</c:v>
              </c:pt>
              <c:pt idx="201">
                <c:v>2.878988838997689</c:v>
              </c:pt>
              <c:pt idx="202">
                <c:v>2.878988838997689</c:v>
              </c:pt>
              <c:pt idx="203">
                <c:v>2.878988838997689</c:v>
              </c:pt>
              <c:pt idx="204">
                <c:v>2.878988838997689</c:v>
              </c:pt>
              <c:pt idx="205">
                <c:v>2.878988838997689</c:v>
              </c:pt>
              <c:pt idx="206">
                <c:v>2.878988838997689</c:v>
              </c:pt>
              <c:pt idx="207">
                <c:v>2.878988838997689</c:v>
              </c:pt>
              <c:pt idx="208">
                <c:v>2.878988838997689</c:v>
              </c:pt>
              <c:pt idx="209">
                <c:v>2.878988838997689</c:v>
              </c:pt>
              <c:pt idx="210">
                <c:v>2.878988838997689</c:v>
              </c:pt>
              <c:pt idx="211">
                <c:v>2.878988838997689</c:v>
              </c:pt>
              <c:pt idx="212">
                <c:v>2.878988838997689</c:v>
              </c:pt>
              <c:pt idx="213">
                <c:v>2.878988838997689</c:v>
              </c:pt>
              <c:pt idx="214">
                <c:v>2.878988838997689</c:v>
              </c:pt>
              <c:pt idx="215">
                <c:v>2.878988838997689</c:v>
              </c:pt>
              <c:pt idx="216">
                <c:v>2.878988838997689</c:v>
              </c:pt>
              <c:pt idx="217">
                <c:v>2.878988838997689</c:v>
              </c:pt>
              <c:pt idx="218">
                <c:v>2.878988838997689</c:v>
              </c:pt>
              <c:pt idx="219">
                <c:v>2.878988838997689</c:v>
              </c:pt>
              <c:pt idx="220">
                <c:v>2.878988838997689</c:v>
              </c:pt>
              <c:pt idx="221">
                <c:v>2.878988838997689</c:v>
              </c:pt>
              <c:pt idx="222">
                <c:v>2.878988838997689</c:v>
              </c:pt>
              <c:pt idx="223">
                <c:v>2.878988838997689</c:v>
              </c:pt>
              <c:pt idx="224">
                <c:v>2.878988838997689</c:v>
              </c:pt>
              <c:pt idx="225">
                <c:v>2.878988838997689</c:v>
              </c:pt>
              <c:pt idx="226">
                <c:v>2.878988838997689</c:v>
              </c:pt>
              <c:pt idx="227">
                <c:v>2.878988838997689</c:v>
              </c:pt>
              <c:pt idx="228">
                <c:v>2.878988838997689</c:v>
              </c:pt>
              <c:pt idx="229">
                <c:v>2.878988838997689</c:v>
              </c:pt>
              <c:pt idx="230">
                <c:v>2.878988838997689</c:v>
              </c:pt>
              <c:pt idx="231">
                <c:v>2.878988838997689</c:v>
              </c:pt>
              <c:pt idx="232">
                <c:v>2.878988838997689</c:v>
              </c:pt>
              <c:pt idx="233">
                <c:v>2.878988838997689</c:v>
              </c:pt>
              <c:pt idx="234">
                <c:v>2.878988838997689</c:v>
              </c:pt>
              <c:pt idx="235">
                <c:v>2.878988838997689</c:v>
              </c:pt>
              <c:pt idx="236">
                <c:v>2.878988838997689</c:v>
              </c:pt>
              <c:pt idx="237">
                <c:v>2.878988838997689</c:v>
              </c:pt>
              <c:pt idx="238">
                <c:v>2.878988838997689</c:v>
              </c:pt>
              <c:pt idx="239">
                <c:v>2.878988838997689</c:v>
              </c:pt>
              <c:pt idx="240">
                <c:v>2.878988838997689</c:v>
              </c:pt>
              <c:pt idx="241">
                <c:v>2.878988838997689</c:v>
              </c:pt>
              <c:pt idx="242">
                <c:v>2.878988838997689</c:v>
              </c:pt>
              <c:pt idx="243">
                <c:v>2.878988838997689</c:v>
              </c:pt>
              <c:pt idx="244">
                <c:v>2.878988838997689</c:v>
              </c:pt>
              <c:pt idx="245">
                <c:v>2.878988838997689</c:v>
              </c:pt>
            </c:numLit>
          </c:yVal>
          <c:smooth val="0"/>
        </c:ser>
        <c:ser>
          <c:idx val="3"/>
          <c:order val="3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2.160873401232133</c:v>
              </c:pt>
              <c:pt idx="1">
                <c:v>4.321746802464266</c:v>
              </c:pt>
              <c:pt idx="2">
                <c:v>4.321746802464266</c:v>
              </c:pt>
              <c:pt idx="3">
                <c:v>4.321746802464266</c:v>
              </c:pt>
              <c:pt idx="4">
                <c:v>4.321746802464266</c:v>
              </c:pt>
              <c:pt idx="5">
                <c:v>4.321746802464266</c:v>
              </c:pt>
              <c:pt idx="6">
                <c:v>4.321746802464266</c:v>
              </c:pt>
              <c:pt idx="7">
                <c:v>4.321746802464266</c:v>
              </c:pt>
              <c:pt idx="8">
                <c:v>4.321746802464266</c:v>
              </c:pt>
              <c:pt idx="9">
                <c:v>4.321746802464266</c:v>
              </c:pt>
              <c:pt idx="10">
                <c:v>4.321746802464266</c:v>
              </c:pt>
              <c:pt idx="11">
                <c:v>4.321746802464266</c:v>
              </c:pt>
              <c:pt idx="12">
                <c:v>4.321746802464266</c:v>
              </c:pt>
              <c:pt idx="13">
                <c:v>4.321746802464266</c:v>
              </c:pt>
              <c:pt idx="14">
                <c:v>4.321746802464266</c:v>
              </c:pt>
              <c:pt idx="15">
                <c:v>4.321746802464266</c:v>
              </c:pt>
              <c:pt idx="16">
                <c:v>4.321746802464266</c:v>
              </c:pt>
              <c:pt idx="17">
                <c:v>4.321746802464266</c:v>
              </c:pt>
              <c:pt idx="18">
                <c:v>4.321746802464266</c:v>
              </c:pt>
              <c:pt idx="19">
                <c:v>4.321746802464266</c:v>
              </c:pt>
              <c:pt idx="20">
                <c:v>4.321746802464266</c:v>
              </c:pt>
              <c:pt idx="21">
                <c:v>4.321746802464266</c:v>
              </c:pt>
              <c:pt idx="22">
                <c:v>4.321746802464266</c:v>
              </c:pt>
              <c:pt idx="23">
                <c:v>4.321746802464266</c:v>
              </c:pt>
              <c:pt idx="24">
                <c:v>4.321746802464266</c:v>
              </c:pt>
              <c:pt idx="25">
                <c:v>4.321746802464266</c:v>
              </c:pt>
              <c:pt idx="26">
                <c:v>4.321746802464266</c:v>
              </c:pt>
              <c:pt idx="27">
                <c:v>4.321746802464266</c:v>
              </c:pt>
              <c:pt idx="28">
                <c:v>4.321746802464266</c:v>
              </c:pt>
              <c:pt idx="29">
                <c:v>4.321746802464266</c:v>
              </c:pt>
              <c:pt idx="30">
                <c:v>4.321746802464266</c:v>
              </c:pt>
              <c:pt idx="31">
                <c:v>4.321746802464266</c:v>
              </c:pt>
              <c:pt idx="32">
                <c:v>4.321746802464266</c:v>
              </c:pt>
              <c:pt idx="33">
                <c:v>4.321746802464266</c:v>
              </c:pt>
              <c:pt idx="34">
                <c:v>4.321746802464266</c:v>
              </c:pt>
              <c:pt idx="35">
                <c:v>4.321746802464266</c:v>
              </c:pt>
              <c:pt idx="36">
                <c:v>4.321746802464266</c:v>
              </c:pt>
              <c:pt idx="37">
                <c:v>4.321746802464266</c:v>
              </c:pt>
              <c:pt idx="38">
                <c:v>4.321746802464266</c:v>
              </c:pt>
              <c:pt idx="39">
                <c:v>4.321746802464266</c:v>
              </c:pt>
              <c:pt idx="40">
                <c:v>4.321746802464266</c:v>
              </c:pt>
              <c:pt idx="41">
                <c:v>4.321746802464266</c:v>
              </c:pt>
              <c:pt idx="42">
                <c:v>4.321746802464266</c:v>
              </c:pt>
              <c:pt idx="43">
                <c:v>4.321746802464266</c:v>
              </c:pt>
              <c:pt idx="44">
                <c:v>4.321746802464266</c:v>
              </c:pt>
              <c:pt idx="45">
                <c:v>4.321746802464266</c:v>
              </c:pt>
              <c:pt idx="46">
                <c:v>4.321746802464266</c:v>
              </c:pt>
              <c:pt idx="47">
                <c:v>4.321746802464266</c:v>
              </c:pt>
              <c:pt idx="48">
                <c:v>4.321746802464266</c:v>
              </c:pt>
              <c:pt idx="49">
                <c:v>4.321746802464266</c:v>
              </c:pt>
              <c:pt idx="50">
                <c:v>4.321746802464266</c:v>
              </c:pt>
              <c:pt idx="51">
                <c:v>4.321746802464266</c:v>
              </c:pt>
              <c:pt idx="52">
                <c:v>4.321746802464266</c:v>
              </c:pt>
              <c:pt idx="53">
                <c:v>4.321746802464266</c:v>
              </c:pt>
              <c:pt idx="54">
                <c:v>4.321746802464266</c:v>
              </c:pt>
              <c:pt idx="55">
                <c:v>4.321746802464266</c:v>
              </c:pt>
              <c:pt idx="56">
                <c:v>4.321746802464266</c:v>
              </c:pt>
              <c:pt idx="57">
                <c:v>4.321746802464266</c:v>
              </c:pt>
              <c:pt idx="58">
                <c:v>4.321746802464266</c:v>
              </c:pt>
              <c:pt idx="59">
                <c:v>4.321746802464266</c:v>
              </c:pt>
              <c:pt idx="60">
                <c:v>4.321746802464266</c:v>
              </c:pt>
              <c:pt idx="61">
                <c:v>4.321746802464266</c:v>
              </c:pt>
              <c:pt idx="62">
                <c:v>4.321746802464266</c:v>
              </c:pt>
              <c:pt idx="63">
                <c:v>4.321746802464266</c:v>
              </c:pt>
              <c:pt idx="64">
                <c:v>4.321746802464266</c:v>
              </c:pt>
              <c:pt idx="65">
                <c:v>4.321746802464266</c:v>
              </c:pt>
              <c:pt idx="66">
                <c:v>4.321746802464266</c:v>
              </c:pt>
              <c:pt idx="67">
                <c:v>4.321746802464266</c:v>
              </c:pt>
              <c:pt idx="68">
                <c:v>4.321746802464266</c:v>
              </c:pt>
              <c:pt idx="69">
                <c:v>4.321746802464266</c:v>
              </c:pt>
              <c:pt idx="70">
                <c:v>4.321746802464266</c:v>
              </c:pt>
              <c:pt idx="71">
                <c:v>4.321746802464266</c:v>
              </c:pt>
              <c:pt idx="72">
                <c:v>4.321746802464266</c:v>
              </c:pt>
              <c:pt idx="73">
                <c:v>4.321746802464266</c:v>
              </c:pt>
              <c:pt idx="74">
                <c:v>4.321746802464266</c:v>
              </c:pt>
              <c:pt idx="75">
                <c:v>4.321746802464266</c:v>
              </c:pt>
              <c:pt idx="76">
                <c:v>4.321746802464266</c:v>
              </c:pt>
              <c:pt idx="77">
                <c:v>4.321746802464266</c:v>
              </c:pt>
              <c:pt idx="78">
                <c:v>4.321746802464266</c:v>
              </c:pt>
              <c:pt idx="79">
                <c:v>4.321746802464266</c:v>
              </c:pt>
              <c:pt idx="80">
                <c:v>4.321746802464266</c:v>
              </c:pt>
              <c:pt idx="81">
                <c:v>4.321746802464266</c:v>
              </c:pt>
              <c:pt idx="82">
                <c:v>4.321746802464266</c:v>
              </c:pt>
              <c:pt idx="83">
                <c:v>4.321746802464266</c:v>
              </c:pt>
              <c:pt idx="84">
                <c:v>4.321746802464266</c:v>
              </c:pt>
              <c:pt idx="85">
                <c:v>4.321746802464266</c:v>
              </c:pt>
              <c:pt idx="86">
                <c:v>4.321746802464266</c:v>
              </c:pt>
              <c:pt idx="87">
                <c:v>4.321746802464266</c:v>
              </c:pt>
              <c:pt idx="88">
                <c:v>4.321746802464266</c:v>
              </c:pt>
              <c:pt idx="89">
                <c:v>4.321746802464266</c:v>
              </c:pt>
              <c:pt idx="90">
                <c:v>4.321746802464266</c:v>
              </c:pt>
              <c:pt idx="91">
                <c:v>4.321746802464266</c:v>
              </c:pt>
              <c:pt idx="92">
                <c:v>4.321746802464266</c:v>
              </c:pt>
              <c:pt idx="93">
                <c:v>4.321746802464266</c:v>
              </c:pt>
              <c:pt idx="94">
                <c:v>4.321746802464266</c:v>
              </c:pt>
              <c:pt idx="95">
                <c:v>4.321746802464266</c:v>
              </c:pt>
              <c:pt idx="96">
                <c:v>4.321746802464266</c:v>
              </c:pt>
              <c:pt idx="97">
                <c:v>4.321746802464266</c:v>
              </c:pt>
              <c:pt idx="98">
                <c:v>4.321746802464266</c:v>
              </c:pt>
              <c:pt idx="99">
                <c:v>4.321746802464266</c:v>
              </c:pt>
              <c:pt idx="100">
                <c:v>4.321746802464266</c:v>
              </c:pt>
              <c:pt idx="101">
                <c:v>4.321746802464266</c:v>
              </c:pt>
              <c:pt idx="102">
                <c:v>4.321746802464266</c:v>
              </c:pt>
              <c:pt idx="103">
                <c:v>4.321746802464266</c:v>
              </c:pt>
              <c:pt idx="104">
                <c:v>4.321746802464266</c:v>
              </c:pt>
              <c:pt idx="105">
                <c:v>4.321746802464266</c:v>
              </c:pt>
              <c:pt idx="106">
                <c:v>4.321746802464266</c:v>
              </c:pt>
              <c:pt idx="107">
                <c:v>4.321746802464266</c:v>
              </c:pt>
              <c:pt idx="108">
                <c:v>4.321746802464266</c:v>
              </c:pt>
              <c:pt idx="109">
                <c:v>4.321746802464266</c:v>
              </c:pt>
              <c:pt idx="110">
                <c:v>4.321746802464266</c:v>
              </c:pt>
              <c:pt idx="111">
                <c:v>4.321746802464266</c:v>
              </c:pt>
              <c:pt idx="112">
                <c:v>4.321746802464266</c:v>
              </c:pt>
              <c:pt idx="113">
                <c:v>4.321746802464266</c:v>
              </c:pt>
              <c:pt idx="114">
                <c:v>4.321746802464266</c:v>
              </c:pt>
              <c:pt idx="115">
                <c:v>4.321746802464266</c:v>
              </c:pt>
              <c:pt idx="116">
                <c:v>4.321746802464266</c:v>
              </c:pt>
              <c:pt idx="117">
                <c:v>4.321746802464266</c:v>
              </c:pt>
              <c:pt idx="118">
                <c:v>4.321746802464266</c:v>
              </c:pt>
              <c:pt idx="119">
                <c:v>4.321746802464266</c:v>
              </c:pt>
              <c:pt idx="120">
                <c:v>4.321746802464266</c:v>
              </c:pt>
              <c:pt idx="121">
                <c:v>4.321746802464266</c:v>
              </c:pt>
              <c:pt idx="122">
                <c:v>4.321746802464266</c:v>
              </c:pt>
              <c:pt idx="123">
                <c:v>4.321746802464266</c:v>
              </c:pt>
              <c:pt idx="124">
                <c:v>4.321746802464266</c:v>
              </c:pt>
              <c:pt idx="125">
                <c:v>4.321746802464266</c:v>
              </c:pt>
              <c:pt idx="126">
                <c:v>4.321746802464266</c:v>
              </c:pt>
              <c:pt idx="127">
                <c:v>4.321746802464266</c:v>
              </c:pt>
              <c:pt idx="128">
                <c:v>4.321746802464266</c:v>
              </c:pt>
              <c:pt idx="129">
                <c:v>4.321746802464266</c:v>
              </c:pt>
              <c:pt idx="130">
                <c:v>4.321746802464266</c:v>
              </c:pt>
              <c:pt idx="131">
                <c:v>4.321746802464266</c:v>
              </c:pt>
              <c:pt idx="132">
                <c:v>4.321746802464266</c:v>
              </c:pt>
              <c:pt idx="133">
                <c:v>4.321746802464266</c:v>
              </c:pt>
              <c:pt idx="134">
                <c:v>4.321746802464266</c:v>
              </c:pt>
              <c:pt idx="135">
                <c:v>4.321746802464266</c:v>
              </c:pt>
              <c:pt idx="136">
                <c:v>4.321746802464266</c:v>
              </c:pt>
              <c:pt idx="137">
                <c:v>4.321746802464266</c:v>
              </c:pt>
              <c:pt idx="138">
                <c:v>4.321746802464266</c:v>
              </c:pt>
              <c:pt idx="139">
                <c:v>4.321746802464266</c:v>
              </c:pt>
              <c:pt idx="140">
                <c:v>4.321746802464266</c:v>
              </c:pt>
              <c:pt idx="141">
                <c:v>4.321746802464266</c:v>
              </c:pt>
              <c:pt idx="142">
                <c:v>4.321746802464266</c:v>
              </c:pt>
              <c:pt idx="143">
                <c:v>4.321746802464266</c:v>
              </c:pt>
              <c:pt idx="144">
                <c:v>4.321746802464266</c:v>
              </c:pt>
              <c:pt idx="145">
                <c:v>4.321746802464266</c:v>
              </c:pt>
              <c:pt idx="146">
                <c:v>4.321746802464266</c:v>
              </c:pt>
              <c:pt idx="147">
                <c:v>4.321746802464266</c:v>
              </c:pt>
              <c:pt idx="148">
                <c:v>4.321746802464266</c:v>
              </c:pt>
              <c:pt idx="149">
                <c:v>4.321746802464266</c:v>
              </c:pt>
              <c:pt idx="150">
                <c:v>4.321746802464266</c:v>
              </c:pt>
              <c:pt idx="151">
                <c:v>4.321746802464266</c:v>
              </c:pt>
              <c:pt idx="152">
                <c:v>4.321746802464266</c:v>
              </c:pt>
              <c:pt idx="153">
                <c:v>4.321746802464266</c:v>
              </c:pt>
              <c:pt idx="154">
                <c:v>4.321746802464266</c:v>
              </c:pt>
              <c:pt idx="155">
                <c:v>4.321746802464266</c:v>
              </c:pt>
              <c:pt idx="156">
                <c:v>4.321746802464266</c:v>
              </c:pt>
              <c:pt idx="157">
                <c:v>4.321746802464266</c:v>
              </c:pt>
              <c:pt idx="158">
                <c:v>4.321746802464266</c:v>
              </c:pt>
              <c:pt idx="159">
                <c:v>4.321746802464266</c:v>
              </c:pt>
              <c:pt idx="160">
                <c:v>4.321746802464266</c:v>
              </c:pt>
              <c:pt idx="161">
                <c:v>4.321746802464266</c:v>
              </c:pt>
              <c:pt idx="162">
                <c:v>4.321746802464266</c:v>
              </c:pt>
              <c:pt idx="163">
                <c:v>4.321746802464266</c:v>
              </c:pt>
              <c:pt idx="164">
                <c:v>4.321746802464266</c:v>
              </c:pt>
              <c:pt idx="165">
                <c:v>4.321746802464266</c:v>
              </c:pt>
              <c:pt idx="166">
                <c:v>4.321746802464266</c:v>
              </c:pt>
              <c:pt idx="167">
                <c:v>4.321746802464266</c:v>
              </c:pt>
              <c:pt idx="168">
                <c:v>4.321746802464266</c:v>
              </c:pt>
              <c:pt idx="169">
                <c:v>4.321746802464266</c:v>
              </c:pt>
              <c:pt idx="170">
                <c:v>4.321746802464266</c:v>
              </c:pt>
              <c:pt idx="171">
                <c:v>4.321746802464266</c:v>
              </c:pt>
              <c:pt idx="172">
                <c:v>4.321746802464266</c:v>
              </c:pt>
              <c:pt idx="173">
                <c:v>4.321746802464266</c:v>
              </c:pt>
              <c:pt idx="174">
                <c:v>4.321746802464266</c:v>
              </c:pt>
              <c:pt idx="175">
                <c:v>4.321746802464266</c:v>
              </c:pt>
              <c:pt idx="176">
                <c:v>4.321746802464266</c:v>
              </c:pt>
              <c:pt idx="177">
                <c:v>4.321746802464266</c:v>
              </c:pt>
              <c:pt idx="178">
                <c:v>4.321746802464266</c:v>
              </c:pt>
              <c:pt idx="179">
                <c:v>4.321746802464266</c:v>
              </c:pt>
              <c:pt idx="180">
                <c:v>4.321746802464266</c:v>
              </c:pt>
              <c:pt idx="181">
                <c:v>4.321746802464266</c:v>
              </c:pt>
              <c:pt idx="182">
                <c:v>4.321746802464266</c:v>
              </c:pt>
              <c:pt idx="183">
                <c:v>4.321746802464266</c:v>
              </c:pt>
              <c:pt idx="184">
                <c:v>4.321746802464266</c:v>
              </c:pt>
              <c:pt idx="185">
                <c:v>4.321746802464266</c:v>
              </c:pt>
              <c:pt idx="186">
                <c:v>4.321746802464266</c:v>
              </c:pt>
              <c:pt idx="187">
                <c:v>4.321746802464266</c:v>
              </c:pt>
              <c:pt idx="188">
                <c:v>4.321746802464266</c:v>
              </c:pt>
              <c:pt idx="189">
                <c:v>4.321746802464266</c:v>
              </c:pt>
              <c:pt idx="190">
                <c:v>4.321746802464266</c:v>
              </c:pt>
              <c:pt idx="191">
                <c:v>4.321746802464266</c:v>
              </c:pt>
              <c:pt idx="192">
                <c:v>4.321746802464266</c:v>
              </c:pt>
              <c:pt idx="193">
                <c:v>4.321746802464266</c:v>
              </c:pt>
              <c:pt idx="194">
                <c:v>4.321746802464266</c:v>
              </c:pt>
              <c:pt idx="195">
                <c:v>4.321746802464266</c:v>
              </c:pt>
              <c:pt idx="196">
                <c:v>4.321746802464266</c:v>
              </c:pt>
              <c:pt idx="197">
                <c:v>4.321746802464266</c:v>
              </c:pt>
              <c:pt idx="198">
                <c:v>4.321746802464266</c:v>
              </c:pt>
              <c:pt idx="199">
                <c:v>4.321746802464266</c:v>
              </c:pt>
              <c:pt idx="200">
                <c:v>4.321746802464266</c:v>
              </c:pt>
              <c:pt idx="201">
                <c:v>4.321746802464266</c:v>
              </c:pt>
              <c:pt idx="202">
                <c:v>4.321746802464266</c:v>
              </c:pt>
              <c:pt idx="203">
                <c:v>4.321746802464266</c:v>
              </c:pt>
              <c:pt idx="204">
                <c:v>4.321746802464266</c:v>
              </c:pt>
              <c:pt idx="205">
                <c:v>4.321746802464266</c:v>
              </c:pt>
              <c:pt idx="206">
                <c:v>4.321746802464266</c:v>
              </c:pt>
              <c:pt idx="207">
                <c:v>4.321746802464266</c:v>
              </c:pt>
              <c:pt idx="208">
                <c:v>4.321746802464266</c:v>
              </c:pt>
              <c:pt idx="209">
                <c:v>4.321746802464266</c:v>
              </c:pt>
              <c:pt idx="210">
                <c:v>4.321746802464266</c:v>
              </c:pt>
              <c:pt idx="211">
                <c:v>4.321746802464266</c:v>
              </c:pt>
              <c:pt idx="212">
                <c:v>4.321746802464266</c:v>
              </c:pt>
              <c:pt idx="213">
                <c:v>4.321746802464266</c:v>
              </c:pt>
              <c:pt idx="214">
                <c:v>4.321746802464266</c:v>
              </c:pt>
              <c:pt idx="215">
                <c:v>4.321746802464266</c:v>
              </c:pt>
              <c:pt idx="216">
                <c:v>4.321746802464266</c:v>
              </c:pt>
              <c:pt idx="217">
                <c:v>4.321746802464266</c:v>
              </c:pt>
              <c:pt idx="218">
                <c:v>4.321746802464266</c:v>
              </c:pt>
              <c:pt idx="219">
                <c:v>4.321746802464266</c:v>
              </c:pt>
              <c:pt idx="220">
                <c:v>4.321746802464266</c:v>
              </c:pt>
              <c:pt idx="221">
                <c:v>4.321746802464266</c:v>
              </c:pt>
              <c:pt idx="222">
                <c:v>4.321746802464266</c:v>
              </c:pt>
              <c:pt idx="223">
                <c:v>4.321746802464266</c:v>
              </c:pt>
              <c:pt idx="224">
                <c:v>4.321746802464266</c:v>
              </c:pt>
              <c:pt idx="225">
                <c:v>4.321746802464266</c:v>
              </c:pt>
              <c:pt idx="226">
                <c:v>4.321746802464266</c:v>
              </c:pt>
              <c:pt idx="227">
                <c:v>4.321746802464266</c:v>
              </c:pt>
              <c:pt idx="228">
                <c:v>4.321746802464266</c:v>
              </c:pt>
              <c:pt idx="229">
                <c:v>4.321746802464266</c:v>
              </c:pt>
              <c:pt idx="230">
                <c:v>4.321746802464266</c:v>
              </c:pt>
              <c:pt idx="231">
                <c:v>4.321746802464266</c:v>
              </c:pt>
              <c:pt idx="232">
                <c:v>4.321746802464266</c:v>
              </c:pt>
              <c:pt idx="233">
                <c:v>4.321746802464266</c:v>
              </c:pt>
              <c:pt idx="234">
                <c:v>4.321746802464266</c:v>
              </c:pt>
              <c:pt idx="235">
                <c:v>4.321746802464266</c:v>
              </c:pt>
              <c:pt idx="236">
                <c:v>4.321746802464266</c:v>
              </c:pt>
              <c:pt idx="237">
                <c:v>4.321746802464266</c:v>
              </c:pt>
              <c:pt idx="238">
                <c:v>4.321746802464266</c:v>
              </c:pt>
              <c:pt idx="239">
                <c:v>4.321746802464266</c:v>
              </c:pt>
              <c:pt idx="240">
                <c:v>4.321746802464266</c:v>
              </c:pt>
              <c:pt idx="241">
                <c:v>4.321746802464266</c:v>
              </c:pt>
              <c:pt idx="242">
                <c:v>4.321746802464266</c:v>
              </c:pt>
              <c:pt idx="243">
                <c:v>4.321746802464266</c:v>
              </c:pt>
              <c:pt idx="244">
                <c:v>4.321746802464266</c:v>
              </c:pt>
              <c:pt idx="245">
                <c:v>4.321746802464266</c:v>
              </c:pt>
            </c:numLit>
          </c:xVal>
          <c:yVal>
            <c:numLit>
              <c:formatCode>0.0</c:formatCode>
              <c:ptCount val="246"/>
              <c:pt idx="0">
                <c:v>2.0904444845289665</c:v>
              </c:pt>
              <c:pt idx="1">
                <c:v>2.0904444845289665</c:v>
              </c:pt>
              <c:pt idx="2">
                <c:v>2.0904444845289665</c:v>
              </c:pt>
              <c:pt idx="3">
                <c:v>2.0904444845289665</c:v>
              </c:pt>
              <c:pt idx="4">
                <c:v>2.0904444845289665</c:v>
              </c:pt>
              <c:pt idx="5">
                <c:v>2.0904444845289665</c:v>
              </c:pt>
              <c:pt idx="6">
                <c:v>2.0904444845289665</c:v>
              </c:pt>
              <c:pt idx="7">
                <c:v>2.0904444845289665</c:v>
              </c:pt>
              <c:pt idx="8">
                <c:v>2.0904444845289665</c:v>
              </c:pt>
              <c:pt idx="9">
                <c:v>2.0904444845289665</c:v>
              </c:pt>
              <c:pt idx="10">
                <c:v>2.0904444845289665</c:v>
              </c:pt>
              <c:pt idx="11">
                <c:v>2.0904444845289665</c:v>
              </c:pt>
              <c:pt idx="12">
                <c:v>2.0904444845289665</c:v>
              </c:pt>
              <c:pt idx="13">
                <c:v>2.0904444845289665</c:v>
              </c:pt>
              <c:pt idx="14">
                <c:v>2.0904444845289665</c:v>
              </c:pt>
              <c:pt idx="15">
                <c:v>2.0904444845289665</c:v>
              </c:pt>
              <c:pt idx="16">
                <c:v>2.0904444845289665</c:v>
              </c:pt>
              <c:pt idx="17">
                <c:v>2.0904444845289665</c:v>
              </c:pt>
              <c:pt idx="18">
                <c:v>2.0904444845289665</c:v>
              </c:pt>
              <c:pt idx="19">
                <c:v>2.0904444845289665</c:v>
              </c:pt>
              <c:pt idx="20">
                <c:v>2.0904444845289665</c:v>
              </c:pt>
              <c:pt idx="21">
                <c:v>2.0904444845289665</c:v>
              </c:pt>
              <c:pt idx="22">
                <c:v>2.0904444845289665</c:v>
              </c:pt>
              <c:pt idx="23">
                <c:v>2.0904444845289665</c:v>
              </c:pt>
              <c:pt idx="24">
                <c:v>2.0904444845289665</c:v>
              </c:pt>
              <c:pt idx="25">
                <c:v>2.0904444845289665</c:v>
              </c:pt>
              <c:pt idx="26">
                <c:v>2.0904444845289665</c:v>
              </c:pt>
              <c:pt idx="27">
                <c:v>2.0904444845289665</c:v>
              </c:pt>
              <c:pt idx="28">
                <c:v>2.0904444845289665</c:v>
              </c:pt>
              <c:pt idx="29">
                <c:v>2.0904444845289665</c:v>
              </c:pt>
              <c:pt idx="30">
                <c:v>2.0904444845289665</c:v>
              </c:pt>
              <c:pt idx="31">
                <c:v>2.0904444845289665</c:v>
              </c:pt>
              <c:pt idx="32">
                <c:v>2.0904444845289665</c:v>
              </c:pt>
              <c:pt idx="33">
                <c:v>2.0904444845289665</c:v>
              </c:pt>
              <c:pt idx="34">
                <c:v>2.0904444845289665</c:v>
              </c:pt>
              <c:pt idx="35">
                <c:v>2.0904444845289665</c:v>
              </c:pt>
              <c:pt idx="36">
                <c:v>2.0904444845289665</c:v>
              </c:pt>
              <c:pt idx="37">
                <c:v>2.0904444845289665</c:v>
              </c:pt>
              <c:pt idx="38">
                <c:v>2.0904444845289665</c:v>
              </c:pt>
              <c:pt idx="39">
                <c:v>2.0904444845289665</c:v>
              </c:pt>
              <c:pt idx="40">
                <c:v>2.0904444845289665</c:v>
              </c:pt>
              <c:pt idx="41">
                <c:v>2.0904444845289665</c:v>
              </c:pt>
              <c:pt idx="42">
                <c:v>2.0904444845289665</c:v>
              </c:pt>
              <c:pt idx="43">
                <c:v>2.0904444845289665</c:v>
              </c:pt>
              <c:pt idx="44">
                <c:v>2.0904444845289665</c:v>
              </c:pt>
              <c:pt idx="45">
                <c:v>2.0904444845289665</c:v>
              </c:pt>
              <c:pt idx="46">
                <c:v>2.0904444845289665</c:v>
              </c:pt>
              <c:pt idx="47">
                <c:v>2.0904444845289665</c:v>
              </c:pt>
              <c:pt idx="48">
                <c:v>2.0904444845289665</c:v>
              </c:pt>
              <c:pt idx="49">
                <c:v>2.0904444845289665</c:v>
              </c:pt>
              <c:pt idx="50">
                <c:v>2.0904444845289665</c:v>
              </c:pt>
              <c:pt idx="51">
                <c:v>2.0904444845289665</c:v>
              </c:pt>
              <c:pt idx="52">
                <c:v>2.0904444845289665</c:v>
              </c:pt>
              <c:pt idx="53">
                <c:v>2.0904444845289665</c:v>
              </c:pt>
              <c:pt idx="54">
                <c:v>2.0904444845289665</c:v>
              </c:pt>
              <c:pt idx="55">
                <c:v>2.0904444845289665</c:v>
              </c:pt>
              <c:pt idx="56">
                <c:v>2.0904444845289665</c:v>
              </c:pt>
              <c:pt idx="57">
                <c:v>2.0904444845289665</c:v>
              </c:pt>
              <c:pt idx="58">
                <c:v>2.0904444845289665</c:v>
              </c:pt>
              <c:pt idx="59">
                <c:v>2.0904444845289665</c:v>
              </c:pt>
              <c:pt idx="60">
                <c:v>2.0904444845289665</c:v>
              </c:pt>
              <c:pt idx="61">
                <c:v>2.0904444845289665</c:v>
              </c:pt>
              <c:pt idx="62">
                <c:v>2.0904444845289665</c:v>
              </c:pt>
              <c:pt idx="63">
                <c:v>2.0904444845289665</c:v>
              </c:pt>
              <c:pt idx="64">
                <c:v>2.0904444845289665</c:v>
              </c:pt>
              <c:pt idx="65">
                <c:v>2.0904444845289665</c:v>
              </c:pt>
              <c:pt idx="66">
                <c:v>2.0904444845289665</c:v>
              </c:pt>
              <c:pt idx="67">
                <c:v>2.0904444845289665</c:v>
              </c:pt>
              <c:pt idx="68">
                <c:v>2.0904444845289665</c:v>
              </c:pt>
              <c:pt idx="69">
                <c:v>2.0904444845289665</c:v>
              </c:pt>
              <c:pt idx="70">
                <c:v>2.0904444845289665</c:v>
              </c:pt>
              <c:pt idx="71">
                <c:v>2.0904444845289665</c:v>
              </c:pt>
              <c:pt idx="72">
                <c:v>2.0904444845289665</c:v>
              </c:pt>
              <c:pt idx="73">
                <c:v>2.0904444845289665</c:v>
              </c:pt>
              <c:pt idx="74">
                <c:v>2.0904444845289665</c:v>
              </c:pt>
              <c:pt idx="75">
                <c:v>2.0904444845289665</c:v>
              </c:pt>
              <c:pt idx="76">
                <c:v>2.0904444845289665</c:v>
              </c:pt>
              <c:pt idx="77">
                <c:v>2.0904444845289665</c:v>
              </c:pt>
              <c:pt idx="78">
                <c:v>2.0904444845289665</c:v>
              </c:pt>
              <c:pt idx="79">
                <c:v>2.0904444845289665</c:v>
              </c:pt>
              <c:pt idx="80">
                <c:v>2.0904444845289665</c:v>
              </c:pt>
              <c:pt idx="81">
                <c:v>2.0904444845289665</c:v>
              </c:pt>
              <c:pt idx="82">
                <c:v>2.0904444845289665</c:v>
              </c:pt>
              <c:pt idx="83">
                <c:v>2.0904444845289665</c:v>
              </c:pt>
              <c:pt idx="84">
                <c:v>2.0904444845289665</c:v>
              </c:pt>
              <c:pt idx="85">
                <c:v>2.0904444845289665</c:v>
              </c:pt>
              <c:pt idx="86">
                <c:v>2.0904444845289665</c:v>
              </c:pt>
              <c:pt idx="87">
                <c:v>2.0904444845289665</c:v>
              </c:pt>
              <c:pt idx="88">
                <c:v>2.0904444845289665</c:v>
              </c:pt>
              <c:pt idx="89">
                <c:v>2.0904444845289665</c:v>
              </c:pt>
              <c:pt idx="90">
                <c:v>2.0904444845289665</c:v>
              </c:pt>
              <c:pt idx="91">
                <c:v>2.0904444845289665</c:v>
              </c:pt>
              <c:pt idx="92">
                <c:v>2.0904444845289665</c:v>
              </c:pt>
              <c:pt idx="93">
                <c:v>2.0904444845289665</c:v>
              </c:pt>
              <c:pt idx="94">
                <c:v>2.0904444845289665</c:v>
              </c:pt>
              <c:pt idx="95">
                <c:v>2.0904444845289665</c:v>
              </c:pt>
              <c:pt idx="96">
                <c:v>2.0904444845289665</c:v>
              </c:pt>
              <c:pt idx="97">
                <c:v>2.0904444845289665</c:v>
              </c:pt>
              <c:pt idx="98">
                <c:v>2.0904444845289665</c:v>
              </c:pt>
              <c:pt idx="99">
                <c:v>2.0904444845289665</c:v>
              </c:pt>
              <c:pt idx="100">
                <c:v>2.0904444845289665</c:v>
              </c:pt>
              <c:pt idx="101">
                <c:v>2.0904444845289665</c:v>
              </c:pt>
              <c:pt idx="102">
                <c:v>2.0904444845289665</c:v>
              </c:pt>
              <c:pt idx="103">
                <c:v>2.0904444845289665</c:v>
              </c:pt>
              <c:pt idx="104">
                <c:v>2.0904444845289665</c:v>
              </c:pt>
              <c:pt idx="105">
                <c:v>2.0904444845289665</c:v>
              </c:pt>
              <c:pt idx="106">
                <c:v>2.0904444845289665</c:v>
              </c:pt>
              <c:pt idx="107">
                <c:v>2.0904444845289665</c:v>
              </c:pt>
              <c:pt idx="108">
                <c:v>2.0904444845289665</c:v>
              </c:pt>
              <c:pt idx="109">
                <c:v>2.0904444845289665</c:v>
              </c:pt>
              <c:pt idx="110">
                <c:v>2.0904444845289665</c:v>
              </c:pt>
              <c:pt idx="111">
                <c:v>2.0904444845289665</c:v>
              </c:pt>
              <c:pt idx="112">
                <c:v>2.0904444845289665</c:v>
              </c:pt>
              <c:pt idx="113">
                <c:v>2.0904444845289665</c:v>
              </c:pt>
              <c:pt idx="114">
                <c:v>2.0904444845289665</c:v>
              </c:pt>
              <c:pt idx="115">
                <c:v>2.0904444845289665</c:v>
              </c:pt>
              <c:pt idx="116">
                <c:v>2.0904444845289665</c:v>
              </c:pt>
              <c:pt idx="117">
                <c:v>2.0904444845289665</c:v>
              </c:pt>
              <c:pt idx="118">
                <c:v>2.0904444845289665</c:v>
              </c:pt>
              <c:pt idx="119">
                <c:v>2.0904444845289665</c:v>
              </c:pt>
              <c:pt idx="120">
                <c:v>2.0904444845289665</c:v>
              </c:pt>
              <c:pt idx="121">
                <c:v>2.0904444845289665</c:v>
              </c:pt>
              <c:pt idx="122">
                <c:v>2.0904444845289665</c:v>
              </c:pt>
              <c:pt idx="123">
                <c:v>2.0904444845289665</c:v>
              </c:pt>
              <c:pt idx="124">
                <c:v>2.0904444845289665</c:v>
              </c:pt>
              <c:pt idx="125">
                <c:v>2.0904444845289665</c:v>
              </c:pt>
              <c:pt idx="126">
                <c:v>2.0904444845289665</c:v>
              </c:pt>
              <c:pt idx="127">
                <c:v>2.0904444845289665</c:v>
              </c:pt>
              <c:pt idx="128">
                <c:v>2.0904444845289665</c:v>
              </c:pt>
              <c:pt idx="129">
                <c:v>2.0904444845289665</c:v>
              </c:pt>
              <c:pt idx="130">
                <c:v>2.0904444845289665</c:v>
              </c:pt>
              <c:pt idx="131">
                <c:v>2.0904444845289665</c:v>
              </c:pt>
              <c:pt idx="132">
                <c:v>2.0904444845289665</c:v>
              </c:pt>
              <c:pt idx="133">
                <c:v>2.0904444845289665</c:v>
              </c:pt>
              <c:pt idx="134">
                <c:v>2.0904444845289665</c:v>
              </c:pt>
              <c:pt idx="135">
                <c:v>2.0904444845289665</c:v>
              </c:pt>
              <c:pt idx="136">
                <c:v>2.0904444845289665</c:v>
              </c:pt>
              <c:pt idx="137">
                <c:v>2.0904444845289665</c:v>
              </c:pt>
              <c:pt idx="138">
                <c:v>2.0904444845289665</c:v>
              </c:pt>
              <c:pt idx="139">
                <c:v>2.0904444845289665</c:v>
              </c:pt>
              <c:pt idx="140">
                <c:v>2.0904444845289665</c:v>
              </c:pt>
              <c:pt idx="141">
                <c:v>2.0904444845289665</c:v>
              </c:pt>
              <c:pt idx="142">
                <c:v>2.0904444845289665</c:v>
              </c:pt>
              <c:pt idx="143">
                <c:v>2.0904444845289665</c:v>
              </c:pt>
              <c:pt idx="144">
                <c:v>2.0904444845289665</c:v>
              </c:pt>
              <c:pt idx="145">
                <c:v>2.0904444845289665</c:v>
              </c:pt>
              <c:pt idx="146">
                <c:v>2.0904444845289665</c:v>
              </c:pt>
              <c:pt idx="147">
                <c:v>2.0904444845289665</c:v>
              </c:pt>
              <c:pt idx="148">
                <c:v>2.0904444845289665</c:v>
              </c:pt>
              <c:pt idx="149">
                <c:v>2.0904444845289665</c:v>
              </c:pt>
              <c:pt idx="150">
                <c:v>2.0904444845289665</c:v>
              </c:pt>
              <c:pt idx="151">
                <c:v>2.0904444845289665</c:v>
              </c:pt>
              <c:pt idx="152">
                <c:v>2.0904444845289665</c:v>
              </c:pt>
              <c:pt idx="153">
                <c:v>2.0904444845289665</c:v>
              </c:pt>
              <c:pt idx="154">
                <c:v>2.0904444845289665</c:v>
              </c:pt>
              <c:pt idx="155">
                <c:v>2.0904444845289665</c:v>
              </c:pt>
              <c:pt idx="156">
                <c:v>2.0904444845289665</c:v>
              </c:pt>
              <c:pt idx="157">
                <c:v>2.0904444845289665</c:v>
              </c:pt>
              <c:pt idx="158">
                <c:v>2.0904444845289665</c:v>
              </c:pt>
              <c:pt idx="159">
                <c:v>2.0904444845289665</c:v>
              </c:pt>
              <c:pt idx="160">
                <c:v>2.0904444845289665</c:v>
              </c:pt>
              <c:pt idx="161">
                <c:v>2.0904444845289665</c:v>
              </c:pt>
              <c:pt idx="162">
                <c:v>2.0904444845289665</c:v>
              </c:pt>
              <c:pt idx="163">
                <c:v>2.0904444845289665</c:v>
              </c:pt>
              <c:pt idx="164">
                <c:v>2.0904444845289665</c:v>
              </c:pt>
              <c:pt idx="165">
                <c:v>2.0904444845289665</c:v>
              </c:pt>
              <c:pt idx="166">
                <c:v>2.0904444845289665</c:v>
              </c:pt>
              <c:pt idx="167">
                <c:v>2.0904444845289665</c:v>
              </c:pt>
              <c:pt idx="168">
                <c:v>2.0904444845289665</c:v>
              </c:pt>
              <c:pt idx="169">
                <c:v>2.0904444845289665</c:v>
              </c:pt>
              <c:pt idx="170">
                <c:v>2.0904444845289665</c:v>
              </c:pt>
              <c:pt idx="171">
                <c:v>2.0904444845289665</c:v>
              </c:pt>
              <c:pt idx="172">
                <c:v>2.0904444845289665</c:v>
              </c:pt>
              <c:pt idx="173">
                <c:v>2.0904444845289665</c:v>
              </c:pt>
              <c:pt idx="174">
                <c:v>2.0904444845289665</c:v>
              </c:pt>
              <c:pt idx="175">
                <c:v>2.0904444845289665</c:v>
              </c:pt>
              <c:pt idx="176">
                <c:v>2.0904444845289665</c:v>
              </c:pt>
              <c:pt idx="177">
                <c:v>2.0904444845289665</c:v>
              </c:pt>
              <c:pt idx="178">
                <c:v>2.0904444845289665</c:v>
              </c:pt>
              <c:pt idx="179">
                <c:v>2.0904444845289665</c:v>
              </c:pt>
              <c:pt idx="180">
                <c:v>2.0904444845289665</c:v>
              </c:pt>
              <c:pt idx="181">
                <c:v>2.0904444845289665</c:v>
              </c:pt>
              <c:pt idx="182">
                <c:v>2.0904444845289665</c:v>
              </c:pt>
              <c:pt idx="183">
                <c:v>2.0904444845289665</c:v>
              </c:pt>
              <c:pt idx="184">
                <c:v>2.0904444845289665</c:v>
              </c:pt>
              <c:pt idx="185">
                <c:v>2.0904444845289665</c:v>
              </c:pt>
              <c:pt idx="186">
                <c:v>2.0904444845289665</c:v>
              </c:pt>
              <c:pt idx="187">
                <c:v>2.0904444845289665</c:v>
              </c:pt>
              <c:pt idx="188">
                <c:v>2.0904444845289665</c:v>
              </c:pt>
              <c:pt idx="189">
                <c:v>2.0904444845289665</c:v>
              </c:pt>
              <c:pt idx="190">
                <c:v>2.0904444845289665</c:v>
              </c:pt>
              <c:pt idx="191">
                <c:v>2.0904444845289665</c:v>
              </c:pt>
              <c:pt idx="192">
                <c:v>2.0904444845289665</c:v>
              </c:pt>
              <c:pt idx="193">
                <c:v>2.0904444845289665</c:v>
              </c:pt>
              <c:pt idx="194">
                <c:v>2.0904444845289665</c:v>
              </c:pt>
              <c:pt idx="195">
                <c:v>2.0904444845289665</c:v>
              </c:pt>
              <c:pt idx="196">
                <c:v>2.0904444845289665</c:v>
              </c:pt>
              <c:pt idx="197">
                <c:v>2.0904444845289665</c:v>
              </c:pt>
              <c:pt idx="198">
                <c:v>2.0904444845289665</c:v>
              </c:pt>
              <c:pt idx="199">
                <c:v>2.0904444845289665</c:v>
              </c:pt>
              <c:pt idx="200">
                <c:v>2.0904444845289665</c:v>
              </c:pt>
              <c:pt idx="201">
                <c:v>2.0904444845289665</c:v>
              </c:pt>
              <c:pt idx="202">
                <c:v>2.0904444845289665</c:v>
              </c:pt>
              <c:pt idx="203">
                <c:v>2.0904444845289665</c:v>
              </c:pt>
              <c:pt idx="204">
                <c:v>2.0904444845289665</c:v>
              </c:pt>
              <c:pt idx="205">
                <c:v>2.0904444845289665</c:v>
              </c:pt>
              <c:pt idx="206">
                <c:v>2.0904444845289665</c:v>
              </c:pt>
              <c:pt idx="207">
                <c:v>2.0904444845289665</c:v>
              </c:pt>
              <c:pt idx="208">
                <c:v>2.0904444845289665</c:v>
              </c:pt>
              <c:pt idx="209">
                <c:v>2.0904444845289665</c:v>
              </c:pt>
              <c:pt idx="210">
                <c:v>2.0904444845289665</c:v>
              </c:pt>
              <c:pt idx="211">
                <c:v>2.0904444845289665</c:v>
              </c:pt>
              <c:pt idx="212">
                <c:v>2.0904444845289665</c:v>
              </c:pt>
              <c:pt idx="213">
                <c:v>2.0904444845289665</c:v>
              </c:pt>
              <c:pt idx="214">
                <c:v>2.0904444845289665</c:v>
              </c:pt>
              <c:pt idx="215">
                <c:v>2.0904444845289665</c:v>
              </c:pt>
              <c:pt idx="216">
                <c:v>2.0904444845289665</c:v>
              </c:pt>
              <c:pt idx="217">
                <c:v>2.0904444845289665</c:v>
              </c:pt>
              <c:pt idx="218">
                <c:v>2.0904444845289665</c:v>
              </c:pt>
              <c:pt idx="219">
                <c:v>2.0904444845289665</c:v>
              </c:pt>
              <c:pt idx="220">
                <c:v>2.0904444845289665</c:v>
              </c:pt>
              <c:pt idx="221">
                <c:v>2.0904444845289665</c:v>
              </c:pt>
              <c:pt idx="222">
                <c:v>2.0904444845289665</c:v>
              </c:pt>
              <c:pt idx="223">
                <c:v>2.0904444845289665</c:v>
              </c:pt>
              <c:pt idx="224">
                <c:v>2.0904444845289665</c:v>
              </c:pt>
              <c:pt idx="225">
                <c:v>2.0904444845289665</c:v>
              </c:pt>
              <c:pt idx="226">
                <c:v>2.0904444845289665</c:v>
              </c:pt>
              <c:pt idx="227">
                <c:v>2.0904444845289665</c:v>
              </c:pt>
              <c:pt idx="228">
                <c:v>2.0904444845289665</c:v>
              </c:pt>
              <c:pt idx="229">
                <c:v>2.0904444845289665</c:v>
              </c:pt>
              <c:pt idx="230">
                <c:v>2.0904444845289665</c:v>
              </c:pt>
              <c:pt idx="231">
                <c:v>2.0904444845289665</c:v>
              </c:pt>
              <c:pt idx="232">
                <c:v>2.0904444845289665</c:v>
              </c:pt>
              <c:pt idx="233">
                <c:v>2.0904444845289665</c:v>
              </c:pt>
              <c:pt idx="234">
                <c:v>2.0904444845289665</c:v>
              </c:pt>
              <c:pt idx="235">
                <c:v>2.0904444845289665</c:v>
              </c:pt>
              <c:pt idx="236">
                <c:v>2.0904444845289665</c:v>
              </c:pt>
              <c:pt idx="237">
                <c:v>2.0904444845289665</c:v>
              </c:pt>
              <c:pt idx="238">
                <c:v>2.0904444845289665</c:v>
              </c:pt>
              <c:pt idx="239">
                <c:v>2.0904444845289665</c:v>
              </c:pt>
              <c:pt idx="240">
                <c:v>2.0904444845289665</c:v>
              </c:pt>
              <c:pt idx="241">
                <c:v>2.0904444845289665</c:v>
              </c:pt>
              <c:pt idx="242">
                <c:v>2.0904444845289665</c:v>
              </c:pt>
              <c:pt idx="243">
                <c:v>2.0904444845289665</c:v>
              </c:pt>
              <c:pt idx="244">
                <c:v>2.0904444845289665</c:v>
              </c:pt>
              <c:pt idx="245">
                <c:v>2.0904444845289665</c:v>
              </c:pt>
            </c:numLit>
          </c:yVal>
          <c:smooth val="0"/>
        </c:ser>
        <c:ser>
          <c:idx val="4"/>
          <c:order val="4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12.346384203815647</c:v>
              </c:pt>
              <c:pt idx="1">
                <c:v>24.692768407631295</c:v>
              </c:pt>
              <c:pt idx="2">
                <c:v>24.692768407631295</c:v>
              </c:pt>
              <c:pt idx="3">
                <c:v>24.692768407631295</c:v>
              </c:pt>
              <c:pt idx="4">
                <c:v>24.692768407631295</c:v>
              </c:pt>
              <c:pt idx="5">
                <c:v>24.692768407631295</c:v>
              </c:pt>
              <c:pt idx="6">
                <c:v>24.692768407631295</c:v>
              </c:pt>
              <c:pt idx="7">
                <c:v>24.692768407631295</c:v>
              </c:pt>
              <c:pt idx="8">
                <c:v>24.692768407631295</c:v>
              </c:pt>
              <c:pt idx="9">
                <c:v>24.692768407631295</c:v>
              </c:pt>
              <c:pt idx="10">
                <c:v>24.692768407631295</c:v>
              </c:pt>
              <c:pt idx="11">
                <c:v>24.692768407631295</c:v>
              </c:pt>
              <c:pt idx="12">
                <c:v>24.692768407631295</c:v>
              </c:pt>
              <c:pt idx="13">
                <c:v>24.692768407631295</c:v>
              </c:pt>
              <c:pt idx="14">
                <c:v>24.692768407631295</c:v>
              </c:pt>
              <c:pt idx="15">
                <c:v>24.692768407631295</c:v>
              </c:pt>
              <c:pt idx="16">
                <c:v>24.692768407631295</c:v>
              </c:pt>
              <c:pt idx="17">
                <c:v>24.692768407631295</c:v>
              </c:pt>
              <c:pt idx="18">
                <c:v>24.692768407631295</c:v>
              </c:pt>
              <c:pt idx="19">
                <c:v>24.692768407631295</c:v>
              </c:pt>
              <c:pt idx="20">
                <c:v>24.692768407631295</c:v>
              </c:pt>
              <c:pt idx="21">
                <c:v>24.692768407631295</c:v>
              </c:pt>
              <c:pt idx="22">
                <c:v>24.692768407631295</c:v>
              </c:pt>
              <c:pt idx="23">
                <c:v>24.692768407631295</c:v>
              </c:pt>
              <c:pt idx="24">
                <c:v>24.692768407631295</c:v>
              </c:pt>
              <c:pt idx="25">
                <c:v>24.692768407631295</c:v>
              </c:pt>
              <c:pt idx="26">
                <c:v>24.692768407631295</c:v>
              </c:pt>
              <c:pt idx="27">
                <c:v>24.692768407631295</c:v>
              </c:pt>
              <c:pt idx="28">
                <c:v>24.692768407631295</c:v>
              </c:pt>
              <c:pt idx="29">
                <c:v>24.692768407631295</c:v>
              </c:pt>
              <c:pt idx="30">
                <c:v>24.692768407631295</c:v>
              </c:pt>
              <c:pt idx="31">
                <c:v>24.692768407631295</c:v>
              </c:pt>
              <c:pt idx="32">
                <c:v>24.692768407631295</c:v>
              </c:pt>
              <c:pt idx="33">
                <c:v>24.692768407631295</c:v>
              </c:pt>
              <c:pt idx="34">
                <c:v>24.692768407631295</c:v>
              </c:pt>
              <c:pt idx="35">
                <c:v>24.692768407631295</c:v>
              </c:pt>
              <c:pt idx="36">
                <c:v>24.692768407631295</c:v>
              </c:pt>
              <c:pt idx="37">
                <c:v>24.692768407631295</c:v>
              </c:pt>
              <c:pt idx="38">
                <c:v>24.692768407631295</c:v>
              </c:pt>
              <c:pt idx="39">
                <c:v>24.692768407631295</c:v>
              </c:pt>
              <c:pt idx="40">
                <c:v>24.692768407631295</c:v>
              </c:pt>
              <c:pt idx="41">
                <c:v>24.692768407631295</c:v>
              </c:pt>
              <c:pt idx="42">
                <c:v>24.692768407631295</c:v>
              </c:pt>
              <c:pt idx="43">
                <c:v>24.692768407631295</c:v>
              </c:pt>
              <c:pt idx="44">
                <c:v>24.692768407631295</c:v>
              </c:pt>
              <c:pt idx="45">
                <c:v>24.692768407631295</c:v>
              </c:pt>
              <c:pt idx="46">
                <c:v>24.692768407631295</c:v>
              </c:pt>
              <c:pt idx="47">
                <c:v>24.692768407631295</c:v>
              </c:pt>
              <c:pt idx="48">
                <c:v>24.692768407631295</c:v>
              </c:pt>
              <c:pt idx="49">
                <c:v>24.692768407631295</c:v>
              </c:pt>
              <c:pt idx="50">
                <c:v>24.692768407631295</c:v>
              </c:pt>
              <c:pt idx="51">
                <c:v>24.692768407631295</c:v>
              </c:pt>
              <c:pt idx="52">
                <c:v>24.692768407631295</c:v>
              </c:pt>
              <c:pt idx="53">
                <c:v>24.692768407631295</c:v>
              </c:pt>
              <c:pt idx="54">
                <c:v>24.692768407631295</c:v>
              </c:pt>
              <c:pt idx="55">
                <c:v>24.692768407631295</c:v>
              </c:pt>
              <c:pt idx="56">
                <c:v>24.692768407631295</c:v>
              </c:pt>
              <c:pt idx="57">
                <c:v>24.692768407631295</c:v>
              </c:pt>
              <c:pt idx="58">
                <c:v>24.692768407631295</c:v>
              </c:pt>
              <c:pt idx="59">
                <c:v>24.692768407631295</c:v>
              </c:pt>
              <c:pt idx="60">
                <c:v>24.692768407631295</c:v>
              </c:pt>
              <c:pt idx="61">
                <c:v>24.692768407631295</c:v>
              </c:pt>
              <c:pt idx="62">
                <c:v>24.692768407631295</c:v>
              </c:pt>
              <c:pt idx="63">
                <c:v>24.692768407631295</c:v>
              </c:pt>
              <c:pt idx="64">
                <c:v>24.692768407631295</c:v>
              </c:pt>
              <c:pt idx="65">
                <c:v>24.692768407631295</c:v>
              </c:pt>
              <c:pt idx="66">
                <c:v>24.692768407631295</c:v>
              </c:pt>
              <c:pt idx="67">
                <c:v>24.692768407631295</c:v>
              </c:pt>
              <c:pt idx="68">
                <c:v>24.692768407631295</c:v>
              </c:pt>
              <c:pt idx="69">
                <c:v>24.692768407631295</c:v>
              </c:pt>
              <c:pt idx="70">
                <c:v>24.692768407631295</c:v>
              </c:pt>
              <c:pt idx="71">
                <c:v>24.692768407631295</c:v>
              </c:pt>
              <c:pt idx="72">
                <c:v>24.692768407631295</c:v>
              </c:pt>
              <c:pt idx="73">
                <c:v>24.692768407631295</c:v>
              </c:pt>
              <c:pt idx="74">
                <c:v>24.692768407631295</c:v>
              </c:pt>
              <c:pt idx="75">
                <c:v>24.692768407631295</c:v>
              </c:pt>
              <c:pt idx="76">
                <c:v>24.692768407631295</c:v>
              </c:pt>
              <c:pt idx="77">
                <c:v>24.692768407631295</c:v>
              </c:pt>
              <c:pt idx="78">
                <c:v>24.692768407631295</c:v>
              </c:pt>
              <c:pt idx="79">
                <c:v>24.692768407631295</c:v>
              </c:pt>
              <c:pt idx="80">
                <c:v>24.692768407631295</c:v>
              </c:pt>
              <c:pt idx="81">
                <c:v>24.692768407631295</c:v>
              </c:pt>
              <c:pt idx="82">
                <c:v>24.692768407631295</c:v>
              </c:pt>
              <c:pt idx="83">
                <c:v>24.692768407631295</c:v>
              </c:pt>
              <c:pt idx="84">
                <c:v>24.692768407631295</c:v>
              </c:pt>
              <c:pt idx="85">
                <c:v>24.692768407631295</c:v>
              </c:pt>
              <c:pt idx="86">
                <c:v>24.692768407631295</c:v>
              </c:pt>
              <c:pt idx="87">
                <c:v>24.692768407631295</c:v>
              </c:pt>
              <c:pt idx="88">
                <c:v>24.692768407631295</c:v>
              </c:pt>
              <c:pt idx="89">
                <c:v>24.692768407631295</c:v>
              </c:pt>
              <c:pt idx="90">
                <c:v>24.692768407631295</c:v>
              </c:pt>
              <c:pt idx="91">
                <c:v>24.692768407631295</c:v>
              </c:pt>
              <c:pt idx="92">
                <c:v>24.692768407631295</c:v>
              </c:pt>
              <c:pt idx="93">
                <c:v>24.692768407631295</c:v>
              </c:pt>
              <c:pt idx="94">
                <c:v>24.692768407631295</c:v>
              </c:pt>
              <c:pt idx="95">
                <c:v>24.692768407631295</c:v>
              </c:pt>
              <c:pt idx="96">
                <c:v>24.692768407631295</c:v>
              </c:pt>
              <c:pt idx="97">
                <c:v>24.692768407631295</c:v>
              </c:pt>
              <c:pt idx="98">
                <c:v>24.692768407631295</c:v>
              </c:pt>
              <c:pt idx="99">
                <c:v>24.692768407631295</c:v>
              </c:pt>
              <c:pt idx="100">
                <c:v>24.692768407631295</c:v>
              </c:pt>
              <c:pt idx="101">
                <c:v>24.692768407631295</c:v>
              </c:pt>
              <c:pt idx="102">
                <c:v>24.692768407631295</c:v>
              </c:pt>
              <c:pt idx="103">
                <c:v>24.692768407631295</c:v>
              </c:pt>
              <c:pt idx="104">
                <c:v>24.692768407631295</c:v>
              </c:pt>
              <c:pt idx="105">
                <c:v>24.692768407631295</c:v>
              </c:pt>
              <c:pt idx="106">
                <c:v>24.692768407631295</c:v>
              </c:pt>
              <c:pt idx="107">
                <c:v>24.692768407631295</c:v>
              </c:pt>
              <c:pt idx="108">
                <c:v>24.692768407631295</c:v>
              </c:pt>
              <c:pt idx="109">
                <c:v>24.692768407631295</c:v>
              </c:pt>
              <c:pt idx="110">
                <c:v>24.692768407631295</c:v>
              </c:pt>
              <c:pt idx="111">
                <c:v>24.692768407631295</c:v>
              </c:pt>
              <c:pt idx="112">
                <c:v>24.692768407631295</c:v>
              </c:pt>
              <c:pt idx="113">
                <c:v>24.692768407631295</c:v>
              </c:pt>
              <c:pt idx="114">
                <c:v>24.692768407631295</c:v>
              </c:pt>
              <c:pt idx="115">
                <c:v>24.692768407631295</c:v>
              </c:pt>
              <c:pt idx="116">
                <c:v>24.692768407631295</c:v>
              </c:pt>
              <c:pt idx="117">
                <c:v>24.692768407631295</c:v>
              </c:pt>
              <c:pt idx="118">
                <c:v>24.692768407631295</c:v>
              </c:pt>
              <c:pt idx="119">
                <c:v>24.692768407631295</c:v>
              </c:pt>
              <c:pt idx="120">
                <c:v>24.692768407631295</c:v>
              </c:pt>
              <c:pt idx="121">
                <c:v>24.692768407631295</c:v>
              </c:pt>
              <c:pt idx="122">
                <c:v>24.692768407631295</c:v>
              </c:pt>
              <c:pt idx="123">
                <c:v>24.692768407631295</c:v>
              </c:pt>
              <c:pt idx="124">
                <c:v>24.692768407631295</c:v>
              </c:pt>
              <c:pt idx="125">
                <c:v>24.692768407631295</c:v>
              </c:pt>
              <c:pt idx="126">
                <c:v>24.692768407631295</c:v>
              </c:pt>
              <c:pt idx="127">
                <c:v>24.692768407631295</c:v>
              </c:pt>
              <c:pt idx="128">
                <c:v>24.692768407631295</c:v>
              </c:pt>
              <c:pt idx="129">
                <c:v>24.692768407631295</c:v>
              </c:pt>
              <c:pt idx="130">
                <c:v>24.692768407631295</c:v>
              </c:pt>
              <c:pt idx="131">
                <c:v>24.692768407631295</c:v>
              </c:pt>
              <c:pt idx="132">
                <c:v>24.692768407631295</c:v>
              </c:pt>
              <c:pt idx="133">
                <c:v>24.692768407631295</c:v>
              </c:pt>
              <c:pt idx="134">
                <c:v>24.692768407631295</c:v>
              </c:pt>
              <c:pt idx="135">
                <c:v>24.692768407631295</c:v>
              </c:pt>
              <c:pt idx="136">
                <c:v>24.692768407631295</c:v>
              </c:pt>
              <c:pt idx="137">
                <c:v>24.692768407631295</c:v>
              </c:pt>
              <c:pt idx="138">
                <c:v>24.692768407631295</c:v>
              </c:pt>
              <c:pt idx="139">
                <c:v>24.692768407631295</c:v>
              </c:pt>
              <c:pt idx="140">
                <c:v>24.692768407631295</c:v>
              </c:pt>
              <c:pt idx="141">
                <c:v>24.692768407631295</c:v>
              </c:pt>
              <c:pt idx="142">
                <c:v>24.692768407631295</c:v>
              </c:pt>
              <c:pt idx="143">
                <c:v>24.692768407631295</c:v>
              </c:pt>
              <c:pt idx="144">
                <c:v>24.692768407631295</c:v>
              </c:pt>
              <c:pt idx="145">
                <c:v>24.692768407631295</c:v>
              </c:pt>
              <c:pt idx="146">
                <c:v>24.692768407631295</c:v>
              </c:pt>
              <c:pt idx="147">
                <c:v>24.692768407631295</c:v>
              </c:pt>
              <c:pt idx="148">
                <c:v>24.692768407631295</c:v>
              </c:pt>
              <c:pt idx="149">
                <c:v>24.692768407631295</c:v>
              </c:pt>
              <c:pt idx="150">
                <c:v>24.692768407631295</c:v>
              </c:pt>
              <c:pt idx="151">
                <c:v>24.692768407631295</c:v>
              </c:pt>
              <c:pt idx="152">
                <c:v>24.692768407631295</c:v>
              </c:pt>
              <c:pt idx="153">
                <c:v>24.692768407631295</c:v>
              </c:pt>
              <c:pt idx="154">
                <c:v>24.692768407631295</c:v>
              </c:pt>
              <c:pt idx="155">
                <c:v>24.692768407631295</c:v>
              </c:pt>
              <c:pt idx="156">
                <c:v>24.692768407631295</c:v>
              </c:pt>
              <c:pt idx="157">
                <c:v>24.692768407631295</c:v>
              </c:pt>
              <c:pt idx="158">
                <c:v>24.692768407631295</c:v>
              </c:pt>
              <c:pt idx="159">
                <c:v>24.692768407631295</c:v>
              </c:pt>
              <c:pt idx="160">
                <c:v>24.692768407631295</c:v>
              </c:pt>
              <c:pt idx="161">
                <c:v>24.692768407631295</c:v>
              </c:pt>
              <c:pt idx="162">
                <c:v>24.692768407631295</c:v>
              </c:pt>
              <c:pt idx="163">
                <c:v>24.692768407631295</c:v>
              </c:pt>
              <c:pt idx="164">
                <c:v>24.692768407631295</c:v>
              </c:pt>
              <c:pt idx="165">
                <c:v>24.692768407631295</c:v>
              </c:pt>
              <c:pt idx="166">
                <c:v>24.692768407631295</c:v>
              </c:pt>
              <c:pt idx="167">
                <c:v>24.692768407631295</c:v>
              </c:pt>
              <c:pt idx="168">
                <c:v>24.692768407631295</c:v>
              </c:pt>
              <c:pt idx="169">
                <c:v>24.692768407631295</c:v>
              </c:pt>
              <c:pt idx="170">
                <c:v>24.692768407631295</c:v>
              </c:pt>
              <c:pt idx="171">
                <c:v>24.692768407631295</c:v>
              </c:pt>
              <c:pt idx="172">
                <c:v>24.692768407631295</c:v>
              </c:pt>
              <c:pt idx="173">
                <c:v>24.692768407631295</c:v>
              </c:pt>
              <c:pt idx="174">
                <c:v>24.692768407631295</c:v>
              </c:pt>
              <c:pt idx="175">
                <c:v>24.692768407631295</c:v>
              </c:pt>
              <c:pt idx="176">
                <c:v>24.692768407631295</c:v>
              </c:pt>
              <c:pt idx="177">
                <c:v>24.692768407631295</c:v>
              </c:pt>
              <c:pt idx="178">
                <c:v>24.692768407631295</c:v>
              </c:pt>
              <c:pt idx="179">
                <c:v>24.692768407631295</c:v>
              </c:pt>
              <c:pt idx="180">
                <c:v>24.692768407631295</c:v>
              </c:pt>
              <c:pt idx="181">
                <c:v>24.692768407631295</c:v>
              </c:pt>
              <c:pt idx="182">
                <c:v>24.692768407631295</c:v>
              </c:pt>
              <c:pt idx="183">
                <c:v>24.692768407631295</c:v>
              </c:pt>
              <c:pt idx="184">
                <c:v>24.692768407631295</c:v>
              </c:pt>
              <c:pt idx="185">
                <c:v>24.692768407631295</c:v>
              </c:pt>
              <c:pt idx="186">
                <c:v>24.692768407631295</c:v>
              </c:pt>
              <c:pt idx="187">
                <c:v>24.692768407631295</c:v>
              </c:pt>
              <c:pt idx="188">
                <c:v>24.692768407631295</c:v>
              </c:pt>
              <c:pt idx="189">
                <c:v>24.692768407631295</c:v>
              </c:pt>
              <c:pt idx="190">
                <c:v>24.692768407631295</c:v>
              </c:pt>
              <c:pt idx="191">
                <c:v>24.692768407631295</c:v>
              </c:pt>
              <c:pt idx="192">
                <c:v>24.692768407631295</c:v>
              </c:pt>
              <c:pt idx="193">
                <c:v>24.692768407631295</c:v>
              </c:pt>
              <c:pt idx="194">
                <c:v>24.692768407631295</c:v>
              </c:pt>
              <c:pt idx="195">
                <c:v>24.692768407631295</c:v>
              </c:pt>
              <c:pt idx="196">
                <c:v>24.692768407631295</c:v>
              </c:pt>
              <c:pt idx="197">
                <c:v>24.692768407631295</c:v>
              </c:pt>
              <c:pt idx="198">
                <c:v>24.692768407631295</c:v>
              </c:pt>
              <c:pt idx="199">
                <c:v>24.692768407631295</c:v>
              </c:pt>
              <c:pt idx="200">
                <c:v>24.692768407631295</c:v>
              </c:pt>
              <c:pt idx="201">
                <c:v>24.692768407631295</c:v>
              </c:pt>
              <c:pt idx="202">
                <c:v>24.692768407631295</c:v>
              </c:pt>
              <c:pt idx="203">
                <c:v>24.692768407631295</c:v>
              </c:pt>
              <c:pt idx="204">
                <c:v>24.692768407631295</c:v>
              </c:pt>
              <c:pt idx="205">
                <c:v>24.692768407631295</c:v>
              </c:pt>
              <c:pt idx="206">
                <c:v>24.692768407631295</c:v>
              </c:pt>
              <c:pt idx="207">
                <c:v>24.692768407631295</c:v>
              </c:pt>
              <c:pt idx="208">
                <c:v>24.692768407631295</c:v>
              </c:pt>
              <c:pt idx="209">
                <c:v>24.692768407631295</c:v>
              </c:pt>
              <c:pt idx="210">
                <c:v>24.692768407631295</c:v>
              </c:pt>
              <c:pt idx="211">
                <c:v>24.692768407631295</c:v>
              </c:pt>
              <c:pt idx="212">
                <c:v>24.692768407631295</c:v>
              </c:pt>
              <c:pt idx="213">
                <c:v>24.692768407631295</c:v>
              </c:pt>
              <c:pt idx="214">
                <c:v>24.692768407631295</c:v>
              </c:pt>
              <c:pt idx="215">
                <c:v>24.692768407631295</c:v>
              </c:pt>
              <c:pt idx="216">
                <c:v>24.692768407631295</c:v>
              </c:pt>
              <c:pt idx="217">
                <c:v>24.692768407631295</c:v>
              </c:pt>
              <c:pt idx="218">
                <c:v>24.692768407631295</c:v>
              </c:pt>
              <c:pt idx="219">
                <c:v>24.692768407631295</c:v>
              </c:pt>
              <c:pt idx="220">
                <c:v>24.692768407631295</c:v>
              </c:pt>
              <c:pt idx="221">
                <c:v>24.692768407631295</c:v>
              </c:pt>
              <c:pt idx="222">
                <c:v>24.692768407631295</c:v>
              </c:pt>
              <c:pt idx="223">
                <c:v>24.692768407631295</c:v>
              </c:pt>
              <c:pt idx="224">
                <c:v>24.692768407631295</c:v>
              </c:pt>
              <c:pt idx="225">
                <c:v>24.692768407631295</c:v>
              </c:pt>
              <c:pt idx="226">
                <c:v>24.692768407631295</c:v>
              </c:pt>
              <c:pt idx="227">
                <c:v>24.692768407631295</c:v>
              </c:pt>
              <c:pt idx="228">
                <c:v>24.692768407631295</c:v>
              </c:pt>
              <c:pt idx="229">
                <c:v>24.692768407631295</c:v>
              </c:pt>
              <c:pt idx="230">
                <c:v>24.692768407631295</c:v>
              </c:pt>
              <c:pt idx="231">
                <c:v>24.692768407631295</c:v>
              </c:pt>
              <c:pt idx="232">
                <c:v>24.692768407631295</c:v>
              </c:pt>
              <c:pt idx="233">
                <c:v>24.692768407631295</c:v>
              </c:pt>
              <c:pt idx="234">
                <c:v>24.692768407631295</c:v>
              </c:pt>
              <c:pt idx="235">
                <c:v>24.692768407631295</c:v>
              </c:pt>
              <c:pt idx="236">
                <c:v>24.692768407631295</c:v>
              </c:pt>
              <c:pt idx="237">
                <c:v>24.692768407631295</c:v>
              </c:pt>
              <c:pt idx="238">
                <c:v>24.692768407631295</c:v>
              </c:pt>
              <c:pt idx="239">
                <c:v>24.692768407631295</c:v>
              </c:pt>
              <c:pt idx="240">
                <c:v>24.692768407631295</c:v>
              </c:pt>
              <c:pt idx="241">
                <c:v>24.692768407631295</c:v>
              </c:pt>
              <c:pt idx="242">
                <c:v>24.692768407631295</c:v>
              </c:pt>
              <c:pt idx="243">
                <c:v>24.692768407631295</c:v>
              </c:pt>
              <c:pt idx="244">
                <c:v>24.692768407631295</c:v>
              </c:pt>
              <c:pt idx="245">
                <c:v>24.692768407631295</c:v>
              </c:pt>
            </c:numLit>
          </c:xVal>
          <c:yVal>
            <c:numLit>
              <c:formatCode>0.0</c:formatCode>
              <c:ptCount val="246"/>
              <c:pt idx="0">
                <c:v>0.2216114889677111</c:v>
              </c:pt>
              <c:pt idx="1">
                <c:v>0.2216114889677111</c:v>
              </c:pt>
              <c:pt idx="2">
                <c:v>0.2216114889677111</c:v>
              </c:pt>
              <c:pt idx="3">
                <c:v>0.2216114889677111</c:v>
              </c:pt>
              <c:pt idx="4">
                <c:v>0.2216114889677111</c:v>
              </c:pt>
              <c:pt idx="5">
                <c:v>0.2216114889677111</c:v>
              </c:pt>
              <c:pt idx="6">
                <c:v>0.2216114889677111</c:v>
              </c:pt>
              <c:pt idx="7">
                <c:v>0.2216114889677111</c:v>
              </c:pt>
              <c:pt idx="8">
                <c:v>0.2216114889677111</c:v>
              </c:pt>
              <c:pt idx="9">
                <c:v>0.2216114889677111</c:v>
              </c:pt>
              <c:pt idx="10">
                <c:v>0.2216114889677111</c:v>
              </c:pt>
              <c:pt idx="11">
                <c:v>0.2216114889677111</c:v>
              </c:pt>
              <c:pt idx="12">
                <c:v>0.2216114889677111</c:v>
              </c:pt>
              <c:pt idx="13">
                <c:v>0.2216114889677111</c:v>
              </c:pt>
              <c:pt idx="14">
                <c:v>0.2216114889677111</c:v>
              </c:pt>
              <c:pt idx="15">
                <c:v>0.2216114889677111</c:v>
              </c:pt>
              <c:pt idx="16">
                <c:v>0.2216114889677111</c:v>
              </c:pt>
              <c:pt idx="17">
                <c:v>0.2216114889677111</c:v>
              </c:pt>
              <c:pt idx="18">
                <c:v>0.2216114889677111</c:v>
              </c:pt>
              <c:pt idx="19">
                <c:v>0.2216114889677111</c:v>
              </c:pt>
              <c:pt idx="20">
                <c:v>0.2216114889677111</c:v>
              </c:pt>
              <c:pt idx="21">
                <c:v>0.2216114889677111</c:v>
              </c:pt>
              <c:pt idx="22">
                <c:v>0.2216114889677111</c:v>
              </c:pt>
              <c:pt idx="23">
                <c:v>0.2216114889677111</c:v>
              </c:pt>
              <c:pt idx="24">
                <c:v>0.2216114889677111</c:v>
              </c:pt>
              <c:pt idx="25">
                <c:v>0.2216114889677111</c:v>
              </c:pt>
              <c:pt idx="26">
                <c:v>0.2216114889677111</c:v>
              </c:pt>
              <c:pt idx="27">
                <c:v>0.2216114889677111</c:v>
              </c:pt>
              <c:pt idx="28">
                <c:v>0.2216114889677111</c:v>
              </c:pt>
              <c:pt idx="29">
                <c:v>0.2216114889677111</c:v>
              </c:pt>
              <c:pt idx="30">
                <c:v>0.2216114889677111</c:v>
              </c:pt>
              <c:pt idx="31">
                <c:v>0.2216114889677111</c:v>
              </c:pt>
              <c:pt idx="32">
                <c:v>0.2216114889677111</c:v>
              </c:pt>
              <c:pt idx="33">
                <c:v>0.2216114889677111</c:v>
              </c:pt>
              <c:pt idx="34">
                <c:v>0.2216114889677111</c:v>
              </c:pt>
              <c:pt idx="35">
                <c:v>0.2216114889677111</c:v>
              </c:pt>
              <c:pt idx="36">
                <c:v>0.2216114889677111</c:v>
              </c:pt>
              <c:pt idx="37">
                <c:v>0.2216114889677111</c:v>
              </c:pt>
              <c:pt idx="38">
                <c:v>0.2216114889677111</c:v>
              </c:pt>
              <c:pt idx="39">
                <c:v>0.2216114889677111</c:v>
              </c:pt>
              <c:pt idx="40">
                <c:v>0.2216114889677111</c:v>
              </c:pt>
              <c:pt idx="41">
                <c:v>0.2216114889677111</c:v>
              </c:pt>
              <c:pt idx="42">
                <c:v>0.2216114889677111</c:v>
              </c:pt>
              <c:pt idx="43">
                <c:v>0.2216114889677111</c:v>
              </c:pt>
              <c:pt idx="44">
                <c:v>0.2216114889677111</c:v>
              </c:pt>
              <c:pt idx="45">
                <c:v>0.2216114889677111</c:v>
              </c:pt>
              <c:pt idx="46">
                <c:v>0.2216114889677111</c:v>
              </c:pt>
              <c:pt idx="47">
                <c:v>0.2216114889677111</c:v>
              </c:pt>
              <c:pt idx="48">
                <c:v>0.2216114889677111</c:v>
              </c:pt>
              <c:pt idx="49">
                <c:v>0.2216114889677111</c:v>
              </c:pt>
              <c:pt idx="50">
                <c:v>0.2216114889677111</c:v>
              </c:pt>
              <c:pt idx="51">
                <c:v>0.2216114889677111</c:v>
              </c:pt>
              <c:pt idx="52">
                <c:v>0.2216114889677111</c:v>
              </c:pt>
              <c:pt idx="53">
                <c:v>0.2216114889677111</c:v>
              </c:pt>
              <c:pt idx="54">
                <c:v>0.2216114889677111</c:v>
              </c:pt>
              <c:pt idx="55">
                <c:v>0.2216114889677111</c:v>
              </c:pt>
              <c:pt idx="56">
                <c:v>0.2216114889677111</c:v>
              </c:pt>
              <c:pt idx="57">
                <c:v>0.2216114889677111</c:v>
              </c:pt>
              <c:pt idx="58">
                <c:v>0.2216114889677111</c:v>
              </c:pt>
              <c:pt idx="59">
                <c:v>0.2216114889677111</c:v>
              </c:pt>
              <c:pt idx="60">
                <c:v>0.2216114889677111</c:v>
              </c:pt>
              <c:pt idx="61">
                <c:v>0.2216114889677111</c:v>
              </c:pt>
              <c:pt idx="62">
                <c:v>0.2216114889677111</c:v>
              </c:pt>
              <c:pt idx="63">
                <c:v>0.2216114889677111</c:v>
              </c:pt>
              <c:pt idx="64">
                <c:v>0.2216114889677111</c:v>
              </c:pt>
              <c:pt idx="65">
                <c:v>0.2216114889677111</c:v>
              </c:pt>
              <c:pt idx="66">
                <c:v>0.2216114889677111</c:v>
              </c:pt>
              <c:pt idx="67">
                <c:v>0.2216114889677111</c:v>
              </c:pt>
              <c:pt idx="68">
                <c:v>0.2216114889677111</c:v>
              </c:pt>
              <c:pt idx="69">
                <c:v>0.2216114889677111</c:v>
              </c:pt>
              <c:pt idx="70">
                <c:v>0.2216114889677111</c:v>
              </c:pt>
              <c:pt idx="71">
                <c:v>0.2216114889677111</c:v>
              </c:pt>
              <c:pt idx="72">
                <c:v>0.2216114889677111</c:v>
              </c:pt>
              <c:pt idx="73">
                <c:v>0.2216114889677111</c:v>
              </c:pt>
              <c:pt idx="74">
                <c:v>0.2216114889677111</c:v>
              </c:pt>
              <c:pt idx="75">
                <c:v>0.2216114889677111</c:v>
              </c:pt>
              <c:pt idx="76">
                <c:v>0.2216114889677111</c:v>
              </c:pt>
              <c:pt idx="77">
                <c:v>0.2216114889677111</c:v>
              </c:pt>
              <c:pt idx="78">
                <c:v>0.2216114889677111</c:v>
              </c:pt>
              <c:pt idx="79">
                <c:v>0.2216114889677111</c:v>
              </c:pt>
              <c:pt idx="80">
                <c:v>0.2216114889677111</c:v>
              </c:pt>
              <c:pt idx="81">
                <c:v>0.2216114889677111</c:v>
              </c:pt>
              <c:pt idx="82">
                <c:v>0.2216114889677111</c:v>
              </c:pt>
              <c:pt idx="83">
                <c:v>0.2216114889677111</c:v>
              </c:pt>
              <c:pt idx="84">
                <c:v>0.2216114889677111</c:v>
              </c:pt>
              <c:pt idx="85">
                <c:v>0.2216114889677111</c:v>
              </c:pt>
              <c:pt idx="86">
                <c:v>0.2216114889677111</c:v>
              </c:pt>
              <c:pt idx="87">
                <c:v>0.2216114889677111</c:v>
              </c:pt>
              <c:pt idx="88">
                <c:v>0.2216114889677111</c:v>
              </c:pt>
              <c:pt idx="89">
                <c:v>0.2216114889677111</c:v>
              </c:pt>
              <c:pt idx="90">
                <c:v>0.2216114889677111</c:v>
              </c:pt>
              <c:pt idx="91">
                <c:v>0.2216114889677111</c:v>
              </c:pt>
              <c:pt idx="92">
                <c:v>0.2216114889677111</c:v>
              </c:pt>
              <c:pt idx="93">
                <c:v>0.2216114889677111</c:v>
              </c:pt>
              <c:pt idx="94">
                <c:v>0.2216114889677111</c:v>
              </c:pt>
              <c:pt idx="95">
                <c:v>0.2216114889677111</c:v>
              </c:pt>
              <c:pt idx="96">
                <c:v>0.2216114889677111</c:v>
              </c:pt>
              <c:pt idx="97">
                <c:v>0.2216114889677111</c:v>
              </c:pt>
              <c:pt idx="98">
                <c:v>0.2216114889677111</c:v>
              </c:pt>
              <c:pt idx="99">
                <c:v>0.2216114889677111</c:v>
              </c:pt>
              <c:pt idx="100">
                <c:v>0.2216114889677111</c:v>
              </c:pt>
              <c:pt idx="101">
                <c:v>0.2216114889677111</c:v>
              </c:pt>
              <c:pt idx="102">
                <c:v>0.2216114889677111</c:v>
              </c:pt>
              <c:pt idx="103">
                <c:v>0.2216114889677111</c:v>
              </c:pt>
              <c:pt idx="104">
                <c:v>0.2216114889677111</c:v>
              </c:pt>
              <c:pt idx="105">
                <c:v>0.2216114889677111</c:v>
              </c:pt>
              <c:pt idx="106">
                <c:v>0.2216114889677111</c:v>
              </c:pt>
              <c:pt idx="107">
                <c:v>0.2216114889677111</c:v>
              </c:pt>
              <c:pt idx="108">
                <c:v>0.2216114889677111</c:v>
              </c:pt>
              <c:pt idx="109">
                <c:v>0.2216114889677111</c:v>
              </c:pt>
              <c:pt idx="110">
                <c:v>0.2216114889677111</c:v>
              </c:pt>
              <c:pt idx="111">
                <c:v>0.2216114889677111</c:v>
              </c:pt>
              <c:pt idx="112">
                <c:v>0.2216114889677111</c:v>
              </c:pt>
              <c:pt idx="113">
                <c:v>0.2216114889677111</c:v>
              </c:pt>
              <c:pt idx="114">
                <c:v>0.2216114889677111</c:v>
              </c:pt>
              <c:pt idx="115">
                <c:v>0.2216114889677111</c:v>
              </c:pt>
              <c:pt idx="116">
                <c:v>0.2216114889677111</c:v>
              </c:pt>
              <c:pt idx="117">
                <c:v>0.2216114889677111</c:v>
              </c:pt>
              <c:pt idx="118">
                <c:v>0.2216114889677111</c:v>
              </c:pt>
              <c:pt idx="119">
                <c:v>0.2216114889677111</c:v>
              </c:pt>
              <c:pt idx="120">
                <c:v>0.2216114889677111</c:v>
              </c:pt>
              <c:pt idx="121">
                <c:v>0.2216114889677111</c:v>
              </c:pt>
              <c:pt idx="122">
                <c:v>0.2216114889677111</c:v>
              </c:pt>
              <c:pt idx="123">
                <c:v>0.2216114889677111</c:v>
              </c:pt>
              <c:pt idx="124">
                <c:v>0.2216114889677111</c:v>
              </c:pt>
              <c:pt idx="125">
                <c:v>0.2216114889677111</c:v>
              </c:pt>
              <c:pt idx="126">
                <c:v>0.2216114889677111</c:v>
              </c:pt>
              <c:pt idx="127">
                <c:v>0.2216114889677111</c:v>
              </c:pt>
              <c:pt idx="128">
                <c:v>0.2216114889677111</c:v>
              </c:pt>
              <c:pt idx="129">
                <c:v>0.2216114889677111</c:v>
              </c:pt>
              <c:pt idx="130">
                <c:v>0.2216114889677111</c:v>
              </c:pt>
              <c:pt idx="131">
                <c:v>0.2216114889677111</c:v>
              </c:pt>
              <c:pt idx="132">
                <c:v>0.2216114889677111</c:v>
              </c:pt>
              <c:pt idx="133">
                <c:v>0.2216114889677111</c:v>
              </c:pt>
              <c:pt idx="134">
                <c:v>0.2216114889677111</c:v>
              </c:pt>
              <c:pt idx="135">
                <c:v>0.2216114889677111</c:v>
              </c:pt>
              <c:pt idx="136">
                <c:v>0.2216114889677111</c:v>
              </c:pt>
              <c:pt idx="137">
                <c:v>0.2216114889677111</c:v>
              </c:pt>
              <c:pt idx="138">
                <c:v>0.2216114889677111</c:v>
              </c:pt>
              <c:pt idx="139">
                <c:v>0.2216114889677111</c:v>
              </c:pt>
              <c:pt idx="140">
                <c:v>0.2216114889677111</c:v>
              </c:pt>
              <c:pt idx="141">
                <c:v>0.2216114889677111</c:v>
              </c:pt>
              <c:pt idx="142">
                <c:v>0.2216114889677111</c:v>
              </c:pt>
              <c:pt idx="143">
                <c:v>0.2216114889677111</c:v>
              </c:pt>
              <c:pt idx="144">
                <c:v>0.2216114889677111</c:v>
              </c:pt>
              <c:pt idx="145">
                <c:v>0.2216114889677111</c:v>
              </c:pt>
              <c:pt idx="146">
                <c:v>0.2216114889677111</c:v>
              </c:pt>
              <c:pt idx="147">
                <c:v>0.2216114889677111</c:v>
              </c:pt>
              <c:pt idx="148">
                <c:v>0.2216114889677111</c:v>
              </c:pt>
              <c:pt idx="149">
                <c:v>0.2216114889677111</c:v>
              </c:pt>
              <c:pt idx="150">
                <c:v>0.2216114889677111</c:v>
              </c:pt>
              <c:pt idx="151">
                <c:v>0.2216114889677111</c:v>
              </c:pt>
              <c:pt idx="152">
                <c:v>0.2216114889677111</c:v>
              </c:pt>
              <c:pt idx="153">
                <c:v>0.2216114889677111</c:v>
              </c:pt>
              <c:pt idx="154">
                <c:v>0.2216114889677111</c:v>
              </c:pt>
              <c:pt idx="155">
                <c:v>0.2216114889677111</c:v>
              </c:pt>
              <c:pt idx="156">
                <c:v>0.2216114889677111</c:v>
              </c:pt>
              <c:pt idx="157">
                <c:v>0.2216114889677111</c:v>
              </c:pt>
              <c:pt idx="158">
                <c:v>0.2216114889677111</c:v>
              </c:pt>
              <c:pt idx="159">
                <c:v>0.2216114889677111</c:v>
              </c:pt>
              <c:pt idx="160">
                <c:v>0.2216114889677111</c:v>
              </c:pt>
              <c:pt idx="161">
                <c:v>0.2216114889677111</c:v>
              </c:pt>
              <c:pt idx="162">
                <c:v>0.2216114889677111</c:v>
              </c:pt>
              <c:pt idx="163">
                <c:v>0.2216114889677111</c:v>
              </c:pt>
              <c:pt idx="164">
                <c:v>0.2216114889677111</c:v>
              </c:pt>
              <c:pt idx="165">
                <c:v>0.2216114889677111</c:v>
              </c:pt>
              <c:pt idx="166">
                <c:v>0.2216114889677111</c:v>
              </c:pt>
              <c:pt idx="167">
                <c:v>0.2216114889677111</c:v>
              </c:pt>
              <c:pt idx="168">
                <c:v>0.2216114889677111</c:v>
              </c:pt>
              <c:pt idx="169">
                <c:v>0.2216114889677111</c:v>
              </c:pt>
              <c:pt idx="170">
                <c:v>0.2216114889677111</c:v>
              </c:pt>
              <c:pt idx="171">
                <c:v>0.2216114889677111</c:v>
              </c:pt>
              <c:pt idx="172">
                <c:v>0.2216114889677111</c:v>
              </c:pt>
              <c:pt idx="173">
                <c:v>0.2216114889677111</c:v>
              </c:pt>
              <c:pt idx="174">
                <c:v>0.2216114889677111</c:v>
              </c:pt>
              <c:pt idx="175">
                <c:v>0.2216114889677111</c:v>
              </c:pt>
              <c:pt idx="176">
                <c:v>0.2216114889677111</c:v>
              </c:pt>
              <c:pt idx="177">
                <c:v>0.2216114889677111</c:v>
              </c:pt>
              <c:pt idx="178">
                <c:v>0.2216114889677111</c:v>
              </c:pt>
              <c:pt idx="179">
                <c:v>0.2216114889677111</c:v>
              </c:pt>
              <c:pt idx="180">
                <c:v>0.2216114889677111</c:v>
              </c:pt>
              <c:pt idx="181">
                <c:v>0.2216114889677111</c:v>
              </c:pt>
              <c:pt idx="182">
                <c:v>0.2216114889677111</c:v>
              </c:pt>
              <c:pt idx="183">
                <c:v>0.2216114889677111</c:v>
              </c:pt>
              <c:pt idx="184">
                <c:v>0.2216114889677111</c:v>
              </c:pt>
              <c:pt idx="185">
                <c:v>0.2216114889677111</c:v>
              </c:pt>
              <c:pt idx="186">
                <c:v>0.2216114889677111</c:v>
              </c:pt>
              <c:pt idx="187">
                <c:v>0.2216114889677111</c:v>
              </c:pt>
              <c:pt idx="188">
                <c:v>0.2216114889677111</c:v>
              </c:pt>
              <c:pt idx="189">
                <c:v>0.2216114889677111</c:v>
              </c:pt>
              <c:pt idx="190">
                <c:v>0.2216114889677111</c:v>
              </c:pt>
              <c:pt idx="191">
                <c:v>0.2216114889677111</c:v>
              </c:pt>
              <c:pt idx="192">
                <c:v>0.2216114889677111</c:v>
              </c:pt>
              <c:pt idx="193">
                <c:v>0.2216114889677111</c:v>
              </c:pt>
              <c:pt idx="194">
                <c:v>0.2216114889677111</c:v>
              </c:pt>
              <c:pt idx="195">
                <c:v>0.2216114889677111</c:v>
              </c:pt>
              <c:pt idx="196">
                <c:v>0.2216114889677111</c:v>
              </c:pt>
              <c:pt idx="197">
                <c:v>0.2216114889677111</c:v>
              </c:pt>
              <c:pt idx="198">
                <c:v>0.2216114889677111</c:v>
              </c:pt>
              <c:pt idx="199">
                <c:v>0.2216114889677111</c:v>
              </c:pt>
              <c:pt idx="200">
                <c:v>0.2216114889677111</c:v>
              </c:pt>
              <c:pt idx="201">
                <c:v>0.2216114889677111</c:v>
              </c:pt>
              <c:pt idx="202">
                <c:v>0.2216114889677111</c:v>
              </c:pt>
              <c:pt idx="203">
                <c:v>0.2216114889677111</c:v>
              </c:pt>
              <c:pt idx="204">
                <c:v>0.2216114889677111</c:v>
              </c:pt>
              <c:pt idx="205">
                <c:v>0.2216114889677111</c:v>
              </c:pt>
              <c:pt idx="206">
                <c:v>0.2216114889677111</c:v>
              </c:pt>
              <c:pt idx="207">
                <c:v>0.2216114889677111</c:v>
              </c:pt>
              <c:pt idx="208">
                <c:v>0.2216114889677111</c:v>
              </c:pt>
              <c:pt idx="209">
                <c:v>0.2216114889677111</c:v>
              </c:pt>
              <c:pt idx="210">
                <c:v>0.2216114889677111</c:v>
              </c:pt>
              <c:pt idx="211">
                <c:v>0.2216114889677111</c:v>
              </c:pt>
              <c:pt idx="212">
                <c:v>0.2216114889677111</c:v>
              </c:pt>
              <c:pt idx="213">
                <c:v>0.2216114889677111</c:v>
              </c:pt>
              <c:pt idx="214">
                <c:v>0.2216114889677111</c:v>
              </c:pt>
              <c:pt idx="215">
                <c:v>0.2216114889677111</c:v>
              </c:pt>
              <c:pt idx="216">
                <c:v>0.2216114889677111</c:v>
              </c:pt>
              <c:pt idx="217">
                <c:v>0.2216114889677111</c:v>
              </c:pt>
              <c:pt idx="218">
                <c:v>0.2216114889677111</c:v>
              </c:pt>
              <c:pt idx="219">
                <c:v>0.2216114889677111</c:v>
              </c:pt>
              <c:pt idx="220">
                <c:v>0.2216114889677111</c:v>
              </c:pt>
              <c:pt idx="221">
                <c:v>0.2216114889677111</c:v>
              </c:pt>
              <c:pt idx="222">
                <c:v>0.2216114889677111</c:v>
              </c:pt>
              <c:pt idx="223">
                <c:v>0.2216114889677111</c:v>
              </c:pt>
              <c:pt idx="224">
                <c:v>0.2216114889677111</c:v>
              </c:pt>
              <c:pt idx="225">
                <c:v>0.2216114889677111</c:v>
              </c:pt>
              <c:pt idx="226">
                <c:v>0.2216114889677111</c:v>
              </c:pt>
              <c:pt idx="227">
                <c:v>0.2216114889677111</c:v>
              </c:pt>
              <c:pt idx="228">
                <c:v>0.2216114889677111</c:v>
              </c:pt>
              <c:pt idx="229">
                <c:v>0.2216114889677111</c:v>
              </c:pt>
              <c:pt idx="230">
                <c:v>0.2216114889677111</c:v>
              </c:pt>
              <c:pt idx="231">
                <c:v>0.2216114889677111</c:v>
              </c:pt>
              <c:pt idx="232">
                <c:v>0.2216114889677111</c:v>
              </c:pt>
              <c:pt idx="233">
                <c:v>0.2216114889677111</c:v>
              </c:pt>
              <c:pt idx="234">
                <c:v>0.2216114889677111</c:v>
              </c:pt>
              <c:pt idx="235">
                <c:v>0.2216114889677111</c:v>
              </c:pt>
              <c:pt idx="236">
                <c:v>0.2216114889677111</c:v>
              </c:pt>
              <c:pt idx="237">
                <c:v>0.2216114889677111</c:v>
              </c:pt>
              <c:pt idx="238">
                <c:v>0.2216114889677111</c:v>
              </c:pt>
              <c:pt idx="239">
                <c:v>0.2216114889677111</c:v>
              </c:pt>
              <c:pt idx="240">
                <c:v>0.2216114889677111</c:v>
              </c:pt>
              <c:pt idx="241">
                <c:v>0.2216114889677111</c:v>
              </c:pt>
              <c:pt idx="242">
                <c:v>0.2216114889677111</c:v>
              </c:pt>
              <c:pt idx="243">
                <c:v>0.2216114889677111</c:v>
              </c:pt>
              <c:pt idx="244">
                <c:v>0.2216114889677111</c:v>
              </c:pt>
              <c:pt idx="245">
                <c:v>0.2216114889677111</c:v>
              </c:pt>
            </c:numLit>
          </c:yVal>
          <c:smooth val="0"/>
        </c:ser>
        <c:ser>
          <c:idx val="5"/>
          <c:order val="5"/>
          <c:tx>
            <c:v>Same-order filling improvement</c:v>
          </c:tx>
          <c:spPr>
            <a:noFill xmlns:a="http://schemas.openxmlformats.org/drawingml/2006/main"/>
            <a:ln xmlns:a="http://schemas.openxmlformats.org/drawingml/2006/main" w="7620">
              <a:solidFill>
                <a:srgbClr val="009E73"/>
              </a:solidFill>
              <a:prstDash val="solid"/>
            </a:ln>
          </c:spPr>
          <c:marker>
            <c:symbol val="non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12.346384203815647</c:v>
              </c:pt>
              <c:pt idx="1">
                <c:v>24.692768407631295</c:v>
              </c:pt>
              <c:pt idx="2">
                <c:v>24.692768407631295</c:v>
              </c:pt>
              <c:pt idx="3">
                <c:v>24.692768407631295</c:v>
              </c:pt>
              <c:pt idx="4">
                <c:v>24.692768407631295</c:v>
              </c:pt>
              <c:pt idx="5">
                <c:v>24.692768407631295</c:v>
              </c:pt>
              <c:pt idx="6">
                <c:v>24.692768407631295</c:v>
              </c:pt>
              <c:pt idx="7">
                <c:v>24.692768407631295</c:v>
              </c:pt>
              <c:pt idx="8">
                <c:v>24.692768407631295</c:v>
              </c:pt>
              <c:pt idx="9">
                <c:v>24.692768407631295</c:v>
              </c:pt>
              <c:pt idx="10">
                <c:v>24.692768407631295</c:v>
              </c:pt>
              <c:pt idx="11">
                <c:v>24.692768407631295</c:v>
              </c:pt>
              <c:pt idx="12">
                <c:v>24.692768407631295</c:v>
              </c:pt>
              <c:pt idx="13">
                <c:v>24.692768407631295</c:v>
              </c:pt>
              <c:pt idx="14">
                <c:v>24.692768407631295</c:v>
              </c:pt>
              <c:pt idx="15">
                <c:v>24.692768407631295</c:v>
              </c:pt>
              <c:pt idx="16">
                <c:v>24.692768407631295</c:v>
              </c:pt>
              <c:pt idx="17">
                <c:v>24.692768407631295</c:v>
              </c:pt>
              <c:pt idx="18">
                <c:v>24.692768407631295</c:v>
              </c:pt>
              <c:pt idx="19">
                <c:v>24.692768407631295</c:v>
              </c:pt>
              <c:pt idx="20">
                <c:v>24.692768407631295</c:v>
              </c:pt>
              <c:pt idx="21">
                <c:v>24.692768407631295</c:v>
              </c:pt>
              <c:pt idx="22">
                <c:v>24.692768407631295</c:v>
              </c:pt>
              <c:pt idx="23">
                <c:v>24.692768407631295</c:v>
              </c:pt>
              <c:pt idx="24">
                <c:v>24.692768407631295</c:v>
              </c:pt>
              <c:pt idx="25">
                <c:v>24.692768407631295</c:v>
              </c:pt>
              <c:pt idx="26">
                <c:v>24.692768407631295</c:v>
              </c:pt>
              <c:pt idx="27">
                <c:v>24.692768407631295</c:v>
              </c:pt>
              <c:pt idx="28">
                <c:v>24.692768407631295</c:v>
              </c:pt>
              <c:pt idx="29">
                <c:v>24.692768407631295</c:v>
              </c:pt>
              <c:pt idx="30">
                <c:v>24.692768407631295</c:v>
              </c:pt>
              <c:pt idx="31">
                <c:v>24.692768407631295</c:v>
              </c:pt>
              <c:pt idx="32">
                <c:v>24.692768407631295</c:v>
              </c:pt>
              <c:pt idx="33">
                <c:v>24.692768407631295</c:v>
              </c:pt>
              <c:pt idx="34">
                <c:v>24.692768407631295</c:v>
              </c:pt>
              <c:pt idx="35">
                <c:v>24.692768407631295</c:v>
              </c:pt>
              <c:pt idx="36">
                <c:v>24.692768407631295</c:v>
              </c:pt>
              <c:pt idx="37">
                <c:v>24.692768407631295</c:v>
              </c:pt>
              <c:pt idx="38">
                <c:v>24.692768407631295</c:v>
              </c:pt>
              <c:pt idx="39">
                <c:v>24.692768407631295</c:v>
              </c:pt>
              <c:pt idx="40">
                <c:v>24.692768407631295</c:v>
              </c:pt>
              <c:pt idx="41">
                <c:v>24.692768407631295</c:v>
              </c:pt>
              <c:pt idx="42">
                <c:v>24.692768407631295</c:v>
              </c:pt>
              <c:pt idx="43">
                <c:v>24.692768407631295</c:v>
              </c:pt>
              <c:pt idx="44">
                <c:v>24.692768407631295</c:v>
              </c:pt>
              <c:pt idx="45">
                <c:v>24.692768407631295</c:v>
              </c:pt>
              <c:pt idx="46">
                <c:v>24.692768407631295</c:v>
              </c:pt>
              <c:pt idx="47">
                <c:v>24.692768407631295</c:v>
              </c:pt>
              <c:pt idx="48">
                <c:v>24.692768407631295</c:v>
              </c:pt>
              <c:pt idx="49">
                <c:v>24.692768407631295</c:v>
              </c:pt>
              <c:pt idx="50">
                <c:v>24.692768407631295</c:v>
              </c:pt>
              <c:pt idx="51">
                <c:v>24.692768407631295</c:v>
              </c:pt>
              <c:pt idx="52">
                <c:v>24.692768407631295</c:v>
              </c:pt>
              <c:pt idx="53">
                <c:v>24.692768407631295</c:v>
              </c:pt>
              <c:pt idx="54">
                <c:v>24.692768407631295</c:v>
              </c:pt>
              <c:pt idx="55">
                <c:v>24.692768407631295</c:v>
              </c:pt>
              <c:pt idx="56">
                <c:v>24.692768407631295</c:v>
              </c:pt>
              <c:pt idx="57">
                <c:v>24.692768407631295</c:v>
              </c:pt>
              <c:pt idx="58">
                <c:v>24.692768407631295</c:v>
              </c:pt>
              <c:pt idx="59">
                <c:v>24.692768407631295</c:v>
              </c:pt>
              <c:pt idx="60">
                <c:v>24.692768407631295</c:v>
              </c:pt>
              <c:pt idx="61">
                <c:v>24.692768407631295</c:v>
              </c:pt>
              <c:pt idx="62">
                <c:v>24.692768407631295</c:v>
              </c:pt>
              <c:pt idx="63">
                <c:v>24.692768407631295</c:v>
              </c:pt>
              <c:pt idx="64">
                <c:v>24.692768407631295</c:v>
              </c:pt>
              <c:pt idx="65">
                <c:v>24.692768407631295</c:v>
              </c:pt>
              <c:pt idx="66">
                <c:v>24.692768407631295</c:v>
              </c:pt>
              <c:pt idx="67">
                <c:v>24.692768407631295</c:v>
              </c:pt>
              <c:pt idx="68">
                <c:v>24.692768407631295</c:v>
              </c:pt>
              <c:pt idx="69">
                <c:v>24.692768407631295</c:v>
              </c:pt>
              <c:pt idx="70">
                <c:v>24.692768407631295</c:v>
              </c:pt>
              <c:pt idx="71">
                <c:v>24.692768407631295</c:v>
              </c:pt>
              <c:pt idx="72">
                <c:v>24.692768407631295</c:v>
              </c:pt>
              <c:pt idx="73">
                <c:v>24.692768407631295</c:v>
              </c:pt>
              <c:pt idx="74">
                <c:v>24.692768407631295</c:v>
              </c:pt>
              <c:pt idx="75">
                <c:v>24.692768407631295</c:v>
              </c:pt>
              <c:pt idx="76">
                <c:v>24.692768407631295</c:v>
              </c:pt>
              <c:pt idx="77">
                <c:v>24.692768407631295</c:v>
              </c:pt>
              <c:pt idx="78">
                <c:v>24.692768407631295</c:v>
              </c:pt>
              <c:pt idx="79">
                <c:v>24.692768407631295</c:v>
              </c:pt>
              <c:pt idx="80">
                <c:v>24.692768407631295</c:v>
              </c:pt>
              <c:pt idx="81">
                <c:v>24.692768407631295</c:v>
              </c:pt>
              <c:pt idx="82">
                <c:v>24.692768407631295</c:v>
              </c:pt>
              <c:pt idx="83">
                <c:v>24.692768407631295</c:v>
              </c:pt>
              <c:pt idx="84">
                <c:v>24.692768407631295</c:v>
              </c:pt>
              <c:pt idx="85">
                <c:v>24.692768407631295</c:v>
              </c:pt>
              <c:pt idx="86">
                <c:v>24.692768407631295</c:v>
              </c:pt>
              <c:pt idx="87">
                <c:v>24.692768407631295</c:v>
              </c:pt>
              <c:pt idx="88">
                <c:v>24.692768407631295</c:v>
              </c:pt>
              <c:pt idx="89">
                <c:v>24.692768407631295</c:v>
              </c:pt>
              <c:pt idx="90">
                <c:v>24.692768407631295</c:v>
              </c:pt>
              <c:pt idx="91">
                <c:v>24.692768407631295</c:v>
              </c:pt>
              <c:pt idx="92">
                <c:v>24.692768407631295</c:v>
              </c:pt>
              <c:pt idx="93">
                <c:v>24.692768407631295</c:v>
              </c:pt>
              <c:pt idx="94">
                <c:v>24.692768407631295</c:v>
              </c:pt>
              <c:pt idx="95">
                <c:v>24.692768407631295</c:v>
              </c:pt>
              <c:pt idx="96">
                <c:v>24.692768407631295</c:v>
              </c:pt>
              <c:pt idx="97">
                <c:v>24.692768407631295</c:v>
              </c:pt>
              <c:pt idx="98">
                <c:v>24.692768407631295</c:v>
              </c:pt>
              <c:pt idx="99">
                <c:v>24.692768407631295</c:v>
              </c:pt>
              <c:pt idx="100">
                <c:v>24.692768407631295</c:v>
              </c:pt>
              <c:pt idx="101">
                <c:v>24.692768407631295</c:v>
              </c:pt>
              <c:pt idx="102">
                <c:v>24.692768407631295</c:v>
              </c:pt>
              <c:pt idx="103">
                <c:v>24.692768407631295</c:v>
              </c:pt>
              <c:pt idx="104">
                <c:v>24.692768407631295</c:v>
              </c:pt>
              <c:pt idx="105">
                <c:v>24.692768407631295</c:v>
              </c:pt>
              <c:pt idx="106">
                <c:v>24.692768407631295</c:v>
              </c:pt>
              <c:pt idx="107">
                <c:v>24.692768407631295</c:v>
              </c:pt>
              <c:pt idx="108">
                <c:v>24.692768407631295</c:v>
              </c:pt>
              <c:pt idx="109">
                <c:v>24.692768407631295</c:v>
              </c:pt>
              <c:pt idx="110">
                <c:v>24.692768407631295</c:v>
              </c:pt>
              <c:pt idx="111">
                <c:v>24.692768407631295</c:v>
              </c:pt>
              <c:pt idx="112">
                <c:v>24.692768407631295</c:v>
              </c:pt>
              <c:pt idx="113">
                <c:v>24.692768407631295</c:v>
              </c:pt>
              <c:pt idx="114">
                <c:v>24.692768407631295</c:v>
              </c:pt>
              <c:pt idx="115">
                <c:v>24.692768407631295</c:v>
              </c:pt>
              <c:pt idx="116">
                <c:v>24.692768407631295</c:v>
              </c:pt>
              <c:pt idx="117">
                <c:v>24.692768407631295</c:v>
              </c:pt>
              <c:pt idx="118">
                <c:v>24.692768407631295</c:v>
              </c:pt>
              <c:pt idx="119">
                <c:v>24.692768407631295</c:v>
              </c:pt>
              <c:pt idx="120">
                <c:v>24.692768407631295</c:v>
              </c:pt>
              <c:pt idx="121">
                <c:v>24.692768407631295</c:v>
              </c:pt>
              <c:pt idx="122">
                <c:v>24.692768407631295</c:v>
              </c:pt>
              <c:pt idx="123">
                <c:v>24.692768407631295</c:v>
              </c:pt>
              <c:pt idx="124">
                <c:v>24.692768407631295</c:v>
              </c:pt>
              <c:pt idx="125">
                <c:v>24.692768407631295</c:v>
              </c:pt>
              <c:pt idx="126">
                <c:v>24.692768407631295</c:v>
              </c:pt>
              <c:pt idx="127">
                <c:v>24.692768407631295</c:v>
              </c:pt>
              <c:pt idx="128">
                <c:v>24.692768407631295</c:v>
              </c:pt>
              <c:pt idx="129">
                <c:v>24.692768407631295</c:v>
              </c:pt>
              <c:pt idx="130">
                <c:v>24.692768407631295</c:v>
              </c:pt>
              <c:pt idx="131">
                <c:v>24.692768407631295</c:v>
              </c:pt>
              <c:pt idx="132">
                <c:v>24.692768407631295</c:v>
              </c:pt>
              <c:pt idx="133">
                <c:v>24.692768407631295</c:v>
              </c:pt>
              <c:pt idx="134">
                <c:v>24.692768407631295</c:v>
              </c:pt>
              <c:pt idx="135">
                <c:v>24.692768407631295</c:v>
              </c:pt>
              <c:pt idx="136">
                <c:v>24.692768407631295</c:v>
              </c:pt>
              <c:pt idx="137">
                <c:v>24.692768407631295</c:v>
              </c:pt>
              <c:pt idx="138">
                <c:v>24.692768407631295</c:v>
              </c:pt>
              <c:pt idx="139">
                <c:v>24.692768407631295</c:v>
              </c:pt>
              <c:pt idx="140">
                <c:v>24.692768407631295</c:v>
              </c:pt>
              <c:pt idx="141">
                <c:v>24.692768407631295</c:v>
              </c:pt>
              <c:pt idx="142">
                <c:v>24.692768407631295</c:v>
              </c:pt>
              <c:pt idx="143">
                <c:v>24.692768407631295</c:v>
              </c:pt>
              <c:pt idx="144">
                <c:v>24.692768407631295</c:v>
              </c:pt>
              <c:pt idx="145">
                <c:v>24.692768407631295</c:v>
              </c:pt>
              <c:pt idx="146">
                <c:v>24.692768407631295</c:v>
              </c:pt>
              <c:pt idx="147">
                <c:v>24.692768407631295</c:v>
              </c:pt>
              <c:pt idx="148">
                <c:v>24.692768407631295</c:v>
              </c:pt>
              <c:pt idx="149">
                <c:v>24.692768407631295</c:v>
              </c:pt>
              <c:pt idx="150">
                <c:v>24.692768407631295</c:v>
              </c:pt>
              <c:pt idx="151">
                <c:v>24.692768407631295</c:v>
              </c:pt>
              <c:pt idx="152">
                <c:v>24.692768407631295</c:v>
              </c:pt>
              <c:pt idx="153">
                <c:v>24.692768407631295</c:v>
              </c:pt>
              <c:pt idx="154">
                <c:v>24.692768407631295</c:v>
              </c:pt>
              <c:pt idx="155">
                <c:v>24.692768407631295</c:v>
              </c:pt>
              <c:pt idx="156">
                <c:v>24.692768407631295</c:v>
              </c:pt>
              <c:pt idx="157">
                <c:v>24.692768407631295</c:v>
              </c:pt>
              <c:pt idx="158">
                <c:v>24.692768407631295</c:v>
              </c:pt>
              <c:pt idx="159">
                <c:v>24.692768407631295</c:v>
              </c:pt>
              <c:pt idx="160">
                <c:v>24.692768407631295</c:v>
              </c:pt>
              <c:pt idx="161">
                <c:v>24.692768407631295</c:v>
              </c:pt>
              <c:pt idx="162">
                <c:v>24.692768407631295</c:v>
              </c:pt>
              <c:pt idx="163">
                <c:v>24.692768407631295</c:v>
              </c:pt>
              <c:pt idx="164">
                <c:v>24.692768407631295</c:v>
              </c:pt>
              <c:pt idx="165">
                <c:v>24.692768407631295</c:v>
              </c:pt>
              <c:pt idx="166">
                <c:v>24.692768407631295</c:v>
              </c:pt>
              <c:pt idx="167">
                <c:v>24.692768407631295</c:v>
              </c:pt>
              <c:pt idx="168">
                <c:v>24.692768407631295</c:v>
              </c:pt>
              <c:pt idx="169">
                <c:v>24.692768407631295</c:v>
              </c:pt>
              <c:pt idx="170">
                <c:v>24.692768407631295</c:v>
              </c:pt>
              <c:pt idx="171">
                <c:v>24.692768407631295</c:v>
              </c:pt>
              <c:pt idx="172">
                <c:v>24.692768407631295</c:v>
              </c:pt>
              <c:pt idx="173">
                <c:v>24.692768407631295</c:v>
              </c:pt>
              <c:pt idx="174">
                <c:v>24.692768407631295</c:v>
              </c:pt>
              <c:pt idx="175">
                <c:v>24.692768407631295</c:v>
              </c:pt>
              <c:pt idx="176">
                <c:v>24.692768407631295</c:v>
              </c:pt>
              <c:pt idx="177">
                <c:v>24.692768407631295</c:v>
              </c:pt>
              <c:pt idx="178">
                <c:v>24.692768407631295</c:v>
              </c:pt>
              <c:pt idx="179">
                <c:v>24.692768407631295</c:v>
              </c:pt>
              <c:pt idx="180">
                <c:v>24.692768407631295</c:v>
              </c:pt>
              <c:pt idx="181">
                <c:v>24.692768407631295</c:v>
              </c:pt>
              <c:pt idx="182">
                <c:v>24.692768407631295</c:v>
              </c:pt>
              <c:pt idx="183">
                <c:v>24.692768407631295</c:v>
              </c:pt>
              <c:pt idx="184">
                <c:v>24.692768407631295</c:v>
              </c:pt>
              <c:pt idx="185">
                <c:v>24.692768407631295</c:v>
              </c:pt>
              <c:pt idx="186">
                <c:v>24.692768407631295</c:v>
              </c:pt>
              <c:pt idx="187">
                <c:v>24.692768407631295</c:v>
              </c:pt>
              <c:pt idx="188">
                <c:v>24.692768407631295</c:v>
              </c:pt>
              <c:pt idx="189">
                <c:v>24.692768407631295</c:v>
              </c:pt>
              <c:pt idx="190">
                <c:v>24.692768407631295</c:v>
              </c:pt>
              <c:pt idx="191">
                <c:v>24.692768407631295</c:v>
              </c:pt>
              <c:pt idx="192">
                <c:v>24.692768407631295</c:v>
              </c:pt>
              <c:pt idx="193">
                <c:v>24.692768407631295</c:v>
              </c:pt>
              <c:pt idx="194">
                <c:v>24.692768407631295</c:v>
              </c:pt>
              <c:pt idx="195">
                <c:v>24.692768407631295</c:v>
              </c:pt>
              <c:pt idx="196">
                <c:v>24.692768407631295</c:v>
              </c:pt>
              <c:pt idx="197">
                <c:v>24.692768407631295</c:v>
              </c:pt>
              <c:pt idx="198">
                <c:v>24.692768407631295</c:v>
              </c:pt>
              <c:pt idx="199">
                <c:v>24.692768407631295</c:v>
              </c:pt>
              <c:pt idx="200">
                <c:v>24.692768407631295</c:v>
              </c:pt>
              <c:pt idx="201">
                <c:v>24.692768407631295</c:v>
              </c:pt>
              <c:pt idx="202">
                <c:v>24.692768407631295</c:v>
              </c:pt>
              <c:pt idx="203">
                <c:v>24.692768407631295</c:v>
              </c:pt>
              <c:pt idx="204">
                <c:v>24.692768407631295</c:v>
              </c:pt>
              <c:pt idx="205">
                <c:v>24.692768407631295</c:v>
              </c:pt>
              <c:pt idx="206">
                <c:v>24.692768407631295</c:v>
              </c:pt>
              <c:pt idx="207">
                <c:v>24.692768407631295</c:v>
              </c:pt>
              <c:pt idx="208">
                <c:v>24.692768407631295</c:v>
              </c:pt>
              <c:pt idx="209">
                <c:v>24.692768407631295</c:v>
              </c:pt>
              <c:pt idx="210">
                <c:v>24.692768407631295</c:v>
              </c:pt>
              <c:pt idx="211">
                <c:v>24.692768407631295</c:v>
              </c:pt>
              <c:pt idx="212">
                <c:v>24.692768407631295</c:v>
              </c:pt>
              <c:pt idx="213">
                <c:v>24.692768407631295</c:v>
              </c:pt>
              <c:pt idx="214">
                <c:v>24.692768407631295</c:v>
              </c:pt>
              <c:pt idx="215">
                <c:v>24.692768407631295</c:v>
              </c:pt>
              <c:pt idx="216">
                <c:v>24.692768407631295</c:v>
              </c:pt>
              <c:pt idx="217">
                <c:v>24.692768407631295</c:v>
              </c:pt>
              <c:pt idx="218">
                <c:v>24.692768407631295</c:v>
              </c:pt>
              <c:pt idx="219">
                <c:v>24.692768407631295</c:v>
              </c:pt>
              <c:pt idx="220">
                <c:v>24.692768407631295</c:v>
              </c:pt>
              <c:pt idx="221">
                <c:v>24.692768407631295</c:v>
              </c:pt>
              <c:pt idx="222">
                <c:v>24.692768407631295</c:v>
              </c:pt>
              <c:pt idx="223">
                <c:v>24.692768407631295</c:v>
              </c:pt>
              <c:pt idx="224">
                <c:v>24.692768407631295</c:v>
              </c:pt>
              <c:pt idx="225">
                <c:v>24.692768407631295</c:v>
              </c:pt>
              <c:pt idx="226">
                <c:v>24.692768407631295</c:v>
              </c:pt>
              <c:pt idx="227">
                <c:v>24.692768407631295</c:v>
              </c:pt>
              <c:pt idx="228">
                <c:v>24.692768407631295</c:v>
              </c:pt>
              <c:pt idx="229">
                <c:v>24.692768407631295</c:v>
              </c:pt>
              <c:pt idx="230">
                <c:v>24.692768407631295</c:v>
              </c:pt>
              <c:pt idx="231">
                <c:v>24.692768407631295</c:v>
              </c:pt>
              <c:pt idx="232">
                <c:v>24.692768407631295</c:v>
              </c:pt>
              <c:pt idx="233">
                <c:v>24.692768407631295</c:v>
              </c:pt>
              <c:pt idx="234">
                <c:v>24.692768407631295</c:v>
              </c:pt>
              <c:pt idx="235">
                <c:v>24.692768407631295</c:v>
              </c:pt>
              <c:pt idx="236">
                <c:v>24.692768407631295</c:v>
              </c:pt>
              <c:pt idx="237">
                <c:v>24.692768407631295</c:v>
              </c:pt>
              <c:pt idx="238">
                <c:v>24.692768407631295</c:v>
              </c:pt>
              <c:pt idx="239">
                <c:v>24.692768407631295</c:v>
              </c:pt>
              <c:pt idx="240">
                <c:v>24.692768407631295</c:v>
              </c:pt>
              <c:pt idx="241">
                <c:v>24.692768407631295</c:v>
              </c:pt>
              <c:pt idx="242">
                <c:v>24.692768407631295</c:v>
              </c:pt>
              <c:pt idx="243">
                <c:v>24.692768407631295</c:v>
              </c:pt>
              <c:pt idx="244">
                <c:v>24.692768407631295</c:v>
              </c:pt>
              <c:pt idx="245">
                <c:v>24.692768407631295</c:v>
              </c:pt>
            </c:numLit>
          </c:xVal>
          <c:yVal>
            <c:numLit>
              <c:formatCode>0.0</c:formatCode>
              <c:ptCount val="246"/>
              <c:pt idx="0">
                <c:v>0.2216114889677111</c:v>
              </c:pt>
              <c:pt idx="1">
                <c:v>0.2216114889677111</c:v>
              </c:pt>
              <c:pt idx="2">
                <c:v>0.2216114889677111</c:v>
              </c:pt>
              <c:pt idx="3">
                <c:v>0.2216114889677111</c:v>
              </c:pt>
              <c:pt idx="4">
                <c:v>0.2216114889677111</c:v>
              </c:pt>
              <c:pt idx="5">
                <c:v>0.2216114889677111</c:v>
              </c:pt>
              <c:pt idx="6">
                <c:v>0.2216114889677111</c:v>
              </c:pt>
              <c:pt idx="7">
                <c:v>0.2216114889677111</c:v>
              </c:pt>
              <c:pt idx="8">
                <c:v>0.2216114889677111</c:v>
              </c:pt>
              <c:pt idx="9">
                <c:v>0.2216114889677111</c:v>
              </c:pt>
              <c:pt idx="10">
                <c:v>0.2216114889677111</c:v>
              </c:pt>
              <c:pt idx="11">
                <c:v>0.2216114889677111</c:v>
              </c:pt>
              <c:pt idx="12">
                <c:v>0.2216114889677111</c:v>
              </c:pt>
              <c:pt idx="13">
                <c:v>0.2216114889677111</c:v>
              </c:pt>
              <c:pt idx="14">
                <c:v>0.2216114889677111</c:v>
              </c:pt>
              <c:pt idx="15">
                <c:v>0.2216114889677111</c:v>
              </c:pt>
              <c:pt idx="16">
                <c:v>0.2216114889677111</c:v>
              </c:pt>
              <c:pt idx="17">
                <c:v>0.2216114889677111</c:v>
              </c:pt>
              <c:pt idx="18">
                <c:v>0.2216114889677111</c:v>
              </c:pt>
              <c:pt idx="19">
                <c:v>0.2216114889677111</c:v>
              </c:pt>
              <c:pt idx="20">
                <c:v>0.2216114889677111</c:v>
              </c:pt>
              <c:pt idx="21">
                <c:v>0.2216114889677111</c:v>
              </c:pt>
              <c:pt idx="22">
                <c:v>0.2216114889677111</c:v>
              </c:pt>
              <c:pt idx="23">
                <c:v>0.2216114889677111</c:v>
              </c:pt>
              <c:pt idx="24">
                <c:v>0.2216114889677111</c:v>
              </c:pt>
              <c:pt idx="25">
                <c:v>0.2216114889677111</c:v>
              </c:pt>
              <c:pt idx="26">
                <c:v>0.2216114889677111</c:v>
              </c:pt>
              <c:pt idx="27">
                <c:v>0.2216114889677111</c:v>
              </c:pt>
              <c:pt idx="28">
                <c:v>0.2216114889677111</c:v>
              </c:pt>
              <c:pt idx="29">
                <c:v>0.2216114889677111</c:v>
              </c:pt>
              <c:pt idx="30">
                <c:v>0.2216114889677111</c:v>
              </c:pt>
              <c:pt idx="31">
                <c:v>0.2216114889677111</c:v>
              </c:pt>
              <c:pt idx="32">
                <c:v>0.2216114889677111</c:v>
              </c:pt>
              <c:pt idx="33">
                <c:v>0.2216114889677111</c:v>
              </c:pt>
              <c:pt idx="34">
                <c:v>0.2216114889677111</c:v>
              </c:pt>
              <c:pt idx="35">
                <c:v>0.2216114889677111</c:v>
              </c:pt>
              <c:pt idx="36">
                <c:v>0.2216114889677111</c:v>
              </c:pt>
              <c:pt idx="37">
                <c:v>0.2216114889677111</c:v>
              </c:pt>
              <c:pt idx="38">
                <c:v>0.2216114889677111</c:v>
              </c:pt>
              <c:pt idx="39">
                <c:v>0.2216114889677111</c:v>
              </c:pt>
              <c:pt idx="40">
                <c:v>0.2216114889677111</c:v>
              </c:pt>
              <c:pt idx="41">
                <c:v>0.2216114889677111</c:v>
              </c:pt>
              <c:pt idx="42">
                <c:v>0.2216114889677111</c:v>
              </c:pt>
              <c:pt idx="43">
                <c:v>0.2216114889677111</c:v>
              </c:pt>
              <c:pt idx="44">
                <c:v>0.2216114889677111</c:v>
              </c:pt>
              <c:pt idx="45">
                <c:v>0.2216114889677111</c:v>
              </c:pt>
              <c:pt idx="46">
                <c:v>0.2216114889677111</c:v>
              </c:pt>
              <c:pt idx="47">
                <c:v>0.2216114889677111</c:v>
              </c:pt>
              <c:pt idx="48">
                <c:v>0.2216114889677111</c:v>
              </c:pt>
              <c:pt idx="49">
                <c:v>0.2216114889677111</c:v>
              </c:pt>
              <c:pt idx="50">
                <c:v>0.2216114889677111</c:v>
              </c:pt>
              <c:pt idx="51">
                <c:v>0.2216114889677111</c:v>
              </c:pt>
              <c:pt idx="52">
                <c:v>0.2216114889677111</c:v>
              </c:pt>
              <c:pt idx="53">
                <c:v>0.2216114889677111</c:v>
              </c:pt>
              <c:pt idx="54">
                <c:v>0.2216114889677111</c:v>
              </c:pt>
              <c:pt idx="55">
                <c:v>0.2216114889677111</c:v>
              </c:pt>
              <c:pt idx="56">
                <c:v>0.2216114889677111</c:v>
              </c:pt>
              <c:pt idx="57">
                <c:v>0.2216114889677111</c:v>
              </c:pt>
              <c:pt idx="58">
                <c:v>0.2216114889677111</c:v>
              </c:pt>
              <c:pt idx="59">
                <c:v>0.2216114889677111</c:v>
              </c:pt>
              <c:pt idx="60">
                <c:v>0.2216114889677111</c:v>
              </c:pt>
              <c:pt idx="61">
                <c:v>0.2216114889677111</c:v>
              </c:pt>
              <c:pt idx="62">
                <c:v>0.2216114889677111</c:v>
              </c:pt>
              <c:pt idx="63">
                <c:v>0.2216114889677111</c:v>
              </c:pt>
              <c:pt idx="64">
                <c:v>0.2216114889677111</c:v>
              </c:pt>
              <c:pt idx="65">
                <c:v>0.2216114889677111</c:v>
              </c:pt>
              <c:pt idx="66">
                <c:v>0.2216114889677111</c:v>
              </c:pt>
              <c:pt idx="67">
                <c:v>0.2216114889677111</c:v>
              </c:pt>
              <c:pt idx="68">
                <c:v>0.2216114889677111</c:v>
              </c:pt>
              <c:pt idx="69">
                <c:v>0.2216114889677111</c:v>
              </c:pt>
              <c:pt idx="70">
                <c:v>0.2216114889677111</c:v>
              </c:pt>
              <c:pt idx="71">
                <c:v>0.2216114889677111</c:v>
              </c:pt>
              <c:pt idx="72">
                <c:v>0.2216114889677111</c:v>
              </c:pt>
              <c:pt idx="73">
                <c:v>0.2216114889677111</c:v>
              </c:pt>
              <c:pt idx="74">
                <c:v>0.2216114889677111</c:v>
              </c:pt>
              <c:pt idx="75">
                <c:v>0.2216114889677111</c:v>
              </c:pt>
              <c:pt idx="76">
                <c:v>0.2216114889677111</c:v>
              </c:pt>
              <c:pt idx="77">
                <c:v>0.2216114889677111</c:v>
              </c:pt>
              <c:pt idx="78">
                <c:v>0.2216114889677111</c:v>
              </c:pt>
              <c:pt idx="79">
                <c:v>0.2216114889677111</c:v>
              </c:pt>
              <c:pt idx="80">
                <c:v>0.2216114889677111</c:v>
              </c:pt>
              <c:pt idx="81">
                <c:v>0.2216114889677111</c:v>
              </c:pt>
              <c:pt idx="82">
                <c:v>0.2216114889677111</c:v>
              </c:pt>
              <c:pt idx="83">
                <c:v>0.2216114889677111</c:v>
              </c:pt>
              <c:pt idx="84">
                <c:v>0.2216114889677111</c:v>
              </c:pt>
              <c:pt idx="85">
                <c:v>0.2216114889677111</c:v>
              </c:pt>
              <c:pt idx="86">
                <c:v>0.2216114889677111</c:v>
              </c:pt>
              <c:pt idx="87">
                <c:v>0.2216114889677111</c:v>
              </c:pt>
              <c:pt idx="88">
                <c:v>0.2216114889677111</c:v>
              </c:pt>
              <c:pt idx="89">
                <c:v>0.2216114889677111</c:v>
              </c:pt>
              <c:pt idx="90">
                <c:v>0.2216114889677111</c:v>
              </c:pt>
              <c:pt idx="91">
                <c:v>0.2216114889677111</c:v>
              </c:pt>
              <c:pt idx="92">
                <c:v>0.2216114889677111</c:v>
              </c:pt>
              <c:pt idx="93">
                <c:v>0.2216114889677111</c:v>
              </c:pt>
              <c:pt idx="94">
                <c:v>0.2216114889677111</c:v>
              </c:pt>
              <c:pt idx="95">
                <c:v>0.2216114889677111</c:v>
              </c:pt>
              <c:pt idx="96">
                <c:v>0.2216114889677111</c:v>
              </c:pt>
              <c:pt idx="97">
                <c:v>0.2216114889677111</c:v>
              </c:pt>
              <c:pt idx="98">
                <c:v>0.2216114889677111</c:v>
              </c:pt>
              <c:pt idx="99">
                <c:v>0.2216114889677111</c:v>
              </c:pt>
              <c:pt idx="100">
                <c:v>0.2216114889677111</c:v>
              </c:pt>
              <c:pt idx="101">
                <c:v>0.2216114889677111</c:v>
              </c:pt>
              <c:pt idx="102">
                <c:v>0.2216114889677111</c:v>
              </c:pt>
              <c:pt idx="103">
                <c:v>0.2216114889677111</c:v>
              </c:pt>
              <c:pt idx="104">
                <c:v>0.2216114889677111</c:v>
              </c:pt>
              <c:pt idx="105">
                <c:v>0.2216114889677111</c:v>
              </c:pt>
              <c:pt idx="106">
                <c:v>0.2216114889677111</c:v>
              </c:pt>
              <c:pt idx="107">
                <c:v>0.2216114889677111</c:v>
              </c:pt>
              <c:pt idx="108">
                <c:v>0.2216114889677111</c:v>
              </c:pt>
              <c:pt idx="109">
                <c:v>0.2216114889677111</c:v>
              </c:pt>
              <c:pt idx="110">
                <c:v>0.2216114889677111</c:v>
              </c:pt>
              <c:pt idx="111">
                <c:v>0.2216114889677111</c:v>
              </c:pt>
              <c:pt idx="112">
                <c:v>0.2216114889677111</c:v>
              </c:pt>
              <c:pt idx="113">
                <c:v>0.2216114889677111</c:v>
              </c:pt>
              <c:pt idx="114">
                <c:v>0.2216114889677111</c:v>
              </c:pt>
              <c:pt idx="115">
                <c:v>0.2216114889677111</c:v>
              </c:pt>
              <c:pt idx="116">
                <c:v>0.2216114889677111</c:v>
              </c:pt>
              <c:pt idx="117">
                <c:v>0.2216114889677111</c:v>
              </c:pt>
              <c:pt idx="118">
                <c:v>0.2216114889677111</c:v>
              </c:pt>
              <c:pt idx="119">
                <c:v>0.2216114889677111</c:v>
              </c:pt>
              <c:pt idx="120">
                <c:v>0.2216114889677111</c:v>
              </c:pt>
              <c:pt idx="121">
                <c:v>0.2216114889677111</c:v>
              </c:pt>
              <c:pt idx="122">
                <c:v>0.2216114889677111</c:v>
              </c:pt>
              <c:pt idx="123">
                <c:v>0.2216114889677111</c:v>
              </c:pt>
              <c:pt idx="124">
                <c:v>0.2216114889677111</c:v>
              </c:pt>
              <c:pt idx="125">
                <c:v>0.2216114889677111</c:v>
              </c:pt>
              <c:pt idx="126">
                <c:v>0.2216114889677111</c:v>
              </c:pt>
              <c:pt idx="127">
                <c:v>0.2216114889677111</c:v>
              </c:pt>
              <c:pt idx="128">
                <c:v>0.2216114889677111</c:v>
              </c:pt>
              <c:pt idx="129">
                <c:v>0.2216114889677111</c:v>
              </c:pt>
              <c:pt idx="130">
                <c:v>0.2216114889677111</c:v>
              </c:pt>
              <c:pt idx="131">
                <c:v>0.2216114889677111</c:v>
              </c:pt>
              <c:pt idx="132">
                <c:v>0.2216114889677111</c:v>
              </c:pt>
              <c:pt idx="133">
                <c:v>0.2216114889677111</c:v>
              </c:pt>
              <c:pt idx="134">
                <c:v>0.2216114889677111</c:v>
              </c:pt>
              <c:pt idx="135">
                <c:v>0.2216114889677111</c:v>
              </c:pt>
              <c:pt idx="136">
                <c:v>0.2216114889677111</c:v>
              </c:pt>
              <c:pt idx="137">
                <c:v>0.2216114889677111</c:v>
              </c:pt>
              <c:pt idx="138">
                <c:v>0.2216114889677111</c:v>
              </c:pt>
              <c:pt idx="139">
                <c:v>0.2216114889677111</c:v>
              </c:pt>
              <c:pt idx="140">
                <c:v>0.2216114889677111</c:v>
              </c:pt>
              <c:pt idx="141">
                <c:v>0.2216114889677111</c:v>
              </c:pt>
              <c:pt idx="142">
                <c:v>0.2216114889677111</c:v>
              </c:pt>
              <c:pt idx="143">
                <c:v>0.2216114889677111</c:v>
              </c:pt>
              <c:pt idx="144">
                <c:v>0.2216114889677111</c:v>
              </c:pt>
              <c:pt idx="145">
                <c:v>0.2216114889677111</c:v>
              </c:pt>
              <c:pt idx="146">
                <c:v>0.2216114889677111</c:v>
              </c:pt>
              <c:pt idx="147">
                <c:v>0.2216114889677111</c:v>
              </c:pt>
              <c:pt idx="148">
                <c:v>0.2216114889677111</c:v>
              </c:pt>
              <c:pt idx="149">
                <c:v>0.2216114889677111</c:v>
              </c:pt>
              <c:pt idx="150">
                <c:v>0.2216114889677111</c:v>
              </c:pt>
              <c:pt idx="151">
                <c:v>0.2216114889677111</c:v>
              </c:pt>
              <c:pt idx="152">
                <c:v>0.2216114889677111</c:v>
              </c:pt>
              <c:pt idx="153">
                <c:v>0.2216114889677111</c:v>
              </c:pt>
              <c:pt idx="154">
                <c:v>0.2216114889677111</c:v>
              </c:pt>
              <c:pt idx="155">
                <c:v>0.2216114889677111</c:v>
              </c:pt>
              <c:pt idx="156">
                <c:v>0.2216114889677111</c:v>
              </c:pt>
              <c:pt idx="157">
                <c:v>0.2216114889677111</c:v>
              </c:pt>
              <c:pt idx="158">
                <c:v>0.2216114889677111</c:v>
              </c:pt>
              <c:pt idx="159">
                <c:v>0.2216114889677111</c:v>
              </c:pt>
              <c:pt idx="160">
                <c:v>0.2216114889677111</c:v>
              </c:pt>
              <c:pt idx="161">
                <c:v>0.2216114889677111</c:v>
              </c:pt>
              <c:pt idx="162">
                <c:v>0.2216114889677111</c:v>
              </c:pt>
              <c:pt idx="163">
                <c:v>0.2216114889677111</c:v>
              </c:pt>
              <c:pt idx="164">
                <c:v>0.2216114889677111</c:v>
              </c:pt>
              <c:pt idx="165">
                <c:v>0.2216114889677111</c:v>
              </c:pt>
              <c:pt idx="166">
                <c:v>0.2216114889677111</c:v>
              </c:pt>
              <c:pt idx="167">
                <c:v>0.2216114889677111</c:v>
              </c:pt>
              <c:pt idx="168">
                <c:v>0.2216114889677111</c:v>
              </c:pt>
              <c:pt idx="169">
                <c:v>0.2216114889677111</c:v>
              </c:pt>
              <c:pt idx="170">
                <c:v>0.2216114889677111</c:v>
              </c:pt>
              <c:pt idx="171">
                <c:v>0.2216114889677111</c:v>
              </c:pt>
              <c:pt idx="172">
                <c:v>0.2216114889677111</c:v>
              </c:pt>
              <c:pt idx="173">
                <c:v>0.2216114889677111</c:v>
              </c:pt>
              <c:pt idx="174">
                <c:v>0.2216114889677111</c:v>
              </c:pt>
              <c:pt idx="175">
                <c:v>0.2216114889677111</c:v>
              </c:pt>
              <c:pt idx="176">
                <c:v>0.2216114889677111</c:v>
              </c:pt>
              <c:pt idx="177">
                <c:v>0.2216114889677111</c:v>
              </c:pt>
              <c:pt idx="178">
                <c:v>0.2216114889677111</c:v>
              </c:pt>
              <c:pt idx="179">
                <c:v>0.2216114889677111</c:v>
              </c:pt>
              <c:pt idx="180">
                <c:v>0.2216114889677111</c:v>
              </c:pt>
              <c:pt idx="181">
                <c:v>0.2216114889677111</c:v>
              </c:pt>
              <c:pt idx="182">
                <c:v>0.2216114889677111</c:v>
              </c:pt>
              <c:pt idx="183">
                <c:v>0.2216114889677111</c:v>
              </c:pt>
              <c:pt idx="184">
                <c:v>0.2216114889677111</c:v>
              </c:pt>
              <c:pt idx="185">
                <c:v>0.2216114889677111</c:v>
              </c:pt>
              <c:pt idx="186">
                <c:v>0.2216114889677111</c:v>
              </c:pt>
              <c:pt idx="187">
                <c:v>0.2216114889677111</c:v>
              </c:pt>
              <c:pt idx="188">
                <c:v>0.2216114889677111</c:v>
              </c:pt>
              <c:pt idx="189">
                <c:v>0.2216114889677111</c:v>
              </c:pt>
              <c:pt idx="190">
                <c:v>0.2216114889677111</c:v>
              </c:pt>
              <c:pt idx="191">
                <c:v>0.2216114889677111</c:v>
              </c:pt>
              <c:pt idx="192">
                <c:v>0.2216114889677111</c:v>
              </c:pt>
              <c:pt idx="193">
                <c:v>0.2216114889677111</c:v>
              </c:pt>
              <c:pt idx="194">
                <c:v>0.2216114889677111</c:v>
              </c:pt>
              <c:pt idx="195">
                <c:v>0.2216114889677111</c:v>
              </c:pt>
              <c:pt idx="196">
                <c:v>0.2216114889677111</c:v>
              </c:pt>
              <c:pt idx="197">
                <c:v>0.2216114889677111</c:v>
              </c:pt>
              <c:pt idx="198">
                <c:v>0.2216114889677111</c:v>
              </c:pt>
              <c:pt idx="199">
                <c:v>0.2216114889677111</c:v>
              </c:pt>
              <c:pt idx="200">
                <c:v>0.2216114889677111</c:v>
              </c:pt>
              <c:pt idx="201">
                <c:v>0.2216114889677111</c:v>
              </c:pt>
              <c:pt idx="202">
                <c:v>0.2216114889677111</c:v>
              </c:pt>
              <c:pt idx="203">
                <c:v>0.2216114889677111</c:v>
              </c:pt>
              <c:pt idx="204">
                <c:v>0.2216114889677111</c:v>
              </c:pt>
              <c:pt idx="205">
                <c:v>0.2216114889677111</c:v>
              </c:pt>
              <c:pt idx="206">
                <c:v>0.2216114889677111</c:v>
              </c:pt>
              <c:pt idx="207">
                <c:v>0.2216114889677111</c:v>
              </c:pt>
              <c:pt idx="208">
                <c:v>0.2216114889677111</c:v>
              </c:pt>
              <c:pt idx="209">
                <c:v>0.2216114889677111</c:v>
              </c:pt>
              <c:pt idx="210">
                <c:v>0.2216114889677111</c:v>
              </c:pt>
              <c:pt idx="211">
                <c:v>0.2216114889677111</c:v>
              </c:pt>
              <c:pt idx="212">
                <c:v>0.2216114889677111</c:v>
              </c:pt>
              <c:pt idx="213">
                <c:v>0.2216114889677111</c:v>
              </c:pt>
              <c:pt idx="214">
                <c:v>0.2216114889677111</c:v>
              </c:pt>
              <c:pt idx="215">
                <c:v>0.2216114889677111</c:v>
              </c:pt>
              <c:pt idx="216">
                <c:v>0.2216114889677111</c:v>
              </c:pt>
              <c:pt idx="217">
                <c:v>0.2216114889677111</c:v>
              </c:pt>
              <c:pt idx="218">
                <c:v>0.2216114889677111</c:v>
              </c:pt>
              <c:pt idx="219">
                <c:v>0.2216114889677111</c:v>
              </c:pt>
              <c:pt idx="220">
                <c:v>0.2216114889677111</c:v>
              </c:pt>
              <c:pt idx="221">
                <c:v>0.2216114889677111</c:v>
              </c:pt>
              <c:pt idx="222">
                <c:v>0.2216114889677111</c:v>
              </c:pt>
              <c:pt idx="223">
                <c:v>0.2216114889677111</c:v>
              </c:pt>
              <c:pt idx="224">
                <c:v>0.2216114889677111</c:v>
              </c:pt>
              <c:pt idx="225">
                <c:v>0.2216114889677111</c:v>
              </c:pt>
              <c:pt idx="226">
                <c:v>0.2216114889677111</c:v>
              </c:pt>
              <c:pt idx="227">
                <c:v>0.2216114889677111</c:v>
              </c:pt>
              <c:pt idx="228">
                <c:v>0.2216114889677111</c:v>
              </c:pt>
              <c:pt idx="229">
                <c:v>0.2216114889677111</c:v>
              </c:pt>
              <c:pt idx="230">
                <c:v>0.2216114889677111</c:v>
              </c:pt>
              <c:pt idx="231">
                <c:v>0.2216114889677111</c:v>
              </c:pt>
              <c:pt idx="232">
                <c:v>0.2216114889677111</c:v>
              </c:pt>
              <c:pt idx="233">
                <c:v>0.2216114889677111</c:v>
              </c:pt>
              <c:pt idx="234">
                <c:v>0.2216114889677111</c:v>
              </c:pt>
              <c:pt idx="235">
                <c:v>0.2216114889677111</c:v>
              </c:pt>
              <c:pt idx="236">
                <c:v>0.2216114889677111</c:v>
              </c:pt>
              <c:pt idx="237">
                <c:v>0.2216114889677111</c:v>
              </c:pt>
              <c:pt idx="238">
                <c:v>0.2216114889677111</c:v>
              </c:pt>
              <c:pt idx="239">
                <c:v>0.2216114889677111</c:v>
              </c:pt>
              <c:pt idx="240">
                <c:v>0.2216114889677111</c:v>
              </c:pt>
              <c:pt idx="241">
                <c:v>0.2216114889677111</c:v>
              </c:pt>
              <c:pt idx="242">
                <c:v>0.2216114889677111</c:v>
              </c:pt>
              <c:pt idx="243">
                <c:v>0.2216114889677111</c:v>
              </c:pt>
              <c:pt idx="244">
                <c:v>0.2216114889677111</c:v>
              </c:pt>
              <c:pt idx="245">
                <c:v>0.2216114889677111</c:v>
              </c:pt>
            </c:numLit>
          </c:yVal>
          <c:smooth val="0"/>
        </c:ser>
        <c:ser>
          <c:idx val="6"/>
          <c:order val="6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</c:numLit>
          </c:xVal>
          <c:yVal>
            <c:numLit>
              <c:formatCode>0.0</c:formatCode>
              <c:ptCount val="246"/>
              <c:pt idx="0">
                <c:v>2.878988838997689</c:v>
              </c:pt>
              <c:pt idx="1">
                <c:v>2.878988838997689</c:v>
              </c:pt>
              <c:pt idx="2">
                <c:v>2.878988838997689</c:v>
              </c:pt>
              <c:pt idx="3">
                <c:v>2.878988838997689</c:v>
              </c:pt>
              <c:pt idx="4">
                <c:v>2.878988838997689</c:v>
              </c:pt>
              <c:pt idx="5">
                <c:v>2.878988838997689</c:v>
              </c:pt>
              <c:pt idx="6">
                <c:v>2.878988838997689</c:v>
              </c:pt>
              <c:pt idx="7">
                <c:v>2.878988838997689</c:v>
              </c:pt>
              <c:pt idx="8">
                <c:v>2.878988838997689</c:v>
              </c:pt>
              <c:pt idx="9">
                <c:v>2.878988838997689</c:v>
              </c:pt>
              <c:pt idx="10">
                <c:v>2.878988838997689</c:v>
              </c:pt>
              <c:pt idx="11">
                <c:v>2.878988838997689</c:v>
              </c:pt>
              <c:pt idx="12">
                <c:v>2.878988838997689</c:v>
              </c:pt>
              <c:pt idx="13">
                <c:v>2.878988838997689</c:v>
              </c:pt>
              <c:pt idx="14">
                <c:v>2.878988838997689</c:v>
              </c:pt>
              <c:pt idx="15">
                <c:v>2.878988838997689</c:v>
              </c:pt>
              <c:pt idx="16">
                <c:v>2.878988838997689</c:v>
              </c:pt>
              <c:pt idx="17">
                <c:v>2.878988838997689</c:v>
              </c:pt>
              <c:pt idx="18">
                <c:v>2.878988838997689</c:v>
              </c:pt>
              <c:pt idx="19">
                <c:v>2.878988838997689</c:v>
              </c:pt>
              <c:pt idx="20">
                <c:v>2.878988838997689</c:v>
              </c:pt>
              <c:pt idx="21">
                <c:v>2.878988838997689</c:v>
              </c:pt>
              <c:pt idx="22">
                <c:v>2.878988838997689</c:v>
              </c:pt>
              <c:pt idx="23">
                <c:v>2.878988838997689</c:v>
              </c:pt>
              <c:pt idx="24">
                <c:v>2.878988838997689</c:v>
              </c:pt>
              <c:pt idx="25">
                <c:v>2.878988838997689</c:v>
              </c:pt>
              <c:pt idx="26">
                <c:v>2.878988838997689</c:v>
              </c:pt>
              <c:pt idx="27">
                <c:v>2.878988838997689</c:v>
              </c:pt>
              <c:pt idx="28">
                <c:v>2.878988838997689</c:v>
              </c:pt>
              <c:pt idx="29">
                <c:v>2.878988838997689</c:v>
              </c:pt>
              <c:pt idx="30">
                <c:v>2.878988838997689</c:v>
              </c:pt>
              <c:pt idx="31">
                <c:v>2.878988838997689</c:v>
              </c:pt>
              <c:pt idx="32">
                <c:v>2.878988838997689</c:v>
              </c:pt>
              <c:pt idx="33">
                <c:v>2.878988838997689</c:v>
              </c:pt>
              <c:pt idx="34">
                <c:v>2.878988838997689</c:v>
              </c:pt>
              <c:pt idx="35">
                <c:v>2.878988838997689</c:v>
              </c:pt>
              <c:pt idx="36">
                <c:v>2.878988838997689</c:v>
              </c:pt>
              <c:pt idx="37">
                <c:v>2.878988838997689</c:v>
              </c:pt>
              <c:pt idx="38">
                <c:v>2.878988838997689</c:v>
              </c:pt>
              <c:pt idx="39">
                <c:v>2.878988838997689</c:v>
              </c:pt>
              <c:pt idx="40">
                <c:v>2.878988838997689</c:v>
              </c:pt>
              <c:pt idx="41">
                <c:v>2.878988838997689</c:v>
              </c:pt>
              <c:pt idx="42">
                <c:v>2.878988838997689</c:v>
              </c:pt>
              <c:pt idx="43">
                <c:v>2.878988838997689</c:v>
              </c:pt>
              <c:pt idx="44">
                <c:v>2.878988838997689</c:v>
              </c:pt>
              <c:pt idx="45">
                <c:v>2.878988838997689</c:v>
              </c:pt>
              <c:pt idx="46">
                <c:v>2.878988838997689</c:v>
              </c:pt>
              <c:pt idx="47">
                <c:v>2.878988838997689</c:v>
              </c:pt>
              <c:pt idx="48">
                <c:v>2.878988838997689</c:v>
              </c:pt>
              <c:pt idx="49">
                <c:v>2.878988838997689</c:v>
              </c:pt>
              <c:pt idx="50">
                <c:v>2.878988838997689</c:v>
              </c:pt>
              <c:pt idx="51">
                <c:v>2.878988838997689</c:v>
              </c:pt>
              <c:pt idx="52">
                <c:v>2.878988838997689</c:v>
              </c:pt>
              <c:pt idx="53">
                <c:v>2.878988838997689</c:v>
              </c:pt>
              <c:pt idx="54">
                <c:v>2.878988838997689</c:v>
              </c:pt>
              <c:pt idx="55">
                <c:v>2.878988838997689</c:v>
              </c:pt>
              <c:pt idx="56">
                <c:v>2.878988838997689</c:v>
              </c:pt>
              <c:pt idx="57">
                <c:v>2.878988838997689</c:v>
              </c:pt>
              <c:pt idx="58">
                <c:v>2.878988838997689</c:v>
              </c:pt>
              <c:pt idx="59">
                <c:v>2.878988838997689</c:v>
              </c:pt>
              <c:pt idx="60">
                <c:v>2.878988838997689</c:v>
              </c:pt>
              <c:pt idx="61">
                <c:v>2.878988838997689</c:v>
              </c:pt>
              <c:pt idx="62">
                <c:v>2.878988838997689</c:v>
              </c:pt>
              <c:pt idx="63">
                <c:v>2.878988838997689</c:v>
              </c:pt>
              <c:pt idx="64">
                <c:v>2.878988838997689</c:v>
              </c:pt>
              <c:pt idx="65">
                <c:v>2.878988838997689</c:v>
              </c:pt>
              <c:pt idx="66">
                <c:v>2.878988838997689</c:v>
              </c:pt>
              <c:pt idx="67">
                <c:v>2.878988838997689</c:v>
              </c:pt>
              <c:pt idx="68">
                <c:v>2.878988838997689</c:v>
              </c:pt>
              <c:pt idx="69">
                <c:v>2.878988838997689</c:v>
              </c:pt>
              <c:pt idx="70">
                <c:v>2.878988838997689</c:v>
              </c:pt>
              <c:pt idx="71">
                <c:v>2.878988838997689</c:v>
              </c:pt>
              <c:pt idx="72">
                <c:v>2.878988838997689</c:v>
              </c:pt>
              <c:pt idx="73">
                <c:v>2.878988838997689</c:v>
              </c:pt>
              <c:pt idx="74">
                <c:v>2.878988838997689</c:v>
              </c:pt>
              <c:pt idx="75">
                <c:v>2.878988838997689</c:v>
              </c:pt>
              <c:pt idx="76">
                <c:v>2.878988838997689</c:v>
              </c:pt>
              <c:pt idx="77">
                <c:v>2.878988838997689</c:v>
              </c:pt>
              <c:pt idx="78">
                <c:v>2.878988838997689</c:v>
              </c:pt>
              <c:pt idx="79">
                <c:v>2.878988838997689</c:v>
              </c:pt>
              <c:pt idx="80">
                <c:v>2.878988838997689</c:v>
              </c:pt>
              <c:pt idx="81">
                <c:v>2.878988838997689</c:v>
              </c:pt>
              <c:pt idx="82">
                <c:v>2.878988838997689</c:v>
              </c:pt>
              <c:pt idx="83">
                <c:v>2.878988838997689</c:v>
              </c:pt>
              <c:pt idx="84">
                <c:v>2.878988838997689</c:v>
              </c:pt>
              <c:pt idx="85">
                <c:v>2.878988838997689</c:v>
              </c:pt>
              <c:pt idx="86">
                <c:v>2.878988838997689</c:v>
              </c:pt>
              <c:pt idx="87">
                <c:v>2.878988838997689</c:v>
              </c:pt>
              <c:pt idx="88">
                <c:v>2.878988838997689</c:v>
              </c:pt>
              <c:pt idx="89">
                <c:v>2.878988838997689</c:v>
              </c:pt>
              <c:pt idx="90">
                <c:v>2.878988838997689</c:v>
              </c:pt>
              <c:pt idx="91">
                <c:v>2.878988838997689</c:v>
              </c:pt>
              <c:pt idx="92">
                <c:v>2.878988838997689</c:v>
              </c:pt>
              <c:pt idx="93">
                <c:v>2.878988838997689</c:v>
              </c:pt>
              <c:pt idx="94">
                <c:v>2.878988838997689</c:v>
              </c:pt>
              <c:pt idx="95">
                <c:v>2.878988838997689</c:v>
              </c:pt>
              <c:pt idx="96">
                <c:v>2.878988838997689</c:v>
              </c:pt>
              <c:pt idx="97">
                <c:v>2.878988838997689</c:v>
              </c:pt>
              <c:pt idx="98">
                <c:v>2.878988838997689</c:v>
              </c:pt>
              <c:pt idx="99">
                <c:v>2.878988838997689</c:v>
              </c:pt>
              <c:pt idx="100">
                <c:v>2.878988838997689</c:v>
              </c:pt>
              <c:pt idx="101">
                <c:v>2.878988838997689</c:v>
              </c:pt>
              <c:pt idx="102">
                <c:v>2.878988838997689</c:v>
              </c:pt>
              <c:pt idx="103">
                <c:v>2.878988838997689</c:v>
              </c:pt>
              <c:pt idx="104">
                <c:v>2.878988838997689</c:v>
              </c:pt>
              <c:pt idx="105">
                <c:v>2.878988838997689</c:v>
              </c:pt>
              <c:pt idx="106">
                <c:v>2.878988838997689</c:v>
              </c:pt>
              <c:pt idx="107">
                <c:v>2.878988838997689</c:v>
              </c:pt>
              <c:pt idx="108">
                <c:v>2.878988838997689</c:v>
              </c:pt>
              <c:pt idx="109">
                <c:v>2.878988838997689</c:v>
              </c:pt>
              <c:pt idx="110">
                <c:v>2.878988838997689</c:v>
              </c:pt>
              <c:pt idx="111">
                <c:v>2.878988838997689</c:v>
              </c:pt>
              <c:pt idx="112">
                <c:v>2.878988838997689</c:v>
              </c:pt>
              <c:pt idx="113">
                <c:v>2.878988838997689</c:v>
              </c:pt>
              <c:pt idx="114">
                <c:v>2.878988838997689</c:v>
              </c:pt>
              <c:pt idx="115">
                <c:v>2.878988838997689</c:v>
              </c:pt>
              <c:pt idx="116">
                <c:v>2.878988838997689</c:v>
              </c:pt>
              <c:pt idx="117">
                <c:v>2.878988838997689</c:v>
              </c:pt>
              <c:pt idx="118">
                <c:v>2.878988838997689</c:v>
              </c:pt>
              <c:pt idx="119">
                <c:v>2.878988838997689</c:v>
              </c:pt>
              <c:pt idx="120">
                <c:v>2.878988838997689</c:v>
              </c:pt>
              <c:pt idx="121">
                <c:v>2.878988838997689</c:v>
              </c:pt>
              <c:pt idx="122">
                <c:v>2.878988838997689</c:v>
              </c:pt>
              <c:pt idx="123">
                <c:v>2.878988838997689</c:v>
              </c:pt>
              <c:pt idx="124">
                <c:v>2.878988838997689</c:v>
              </c:pt>
              <c:pt idx="125">
                <c:v>2.878988838997689</c:v>
              </c:pt>
              <c:pt idx="126">
                <c:v>2.878988838997689</c:v>
              </c:pt>
              <c:pt idx="127">
                <c:v>2.878988838997689</c:v>
              </c:pt>
              <c:pt idx="128">
                <c:v>2.878988838997689</c:v>
              </c:pt>
              <c:pt idx="129">
                <c:v>2.878988838997689</c:v>
              </c:pt>
              <c:pt idx="130">
                <c:v>2.878988838997689</c:v>
              </c:pt>
              <c:pt idx="131">
                <c:v>2.878988838997689</c:v>
              </c:pt>
              <c:pt idx="132">
                <c:v>2.878988838997689</c:v>
              </c:pt>
              <c:pt idx="133">
                <c:v>2.878988838997689</c:v>
              </c:pt>
              <c:pt idx="134">
                <c:v>2.878988838997689</c:v>
              </c:pt>
              <c:pt idx="135">
                <c:v>2.878988838997689</c:v>
              </c:pt>
              <c:pt idx="136">
                <c:v>2.878988838997689</c:v>
              </c:pt>
              <c:pt idx="137">
                <c:v>2.878988838997689</c:v>
              </c:pt>
              <c:pt idx="138">
                <c:v>2.878988838997689</c:v>
              </c:pt>
              <c:pt idx="139">
                <c:v>2.878988838997689</c:v>
              </c:pt>
              <c:pt idx="140">
                <c:v>2.878988838997689</c:v>
              </c:pt>
              <c:pt idx="141">
                <c:v>2.878988838997689</c:v>
              </c:pt>
              <c:pt idx="142">
                <c:v>2.878988838997689</c:v>
              </c:pt>
              <c:pt idx="143">
                <c:v>2.878988838997689</c:v>
              </c:pt>
              <c:pt idx="144">
                <c:v>2.878988838997689</c:v>
              </c:pt>
              <c:pt idx="145">
                <c:v>2.878988838997689</c:v>
              </c:pt>
              <c:pt idx="146">
                <c:v>2.878988838997689</c:v>
              </c:pt>
              <c:pt idx="147">
                <c:v>2.878988838997689</c:v>
              </c:pt>
              <c:pt idx="148">
                <c:v>2.878988838997689</c:v>
              </c:pt>
              <c:pt idx="149">
                <c:v>2.878988838997689</c:v>
              </c:pt>
              <c:pt idx="150">
                <c:v>2.878988838997689</c:v>
              </c:pt>
              <c:pt idx="151">
                <c:v>2.878988838997689</c:v>
              </c:pt>
              <c:pt idx="152">
                <c:v>2.878988838997689</c:v>
              </c:pt>
              <c:pt idx="153">
                <c:v>2.878988838997689</c:v>
              </c:pt>
              <c:pt idx="154">
                <c:v>2.878988838997689</c:v>
              </c:pt>
              <c:pt idx="155">
                <c:v>2.878988838997689</c:v>
              </c:pt>
              <c:pt idx="156">
                <c:v>2.878988838997689</c:v>
              </c:pt>
              <c:pt idx="157">
                <c:v>2.878988838997689</c:v>
              </c:pt>
              <c:pt idx="158">
                <c:v>2.878988838997689</c:v>
              </c:pt>
              <c:pt idx="159">
                <c:v>2.878988838997689</c:v>
              </c:pt>
              <c:pt idx="160">
                <c:v>2.878988838997689</c:v>
              </c:pt>
              <c:pt idx="161">
                <c:v>2.878988838997689</c:v>
              </c:pt>
              <c:pt idx="162">
                <c:v>2.878988838997689</c:v>
              </c:pt>
              <c:pt idx="163">
                <c:v>2.878988838997689</c:v>
              </c:pt>
              <c:pt idx="164">
                <c:v>2.878988838997689</c:v>
              </c:pt>
              <c:pt idx="165">
                <c:v>2.878988838997689</c:v>
              </c:pt>
              <c:pt idx="166">
                <c:v>2.878988838997689</c:v>
              </c:pt>
              <c:pt idx="167">
                <c:v>2.878988838997689</c:v>
              </c:pt>
              <c:pt idx="168">
                <c:v>2.878988838997689</c:v>
              </c:pt>
              <c:pt idx="169">
                <c:v>2.878988838997689</c:v>
              </c:pt>
              <c:pt idx="170">
                <c:v>2.878988838997689</c:v>
              </c:pt>
              <c:pt idx="171">
                <c:v>2.878988838997689</c:v>
              </c:pt>
              <c:pt idx="172">
                <c:v>2.878988838997689</c:v>
              </c:pt>
              <c:pt idx="173">
                <c:v>2.878988838997689</c:v>
              </c:pt>
              <c:pt idx="174">
                <c:v>2.878988838997689</c:v>
              </c:pt>
              <c:pt idx="175">
                <c:v>2.878988838997689</c:v>
              </c:pt>
              <c:pt idx="176">
                <c:v>2.878988838997689</c:v>
              </c:pt>
              <c:pt idx="177">
                <c:v>2.878988838997689</c:v>
              </c:pt>
              <c:pt idx="178">
                <c:v>2.878988838997689</c:v>
              </c:pt>
              <c:pt idx="179">
                <c:v>2.878988838997689</c:v>
              </c:pt>
              <c:pt idx="180">
                <c:v>2.878988838997689</c:v>
              </c:pt>
              <c:pt idx="181">
                <c:v>2.878988838997689</c:v>
              </c:pt>
              <c:pt idx="182">
                <c:v>2.878988838997689</c:v>
              </c:pt>
              <c:pt idx="183">
                <c:v>2.878988838997689</c:v>
              </c:pt>
              <c:pt idx="184">
                <c:v>2.878988838997689</c:v>
              </c:pt>
              <c:pt idx="185">
                <c:v>2.878988838997689</c:v>
              </c:pt>
              <c:pt idx="186">
                <c:v>2.878988838997689</c:v>
              </c:pt>
              <c:pt idx="187">
                <c:v>2.878988838997689</c:v>
              </c:pt>
              <c:pt idx="188">
                <c:v>2.878988838997689</c:v>
              </c:pt>
              <c:pt idx="189">
                <c:v>2.878988838997689</c:v>
              </c:pt>
              <c:pt idx="190">
                <c:v>2.878988838997689</c:v>
              </c:pt>
              <c:pt idx="191">
                <c:v>2.878988838997689</c:v>
              </c:pt>
              <c:pt idx="192">
                <c:v>2.878988838997689</c:v>
              </c:pt>
              <c:pt idx="193">
                <c:v>2.878988838997689</c:v>
              </c:pt>
              <c:pt idx="194">
                <c:v>2.878988838997689</c:v>
              </c:pt>
              <c:pt idx="195">
                <c:v>2.878988838997689</c:v>
              </c:pt>
              <c:pt idx="196">
                <c:v>2.878988838997689</c:v>
              </c:pt>
              <c:pt idx="197">
                <c:v>2.878988838997689</c:v>
              </c:pt>
              <c:pt idx="198">
                <c:v>2.878988838997689</c:v>
              </c:pt>
              <c:pt idx="199">
                <c:v>2.878988838997689</c:v>
              </c:pt>
              <c:pt idx="200">
                <c:v>2.878988838997689</c:v>
              </c:pt>
              <c:pt idx="201">
                <c:v>2.878988838997689</c:v>
              </c:pt>
              <c:pt idx="202">
                <c:v>2.878988838997689</c:v>
              </c:pt>
              <c:pt idx="203">
                <c:v>2.878988838997689</c:v>
              </c:pt>
              <c:pt idx="204">
                <c:v>2.878988838997689</c:v>
              </c:pt>
              <c:pt idx="205">
                <c:v>2.878988838997689</c:v>
              </c:pt>
              <c:pt idx="206">
                <c:v>2.878988838997689</c:v>
              </c:pt>
              <c:pt idx="207">
                <c:v>2.878988838997689</c:v>
              </c:pt>
              <c:pt idx="208">
                <c:v>2.878988838997689</c:v>
              </c:pt>
              <c:pt idx="209">
                <c:v>2.878988838997689</c:v>
              </c:pt>
              <c:pt idx="210">
                <c:v>2.878988838997689</c:v>
              </c:pt>
              <c:pt idx="211">
                <c:v>2.878988838997689</c:v>
              </c:pt>
              <c:pt idx="212">
                <c:v>2.878988838997689</c:v>
              </c:pt>
              <c:pt idx="213">
                <c:v>2.878988838997689</c:v>
              </c:pt>
              <c:pt idx="214">
                <c:v>2.878988838997689</c:v>
              </c:pt>
              <c:pt idx="215">
                <c:v>2.878988838997689</c:v>
              </c:pt>
              <c:pt idx="216">
                <c:v>2.878988838997689</c:v>
              </c:pt>
              <c:pt idx="217">
                <c:v>2.878988838997689</c:v>
              </c:pt>
              <c:pt idx="218">
                <c:v>2.878988838997689</c:v>
              </c:pt>
              <c:pt idx="219">
                <c:v>2.878988838997689</c:v>
              </c:pt>
              <c:pt idx="220">
                <c:v>2.878988838997689</c:v>
              </c:pt>
              <c:pt idx="221">
                <c:v>2.878988838997689</c:v>
              </c:pt>
              <c:pt idx="222">
                <c:v>2.878988838997689</c:v>
              </c:pt>
              <c:pt idx="223">
                <c:v>2.878988838997689</c:v>
              </c:pt>
              <c:pt idx="224">
                <c:v>2.878988838997689</c:v>
              </c:pt>
              <c:pt idx="225">
                <c:v>2.878988838997689</c:v>
              </c:pt>
              <c:pt idx="226">
                <c:v>2.878988838997689</c:v>
              </c:pt>
              <c:pt idx="227">
                <c:v>2.878988838997689</c:v>
              </c:pt>
              <c:pt idx="228">
                <c:v>2.878988838997689</c:v>
              </c:pt>
              <c:pt idx="229">
                <c:v>2.878988838997689</c:v>
              </c:pt>
              <c:pt idx="230">
                <c:v>2.878988838997689</c:v>
              </c:pt>
              <c:pt idx="231">
                <c:v>2.878988838997689</c:v>
              </c:pt>
              <c:pt idx="232">
                <c:v>2.878988838997689</c:v>
              </c:pt>
              <c:pt idx="233">
                <c:v>2.878988838997689</c:v>
              </c:pt>
              <c:pt idx="234">
                <c:v>2.878988838997689</c:v>
              </c:pt>
              <c:pt idx="235">
                <c:v>2.878988838997689</c:v>
              </c:pt>
              <c:pt idx="236">
                <c:v>2.878988838997689</c:v>
              </c:pt>
              <c:pt idx="237">
                <c:v>2.878988838997689</c:v>
              </c:pt>
              <c:pt idx="238">
                <c:v>2.878988838997689</c:v>
              </c:pt>
              <c:pt idx="239">
                <c:v>2.878988838997689</c:v>
              </c:pt>
              <c:pt idx="240">
                <c:v>2.878988838997689</c:v>
              </c:pt>
              <c:pt idx="241">
                <c:v>2.878988838997689</c:v>
              </c:pt>
              <c:pt idx="242">
                <c:v>2.878988838997689</c:v>
              </c:pt>
              <c:pt idx="243">
                <c:v>2.878988838997689</c:v>
              </c:pt>
              <c:pt idx="244">
                <c:v>2.878988838997689</c:v>
              </c:pt>
              <c:pt idx="245">
                <c:v>2.878988838997689</c:v>
              </c:pt>
            </c:numLit>
          </c:yVal>
          <c:smooth val="0"/>
        </c:ser>
        <c:ser>
          <c:idx val="7"/>
          <c:order val="7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2.160873401232133</c:v>
              </c:pt>
              <c:pt idx="1">
                <c:v>2.160873401232133</c:v>
              </c:pt>
              <c:pt idx="2">
                <c:v>2.160873401232133</c:v>
              </c:pt>
              <c:pt idx="3">
                <c:v>2.160873401232133</c:v>
              </c:pt>
              <c:pt idx="4">
                <c:v>2.160873401232133</c:v>
              </c:pt>
              <c:pt idx="5">
                <c:v>2.160873401232133</c:v>
              </c:pt>
              <c:pt idx="6">
                <c:v>2.160873401232133</c:v>
              </c:pt>
              <c:pt idx="7">
                <c:v>2.160873401232133</c:v>
              </c:pt>
              <c:pt idx="8">
                <c:v>2.160873401232133</c:v>
              </c:pt>
              <c:pt idx="9">
                <c:v>2.160873401232133</c:v>
              </c:pt>
              <c:pt idx="10">
                <c:v>2.160873401232133</c:v>
              </c:pt>
              <c:pt idx="11">
                <c:v>2.160873401232133</c:v>
              </c:pt>
              <c:pt idx="12">
                <c:v>2.160873401232133</c:v>
              </c:pt>
              <c:pt idx="13">
                <c:v>2.160873401232133</c:v>
              </c:pt>
              <c:pt idx="14">
                <c:v>2.160873401232133</c:v>
              </c:pt>
              <c:pt idx="15">
                <c:v>2.160873401232133</c:v>
              </c:pt>
              <c:pt idx="16">
                <c:v>2.160873401232133</c:v>
              </c:pt>
              <c:pt idx="17">
                <c:v>2.160873401232133</c:v>
              </c:pt>
              <c:pt idx="18">
                <c:v>2.160873401232133</c:v>
              </c:pt>
              <c:pt idx="19">
                <c:v>2.160873401232133</c:v>
              </c:pt>
              <c:pt idx="20">
                <c:v>2.160873401232133</c:v>
              </c:pt>
              <c:pt idx="21">
                <c:v>2.160873401232133</c:v>
              </c:pt>
              <c:pt idx="22">
                <c:v>2.160873401232133</c:v>
              </c:pt>
              <c:pt idx="23">
                <c:v>2.160873401232133</c:v>
              </c:pt>
              <c:pt idx="24">
                <c:v>2.160873401232133</c:v>
              </c:pt>
              <c:pt idx="25">
                <c:v>2.160873401232133</c:v>
              </c:pt>
              <c:pt idx="26">
                <c:v>2.160873401232133</c:v>
              </c:pt>
              <c:pt idx="27">
                <c:v>2.160873401232133</c:v>
              </c:pt>
              <c:pt idx="28">
                <c:v>2.160873401232133</c:v>
              </c:pt>
              <c:pt idx="29">
                <c:v>2.160873401232133</c:v>
              </c:pt>
              <c:pt idx="30">
                <c:v>2.160873401232133</c:v>
              </c:pt>
              <c:pt idx="31">
                <c:v>2.160873401232133</c:v>
              </c:pt>
              <c:pt idx="32">
                <c:v>2.160873401232133</c:v>
              </c:pt>
              <c:pt idx="33">
                <c:v>2.160873401232133</c:v>
              </c:pt>
              <c:pt idx="34">
                <c:v>2.160873401232133</c:v>
              </c:pt>
              <c:pt idx="35">
                <c:v>2.160873401232133</c:v>
              </c:pt>
              <c:pt idx="36">
                <c:v>2.160873401232133</c:v>
              </c:pt>
              <c:pt idx="37">
                <c:v>2.160873401232133</c:v>
              </c:pt>
              <c:pt idx="38">
                <c:v>2.160873401232133</c:v>
              </c:pt>
              <c:pt idx="39">
                <c:v>2.160873401232133</c:v>
              </c:pt>
              <c:pt idx="40">
                <c:v>2.160873401232133</c:v>
              </c:pt>
              <c:pt idx="41">
                <c:v>2.160873401232133</c:v>
              </c:pt>
              <c:pt idx="42">
                <c:v>2.160873401232133</c:v>
              </c:pt>
              <c:pt idx="43">
                <c:v>2.160873401232133</c:v>
              </c:pt>
              <c:pt idx="44">
                <c:v>2.160873401232133</c:v>
              </c:pt>
              <c:pt idx="45">
                <c:v>2.160873401232133</c:v>
              </c:pt>
              <c:pt idx="46">
                <c:v>2.160873401232133</c:v>
              </c:pt>
              <c:pt idx="47">
                <c:v>2.160873401232133</c:v>
              </c:pt>
              <c:pt idx="48">
                <c:v>2.160873401232133</c:v>
              </c:pt>
              <c:pt idx="49">
                <c:v>2.160873401232133</c:v>
              </c:pt>
              <c:pt idx="50">
                <c:v>2.160873401232133</c:v>
              </c:pt>
              <c:pt idx="51">
                <c:v>2.160873401232133</c:v>
              </c:pt>
              <c:pt idx="52">
                <c:v>2.160873401232133</c:v>
              </c:pt>
              <c:pt idx="53">
                <c:v>2.160873401232133</c:v>
              </c:pt>
              <c:pt idx="54">
                <c:v>2.160873401232133</c:v>
              </c:pt>
              <c:pt idx="55">
                <c:v>2.160873401232133</c:v>
              </c:pt>
              <c:pt idx="56">
                <c:v>2.160873401232133</c:v>
              </c:pt>
              <c:pt idx="57">
                <c:v>2.160873401232133</c:v>
              </c:pt>
              <c:pt idx="58">
                <c:v>2.160873401232133</c:v>
              </c:pt>
              <c:pt idx="59">
                <c:v>2.160873401232133</c:v>
              </c:pt>
              <c:pt idx="60">
                <c:v>2.160873401232133</c:v>
              </c:pt>
              <c:pt idx="61">
                <c:v>2.160873401232133</c:v>
              </c:pt>
              <c:pt idx="62">
                <c:v>2.160873401232133</c:v>
              </c:pt>
              <c:pt idx="63">
                <c:v>2.160873401232133</c:v>
              </c:pt>
              <c:pt idx="64">
                <c:v>2.160873401232133</c:v>
              </c:pt>
              <c:pt idx="65">
                <c:v>2.160873401232133</c:v>
              </c:pt>
              <c:pt idx="66">
                <c:v>2.160873401232133</c:v>
              </c:pt>
              <c:pt idx="67">
                <c:v>2.160873401232133</c:v>
              </c:pt>
              <c:pt idx="68">
                <c:v>2.160873401232133</c:v>
              </c:pt>
              <c:pt idx="69">
                <c:v>2.160873401232133</c:v>
              </c:pt>
              <c:pt idx="70">
                <c:v>2.160873401232133</c:v>
              </c:pt>
              <c:pt idx="71">
                <c:v>2.160873401232133</c:v>
              </c:pt>
              <c:pt idx="72">
                <c:v>2.160873401232133</c:v>
              </c:pt>
              <c:pt idx="73">
                <c:v>2.160873401232133</c:v>
              </c:pt>
              <c:pt idx="74">
                <c:v>2.160873401232133</c:v>
              </c:pt>
              <c:pt idx="75">
                <c:v>2.160873401232133</c:v>
              </c:pt>
              <c:pt idx="76">
                <c:v>2.160873401232133</c:v>
              </c:pt>
              <c:pt idx="77">
                <c:v>2.160873401232133</c:v>
              </c:pt>
              <c:pt idx="78">
                <c:v>2.160873401232133</c:v>
              </c:pt>
              <c:pt idx="79">
                <c:v>2.160873401232133</c:v>
              </c:pt>
              <c:pt idx="80">
                <c:v>2.160873401232133</c:v>
              </c:pt>
              <c:pt idx="81">
                <c:v>2.160873401232133</c:v>
              </c:pt>
              <c:pt idx="82">
                <c:v>2.160873401232133</c:v>
              </c:pt>
              <c:pt idx="83">
                <c:v>2.160873401232133</c:v>
              </c:pt>
              <c:pt idx="84">
                <c:v>2.160873401232133</c:v>
              </c:pt>
              <c:pt idx="85">
                <c:v>2.160873401232133</c:v>
              </c:pt>
              <c:pt idx="86">
                <c:v>2.160873401232133</c:v>
              </c:pt>
              <c:pt idx="87">
                <c:v>2.160873401232133</c:v>
              </c:pt>
              <c:pt idx="88">
                <c:v>2.160873401232133</c:v>
              </c:pt>
              <c:pt idx="89">
                <c:v>2.160873401232133</c:v>
              </c:pt>
              <c:pt idx="90">
                <c:v>2.160873401232133</c:v>
              </c:pt>
              <c:pt idx="91">
                <c:v>2.160873401232133</c:v>
              </c:pt>
              <c:pt idx="92">
                <c:v>2.160873401232133</c:v>
              </c:pt>
              <c:pt idx="93">
                <c:v>2.160873401232133</c:v>
              </c:pt>
              <c:pt idx="94">
                <c:v>2.160873401232133</c:v>
              </c:pt>
              <c:pt idx="95">
                <c:v>2.160873401232133</c:v>
              </c:pt>
              <c:pt idx="96">
                <c:v>2.160873401232133</c:v>
              </c:pt>
              <c:pt idx="97">
                <c:v>2.160873401232133</c:v>
              </c:pt>
              <c:pt idx="98">
                <c:v>2.160873401232133</c:v>
              </c:pt>
              <c:pt idx="99">
                <c:v>2.160873401232133</c:v>
              </c:pt>
              <c:pt idx="100">
                <c:v>2.160873401232133</c:v>
              </c:pt>
              <c:pt idx="101">
                <c:v>2.160873401232133</c:v>
              </c:pt>
              <c:pt idx="102">
                <c:v>2.160873401232133</c:v>
              </c:pt>
              <c:pt idx="103">
                <c:v>2.160873401232133</c:v>
              </c:pt>
              <c:pt idx="104">
                <c:v>2.160873401232133</c:v>
              </c:pt>
              <c:pt idx="105">
                <c:v>2.160873401232133</c:v>
              </c:pt>
              <c:pt idx="106">
                <c:v>2.160873401232133</c:v>
              </c:pt>
              <c:pt idx="107">
                <c:v>2.160873401232133</c:v>
              </c:pt>
              <c:pt idx="108">
                <c:v>2.160873401232133</c:v>
              </c:pt>
              <c:pt idx="109">
                <c:v>2.160873401232133</c:v>
              </c:pt>
              <c:pt idx="110">
                <c:v>2.160873401232133</c:v>
              </c:pt>
              <c:pt idx="111">
                <c:v>2.160873401232133</c:v>
              </c:pt>
              <c:pt idx="112">
                <c:v>2.160873401232133</c:v>
              </c:pt>
              <c:pt idx="113">
                <c:v>2.160873401232133</c:v>
              </c:pt>
              <c:pt idx="114">
                <c:v>2.160873401232133</c:v>
              </c:pt>
              <c:pt idx="115">
                <c:v>2.160873401232133</c:v>
              </c:pt>
              <c:pt idx="116">
                <c:v>2.160873401232133</c:v>
              </c:pt>
              <c:pt idx="117">
                <c:v>2.160873401232133</c:v>
              </c:pt>
              <c:pt idx="118">
                <c:v>2.160873401232133</c:v>
              </c:pt>
              <c:pt idx="119">
                <c:v>2.160873401232133</c:v>
              </c:pt>
              <c:pt idx="120">
                <c:v>2.160873401232133</c:v>
              </c:pt>
              <c:pt idx="121">
                <c:v>2.160873401232133</c:v>
              </c:pt>
              <c:pt idx="122">
                <c:v>2.160873401232133</c:v>
              </c:pt>
              <c:pt idx="123">
                <c:v>2.160873401232133</c:v>
              </c:pt>
              <c:pt idx="124">
                <c:v>2.160873401232133</c:v>
              </c:pt>
              <c:pt idx="125">
                <c:v>2.160873401232133</c:v>
              </c:pt>
              <c:pt idx="126">
                <c:v>2.160873401232133</c:v>
              </c:pt>
              <c:pt idx="127">
                <c:v>2.160873401232133</c:v>
              </c:pt>
              <c:pt idx="128">
                <c:v>2.160873401232133</c:v>
              </c:pt>
              <c:pt idx="129">
                <c:v>2.160873401232133</c:v>
              </c:pt>
              <c:pt idx="130">
                <c:v>2.160873401232133</c:v>
              </c:pt>
              <c:pt idx="131">
                <c:v>2.160873401232133</c:v>
              </c:pt>
              <c:pt idx="132">
                <c:v>2.160873401232133</c:v>
              </c:pt>
              <c:pt idx="133">
                <c:v>2.160873401232133</c:v>
              </c:pt>
              <c:pt idx="134">
                <c:v>2.160873401232133</c:v>
              </c:pt>
              <c:pt idx="135">
                <c:v>2.160873401232133</c:v>
              </c:pt>
              <c:pt idx="136">
                <c:v>2.160873401232133</c:v>
              </c:pt>
              <c:pt idx="137">
                <c:v>2.160873401232133</c:v>
              </c:pt>
              <c:pt idx="138">
                <c:v>2.160873401232133</c:v>
              </c:pt>
              <c:pt idx="139">
                <c:v>2.160873401232133</c:v>
              </c:pt>
              <c:pt idx="140">
                <c:v>2.160873401232133</c:v>
              </c:pt>
              <c:pt idx="141">
                <c:v>2.160873401232133</c:v>
              </c:pt>
              <c:pt idx="142">
                <c:v>2.160873401232133</c:v>
              </c:pt>
              <c:pt idx="143">
                <c:v>2.160873401232133</c:v>
              </c:pt>
              <c:pt idx="144">
                <c:v>2.160873401232133</c:v>
              </c:pt>
              <c:pt idx="145">
                <c:v>2.160873401232133</c:v>
              </c:pt>
              <c:pt idx="146">
                <c:v>2.160873401232133</c:v>
              </c:pt>
              <c:pt idx="147">
                <c:v>2.160873401232133</c:v>
              </c:pt>
              <c:pt idx="148">
                <c:v>2.160873401232133</c:v>
              </c:pt>
              <c:pt idx="149">
                <c:v>2.160873401232133</c:v>
              </c:pt>
              <c:pt idx="150">
                <c:v>2.160873401232133</c:v>
              </c:pt>
              <c:pt idx="151">
                <c:v>2.160873401232133</c:v>
              </c:pt>
              <c:pt idx="152">
                <c:v>2.160873401232133</c:v>
              </c:pt>
              <c:pt idx="153">
                <c:v>2.160873401232133</c:v>
              </c:pt>
              <c:pt idx="154">
                <c:v>2.160873401232133</c:v>
              </c:pt>
              <c:pt idx="155">
                <c:v>2.160873401232133</c:v>
              </c:pt>
              <c:pt idx="156">
                <c:v>2.160873401232133</c:v>
              </c:pt>
              <c:pt idx="157">
                <c:v>2.160873401232133</c:v>
              </c:pt>
              <c:pt idx="158">
                <c:v>2.160873401232133</c:v>
              </c:pt>
              <c:pt idx="159">
                <c:v>2.160873401232133</c:v>
              </c:pt>
              <c:pt idx="160">
                <c:v>2.160873401232133</c:v>
              </c:pt>
              <c:pt idx="161">
                <c:v>2.160873401232133</c:v>
              </c:pt>
              <c:pt idx="162">
                <c:v>2.160873401232133</c:v>
              </c:pt>
              <c:pt idx="163">
                <c:v>2.160873401232133</c:v>
              </c:pt>
              <c:pt idx="164">
                <c:v>2.160873401232133</c:v>
              </c:pt>
              <c:pt idx="165">
                <c:v>2.160873401232133</c:v>
              </c:pt>
              <c:pt idx="166">
                <c:v>2.160873401232133</c:v>
              </c:pt>
              <c:pt idx="167">
                <c:v>2.160873401232133</c:v>
              </c:pt>
              <c:pt idx="168">
                <c:v>2.160873401232133</c:v>
              </c:pt>
              <c:pt idx="169">
                <c:v>2.160873401232133</c:v>
              </c:pt>
              <c:pt idx="170">
                <c:v>2.160873401232133</c:v>
              </c:pt>
              <c:pt idx="171">
                <c:v>2.160873401232133</c:v>
              </c:pt>
              <c:pt idx="172">
                <c:v>2.160873401232133</c:v>
              </c:pt>
              <c:pt idx="173">
                <c:v>2.160873401232133</c:v>
              </c:pt>
              <c:pt idx="174">
                <c:v>2.160873401232133</c:v>
              </c:pt>
              <c:pt idx="175">
                <c:v>2.160873401232133</c:v>
              </c:pt>
              <c:pt idx="176">
                <c:v>2.160873401232133</c:v>
              </c:pt>
              <c:pt idx="177">
                <c:v>2.160873401232133</c:v>
              </c:pt>
              <c:pt idx="178">
                <c:v>2.160873401232133</c:v>
              </c:pt>
              <c:pt idx="179">
                <c:v>2.160873401232133</c:v>
              </c:pt>
              <c:pt idx="180">
                <c:v>2.160873401232133</c:v>
              </c:pt>
              <c:pt idx="181">
                <c:v>2.160873401232133</c:v>
              </c:pt>
              <c:pt idx="182">
                <c:v>2.160873401232133</c:v>
              </c:pt>
              <c:pt idx="183">
                <c:v>2.160873401232133</c:v>
              </c:pt>
              <c:pt idx="184">
                <c:v>2.160873401232133</c:v>
              </c:pt>
              <c:pt idx="185">
                <c:v>2.160873401232133</c:v>
              </c:pt>
              <c:pt idx="186">
                <c:v>2.160873401232133</c:v>
              </c:pt>
              <c:pt idx="187">
                <c:v>2.160873401232133</c:v>
              </c:pt>
              <c:pt idx="188">
                <c:v>2.160873401232133</c:v>
              </c:pt>
              <c:pt idx="189">
                <c:v>2.160873401232133</c:v>
              </c:pt>
              <c:pt idx="190">
                <c:v>2.160873401232133</c:v>
              </c:pt>
              <c:pt idx="191">
                <c:v>2.160873401232133</c:v>
              </c:pt>
              <c:pt idx="192">
                <c:v>2.160873401232133</c:v>
              </c:pt>
              <c:pt idx="193">
                <c:v>2.160873401232133</c:v>
              </c:pt>
              <c:pt idx="194">
                <c:v>2.160873401232133</c:v>
              </c:pt>
              <c:pt idx="195">
                <c:v>2.160873401232133</c:v>
              </c:pt>
              <c:pt idx="196">
                <c:v>2.160873401232133</c:v>
              </c:pt>
              <c:pt idx="197">
                <c:v>2.160873401232133</c:v>
              </c:pt>
              <c:pt idx="198">
                <c:v>2.160873401232133</c:v>
              </c:pt>
              <c:pt idx="199">
                <c:v>2.160873401232133</c:v>
              </c:pt>
              <c:pt idx="200">
                <c:v>2.160873401232133</c:v>
              </c:pt>
              <c:pt idx="201">
                <c:v>2.160873401232133</c:v>
              </c:pt>
              <c:pt idx="202">
                <c:v>2.160873401232133</c:v>
              </c:pt>
              <c:pt idx="203">
                <c:v>2.160873401232133</c:v>
              </c:pt>
              <c:pt idx="204">
                <c:v>2.160873401232133</c:v>
              </c:pt>
              <c:pt idx="205">
                <c:v>2.160873401232133</c:v>
              </c:pt>
              <c:pt idx="206">
                <c:v>2.160873401232133</c:v>
              </c:pt>
              <c:pt idx="207">
                <c:v>2.160873401232133</c:v>
              </c:pt>
              <c:pt idx="208">
                <c:v>2.160873401232133</c:v>
              </c:pt>
              <c:pt idx="209">
                <c:v>2.160873401232133</c:v>
              </c:pt>
              <c:pt idx="210">
                <c:v>2.160873401232133</c:v>
              </c:pt>
              <c:pt idx="211">
                <c:v>2.160873401232133</c:v>
              </c:pt>
              <c:pt idx="212">
                <c:v>2.160873401232133</c:v>
              </c:pt>
              <c:pt idx="213">
                <c:v>2.160873401232133</c:v>
              </c:pt>
              <c:pt idx="214">
                <c:v>2.160873401232133</c:v>
              </c:pt>
              <c:pt idx="215">
                <c:v>2.160873401232133</c:v>
              </c:pt>
              <c:pt idx="216">
                <c:v>2.160873401232133</c:v>
              </c:pt>
              <c:pt idx="217">
                <c:v>2.160873401232133</c:v>
              </c:pt>
              <c:pt idx="218">
                <c:v>2.160873401232133</c:v>
              </c:pt>
              <c:pt idx="219">
                <c:v>2.160873401232133</c:v>
              </c:pt>
              <c:pt idx="220">
                <c:v>2.160873401232133</c:v>
              </c:pt>
              <c:pt idx="221">
                <c:v>2.160873401232133</c:v>
              </c:pt>
              <c:pt idx="222">
                <c:v>2.160873401232133</c:v>
              </c:pt>
              <c:pt idx="223">
                <c:v>2.160873401232133</c:v>
              </c:pt>
              <c:pt idx="224">
                <c:v>2.160873401232133</c:v>
              </c:pt>
              <c:pt idx="225">
                <c:v>2.160873401232133</c:v>
              </c:pt>
              <c:pt idx="226">
                <c:v>2.160873401232133</c:v>
              </c:pt>
              <c:pt idx="227">
                <c:v>2.160873401232133</c:v>
              </c:pt>
              <c:pt idx="228">
                <c:v>2.160873401232133</c:v>
              </c:pt>
              <c:pt idx="229">
                <c:v>2.160873401232133</c:v>
              </c:pt>
              <c:pt idx="230">
                <c:v>2.160873401232133</c:v>
              </c:pt>
              <c:pt idx="231">
                <c:v>2.160873401232133</c:v>
              </c:pt>
              <c:pt idx="232">
                <c:v>2.160873401232133</c:v>
              </c:pt>
              <c:pt idx="233">
                <c:v>2.160873401232133</c:v>
              </c:pt>
              <c:pt idx="234">
                <c:v>2.160873401232133</c:v>
              </c:pt>
              <c:pt idx="235">
                <c:v>2.160873401232133</c:v>
              </c:pt>
              <c:pt idx="236">
                <c:v>2.160873401232133</c:v>
              </c:pt>
              <c:pt idx="237">
                <c:v>2.160873401232133</c:v>
              </c:pt>
              <c:pt idx="238">
                <c:v>2.160873401232133</c:v>
              </c:pt>
              <c:pt idx="239">
                <c:v>2.160873401232133</c:v>
              </c:pt>
              <c:pt idx="240">
                <c:v>2.160873401232133</c:v>
              </c:pt>
              <c:pt idx="241">
                <c:v>2.160873401232133</c:v>
              </c:pt>
              <c:pt idx="242">
                <c:v>2.160873401232133</c:v>
              </c:pt>
              <c:pt idx="243">
                <c:v>2.160873401232133</c:v>
              </c:pt>
              <c:pt idx="244">
                <c:v>2.160873401232133</c:v>
              </c:pt>
              <c:pt idx="245">
                <c:v>2.160873401232133</c:v>
              </c:pt>
            </c:numLit>
          </c:xVal>
          <c:yVal>
            <c:numLit>
              <c:formatCode>0.0</c:formatCode>
              <c:ptCount val="246"/>
              <c:pt idx="0">
                <c:v>2.0904444845289665</c:v>
              </c:pt>
              <c:pt idx="1">
                <c:v>2.0904444845289665</c:v>
              </c:pt>
              <c:pt idx="2">
                <c:v>2.0904444845289665</c:v>
              </c:pt>
              <c:pt idx="3">
                <c:v>2.0904444845289665</c:v>
              </c:pt>
              <c:pt idx="4">
                <c:v>2.0904444845289665</c:v>
              </c:pt>
              <c:pt idx="5">
                <c:v>2.0904444845289665</c:v>
              </c:pt>
              <c:pt idx="6">
                <c:v>2.0904444845289665</c:v>
              </c:pt>
              <c:pt idx="7">
                <c:v>2.0904444845289665</c:v>
              </c:pt>
              <c:pt idx="8">
                <c:v>2.0904444845289665</c:v>
              </c:pt>
              <c:pt idx="9">
                <c:v>2.0904444845289665</c:v>
              </c:pt>
              <c:pt idx="10">
                <c:v>2.0904444845289665</c:v>
              </c:pt>
              <c:pt idx="11">
                <c:v>2.0904444845289665</c:v>
              </c:pt>
              <c:pt idx="12">
                <c:v>2.0904444845289665</c:v>
              </c:pt>
              <c:pt idx="13">
                <c:v>2.0904444845289665</c:v>
              </c:pt>
              <c:pt idx="14">
                <c:v>2.0904444845289665</c:v>
              </c:pt>
              <c:pt idx="15">
                <c:v>2.0904444845289665</c:v>
              </c:pt>
              <c:pt idx="16">
                <c:v>2.0904444845289665</c:v>
              </c:pt>
              <c:pt idx="17">
                <c:v>2.0904444845289665</c:v>
              </c:pt>
              <c:pt idx="18">
                <c:v>2.0904444845289665</c:v>
              </c:pt>
              <c:pt idx="19">
                <c:v>2.0904444845289665</c:v>
              </c:pt>
              <c:pt idx="20">
                <c:v>2.0904444845289665</c:v>
              </c:pt>
              <c:pt idx="21">
                <c:v>2.0904444845289665</c:v>
              </c:pt>
              <c:pt idx="22">
                <c:v>2.0904444845289665</c:v>
              </c:pt>
              <c:pt idx="23">
                <c:v>2.0904444845289665</c:v>
              </c:pt>
              <c:pt idx="24">
                <c:v>2.0904444845289665</c:v>
              </c:pt>
              <c:pt idx="25">
                <c:v>2.0904444845289665</c:v>
              </c:pt>
              <c:pt idx="26">
                <c:v>2.0904444845289665</c:v>
              </c:pt>
              <c:pt idx="27">
                <c:v>2.0904444845289665</c:v>
              </c:pt>
              <c:pt idx="28">
                <c:v>2.0904444845289665</c:v>
              </c:pt>
              <c:pt idx="29">
                <c:v>2.0904444845289665</c:v>
              </c:pt>
              <c:pt idx="30">
                <c:v>2.0904444845289665</c:v>
              </c:pt>
              <c:pt idx="31">
                <c:v>2.0904444845289665</c:v>
              </c:pt>
              <c:pt idx="32">
                <c:v>2.0904444845289665</c:v>
              </c:pt>
              <c:pt idx="33">
                <c:v>2.0904444845289665</c:v>
              </c:pt>
              <c:pt idx="34">
                <c:v>2.0904444845289665</c:v>
              </c:pt>
              <c:pt idx="35">
                <c:v>2.0904444845289665</c:v>
              </c:pt>
              <c:pt idx="36">
                <c:v>2.0904444845289665</c:v>
              </c:pt>
              <c:pt idx="37">
                <c:v>2.0904444845289665</c:v>
              </c:pt>
              <c:pt idx="38">
                <c:v>2.0904444845289665</c:v>
              </c:pt>
              <c:pt idx="39">
                <c:v>2.0904444845289665</c:v>
              </c:pt>
              <c:pt idx="40">
                <c:v>2.0904444845289665</c:v>
              </c:pt>
              <c:pt idx="41">
                <c:v>2.0904444845289665</c:v>
              </c:pt>
              <c:pt idx="42">
                <c:v>2.0904444845289665</c:v>
              </c:pt>
              <c:pt idx="43">
                <c:v>2.0904444845289665</c:v>
              </c:pt>
              <c:pt idx="44">
                <c:v>2.0904444845289665</c:v>
              </c:pt>
              <c:pt idx="45">
                <c:v>2.0904444845289665</c:v>
              </c:pt>
              <c:pt idx="46">
                <c:v>2.0904444845289665</c:v>
              </c:pt>
              <c:pt idx="47">
                <c:v>2.0904444845289665</c:v>
              </c:pt>
              <c:pt idx="48">
                <c:v>2.0904444845289665</c:v>
              </c:pt>
              <c:pt idx="49">
                <c:v>2.0904444845289665</c:v>
              </c:pt>
              <c:pt idx="50">
                <c:v>2.0904444845289665</c:v>
              </c:pt>
              <c:pt idx="51">
                <c:v>2.0904444845289665</c:v>
              </c:pt>
              <c:pt idx="52">
                <c:v>2.0904444845289665</c:v>
              </c:pt>
              <c:pt idx="53">
                <c:v>2.0904444845289665</c:v>
              </c:pt>
              <c:pt idx="54">
                <c:v>2.0904444845289665</c:v>
              </c:pt>
              <c:pt idx="55">
                <c:v>2.0904444845289665</c:v>
              </c:pt>
              <c:pt idx="56">
                <c:v>2.0904444845289665</c:v>
              </c:pt>
              <c:pt idx="57">
                <c:v>2.0904444845289665</c:v>
              </c:pt>
              <c:pt idx="58">
                <c:v>2.0904444845289665</c:v>
              </c:pt>
              <c:pt idx="59">
                <c:v>2.0904444845289665</c:v>
              </c:pt>
              <c:pt idx="60">
                <c:v>2.0904444845289665</c:v>
              </c:pt>
              <c:pt idx="61">
                <c:v>2.0904444845289665</c:v>
              </c:pt>
              <c:pt idx="62">
                <c:v>2.0904444845289665</c:v>
              </c:pt>
              <c:pt idx="63">
                <c:v>2.0904444845289665</c:v>
              </c:pt>
              <c:pt idx="64">
                <c:v>2.0904444845289665</c:v>
              </c:pt>
              <c:pt idx="65">
                <c:v>2.0904444845289665</c:v>
              </c:pt>
              <c:pt idx="66">
                <c:v>2.0904444845289665</c:v>
              </c:pt>
              <c:pt idx="67">
                <c:v>2.0904444845289665</c:v>
              </c:pt>
              <c:pt idx="68">
                <c:v>2.0904444845289665</c:v>
              </c:pt>
              <c:pt idx="69">
                <c:v>2.0904444845289665</c:v>
              </c:pt>
              <c:pt idx="70">
                <c:v>2.0904444845289665</c:v>
              </c:pt>
              <c:pt idx="71">
                <c:v>2.0904444845289665</c:v>
              </c:pt>
              <c:pt idx="72">
                <c:v>2.0904444845289665</c:v>
              </c:pt>
              <c:pt idx="73">
                <c:v>2.0904444845289665</c:v>
              </c:pt>
              <c:pt idx="74">
                <c:v>2.0904444845289665</c:v>
              </c:pt>
              <c:pt idx="75">
                <c:v>2.0904444845289665</c:v>
              </c:pt>
              <c:pt idx="76">
                <c:v>2.0904444845289665</c:v>
              </c:pt>
              <c:pt idx="77">
                <c:v>2.0904444845289665</c:v>
              </c:pt>
              <c:pt idx="78">
                <c:v>2.0904444845289665</c:v>
              </c:pt>
              <c:pt idx="79">
                <c:v>2.0904444845289665</c:v>
              </c:pt>
              <c:pt idx="80">
                <c:v>2.0904444845289665</c:v>
              </c:pt>
              <c:pt idx="81">
                <c:v>2.0904444845289665</c:v>
              </c:pt>
              <c:pt idx="82">
                <c:v>2.0904444845289665</c:v>
              </c:pt>
              <c:pt idx="83">
                <c:v>2.0904444845289665</c:v>
              </c:pt>
              <c:pt idx="84">
                <c:v>2.0904444845289665</c:v>
              </c:pt>
              <c:pt idx="85">
                <c:v>2.0904444845289665</c:v>
              </c:pt>
              <c:pt idx="86">
                <c:v>2.0904444845289665</c:v>
              </c:pt>
              <c:pt idx="87">
                <c:v>2.0904444845289665</c:v>
              </c:pt>
              <c:pt idx="88">
                <c:v>2.0904444845289665</c:v>
              </c:pt>
              <c:pt idx="89">
                <c:v>2.0904444845289665</c:v>
              </c:pt>
              <c:pt idx="90">
                <c:v>2.0904444845289665</c:v>
              </c:pt>
              <c:pt idx="91">
                <c:v>2.0904444845289665</c:v>
              </c:pt>
              <c:pt idx="92">
                <c:v>2.0904444845289665</c:v>
              </c:pt>
              <c:pt idx="93">
                <c:v>2.0904444845289665</c:v>
              </c:pt>
              <c:pt idx="94">
                <c:v>2.0904444845289665</c:v>
              </c:pt>
              <c:pt idx="95">
                <c:v>2.0904444845289665</c:v>
              </c:pt>
              <c:pt idx="96">
                <c:v>2.0904444845289665</c:v>
              </c:pt>
              <c:pt idx="97">
                <c:v>2.0904444845289665</c:v>
              </c:pt>
              <c:pt idx="98">
                <c:v>2.0904444845289665</c:v>
              </c:pt>
              <c:pt idx="99">
                <c:v>2.0904444845289665</c:v>
              </c:pt>
              <c:pt idx="100">
                <c:v>2.0904444845289665</c:v>
              </c:pt>
              <c:pt idx="101">
                <c:v>2.0904444845289665</c:v>
              </c:pt>
              <c:pt idx="102">
                <c:v>2.0904444845289665</c:v>
              </c:pt>
              <c:pt idx="103">
                <c:v>2.0904444845289665</c:v>
              </c:pt>
              <c:pt idx="104">
                <c:v>2.0904444845289665</c:v>
              </c:pt>
              <c:pt idx="105">
                <c:v>2.0904444845289665</c:v>
              </c:pt>
              <c:pt idx="106">
                <c:v>2.0904444845289665</c:v>
              </c:pt>
              <c:pt idx="107">
                <c:v>2.0904444845289665</c:v>
              </c:pt>
              <c:pt idx="108">
                <c:v>2.0904444845289665</c:v>
              </c:pt>
              <c:pt idx="109">
                <c:v>2.0904444845289665</c:v>
              </c:pt>
              <c:pt idx="110">
                <c:v>2.0904444845289665</c:v>
              </c:pt>
              <c:pt idx="111">
                <c:v>2.0904444845289665</c:v>
              </c:pt>
              <c:pt idx="112">
                <c:v>2.0904444845289665</c:v>
              </c:pt>
              <c:pt idx="113">
                <c:v>2.0904444845289665</c:v>
              </c:pt>
              <c:pt idx="114">
                <c:v>2.0904444845289665</c:v>
              </c:pt>
              <c:pt idx="115">
                <c:v>2.0904444845289665</c:v>
              </c:pt>
              <c:pt idx="116">
                <c:v>2.0904444845289665</c:v>
              </c:pt>
              <c:pt idx="117">
                <c:v>2.0904444845289665</c:v>
              </c:pt>
              <c:pt idx="118">
                <c:v>2.0904444845289665</c:v>
              </c:pt>
              <c:pt idx="119">
                <c:v>2.0904444845289665</c:v>
              </c:pt>
              <c:pt idx="120">
                <c:v>2.0904444845289665</c:v>
              </c:pt>
              <c:pt idx="121">
                <c:v>2.0904444845289665</c:v>
              </c:pt>
              <c:pt idx="122">
                <c:v>2.0904444845289665</c:v>
              </c:pt>
              <c:pt idx="123">
                <c:v>2.0904444845289665</c:v>
              </c:pt>
              <c:pt idx="124">
                <c:v>2.0904444845289665</c:v>
              </c:pt>
              <c:pt idx="125">
                <c:v>2.0904444845289665</c:v>
              </c:pt>
              <c:pt idx="126">
                <c:v>2.0904444845289665</c:v>
              </c:pt>
              <c:pt idx="127">
                <c:v>2.0904444845289665</c:v>
              </c:pt>
              <c:pt idx="128">
                <c:v>2.0904444845289665</c:v>
              </c:pt>
              <c:pt idx="129">
                <c:v>2.0904444845289665</c:v>
              </c:pt>
              <c:pt idx="130">
                <c:v>2.0904444845289665</c:v>
              </c:pt>
              <c:pt idx="131">
                <c:v>2.0904444845289665</c:v>
              </c:pt>
              <c:pt idx="132">
                <c:v>2.0904444845289665</c:v>
              </c:pt>
              <c:pt idx="133">
                <c:v>2.0904444845289665</c:v>
              </c:pt>
              <c:pt idx="134">
                <c:v>2.0904444845289665</c:v>
              </c:pt>
              <c:pt idx="135">
                <c:v>2.0904444845289665</c:v>
              </c:pt>
              <c:pt idx="136">
                <c:v>2.0904444845289665</c:v>
              </c:pt>
              <c:pt idx="137">
                <c:v>2.0904444845289665</c:v>
              </c:pt>
              <c:pt idx="138">
                <c:v>2.0904444845289665</c:v>
              </c:pt>
              <c:pt idx="139">
                <c:v>2.0904444845289665</c:v>
              </c:pt>
              <c:pt idx="140">
                <c:v>2.0904444845289665</c:v>
              </c:pt>
              <c:pt idx="141">
                <c:v>2.0904444845289665</c:v>
              </c:pt>
              <c:pt idx="142">
                <c:v>2.0904444845289665</c:v>
              </c:pt>
              <c:pt idx="143">
                <c:v>2.0904444845289665</c:v>
              </c:pt>
              <c:pt idx="144">
                <c:v>2.0904444845289665</c:v>
              </c:pt>
              <c:pt idx="145">
                <c:v>2.0904444845289665</c:v>
              </c:pt>
              <c:pt idx="146">
                <c:v>2.0904444845289665</c:v>
              </c:pt>
              <c:pt idx="147">
                <c:v>2.0904444845289665</c:v>
              </c:pt>
              <c:pt idx="148">
                <c:v>2.0904444845289665</c:v>
              </c:pt>
              <c:pt idx="149">
                <c:v>2.0904444845289665</c:v>
              </c:pt>
              <c:pt idx="150">
                <c:v>2.0904444845289665</c:v>
              </c:pt>
              <c:pt idx="151">
                <c:v>2.0904444845289665</c:v>
              </c:pt>
              <c:pt idx="152">
                <c:v>2.0904444845289665</c:v>
              </c:pt>
              <c:pt idx="153">
                <c:v>2.0904444845289665</c:v>
              </c:pt>
              <c:pt idx="154">
                <c:v>2.0904444845289665</c:v>
              </c:pt>
              <c:pt idx="155">
                <c:v>2.0904444845289665</c:v>
              </c:pt>
              <c:pt idx="156">
                <c:v>2.0904444845289665</c:v>
              </c:pt>
              <c:pt idx="157">
                <c:v>2.0904444845289665</c:v>
              </c:pt>
              <c:pt idx="158">
                <c:v>2.0904444845289665</c:v>
              </c:pt>
              <c:pt idx="159">
                <c:v>2.0904444845289665</c:v>
              </c:pt>
              <c:pt idx="160">
                <c:v>2.0904444845289665</c:v>
              </c:pt>
              <c:pt idx="161">
                <c:v>2.0904444845289665</c:v>
              </c:pt>
              <c:pt idx="162">
                <c:v>2.0904444845289665</c:v>
              </c:pt>
              <c:pt idx="163">
                <c:v>2.0904444845289665</c:v>
              </c:pt>
              <c:pt idx="164">
                <c:v>2.0904444845289665</c:v>
              </c:pt>
              <c:pt idx="165">
                <c:v>2.0904444845289665</c:v>
              </c:pt>
              <c:pt idx="166">
                <c:v>2.0904444845289665</c:v>
              </c:pt>
              <c:pt idx="167">
                <c:v>2.0904444845289665</c:v>
              </c:pt>
              <c:pt idx="168">
                <c:v>2.0904444845289665</c:v>
              </c:pt>
              <c:pt idx="169">
                <c:v>2.0904444845289665</c:v>
              </c:pt>
              <c:pt idx="170">
                <c:v>2.0904444845289665</c:v>
              </c:pt>
              <c:pt idx="171">
                <c:v>2.0904444845289665</c:v>
              </c:pt>
              <c:pt idx="172">
                <c:v>2.0904444845289665</c:v>
              </c:pt>
              <c:pt idx="173">
                <c:v>2.0904444845289665</c:v>
              </c:pt>
              <c:pt idx="174">
                <c:v>2.0904444845289665</c:v>
              </c:pt>
              <c:pt idx="175">
                <c:v>2.0904444845289665</c:v>
              </c:pt>
              <c:pt idx="176">
                <c:v>2.0904444845289665</c:v>
              </c:pt>
              <c:pt idx="177">
                <c:v>2.0904444845289665</c:v>
              </c:pt>
              <c:pt idx="178">
                <c:v>2.0904444845289665</c:v>
              </c:pt>
              <c:pt idx="179">
                <c:v>2.0904444845289665</c:v>
              </c:pt>
              <c:pt idx="180">
                <c:v>2.0904444845289665</c:v>
              </c:pt>
              <c:pt idx="181">
                <c:v>2.0904444845289665</c:v>
              </c:pt>
              <c:pt idx="182">
                <c:v>2.0904444845289665</c:v>
              </c:pt>
              <c:pt idx="183">
                <c:v>2.0904444845289665</c:v>
              </c:pt>
              <c:pt idx="184">
                <c:v>2.0904444845289665</c:v>
              </c:pt>
              <c:pt idx="185">
                <c:v>2.0904444845289665</c:v>
              </c:pt>
              <c:pt idx="186">
                <c:v>2.0904444845289665</c:v>
              </c:pt>
              <c:pt idx="187">
                <c:v>2.0904444845289665</c:v>
              </c:pt>
              <c:pt idx="188">
                <c:v>2.0904444845289665</c:v>
              </c:pt>
              <c:pt idx="189">
                <c:v>2.0904444845289665</c:v>
              </c:pt>
              <c:pt idx="190">
                <c:v>2.0904444845289665</c:v>
              </c:pt>
              <c:pt idx="191">
                <c:v>2.0904444845289665</c:v>
              </c:pt>
              <c:pt idx="192">
                <c:v>2.0904444845289665</c:v>
              </c:pt>
              <c:pt idx="193">
                <c:v>2.0904444845289665</c:v>
              </c:pt>
              <c:pt idx="194">
                <c:v>2.0904444845289665</c:v>
              </c:pt>
              <c:pt idx="195">
                <c:v>2.0904444845289665</c:v>
              </c:pt>
              <c:pt idx="196">
                <c:v>2.0904444845289665</c:v>
              </c:pt>
              <c:pt idx="197">
                <c:v>2.0904444845289665</c:v>
              </c:pt>
              <c:pt idx="198">
                <c:v>2.0904444845289665</c:v>
              </c:pt>
              <c:pt idx="199">
                <c:v>2.0904444845289665</c:v>
              </c:pt>
              <c:pt idx="200">
                <c:v>2.0904444845289665</c:v>
              </c:pt>
              <c:pt idx="201">
                <c:v>2.0904444845289665</c:v>
              </c:pt>
              <c:pt idx="202">
                <c:v>2.0904444845289665</c:v>
              </c:pt>
              <c:pt idx="203">
                <c:v>2.0904444845289665</c:v>
              </c:pt>
              <c:pt idx="204">
                <c:v>2.0904444845289665</c:v>
              </c:pt>
              <c:pt idx="205">
                <c:v>2.0904444845289665</c:v>
              </c:pt>
              <c:pt idx="206">
                <c:v>2.0904444845289665</c:v>
              </c:pt>
              <c:pt idx="207">
                <c:v>2.0904444845289665</c:v>
              </c:pt>
              <c:pt idx="208">
                <c:v>2.0904444845289665</c:v>
              </c:pt>
              <c:pt idx="209">
                <c:v>2.0904444845289665</c:v>
              </c:pt>
              <c:pt idx="210">
                <c:v>2.0904444845289665</c:v>
              </c:pt>
              <c:pt idx="211">
                <c:v>2.0904444845289665</c:v>
              </c:pt>
              <c:pt idx="212">
                <c:v>2.0904444845289665</c:v>
              </c:pt>
              <c:pt idx="213">
                <c:v>2.0904444845289665</c:v>
              </c:pt>
              <c:pt idx="214">
                <c:v>2.0904444845289665</c:v>
              </c:pt>
              <c:pt idx="215">
                <c:v>2.0904444845289665</c:v>
              </c:pt>
              <c:pt idx="216">
                <c:v>2.0904444845289665</c:v>
              </c:pt>
              <c:pt idx="217">
                <c:v>2.0904444845289665</c:v>
              </c:pt>
              <c:pt idx="218">
                <c:v>2.0904444845289665</c:v>
              </c:pt>
              <c:pt idx="219">
                <c:v>2.0904444845289665</c:v>
              </c:pt>
              <c:pt idx="220">
                <c:v>2.0904444845289665</c:v>
              </c:pt>
              <c:pt idx="221">
                <c:v>2.0904444845289665</c:v>
              </c:pt>
              <c:pt idx="222">
                <c:v>2.0904444845289665</c:v>
              </c:pt>
              <c:pt idx="223">
                <c:v>2.0904444845289665</c:v>
              </c:pt>
              <c:pt idx="224">
                <c:v>2.0904444845289665</c:v>
              </c:pt>
              <c:pt idx="225">
                <c:v>2.0904444845289665</c:v>
              </c:pt>
              <c:pt idx="226">
                <c:v>2.0904444845289665</c:v>
              </c:pt>
              <c:pt idx="227">
                <c:v>2.0904444845289665</c:v>
              </c:pt>
              <c:pt idx="228">
                <c:v>2.0904444845289665</c:v>
              </c:pt>
              <c:pt idx="229">
                <c:v>2.0904444845289665</c:v>
              </c:pt>
              <c:pt idx="230">
                <c:v>2.0904444845289665</c:v>
              </c:pt>
              <c:pt idx="231">
                <c:v>2.0904444845289665</c:v>
              </c:pt>
              <c:pt idx="232">
                <c:v>2.0904444845289665</c:v>
              </c:pt>
              <c:pt idx="233">
                <c:v>2.0904444845289665</c:v>
              </c:pt>
              <c:pt idx="234">
                <c:v>2.0904444845289665</c:v>
              </c:pt>
              <c:pt idx="235">
                <c:v>2.0904444845289665</c:v>
              </c:pt>
              <c:pt idx="236">
                <c:v>2.0904444845289665</c:v>
              </c:pt>
              <c:pt idx="237">
                <c:v>2.0904444845289665</c:v>
              </c:pt>
              <c:pt idx="238">
                <c:v>2.0904444845289665</c:v>
              </c:pt>
              <c:pt idx="239">
                <c:v>2.0904444845289665</c:v>
              </c:pt>
              <c:pt idx="240">
                <c:v>2.0904444845289665</c:v>
              </c:pt>
              <c:pt idx="241">
                <c:v>2.0904444845289665</c:v>
              </c:pt>
              <c:pt idx="242">
                <c:v>2.0904444845289665</c:v>
              </c:pt>
              <c:pt idx="243">
                <c:v>2.0904444845289665</c:v>
              </c:pt>
              <c:pt idx="244">
                <c:v>2.0904444845289665</c:v>
              </c:pt>
              <c:pt idx="245">
                <c:v>2.0904444845289665</c:v>
              </c:pt>
            </c:numLit>
          </c:yVal>
          <c:smooth val="0"/>
        </c:ser>
        <c:ser>
          <c:idx val="8"/>
          <c:order val="8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12.346384203815647</c:v>
              </c:pt>
              <c:pt idx="1">
                <c:v>12.346384203815647</c:v>
              </c:pt>
              <c:pt idx="2">
                <c:v>12.346384203815647</c:v>
              </c:pt>
              <c:pt idx="3">
                <c:v>12.346384203815647</c:v>
              </c:pt>
              <c:pt idx="4">
                <c:v>12.346384203815647</c:v>
              </c:pt>
              <c:pt idx="5">
                <c:v>12.346384203815647</c:v>
              </c:pt>
              <c:pt idx="6">
                <c:v>12.346384203815647</c:v>
              </c:pt>
              <c:pt idx="7">
                <c:v>12.346384203815647</c:v>
              </c:pt>
              <c:pt idx="8">
                <c:v>12.346384203815647</c:v>
              </c:pt>
              <c:pt idx="9">
                <c:v>12.346384203815647</c:v>
              </c:pt>
              <c:pt idx="10">
                <c:v>12.346384203815647</c:v>
              </c:pt>
              <c:pt idx="11">
                <c:v>12.346384203815647</c:v>
              </c:pt>
              <c:pt idx="12">
                <c:v>12.346384203815647</c:v>
              </c:pt>
              <c:pt idx="13">
                <c:v>12.346384203815647</c:v>
              </c:pt>
              <c:pt idx="14">
                <c:v>12.346384203815647</c:v>
              </c:pt>
              <c:pt idx="15">
                <c:v>12.346384203815647</c:v>
              </c:pt>
              <c:pt idx="16">
                <c:v>12.346384203815647</c:v>
              </c:pt>
              <c:pt idx="17">
                <c:v>12.346384203815647</c:v>
              </c:pt>
              <c:pt idx="18">
                <c:v>12.346384203815647</c:v>
              </c:pt>
              <c:pt idx="19">
                <c:v>12.346384203815647</c:v>
              </c:pt>
              <c:pt idx="20">
                <c:v>12.346384203815647</c:v>
              </c:pt>
              <c:pt idx="21">
                <c:v>12.346384203815647</c:v>
              </c:pt>
              <c:pt idx="22">
                <c:v>12.346384203815647</c:v>
              </c:pt>
              <c:pt idx="23">
                <c:v>12.346384203815647</c:v>
              </c:pt>
              <c:pt idx="24">
                <c:v>12.346384203815647</c:v>
              </c:pt>
              <c:pt idx="25">
                <c:v>12.346384203815647</c:v>
              </c:pt>
              <c:pt idx="26">
                <c:v>12.346384203815647</c:v>
              </c:pt>
              <c:pt idx="27">
                <c:v>12.346384203815647</c:v>
              </c:pt>
              <c:pt idx="28">
                <c:v>12.346384203815647</c:v>
              </c:pt>
              <c:pt idx="29">
                <c:v>12.346384203815647</c:v>
              </c:pt>
              <c:pt idx="30">
                <c:v>12.346384203815647</c:v>
              </c:pt>
              <c:pt idx="31">
                <c:v>12.346384203815647</c:v>
              </c:pt>
              <c:pt idx="32">
                <c:v>12.346384203815647</c:v>
              </c:pt>
              <c:pt idx="33">
                <c:v>12.346384203815647</c:v>
              </c:pt>
              <c:pt idx="34">
                <c:v>12.346384203815647</c:v>
              </c:pt>
              <c:pt idx="35">
                <c:v>12.346384203815647</c:v>
              </c:pt>
              <c:pt idx="36">
                <c:v>12.346384203815647</c:v>
              </c:pt>
              <c:pt idx="37">
                <c:v>12.346384203815647</c:v>
              </c:pt>
              <c:pt idx="38">
                <c:v>12.346384203815647</c:v>
              </c:pt>
              <c:pt idx="39">
                <c:v>12.346384203815647</c:v>
              </c:pt>
              <c:pt idx="40">
                <c:v>12.346384203815647</c:v>
              </c:pt>
              <c:pt idx="41">
                <c:v>12.346384203815647</c:v>
              </c:pt>
              <c:pt idx="42">
                <c:v>12.346384203815647</c:v>
              </c:pt>
              <c:pt idx="43">
                <c:v>12.346384203815647</c:v>
              </c:pt>
              <c:pt idx="44">
                <c:v>12.346384203815647</c:v>
              </c:pt>
              <c:pt idx="45">
                <c:v>12.346384203815647</c:v>
              </c:pt>
              <c:pt idx="46">
                <c:v>12.346384203815647</c:v>
              </c:pt>
              <c:pt idx="47">
                <c:v>12.346384203815647</c:v>
              </c:pt>
              <c:pt idx="48">
                <c:v>12.346384203815647</c:v>
              </c:pt>
              <c:pt idx="49">
                <c:v>12.346384203815647</c:v>
              </c:pt>
              <c:pt idx="50">
                <c:v>12.346384203815647</c:v>
              </c:pt>
              <c:pt idx="51">
                <c:v>12.346384203815647</c:v>
              </c:pt>
              <c:pt idx="52">
                <c:v>12.346384203815647</c:v>
              </c:pt>
              <c:pt idx="53">
                <c:v>12.346384203815647</c:v>
              </c:pt>
              <c:pt idx="54">
                <c:v>12.346384203815647</c:v>
              </c:pt>
              <c:pt idx="55">
                <c:v>12.346384203815647</c:v>
              </c:pt>
              <c:pt idx="56">
                <c:v>12.346384203815647</c:v>
              </c:pt>
              <c:pt idx="57">
                <c:v>12.346384203815647</c:v>
              </c:pt>
              <c:pt idx="58">
                <c:v>12.346384203815647</c:v>
              </c:pt>
              <c:pt idx="59">
                <c:v>12.346384203815647</c:v>
              </c:pt>
              <c:pt idx="60">
                <c:v>12.346384203815647</c:v>
              </c:pt>
              <c:pt idx="61">
                <c:v>12.346384203815647</c:v>
              </c:pt>
              <c:pt idx="62">
                <c:v>12.346384203815647</c:v>
              </c:pt>
              <c:pt idx="63">
                <c:v>12.346384203815647</c:v>
              </c:pt>
              <c:pt idx="64">
                <c:v>12.346384203815647</c:v>
              </c:pt>
              <c:pt idx="65">
                <c:v>12.346384203815647</c:v>
              </c:pt>
              <c:pt idx="66">
                <c:v>12.346384203815647</c:v>
              </c:pt>
              <c:pt idx="67">
                <c:v>12.346384203815647</c:v>
              </c:pt>
              <c:pt idx="68">
                <c:v>12.346384203815647</c:v>
              </c:pt>
              <c:pt idx="69">
                <c:v>12.346384203815647</c:v>
              </c:pt>
              <c:pt idx="70">
                <c:v>12.346384203815647</c:v>
              </c:pt>
              <c:pt idx="71">
                <c:v>12.346384203815647</c:v>
              </c:pt>
              <c:pt idx="72">
                <c:v>12.346384203815647</c:v>
              </c:pt>
              <c:pt idx="73">
                <c:v>12.346384203815647</c:v>
              </c:pt>
              <c:pt idx="74">
                <c:v>12.346384203815647</c:v>
              </c:pt>
              <c:pt idx="75">
                <c:v>12.346384203815647</c:v>
              </c:pt>
              <c:pt idx="76">
                <c:v>12.346384203815647</c:v>
              </c:pt>
              <c:pt idx="77">
                <c:v>12.346384203815647</c:v>
              </c:pt>
              <c:pt idx="78">
                <c:v>12.346384203815647</c:v>
              </c:pt>
              <c:pt idx="79">
                <c:v>12.346384203815647</c:v>
              </c:pt>
              <c:pt idx="80">
                <c:v>12.346384203815647</c:v>
              </c:pt>
              <c:pt idx="81">
                <c:v>12.346384203815647</c:v>
              </c:pt>
              <c:pt idx="82">
                <c:v>12.346384203815647</c:v>
              </c:pt>
              <c:pt idx="83">
                <c:v>12.346384203815647</c:v>
              </c:pt>
              <c:pt idx="84">
                <c:v>12.346384203815647</c:v>
              </c:pt>
              <c:pt idx="85">
                <c:v>12.346384203815647</c:v>
              </c:pt>
              <c:pt idx="86">
                <c:v>12.346384203815647</c:v>
              </c:pt>
              <c:pt idx="87">
                <c:v>12.346384203815647</c:v>
              </c:pt>
              <c:pt idx="88">
                <c:v>12.346384203815647</c:v>
              </c:pt>
              <c:pt idx="89">
                <c:v>12.346384203815647</c:v>
              </c:pt>
              <c:pt idx="90">
                <c:v>12.346384203815647</c:v>
              </c:pt>
              <c:pt idx="91">
                <c:v>12.346384203815647</c:v>
              </c:pt>
              <c:pt idx="92">
                <c:v>12.346384203815647</c:v>
              </c:pt>
              <c:pt idx="93">
                <c:v>12.346384203815647</c:v>
              </c:pt>
              <c:pt idx="94">
                <c:v>12.346384203815647</c:v>
              </c:pt>
              <c:pt idx="95">
                <c:v>12.346384203815647</c:v>
              </c:pt>
              <c:pt idx="96">
                <c:v>12.346384203815647</c:v>
              </c:pt>
              <c:pt idx="97">
                <c:v>12.346384203815647</c:v>
              </c:pt>
              <c:pt idx="98">
                <c:v>12.346384203815647</c:v>
              </c:pt>
              <c:pt idx="99">
                <c:v>12.346384203815647</c:v>
              </c:pt>
              <c:pt idx="100">
                <c:v>12.346384203815647</c:v>
              </c:pt>
              <c:pt idx="101">
                <c:v>12.346384203815647</c:v>
              </c:pt>
              <c:pt idx="102">
                <c:v>12.346384203815647</c:v>
              </c:pt>
              <c:pt idx="103">
                <c:v>12.346384203815647</c:v>
              </c:pt>
              <c:pt idx="104">
                <c:v>12.346384203815647</c:v>
              </c:pt>
              <c:pt idx="105">
                <c:v>12.346384203815647</c:v>
              </c:pt>
              <c:pt idx="106">
                <c:v>12.346384203815647</c:v>
              </c:pt>
              <c:pt idx="107">
                <c:v>12.346384203815647</c:v>
              </c:pt>
              <c:pt idx="108">
                <c:v>12.346384203815647</c:v>
              </c:pt>
              <c:pt idx="109">
                <c:v>12.346384203815647</c:v>
              </c:pt>
              <c:pt idx="110">
                <c:v>12.346384203815647</c:v>
              </c:pt>
              <c:pt idx="111">
                <c:v>12.346384203815647</c:v>
              </c:pt>
              <c:pt idx="112">
                <c:v>12.346384203815647</c:v>
              </c:pt>
              <c:pt idx="113">
                <c:v>12.346384203815647</c:v>
              </c:pt>
              <c:pt idx="114">
                <c:v>12.346384203815647</c:v>
              </c:pt>
              <c:pt idx="115">
                <c:v>12.346384203815647</c:v>
              </c:pt>
              <c:pt idx="116">
                <c:v>12.346384203815647</c:v>
              </c:pt>
              <c:pt idx="117">
                <c:v>12.346384203815647</c:v>
              </c:pt>
              <c:pt idx="118">
                <c:v>12.346384203815647</c:v>
              </c:pt>
              <c:pt idx="119">
                <c:v>12.346384203815647</c:v>
              </c:pt>
              <c:pt idx="120">
                <c:v>12.346384203815647</c:v>
              </c:pt>
              <c:pt idx="121">
                <c:v>12.346384203815647</c:v>
              </c:pt>
              <c:pt idx="122">
                <c:v>12.346384203815647</c:v>
              </c:pt>
              <c:pt idx="123">
                <c:v>12.346384203815647</c:v>
              </c:pt>
              <c:pt idx="124">
                <c:v>12.346384203815647</c:v>
              </c:pt>
              <c:pt idx="125">
                <c:v>12.346384203815647</c:v>
              </c:pt>
              <c:pt idx="126">
                <c:v>12.346384203815647</c:v>
              </c:pt>
              <c:pt idx="127">
                <c:v>12.346384203815647</c:v>
              </c:pt>
              <c:pt idx="128">
                <c:v>12.346384203815647</c:v>
              </c:pt>
              <c:pt idx="129">
                <c:v>12.346384203815647</c:v>
              </c:pt>
              <c:pt idx="130">
                <c:v>12.346384203815647</c:v>
              </c:pt>
              <c:pt idx="131">
                <c:v>12.346384203815647</c:v>
              </c:pt>
              <c:pt idx="132">
                <c:v>12.346384203815647</c:v>
              </c:pt>
              <c:pt idx="133">
                <c:v>12.346384203815647</c:v>
              </c:pt>
              <c:pt idx="134">
                <c:v>12.346384203815647</c:v>
              </c:pt>
              <c:pt idx="135">
                <c:v>12.346384203815647</c:v>
              </c:pt>
              <c:pt idx="136">
                <c:v>12.346384203815647</c:v>
              </c:pt>
              <c:pt idx="137">
                <c:v>12.346384203815647</c:v>
              </c:pt>
              <c:pt idx="138">
                <c:v>12.346384203815647</c:v>
              </c:pt>
              <c:pt idx="139">
                <c:v>12.346384203815647</c:v>
              </c:pt>
              <c:pt idx="140">
                <c:v>12.346384203815647</c:v>
              </c:pt>
              <c:pt idx="141">
                <c:v>12.346384203815647</c:v>
              </c:pt>
              <c:pt idx="142">
                <c:v>12.346384203815647</c:v>
              </c:pt>
              <c:pt idx="143">
                <c:v>12.346384203815647</c:v>
              </c:pt>
              <c:pt idx="144">
                <c:v>12.346384203815647</c:v>
              </c:pt>
              <c:pt idx="145">
                <c:v>12.346384203815647</c:v>
              </c:pt>
              <c:pt idx="146">
                <c:v>12.346384203815647</c:v>
              </c:pt>
              <c:pt idx="147">
                <c:v>12.346384203815647</c:v>
              </c:pt>
              <c:pt idx="148">
                <c:v>12.346384203815647</c:v>
              </c:pt>
              <c:pt idx="149">
                <c:v>12.346384203815647</c:v>
              </c:pt>
              <c:pt idx="150">
                <c:v>12.346384203815647</c:v>
              </c:pt>
              <c:pt idx="151">
                <c:v>12.346384203815647</c:v>
              </c:pt>
              <c:pt idx="152">
                <c:v>12.346384203815647</c:v>
              </c:pt>
              <c:pt idx="153">
                <c:v>12.346384203815647</c:v>
              </c:pt>
              <c:pt idx="154">
                <c:v>12.346384203815647</c:v>
              </c:pt>
              <c:pt idx="155">
                <c:v>12.346384203815647</c:v>
              </c:pt>
              <c:pt idx="156">
                <c:v>12.346384203815647</c:v>
              </c:pt>
              <c:pt idx="157">
                <c:v>12.346384203815647</c:v>
              </c:pt>
              <c:pt idx="158">
                <c:v>12.346384203815647</c:v>
              </c:pt>
              <c:pt idx="159">
                <c:v>12.346384203815647</c:v>
              </c:pt>
              <c:pt idx="160">
                <c:v>12.346384203815647</c:v>
              </c:pt>
              <c:pt idx="161">
                <c:v>12.346384203815647</c:v>
              </c:pt>
              <c:pt idx="162">
                <c:v>12.346384203815647</c:v>
              </c:pt>
              <c:pt idx="163">
                <c:v>12.346384203815647</c:v>
              </c:pt>
              <c:pt idx="164">
                <c:v>12.346384203815647</c:v>
              </c:pt>
              <c:pt idx="165">
                <c:v>12.346384203815647</c:v>
              </c:pt>
              <c:pt idx="166">
                <c:v>12.346384203815647</c:v>
              </c:pt>
              <c:pt idx="167">
                <c:v>12.346384203815647</c:v>
              </c:pt>
              <c:pt idx="168">
                <c:v>12.346384203815647</c:v>
              </c:pt>
              <c:pt idx="169">
                <c:v>12.346384203815647</c:v>
              </c:pt>
              <c:pt idx="170">
                <c:v>12.346384203815647</c:v>
              </c:pt>
              <c:pt idx="171">
                <c:v>12.346384203815647</c:v>
              </c:pt>
              <c:pt idx="172">
                <c:v>12.346384203815647</c:v>
              </c:pt>
              <c:pt idx="173">
                <c:v>12.346384203815647</c:v>
              </c:pt>
              <c:pt idx="174">
                <c:v>12.346384203815647</c:v>
              </c:pt>
              <c:pt idx="175">
                <c:v>12.346384203815647</c:v>
              </c:pt>
              <c:pt idx="176">
                <c:v>12.346384203815647</c:v>
              </c:pt>
              <c:pt idx="177">
                <c:v>12.346384203815647</c:v>
              </c:pt>
              <c:pt idx="178">
                <c:v>12.346384203815647</c:v>
              </c:pt>
              <c:pt idx="179">
                <c:v>12.346384203815647</c:v>
              </c:pt>
              <c:pt idx="180">
                <c:v>12.346384203815647</c:v>
              </c:pt>
              <c:pt idx="181">
                <c:v>12.346384203815647</c:v>
              </c:pt>
              <c:pt idx="182">
                <c:v>12.346384203815647</c:v>
              </c:pt>
              <c:pt idx="183">
                <c:v>12.346384203815647</c:v>
              </c:pt>
              <c:pt idx="184">
                <c:v>12.346384203815647</c:v>
              </c:pt>
              <c:pt idx="185">
                <c:v>12.346384203815647</c:v>
              </c:pt>
              <c:pt idx="186">
                <c:v>12.346384203815647</c:v>
              </c:pt>
              <c:pt idx="187">
                <c:v>12.346384203815647</c:v>
              </c:pt>
              <c:pt idx="188">
                <c:v>12.346384203815647</c:v>
              </c:pt>
              <c:pt idx="189">
                <c:v>12.346384203815647</c:v>
              </c:pt>
              <c:pt idx="190">
                <c:v>12.346384203815647</c:v>
              </c:pt>
              <c:pt idx="191">
                <c:v>12.346384203815647</c:v>
              </c:pt>
              <c:pt idx="192">
                <c:v>12.346384203815647</c:v>
              </c:pt>
              <c:pt idx="193">
                <c:v>12.346384203815647</c:v>
              </c:pt>
              <c:pt idx="194">
                <c:v>12.346384203815647</c:v>
              </c:pt>
              <c:pt idx="195">
                <c:v>12.346384203815647</c:v>
              </c:pt>
              <c:pt idx="196">
                <c:v>12.346384203815647</c:v>
              </c:pt>
              <c:pt idx="197">
                <c:v>12.346384203815647</c:v>
              </c:pt>
              <c:pt idx="198">
                <c:v>12.346384203815647</c:v>
              </c:pt>
              <c:pt idx="199">
                <c:v>12.346384203815647</c:v>
              </c:pt>
              <c:pt idx="200">
                <c:v>12.346384203815647</c:v>
              </c:pt>
              <c:pt idx="201">
                <c:v>12.346384203815647</c:v>
              </c:pt>
              <c:pt idx="202">
                <c:v>12.346384203815647</c:v>
              </c:pt>
              <c:pt idx="203">
                <c:v>12.346384203815647</c:v>
              </c:pt>
              <c:pt idx="204">
                <c:v>12.346384203815647</c:v>
              </c:pt>
              <c:pt idx="205">
                <c:v>12.346384203815647</c:v>
              </c:pt>
              <c:pt idx="206">
                <c:v>12.346384203815647</c:v>
              </c:pt>
              <c:pt idx="207">
                <c:v>12.346384203815647</c:v>
              </c:pt>
              <c:pt idx="208">
                <c:v>12.346384203815647</c:v>
              </c:pt>
              <c:pt idx="209">
                <c:v>12.346384203815647</c:v>
              </c:pt>
              <c:pt idx="210">
                <c:v>12.346384203815647</c:v>
              </c:pt>
              <c:pt idx="211">
                <c:v>12.346384203815647</c:v>
              </c:pt>
              <c:pt idx="212">
                <c:v>12.346384203815647</c:v>
              </c:pt>
              <c:pt idx="213">
                <c:v>12.346384203815647</c:v>
              </c:pt>
              <c:pt idx="214">
                <c:v>12.346384203815647</c:v>
              </c:pt>
              <c:pt idx="215">
                <c:v>12.346384203815647</c:v>
              </c:pt>
              <c:pt idx="216">
                <c:v>12.346384203815647</c:v>
              </c:pt>
              <c:pt idx="217">
                <c:v>12.346384203815647</c:v>
              </c:pt>
              <c:pt idx="218">
                <c:v>12.346384203815647</c:v>
              </c:pt>
              <c:pt idx="219">
                <c:v>12.346384203815647</c:v>
              </c:pt>
              <c:pt idx="220">
                <c:v>12.346384203815647</c:v>
              </c:pt>
              <c:pt idx="221">
                <c:v>12.346384203815647</c:v>
              </c:pt>
              <c:pt idx="222">
                <c:v>12.346384203815647</c:v>
              </c:pt>
              <c:pt idx="223">
                <c:v>12.346384203815647</c:v>
              </c:pt>
              <c:pt idx="224">
                <c:v>12.346384203815647</c:v>
              </c:pt>
              <c:pt idx="225">
                <c:v>12.346384203815647</c:v>
              </c:pt>
              <c:pt idx="226">
                <c:v>12.346384203815647</c:v>
              </c:pt>
              <c:pt idx="227">
                <c:v>12.346384203815647</c:v>
              </c:pt>
              <c:pt idx="228">
                <c:v>12.346384203815647</c:v>
              </c:pt>
              <c:pt idx="229">
                <c:v>12.346384203815647</c:v>
              </c:pt>
              <c:pt idx="230">
                <c:v>12.346384203815647</c:v>
              </c:pt>
              <c:pt idx="231">
                <c:v>12.346384203815647</c:v>
              </c:pt>
              <c:pt idx="232">
                <c:v>12.346384203815647</c:v>
              </c:pt>
              <c:pt idx="233">
                <c:v>12.346384203815647</c:v>
              </c:pt>
              <c:pt idx="234">
                <c:v>12.346384203815647</c:v>
              </c:pt>
              <c:pt idx="235">
                <c:v>12.346384203815647</c:v>
              </c:pt>
              <c:pt idx="236">
                <c:v>12.346384203815647</c:v>
              </c:pt>
              <c:pt idx="237">
                <c:v>12.346384203815647</c:v>
              </c:pt>
              <c:pt idx="238">
                <c:v>12.346384203815647</c:v>
              </c:pt>
              <c:pt idx="239">
                <c:v>12.346384203815647</c:v>
              </c:pt>
              <c:pt idx="240">
                <c:v>12.346384203815647</c:v>
              </c:pt>
              <c:pt idx="241">
                <c:v>12.346384203815647</c:v>
              </c:pt>
              <c:pt idx="242">
                <c:v>12.346384203815647</c:v>
              </c:pt>
              <c:pt idx="243">
                <c:v>12.346384203815647</c:v>
              </c:pt>
              <c:pt idx="244">
                <c:v>12.346384203815647</c:v>
              </c:pt>
              <c:pt idx="245">
                <c:v>12.346384203815647</c:v>
              </c:pt>
            </c:numLit>
          </c:xVal>
          <c:yVal>
            <c:numLit>
              <c:formatCode>0.0</c:formatCode>
              <c:ptCount val="246"/>
              <c:pt idx="0">
                <c:v>0.2216114889677111</c:v>
              </c:pt>
              <c:pt idx="1">
                <c:v>0.2216114889677111</c:v>
              </c:pt>
              <c:pt idx="2">
                <c:v>0.2216114889677111</c:v>
              </c:pt>
              <c:pt idx="3">
                <c:v>0.2216114889677111</c:v>
              </c:pt>
              <c:pt idx="4">
                <c:v>0.2216114889677111</c:v>
              </c:pt>
              <c:pt idx="5">
                <c:v>0.2216114889677111</c:v>
              </c:pt>
              <c:pt idx="6">
                <c:v>0.2216114889677111</c:v>
              </c:pt>
              <c:pt idx="7">
                <c:v>0.2216114889677111</c:v>
              </c:pt>
              <c:pt idx="8">
                <c:v>0.2216114889677111</c:v>
              </c:pt>
              <c:pt idx="9">
                <c:v>0.2216114889677111</c:v>
              </c:pt>
              <c:pt idx="10">
                <c:v>0.2216114889677111</c:v>
              </c:pt>
              <c:pt idx="11">
                <c:v>0.2216114889677111</c:v>
              </c:pt>
              <c:pt idx="12">
                <c:v>0.2216114889677111</c:v>
              </c:pt>
              <c:pt idx="13">
                <c:v>0.2216114889677111</c:v>
              </c:pt>
              <c:pt idx="14">
                <c:v>0.2216114889677111</c:v>
              </c:pt>
              <c:pt idx="15">
                <c:v>0.2216114889677111</c:v>
              </c:pt>
              <c:pt idx="16">
                <c:v>0.2216114889677111</c:v>
              </c:pt>
              <c:pt idx="17">
                <c:v>0.2216114889677111</c:v>
              </c:pt>
              <c:pt idx="18">
                <c:v>0.2216114889677111</c:v>
              </c:pt>
              <c:pt idx="19">
                <c:v>0.2216114889677111</c:v>
              </c:pt>
              <c:pt idx="20">
                <c:v>0.2216114889677111</c:v>
              </c:pt>
              <c:pt idx="21">
                <c:v>0.2216114889677111</c:v>
              </c:pt>
              <c:pt idx="22">
                <c:v>0.2216114889677111</c:v>
              </c:pt>
              <c:pt idx="23">
                <c:v>0.2216114889677111</c:v>
              </c:pt>
              <c:pt idx="24">
                <c:v>0.2216114889677111</c:v>
              </c:pt>
              <c:pt idx="25">
                <c:v>0.2216114889677111</c:v>
              </c:pt>
              <c:pt idx="26">
                <c:v>0.2216114889677111</c:v>
              </c:pt>
              <c:pt idx="27">
                <c:v>0.2216114889677111</c:v>
              </c:pt>
              <c:pt idx="28">
                <c:v>0.2216114889677111</c:v>
              </c:pt>
              <c:pt idx="29">
                <c:v>0.2216114889677111</c:v>
              </c:pt>
              <c:pt idx="30">
                <c:v>0.2216114889677111</c:v>
              </c:pt>
              <c:pt idx="31">
                <c:v>0.2216114889677111</c:v>
              </c:pt>
              <c:pt idx="32">
                <c:v>0.2216114889677111</c:v>
              </c:pt>
              <c:pt idx="33">
                <c:v>0.2216114889677111</c:v>
              </c:pt>
              <c:pt idx="34">
                <c:v>0.2216114889677111</c:v>
              </c:pt>
              <c:pt idx="35">
                <c:v>0.2216114889677111</c:v>
              </c:pt>
              <c:pt idx="36">
                <c:v>0.2216114889677111</c:v>
              </c:pt>
              <c:pt idx="37">
                <c:v>0.2216114889677111</c:v>
              </c:pt>
              <c:pt idx="38">
                <c:v>0.2216114889677111</c:v>
              </c:pt>
              <c:pt idx="39">
                <c:v>0.2216114889677111</c:v>
              </c:pt>
              <c:pt idx="40">
                <c:v>0.2216114889677111</c:v>
              </c:pt>
              <c:pt idx="41">
                <c:v>0.2216114889677111</c:v>
              </c:pt>
              <c:pt idx="42">
                <c:v>0.2216114889677111</c:v>
              </c:pt>
              <c:pt idx="43">
                <c:v>0.2216114889677111</c:v>
              </c:pt>
              <c:pt idx="44">
                <c:v>0.2216114889677111</c:v>
              </c:pt>
              <c:pt idx="45">
                <c:v>0.2216114889677111</c:v>
              </c:pt>
              <c:pt idx="46">
                <c:v>0.2216114889677111</c:v>
              </c:pt>
              <c:pt idx="47">
                <c:v>0.2216114889677111</c:v>
              </c:pt>
              <c:pt idx="48">
                <c:v>0.2216114889677111</c:v>
              </c:pt>
              <c:pt idx="49">
                <c:v>0.2216114889677111</c:v>
              </c:pt>
              <c:pt idx="50">
                <c:v>0.2216114889677111</c:v>
              </c:pt>
              <c:pt idx="51">
                <c:v>0.2216114889677111</c:v>
              </c:pt>
              <c:pt idx="52">
                <c:v>0.2216114889677111</c:v>
              </c:pt>
              <c:pt idx="53">
                <c:v>0.2216114889677111</c:v>
              </c:pt>
              <c:pt idx="54">
                <c:v>0.2216114889677111</c:v>
              </c:pt>
              <c:pt idx="55">
                <c:v>0.2216114889677111</c:v>
              </c:pt>
              <c:pt idx="56">
                <c:v>0.2216114889677111</c:v>
              </c:pt>
              <c:pt idx="57">
                <c:v>0.2216114889677111</c:v>
              </c:pt>
              <c:pt idx="58">
                <c:v>0.2216114889677111</c:v>
              </c:pt>
              <c:pt idx="59">
                <c:v>0.2216114889677111</c:v>
              </c:pt>
              <c:pt idx="60">
                <c:v>0.2216114889677111</c:v>
              </c:pt>
              <c:pt idx="61">
                <c:v>0.2216114889677111</c:v>
              </c:pt>
              <c:pt idx="62">
                <c:v>0.2216114889677111</c:v>
              </c:pt>
              <c:pt idx="63">
                <c:v>0.2216114889677111</c:v>
              </c:pt>
              <c:pt idx="64">
                <c:v>0.2216114889677111</c:v>
              </c:pt>
              <c:pt idx="65">
                <c:v>0.2216114889677111</c:v>
              </c:pt>
              <c:pt idx="66">
                <c:v>0.2216114889677111</c:v>
              </c:pt>
              <c:pt idx="67">
                <c:v>0.2216114889677111</c:v>
              </c:pt>
              <c:pt idx="68">
                <c:v>0.2216114889677111</c:v>
              </c:pt>
              <c:pt idx="69">
                <c:v>0.2216114889677111</c:v>
              </c:pt>
              <c:pt idx="70">
                <c:v>0.2216114889677111</c:v>
              </c:pt>
              <c:pt idx="71">
                <c:v>0.2216114889677111</c:v>
              </c:pt>
              <c:pt idx="72">
                <c:v>0.2216114889677111</c:v>
              </c:pt>
              <c:pt idx="73">
                <c:v>0.2216114889677111</c:v>
              </c:pt>
              <c:pt idx="74">
                <c:v>0.2216114889677111</c:v>
              </c:pt>
              <c:pt idx="75">
                <c:v>0.2216114889677111</c:v>
              </c:pt>
              <c:pt idx="76">
                <c:v>0.2216114889677111</c:v>
              </c:pt>
              <c:pt idx="77">
                <c:v>0.2216114889677111</c:v>
              </c:pt>
              <c:pt idx="78">
                <c:v>0.2216114889677111</c:v>
              </c:pt>
              <c:pt idx="79">
                <c:v>0.2216114889677111</c:v>
              </c:pt>
              <c:pt idx="80">
                <c:v>0.2216114889677111</c:v>
              </c:pt>
              <c:pt idx="81">
                <c:v>0.2216114889677111</c:v>
              </c:pt>
              <c:pt idx="82">
                <c:v>0.2216114889677111</c:v>
              </c:pt>
              <c:pt idx="83">
                <c:v>0.2216114889677111</c:v>
              </c:pt>
              <c:pt idx="84">
                <c:v>0.2216114889677111</c:v>
              </c:pt>
              <c:pt idx="85">
                <c:v>0.2216114889677111</c:v>
              </c:pt>
              <c:pt idx="86">
                <c:v>0.2216114889677111</c:v>
              </c:pt>
              <c:pt idx="87">
                <c:v>0.2216114889677111</c:v>
              </c:pt>
              <c:pt idx="88">
                <c:v>0.2216114889677111</c:v>
              </c:pt>
              <c:pt idx="89">
                <c:v>0.2216114889677111</c:v>
              </c:pt>
              <c:pt idx="90">
                <c:v>0.2216114889677111</c:v>
              </c:pt>
              <c:pt idx="91">
                <c:v>0.2216114889677111</c:v>
              </c:pt>
              <c:pt idx="92">
                <c:v>0.2216114889677111</c:v>
              </c:pt>
              <c:pt idx="93">
                <c:v>0.2216114889677111</c:v>
              </c:pt>
              <c:pt idx="94">
                <c:v>0.2216114889677111</c:v>
              </c:pt>
              <c:pt idx="95">
                <c:v>0.2216114889677111</c:v>
              </c:pt>
              <c:pt idx="96">
                <c:v>0.2216114889677111</c:v>
              </c:pt>
              <c:pt idx="97">
                <c:v>0.2216114889677111</c:v>
              </c:pt>
              <c:pt idx="98">
                <c:v>0.2216114889677111</c:v>
              </c:pt>
              <c:pt idx="99">
                <c:v>0.2216114889677111</c:v>
              </c:pt>
              <c:pt idx="100">
                <c:v>0.2216114889677111</c:v>
              </c:pt>
              <c:pt idx="101">
                <c:v>0.2216114889677111</c:v>
              </c:pt>
              <c:pt idx="102">
                <c:v>0.2216114889677111</c:v>
              </c:pt>
              <c:pt idx="103">
                <c:v>0.2216114889677111</c:v>
              </c:pt>
              <c:pt idx="104">
                <c:v>0.2216114889677111</c:v>
              </c:pt>
              <c:pt idx="105">
                <c:v>0.2216114889677111</c:v>
              </c:pt>
              <c:pt idx="106">
                <c:v>0.2216114889677111</c:v>
              </c:pt>
              <c:pt idx="107">
                <c:v>0.2216114889677111</c:v>
              </c:pt>
              <c:pt idx="108">
                <c:v>0.2216114889677111</c:v>
              </c:pt>
              <c:pt idx="109">
                <c:v>0.2216114889677111</c:v>
              </c:pt>
              <c:pt idx="110">
                <c:v>0.2216114889677111</c:v>
              </c:pt>
              <c:pt idx="111">
                <c:v>0.2216114889677111</c:v>
              </c:pt>
              <c:pt idx="112">
                <c:v>0.2216114889677111</c:v>
              </c:pt>
              <c:pt idx="113">
                <c:v>0.2216114889677111</c:v>
              </c:pt>
              <c:pt idx="114">
                <c:v>0.2216114889677111</c:v>
              </c:pt>
              <c:pt idx="115">
                <c:v>0.2216114889677111</c:v>
              </c:pt>
              <c:pt idx="116">
                <c:v>0.2216114889677111</c:v>
              </c:pt>
              <c:pt idx="117">
                <c:v>0.2216114889677111</c:v>
              </c:pt>
              <c:pt idx="118">
                <c:v>0.2216114889677111</c:v>
              </c:pt>
              <c:pt idx="119">
                <c:v>0.2216114889677111</c:v>
              </c:pt>
              <c:pt idx="120">
                <c:v>0.2216114889677111</c:v>
              </c:pt>
              <c:pt idx="121">
                <c:v>0.2216114889677111</c:v>
              </c:pt>
              <c:pt idx="122">
                <c:v>0.2216114889677111</c:v>
              </c:pt>
              <c:pt idx="123">
                <c:v>0.2216114889677111</c:v>
              </c:pt>
              <c:pt idx="124">
                <c:v>0.2216114889677111</c:v>
              </c:pt>
              <c:pt idx="125">
                <c:v>0.2216114889677111</c:v>
              </c:pt>
              <c:pt idx="126">
                <c:v>0.2216114889677111</c:v>
              </c:pt>
              <c:pt idx="127">
                <c:v>0.2216114889677111</c:v>
              </c:pt>
              <c:pt idx="128">
                <c:v>0.2216114889677111</c:v>
              </c:pt>
              <c:pt idx="129">
                <c:v>0.2216114889677111</c:v>
              </c:pt>
              <c:pt idx="130">
                <c:v>0.2216114889677111</c:v>
              </c:pt>
              <c:pt idx="131">
                <c:v>0.2216114889677111</c:v>
              </c:pt>
              <c:pt idx="132">
                <c:v>0.2216114889677111</c:v>
              </c:pt>
              <c:pt idx="133">
                <c:v>0.2216114889677111</c:v>
              </c:pt>
              <c:pt idx="134">
                <c:v>0.2216114889677111</c:v>
              </c:pt>
              <c:pt idx="135">
                <c:v>0.2216114889677111</c:v>
              </c:pt>
              <c:pt idx="136">
                <c:v>0.2216114889677111</c:v>
              </c:pt>
              <c:pt idx="137">
                <c:v>0.2216114889677111</c:v>
              </c:pt>
              <c:pt idx="138">
                <c:v>0.2216114889677111</c:v>
              </c:pt>
              <c:pt idx="139">
                <c:v>0.2216114889677111</c:v>
              </c:pt>
              <c:pt idx="140">
                <c:v>0.2216114889677111</c:v>
              </c:pt>
              <c:pt idx="141">
                <c:v>0.2216114889677111</c:v>
              </c:pt>
              <c:pt idx="142">
                <c:v>0.2216114889677111</c:v>
              </c:pt>
              <c:pt idx="143">
                <c:v>0.2216114889677111</c:v>
              </c:pt>
              <c:pt idx="144">
                <c:v>0.2216114889677111</c:v>
              </c:pt>
              <c:pt idx="145">
                <c:v>0.2216114889677111</c:v>
              </c:pt>
              <c:pt idx="146">
                <c:v>0.2216114889677111</c:v>
              </c:pt>
              <c:pt idx="147">
                <c:v>0.2216114889677111</c:v>
              </c:pt>
              <c:pt idx="148">
                <c:v>0.2216114889677111</c:v>
              </c:pt>
              <c:pt idx="149">
                <c:v>0.2216114889677111</c:v>
              </c:pt>
              <c:pt idx="150">
                <c:v>0.2216114889677111</c:v>
              </c:pt>
              <c:pt idx="151">
                <c:v>0.2216114889677111</c:v>
              </c:pt>
              <c:pt idx="152">
                <c:v>0.2216114889677111</c:v>
              </c:pt>
              <c:pt idx="153">
                <c:v>0.2216114889677111</c:v>
              </c:pt>
              <c:pt idx="154">
                <c:v>0.2216114889677111</c:v>
              </c:pt>
              <c:pt idx="155">
                <c:v>0.2216114889677111</c:v>
              </c:pt>
              <c:pt idx="156">
                <c:v>0.2216114889677111</c:v>
              </c:pt>
              <c:pt idx="157">
                <c:v>0.2216114889677111</c:v>
              </c:pt>
              <c:pt idx="158">
                <c:v>0.2216114889677111</c:v>
              </c:pt>
              <c:pt idx="159">
                <c:v>0.2216114889677111</c:v>
              </c:pt>
              <c:pt idx="160">
                <c:v>0.2216114889677111</c:v>
              </c:pt>
              <c:pt idx="161">
                <c:v>0.2216114889677111</c:v>
              </c:pt>
              <c:pt idx="162">
                <c:v>0.2216114889677111</c:v>
              </c:pt>
              <c:pt idx="163">
                <c:v>0.2216114889677111</c:v>
              </c:pt>
              <c:pt idx="164">
                <c:v>0.2216114889677111</c:v>
              </c:pt>
              <c:pt idx="165">
                <c:v>0.2216114889677111</c:v>
              </c:pt>
              <c:pt idx="166">
                <c:v>0.2216114889677111</c:v>
              </c:pt>
              <c:pt idx="167">
                <c:v>0.2216114889677111</c:v>
              </c:pt>
              <c:pt idx="168">
                <c:v>0.2216114889677111</c:v>
              </c:pt>
              <c:pt idx="169">
                <c:v>0.2216114889677111</c:v>
              </c:pt>
              <c:pt idx="170">
                <c:v>0.2216114889677111</c:v>
              </c:pt>
              <c:pt idx="171">
                <c:v>0.2216114889677111</c:v>
              </c:pt>
              <c:pt idx="172">
                <c:v>0.2216114889677111</c:v>
              </c:pt>
              <c:pt idx="173">
                <c:v>0.2216114889677111</c:v>
              </c:pt>
              <c:pt idx="174">
                <c:v>0.2216114889677111</c:v>
              </c:pt>
              <c:pt idx="175">
                <c:v>0.2216114889677111</c:v>
              </c:pt>
              <c:pt idx="176">
                <c:v>0.2216114889677111</c:v>
              </c:pt>
              <c:pt idx="177">
                <c:v>0.2216114889677111</c:v>
              </c:pt>
              <c:pt idx="178">
                <c:v>0.2216114889677111</c:v>
              </c:pt>
              <c:pt idx="179">
                <c:v>0.2216114889677111</c:v>
              </c:pt>
              <c:pt idx="180">
                <c:v>0.2216114889677111</c:v>
              </c:pt>
              <c:pt idx="181">
                <c:v>0.2216114889677111</c:v>
              </c:pt>
              <c:pt idx="182">
                <c:v>0.2216114889677111</c:v>
              </c:pt>
              <c:pt idx="183">
                <c:v>0.2216114889677111</c:v>
              </c:pt>
              <c:pt idx="184">
                <c:v>0.2216114889677111</c:v>
              </c:pt>
              <c:pt idx="185">
                <c:v>0.2216114889677111</c:v>
              </c:pt>
              <c:pt idx="186">
                <c:v>0.2216114889677111</c:v>
              </c:pt>
              <c:pt idx="187">
                <c:v>0.2216114889677111</c:v>
              </c:pt>
              <c:pt idx="188">
                <c:v>0.2216114889677111</c:v>
              </c:pt>
              <c:pt idx="189">
                <c:v>0.2216114889677111</c:v>
              </c:pt>
              <c:pt idx="190">
                <c:v>0.2216114889677111</c:v>
              </c:pt>
              <c:pt idx="191">
                <c:v>0.2216114889677111</c:v>
              </c:pt>
              <c:pt idx="192">
                <c:v>0.2216114889677111</c:v>
              </c:pt>
              <c:pt idx="193">
                <c:v>0.2216114889677111</c:v>
              </c:pt>
              <c:pt idx="194">
                <c:v>0.2216114889677111</c:v>
              </c:pt>
              <c:pt idx="195">
                <c:v>0.2216114889677111</c:v>
              </c:pt>
              <c:pt idx="196">
                <c:v>0.2216114889677111</c:v>
              </c:pt>
              <c:pt idx="197">
                <c:v>0.2216114889677111</c:v>
              </c:pt>
              <c:pt idx="198">
                <c:v>0.2216114889677111</c:v>
              </c:pt>
              <c:pt idx="199">
                <c:v>0.2216114889677111</c:v>
              </c:pt>
              <c:pt idx="200">
                <c:v>0.2216114889677111</c:v>
              </c:pt>
              <c:pt idx="201">
                <c:v>0.2216114889677111</c:v>
              </c:pt>
              <c:pt idx="202">
                <c:v>0.2216114889677111</c:v>
              </c:pt>
              <c:pt idx="203">
                <c:v>0.2216114889677111</c:v>
              </c:pt>
              <c:pt idx="204">
                <c:v>0.2216114889677111</c:v>
              </c:pt>
              <c:pt idx="205">
                <c:v>0.2216114889677111</c:v>
              </c:pt>
              <c:pt idx="206">
                <c:v>0.2216114889677111</c:v>
              </c:pt>
              <c:pt idx="207">
                <c:v>0.2216114889677111</c:v>
              </c:pt>
              <c:pt idx="208">
                <c:v>0.2216114889677111</c:v>
              </c:pt>
              <c:pt idx="209">
                <c:v>0.2216114889677111</c:v>
              </c:pt>
              <c:pt idx="210">
                <c:v>0.2216114889677111</c:v>
              </c:pt>
              <c:pt idx="211">
                <c:v>0.2216114889677111</c:v>
              </c:pt>
              <c:pt idx="212">
                <c:v>0.2216114889677111</c:v>
              </c:pt>
              <c:pt idx="213">
                <c:v>0.2216114889677111</c:v>
              </c:pt>
              <c:pt idx="214">
                <c:v>0.2216114889677111</c:v>
              </c:pt>
              <c:pt idx="215">
                <c:v>0.2216114889677111</c:v>
              </c:pt>
              <c:pt idx="216">
                <c:v>0.2216114889677111</c:v>
              </c:pt>
              <c:pt idx="217">
                <c:v>0.2216114889677111</c:v>
              </c:pt>
              <c:pt idx="218">
                <c:v>0.2216114889677111</c:v>
              </c:pt>
              <c:pt idx="219">
                <c:v>0.2216114889677111</c:v>
              </c:pt>
              <c:pt idx="220">
                <c:v>0.2216114889677111</c:v>
              </c:pt>
              <c:pt idx="221">
                <c:v>0.2216114889677111</c:v>
              </c:pt>
              <c:pt idx="222">
                <c:v>0.2216114889677111</c:v>
              </c:pt>
              <c:pt idx="223">
                <c:v>0.2216114889677111</c:v>
              </c:pt>
              <c:pt idx="224">
                <c:v>0.2216114889677111</c:v>
              </c:pt>
              <c:pt idx="225">
                <c:v>0.2216114889677111</c:v>
              </c:pt>
              <c:pt idx="226">
                <c:v>0.2216114889677111</c:v>
              </c:pt>
              <c:pt idx="227">
                <c:v>0.2216114889677111</c:v>
              </c:pt>
              <c:pt idx="228">
                <c:v>0.2216114889677111</c:v>
              </c:pt>
              <c:pt idx="229">
                <c:v>0.2216114889677111</c:v>
              </c:pt>
              <c:pt idx="230">
                <c:v>0.2216114889677111</c:v>
              </c:pt>
              <c:pt idx="231">
                <c:v>0.2216114889677111</c:v>
              </c:pt>
              <c:pt idx="232">
                <c:v>0.2216114889677111</c:v>
              </c:pt>
              <c:pt idx="233">
                <c:v>0.2216114889677111</c:v>
              </c:pt>
              <c:pt idx="234">
                <c:v>0.2216114889677111</c:v>
              </c:pt>
              <c:pt idx="235">
                <c:v>0.2216114889677111</c:v>
              </c:pt>
              <c:pt idx="236">
                <c:v>0.2216114889677111</c:v>
              </c:pt>
              <c:pt idx="237">
                <c:v>0.2216114889677111</c:v>
              </c:pt>
              <c:pt idx="238">
                <c:v>0.2216114889677111</c:v>
              </c:pt>
              <c:pt idx="239">
                <c:v>0.2216114889677111</c:v>
              </c:pt>
              <c:pt idx="240">
                <c:v>0.2216114889677111</c:v>
              </c:pt>
              <c:pt idx="241">
                <c:v>0.2216114889677111</c:v>
              </c:pt>
              <c:pt idx="242">
                <c:v>0.2216114889677111</c:v>
              </c:pt>
              <c:pt idx="243">
                <c:v>0.2216114889677111</c:v>
              </c:pt>
              <c:pt idx="244">
                <c:v>0.2216114889677111</c:v>
              </c:pt>
              <c:pt idx="245">
                <c:v>0.2216114889677111</c:v>
              </c:pt>
            </c:numLit>
          </c:yVal>
          <c:smooth val="0"/>
        </c:ser>
        <c:ser>
          <c:idx val="9"/>
          <c:order val="9"/>
          <c:tx>
            <c:v>Same order, optimal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246"/>
              <c:pt idx="0">
                <c:v>12.346384203815647</c:v>
              </c:pt>
              <c:pt idx="1">
                <c:v>12.346384203815647</c:v>
              </c:pt>
              <c:pt idx="2">
                <c:v>12.346384203815647</c:v>
              </c:pt>
              <c:pt idx="3">
                <c:v>12.346384203815647</c:v>
              </c:pt>
              <c:pt idx="4">
                <c:v>12.346384203815647</c:v>
              </c:pt>
              <c:pt idx="5">
                <c:v>12.346384203815647</c:v>
              </c:pt>
              <c:pt idx="6">
                <c:v>12.346384203815647</c:v>
              </c:pt>
              <c:pt idx="7">
                <c:v>12.346384203815647</c:v>
              </c:pt>
              <c:pt idx="8">
                <c:v>12.346384203815647</c:v>
              </c:pt>
              <c:pt idx="9">
                <c:v>12.346384203815647</c:v>
              </c:pt>
              <c:pt idx="10">
                <c:v>12.346384203815647</c:v>
              </c:pt>
              <c:pt idx="11">
                <c:v>12.346384203815647</c:v>
              </c:pt>
              <c:pt idx="12">
                <c:v>12.346384203815647</c:v>
              </c:pt>
              <c:pt idx="13">
                <c:v>12.346384203815647</c:v>
              </c:pt>
              <c:pt idx="14">
                <c:v>12.346384203815647</c:v>
              </c:pt>
              <c:pt idx="15">
                <c:v>12.346384203815647</c:v>
              </c:pt>
              <c:pt idx="16">
                <c:v>12.346384203815647</c:v>
              </c:pt>
              <c:pt idx="17">
                <c:v>12.346384203815647</c:v>
              </c:pt>
              <c:pt idx="18">
                <c:v>12.346384203815647</c:v>
              </c:pt>
              <c:pt idx="19">
                <c:v>12.346384203815647</c:v>
              </c:pt>
              <c:pt idx="20">
                <c:v>12.346384203815647</c:v>
              </c:pt>
              <c:pt idx="21">
                <c:v>12.346384203815647</c:v>
              </c:pt>
              <c:pt idx="22">
                <c:v>12.346384203815647</c:v>
              </c:pt>
              <c:pt idx="23">
                <c:v>12.346384203815647</c:v>
              </c:pt>
              <c:pt idx="24">
                <c:v>12.346384203815647</c:v>
              </c:pt>
              <c:pt idx="25">
                <c:v>12.346384203815647</c:v>
              </c:pt>
              <c:pt idx="26">
                <c:v>12.346384203815647</c:v>
              </c:pt>
              <c:pt idx="27">
                <c:v>12.346384203815647</c:v>
              </c:pt>
              <c:pt idx="28">
                <c:v>12.346384203815647</c:v>
              </c:pt>
              <c:pt idx="29">
                <c:v>12.346384203815647</c:v>
              </c:pt>
              <c:pt idx="30">
                <c:v>12.346384203815647</c:v>
              </c:pt>
              <c:pt idx="31">
                <c:v>12.346384203815647</c:v>
              </c:pt>
              <c:pt idx="32">
                <c:v>12.346384203815647</c:v>
              </c:pt>
              <c:pt idx="33">
                <c:v>12.346384203815647</c:v>
              </c:pt>
              <c:pt idx="34">
                <c:v>12.346384203815647</c:v>
              </c:pt>
              <c:pt idx="35">
                <c:v>12.346384203815647</c:v>
              </c:pt>
              <c:pt idx="36">
                <c:v>12.346384203815647</c:v>
              </c:pt>
              <c:pt idx="37">
                <c:v>12.346384203815647</c:v>
              </c:pt>
              <c:pt idx="38">
                <c:v>12.346384203815647</c:v>
              </c:pt>
              <c:pt idx="39">
                <c:v>12.346384203815647</c:v>
              </c:pt>
              <c:pt idx="40">
                <c:v>12.346384203815647</c:v>
              </c:pt>
              <c:pt idx="41">
                <c:v>12.346384203815647</c:v>
              </c:pt>
              <c:pt idx="42">
                <c:v>12.346384203815647</c:v>
              </c:pt>
              <c:pt idx="43">
                <c:v>12.346384203815647</c:v>
              </c:pt>
              <c:pt idx="44">
                <c:v>12.346384203815647</c:v>
              </c:pt>
              <c:pt idx="45">
                <c:v>12.346384203815647</c:v>
              </c:pt>
              <c:pt idx="46">
                <c:v>12.346384203815647</c:v>
              </c:pt>
              <c:pt idx="47">
                <c:v>12.346384203815647</c:v>
              </c:pt>
              <c:pt idx="48">
                <c:v>12.346384203815647</c:v>
              </c:pt>
              <c:pt idx="49">
                <c:v>12.346384203815647</c:v>
              </c:pt>
              <c:pt idx="50">
                <c:v>12.346384203815647</c:v>
              </c:pt>
              <c:pt idx="51">
                <c:v>12.346384203815647</c:v>
              </c:pt>
              <c:pt idx="52">
                <c:v>12.346384203815647</c:v>
              </c:pt>
              <c:pt idx="53">
                <c:v>12.346384203815647</c:v>
              </c:pt>
              <c:pt idx="54">
                <c:v>12.346384203815647</c:v>
              </c:pt>
              <c:pt idx="55">
                <c:v>12.346384203815647</c:v>
              </c:pt>
              <c:pt idx="56">
                <c:v>12.346384203815647</c:v>
              </c:pt>
              <c:pt idx="57">
                <c:v>12.346384203815647</c:v>
              </c:pt>
              <c:pt idx="58">
                <c:v>12.346384203815647</c:v>
              </c:pt>
              <c:pt idx="59">
                <c:v>12.346384203815647</c:v>
              </c:pt>
              <c:pt idx="60">
                <c:v>12.346384203815647</c:v>
              </c:pt>
              <c:pt idx="61">
                <c:v>12.346384203815647</c:v>
              </c:pt>
              <c:pt idx="62">
                <c:v>12.346384203815647</c:v>
              </c:pt>
              <c:pt idx="63">
                <c:v>12.346384203815647</c:v>
              </c:pt>
              <c:pt idx="64">
                <c:v>12.346384203815647</c:v>
              </c:pt>
              <c:pt idx="65">
                <c:v>12.346384203815647</c:v>
              </c:pt>
              <c:pt idx="66">
                <c:v>12.346384203815647</c:v>
              </c:pt>
              <c:pt idx="67">
                <c:v>12.346384203815647</c:v>
              </c:pt>
              <c:pt idx="68">
                <c:v>12.346384203815647</c:v>
              </c:pt>
              <c:pt idx="69">
                <c:v>12.346384203815647</c:v>
              </c:pt>
              <c:pt idx="70">
                <c:v>12.346384203815647</c:v>
              </c:pt>
              <c:pt idx="71">
                <c:v>12.346384203815647</c:v>
              </c:pt>
              <c:pt idx="72">
                <c:v>12.346384203815647</c:v>
              </c:pt>
              <c:pt idx="73">
                <c:v>12.346384203815647</c:v>
              </c:pt>
              <c:pt idx="74">
                <c:v>12.346384203815647</c:v>
              </c:pt>
              <c:pt idx="75">
                <c:v>12.346384203815647</c:v>
              </c:pt>
              <c:pt idx="76">
                <c:v>12.346384203815647</c:v>
              </c:pt>
              <c:pt idx="77">
                <c:v>12.346384203815647</c:v>
              </c:pt>
              <c:pt idx="78">
                <c:v>12.346384203815647</c:v>
              </c:pt>
              <c:pt idx="79">
                <c:v>12.346384203815647</c:v>
              </c:pt>
              <c:pt idx="80">
                <c:v>12.346384203815647</c:v>
              </c:pt>
              <c:pt idx="81">
                <c:v>12.346384203815647</c:v>
              </c:pt>
              <c:pt idx="82">
                <c:v>12.346384203815647</c:v>
              </c:pt>
              <c:pt idx="83">
                <c:v>12.346384203815647</c:v>
              </c:pt>
              <c:pt idx="84">
                <c:v>12.346384203815647</c:v>
              </c:pt>
              <c:pt idx="85">
                <c:v>12.346384203815647</c:v>
              </c:pt>
              <c:pt idx="86">
                <c:v>12.346384203815647</c:v>
              </c:pt>
              <c:pt idx="87">
                <c:v>12.346384203815647</c:v>
              </c:pt>
              <c:pt idx="88">
                <c:v>12.346384203815647</c:v>
              </c:pt>
              <c:pt idx="89">
                <c:v>12.346384203815647</c:v>
              </c:pt>
              <c:pt idx="90">
                <c:v>12.346384203815647</c:v>
              </c:pt>
              <c:pt idx="91">
                <c:v>12.346384203815647</c:v>
              </c:pt>
              <c:pt idx="92">
                <c:v>12.346384203815647</c:v>
              </c:pt>
              <c:pt idx="93">
                <c:v>12.346384203815647</c:v>
              </c:pt>
              <c:pt idx="94">
                <c:v>12.346384203815647</c:v>
              </c:pt>
              <c:pt idx="95">
                <c:v>12.346384203815647</c:v>
              </c:pt>
              <c:pt idx="96">
                <c:v>12.346384203815647</c:v>
              </c:pt>
              <c:pt idx="97">
                <c:v>12.346384203815647</c:v>
              </c:pt>
              <c:pt idx="98">
                <c:v>12.346384203815647</c:v>
              </c:pt>
              <c:pt idx="99">
                <c:v>12.346384203815647</c:v>
              </c:pt>
              <c:pt idx="100">
                <c:v>12.346384203815647</c:v>
              </c:pt>
              <c:pt idx="101">
                <c:v>12.346384203815647</c:v>
              </c:pt>
              <c:pt idx="102">
                <c:v>12.346384203815647</c:v>
              </c:pt>
              <c:pt idx="103">
                <c:v>12.346384203815647</c:v>
              </c:pt>
              <c:pt idx="104">
                <c:v>12.346384203815647</c:v>
              </c:pt>
              <c:pt idx="105">
                <c:v>12.346384203815647</c:v>
              </c:pt>
              <c:pt idx="106">
                <c:v>12.346384203815647</c:v>
              </c:pt>
              <c:pt idx="107">
                <c:v>12.346384203815647</c:v>
              </c:pt>
              <c:pt idx="108">
                <c:v>12.346384203815647</c:v>
              </c:pt>
              <c:pt idx="109">
                <c:v>12.346384203815647</c:v>
              </c:pt>
              <c:pt idx="110">
                <c:v>12.346384203815647</c:v>
              </c:pt>
              <c:pt idx="111">
                <c:v>12.346384203815647</c:v>
              </c:pt>
              <c:pt idx="112">
                <c:v>12.346384203815647</c:v>
              </c:pt>
              <c:pt idx="113">
                <c:v>12.346384203815647</c:v>
              </c:pt>
              <c:pt idx="114">
                <c:v>12.346384203815647</c:v>
              </c:pt>
              <c:pt idx="115">
                <c:v>12.346384203815647</c:v>
              </c:pt>
              <c:pt idx="116">
                <c:v>12.346384203815647</c:v>
              </c:pt>
              <c:pt idx="117">
                <c:v>12.346384203815647</c:v>
              </c:pt>
              <c:pt idx="118">
                <c:v>12.346384203815647</c:v>
              </c:pt>
              <c:pt idx="119">
                <c:v>12.346384203815647</c:v>
              </c:pt>
              <c:pt idx="120">
                <c:v>12.346384203815647</c:v>
              </c:pt>
              <c:pt idx="121">
                <c:v>12.346384203815647</c:v>
              </c:pt>
              <c:pt idx="122">
                <c:v>12.346384203815647</c:v>
              </c:pt>
              <c:pt idx="123">
                <c:v>12.346384203815647</c:v>
              </c:pt>
              <c:pt idx="124">
                <c:v>12.346384203815647</c:v>
              </c:pt>
              <c:pt idx="125">
                <c:v>12.346384203815647</c:v>
              </c:pt>
              <c:pt idx="126">
                <c:v>12.346384203815647</c:v>
              </c:pt>
              <c:pt idx="127">
                <c:v>12.346384203815647</c:v>
              </c:pt>
              <c:pt idx="128">
                <c:v>12.346384203815647</c:v>
              </c:pt>
              <c:pt idx="129">
                <c:v>12.346384203815647</c:v>
              </c:pt>
              <c:pt idx="130">
                <c:v>12.346384203815647</c:v>
              </c:pt>
              <c:pt idx="131">
                <c:v>12.346384203815647</c:v>
              </c:pt>
              <c:pt idx="132">
                <c:v>12.346384203815647</c:v>
              </c:pt>
              <c:pt idx="133">
                <c:v>12.346384203815647</c:v>
              </c:pt>
              <c:pt idx="134">
                <c:v>12.346384203815647</c:v>
              </c:pt>
              <c:pt idx="135">
                <c:v>12.346384203815647</c:v>
              </c:pt>
              <c:pt idx="136">
                <c:v>12.346384203815647</c:v>
              </c:pt>
              <c:pt idx="137">
                <c:v>12.346384203815647</c:v>
              </c:pt>
              <c:pt idx="138">
                <c:v>12.346384203815647</c:v>
              </c:pt>
              <c:pt idx="139">
                <c:v>12.346384203815647</c:v>
              </c:pt>
              <c:pt idx="140">
                <c:v>12.346384203815647</c:v>
              </c:pt>
              <c:pt idx="141">
                <c:v>12.346384203815647</c:v>
              </c:pt>
              <c:pt idx="142">
                <c:v>12.346384203815647</c:v>
              </c:pt>
              <c:pt idx="143">
                <c:v>12.346384203815647</c:v>
              </c:pt>
              <c:pt idx="144">
                <c:v>12.346384203815647</c:v>
              </c:pt>
              <c:pt idx="145">
                <c:v>12.346384203815647</c:v>
              </c:pt>
              <c:pt idx="146">
                <c:v>12.346384203815647</c:v>
              </c:pt>
              <c:pt idx="147">
                <c:v>12.346384203815647</c:v>
              </c:pt>
              <c:pt idx="148">
                <c:v>12.346384203815647</c:v>
              </c:pt>
              <c:pt idx="149">
                <c:v>12.346384203815647</c:v>
              </c:pt>
              <c:pt idx="150">
                <c:v>12.346384203815647</c:v>
              </c:pt>
              <c:pt idx="151">
                <c:v>12.346384203815647</c:v>
              </c:pt>
              <c:pt idx="152">
                <c:v>12.346384203815647</c:v>
              </c:pt>
              <c:pt idx="153">
                <c:v>12.346384203815647</c:v>
              </c:pt>
              <c:pt idx="154">
                <c:v>12.346384203815647</c:v>
              </c:pt>
              <c:pt idx="155">
                <c:v>12.346384203815647</c:v>
              </c:pt>
              <c:pt idx="156">
                <c:v>12.346384203815647</c:v>
              </c:pt>
              <c:pt idx="157">
                <c:v>12.346384203815647</c:v>
              </c:pt>
              <c:pt idx="158">
                <c:v>12.346384203815647</c:v>
              </c:pt>
              <c:pt idx="159">
                <c:v>12.346384203815647</c:v>
              </c:pt>
              <c:pt idx="160">
                <c:v>12.346384203815647</c:v>
              </c:pt>
              <c:pt idx="161">
                <c:v>12.346384203815647</c:v>
              </c:pt>
              <c:pt idx="162">
                <c:v>12.346384203815647</c:v>
              </c:pt>
              <c:pt idx="163">
                <c:v>12.346384203815647</c:v>
              </c:pt>
              <c:pt idx="164">
                <c:v>12.346384203815647</c:v>
              </c:pt>
              <c:pt idx="165">
                <c:v>12.346384203815647</c:v>
              </c:pt>
              <c:pt idx="166">
                <c:v>12.346384203815647</c:v>
              </c:pt>
              <c:pt idx="167">
                <c:v>12.346384203815647</c:v>
              </c:pt>
              <c:pt idx="168">
                <c:v>12.346384203815647</c:v>
              </c:pt>
              <c:pt idx="169">
                <c:v>12.346384203815647</c:v>
              </c:pt>
              <c:pt idx="170">
                <c:v>12.346384203815647</c:v>
              </c:pt>
              <c:pt idx="171">
                <c:v>12.346384203815647</c:v>
              </c:pt>
              <c:pt idx="172">
                <c:v>12.346384203815647</c:v>
              </c:pt>
              <c:pt idx="173">
                <c:v>12.346384203815647</c:v>
              </c:pt>
              <c:pt idx="174">
                <c:v>12.346384203815647</c:v>
              </c:pt>
              <c:pt idx="175">
                <c:v>12.346384203815647</c:v>
              </c:pt>
              <c:pt idx="176">
                <c:v>12.346384203815647</c:v>
              </c:pt>
              <c:pt idx="177">
                <c:v>12.346384203815647</c:v>
              </c:pt>
              <c:pt idx="178">
                <c:v>12.346384203815647</c:v>
              </c:pt>
              <c:pt idx="179">
                <c:v>12.346384203815647</c:v>
              </c:pt>
              <c:pt idx="180">
                <c:v>12.346384203815647</c:v>
              </c:pt>
              <c:pt idx="181">
                <c:v>12.346384203815647</c:v>
              </c:pt>
              <c:pt idx="182">
                <c:v>12.346384203815647</c:v>
              </c:pt>
              <c:pt idx="183">
                <c:v>12.346384203815647</c:v>
              </c:pt>
              <c:pt idx="184">
                <c:v>12.346384203815647</c:v>
              </c:pt>
              <c:pt idx="185">
                <c:v>12.346384203815647</c:v>
              </c:pt>
              <c:pt idx="186">
                <c:v>12.346384203815647</c:v>
              </c:pt>
              <c:pt idx="187">
                <c:v>12.346384203815647</c:v>
              </c:pt>
              <c:pt idx="188">
                <c:v>12.346384203815647</c:v>
              </c:pt>
              <c:pt idx="189">
                <c:v>12.346384203815647</c:v>
              </c:pt>
              <c:pt idx="190">
                <c:v>12.346384203815647</c:v>
              </c:pt>
              <c:pt idx="191">
                <c:v>12.346384203815647</c:v>
              </c:pt>
              <c:pt idx="192">
                <c:v>12.346384203815647</c:v>
              </c:pt>
              <c:pt idx="193">
                <c:v>12.346384203815647</c:v>
              </c:pt>
              <c:pt idx="194">
                <c:v>12.346384203815647</c:v>
              </c:pt>
              <c:pt idx="195">
                <c:v>12.346384203815647</c:v>
              </c:pt>
              <c:pt idx="196">
                <c:v>12.346384203815647</c:v>
              </c:pt>
              <c:pt idx="197">
                <c:v>12.346384203815647</c:v>
              </c:pt>
              <c:pt idx="198">
                <c:v>12.346384203815647</c:v>
              </c:pt>
              <c:pt idx="199">
                <c:v>12.346384203815647</c:v>
              </c:pt>
              <c:pt idx="200">
                <c:v>12.346384203815647</c:v>
              </c:pt>
              <c:pt idx="201">
                <c:v>12.346384203815647</c:v>
              </c:pt>
              <c:pt idx="202">
                <c:v>12.346384203815647</c:v>
              </c:pt>
              <c:pt idx="203">
                <c:v>12.346384203815647</c:v>
              </c:pt>
              <c:pt idx="204">
                <c:v>12.346384203815647</c:v>
              </c:pt>
              <c:pt idx="205">
                <c:v>12.346384203815647</c:v>
              </c:pt>
              <c:pt idx="206">
                <c:v>12.346384203815647</c:v>
              </c:pt>
              <c:pt idx="207">
                <c:v>12.346384203815647</c:v>
              </c:pt>
              <c:pt idx="208">
                <c:v>12.346384203815647</c:v>
              </c:pt>
              <c:pt idx="209">
                <c:v>12.346384203815647</c:v>
              </c:pt>
              <c:pt idx="210">
                <c:v>12.346384203815647</c:v>
              </c:pt>
              <c:pt idx="211">
                <c:v>12.346384203815647</c:v>
              </c:pt>
              <c:pt idx="212">
                <c:v>12.346384203815647</c:v>
              </c:pt>
              <c:pt idx="213">
                <c:v>12.346384203815647</c:v>
              </c:pt>
              <c:pt idx="214">
                <c:v>12.346384203815647</c:v>
              </c:pt>
              <c:pt idx="215">
                <c:v>12.346384203815647</c:v>
              </c:pt>
              <c:pt idx="216">
                <c:v>12.346384203815647</c:v>
              </c:pt>
              <c:pt idx="217">
                <c:v>12.346384203815647</c:v>
              </c:pt>
              <c:pt idx="218">
                <c:v>12.346384203815647</c:v>
              </c:pt>
              <c:pt idx="219">
                <c:v>12.346384203815647</c:v>
              </c:pt>
              <c:pt idx="220">
                <c:v>12.346384203815647</c:v>
              </c:pt>
              <c:pt idx="221">
                <c:v>12.346384203815647</c:v>
              </c:pt>
              <c:pt idx="222">
                <c:v>12.346384203815647</c:v>
              </c:pt>
              <c:pt idx="223">
                <c:v>12.346384203815647</c:v>
              </c:pt>
              <c:pt idx="224">
                <c:v>12.346384203815647</c:v>
              </c:pt>
              <c:pt idx="225">
                <c:v>12.346384203815647</c:v>
              </c:pt>
              <c:pt idx="226">
                <c:v>12.346384203815647</c:v>
              </c:pt>
              <c:pt idx="227">
                <c:v>12.346384203815647</c:v>
              </c:pt>
              <c:pt idx="228">
                <c:v>12.346384203815647</c:v>
              </c:pt>
              <c:pt idx="229">
                <c:v>12.346384203815647</c:v>
              </c:pt>
              <c:pt idx="230">
                <c:v>12.346384203815647</c:v>
              </c:pt>
              <c:pt idx="231">
                <c:v>12.346384203815647</c:v>
              </c:pt>
              <c:pt idx="232">
                <c:v>12.346384203815647</c:v>
              </c:pt>
              <c:pt idx="233">
                <c:v>12.346384203815647</c:v>
              </c:pt>
              <c:pt idx="234">
                <c:v>12.346384203815647</c:v>
              </c:pt>
              <c:pt idx="235">
                <c:v>12.346384203815647</c:v>
              </c:pt>
              <c:pt idx="236">
                <c:v>12.346384203815647</c:v>
              </c:pt>
              <c:pt idx="237">
                <c:v>12.346384203815647</c:v>
              </c:pt>
              <c:pt idx="238">
                <c:v>12.346384203815647</c:v>
              </c:pt>
              <c:pt idx="239">
                <c:v>12.346384203815647</c:v>
              </c:pt>
              <c:pt idx="240">
                <c:v>12.346384203815647</c:v>
              </c:pt>
              <c:pt idx="241">
                <c:v>12.346384203815647</c:v>
              </c:pt>
              <c:pt idx="242">
                <c:v>12.346384203815647</c:v>
              </c:pt>
              <c:pt idx="243">
                <c:v>12.346384203815647</c:v>
              </c:pt>
              <c:pt idx="244">
                <c:v>12.346384203815647</c:v>
              </c:pt>
              <c:pt idx="245">
                <c:v>12.346384203815647</c:v>
              </c:pt>
            </c:numLit>
          </c:xVal>
          <c:yVal>
            <c:numLit>
              <c:formatCode>0.0</c:formatCode>
              <c:ptCount val="246"/>
              <c:pt idx="0">
                <c:v>0.2216114889677111</c:v>
              </c:pt>
              <c:pt idx="1">
                <c:v>0.2216114889677111</c:v>
              </c:pt>
              <c:pt idx="2">
                <c:v>0.2216114889677111</c:v>
              </c:pt>
              <c:pt idx="3">
                <c:v>0.2216114889677111</c:v>
              </c:pt>
              <c:pt idx="4">
                <c:v>0.2216114889677111</c:v>
              </c:pt>
              <c:pt idx="5">
                <c:v>0.2216114889677111</c:v>
              </c:pt>
              <c:pt idx="6">
                <c:v>0.2216114889677111</c:v>
              </c:pt>
              <c:pt idx="7">
                <c:v>0.2216114889677111</c:v>
              </c:pt>
              <c:pt idx="8">
                <c:v>0.2216114889677111</c:v>
              </c:pt>
              <c:pt idx="9">
                <c:v>0.2216114889677111</c:v>
              </c:pt>
              <c:pt idx="10">
                <c:v>0.2216114889677111</c:v>
              </c:pt>
              <c:pt idx="11">
                <c:v>0.2216114889677111</c:v>
              </c:pt>
              <c:pt idx="12">
                <c:v>0.2216114889677111</c:v>
              </c:pt>
              <c:pt idx="13">
                <c:v>0.2216114889677111</c:v>
              </c:pt>
              <c:pt idx="14">
                <c:v>0.2216114889677111</c:v>
              </c:pt>
              <c:pt idx="15">
                <c:v>0.2216114889677111</c:v>
              </c:pt>
              <c:pt idx="16">
                <c:v>0.2216114889677111</c:v>
              </c:pt>
              <c:pt idx="17">
                <c:v>0.2216114889677111</c:v>
              </c:pt>
              <c:pt idx="18">
                <c:v>0.2216114889677111</c:v>
              </c:pt>
              <c:pt idx="19">
                <c:v>0.2216114889677111</c:v>
              </c:pt>
              <c:pt idx="20">
                <c:v>0.2216114889677111</c:v>
              </c:pt>
              <c:pt idx="21">
                <c:v>0.2216114889677111</c:v>
              </c:pt>
              <c:pt idx="22">
                <c:v>0.2216114889677111</c:v>
              </c:pt>
              <c:pt idx="23">
                <c:v>0.2216114889677111</c:v>
              </c:pt>
              <c:pt idx="24">
                <c:v>0.2216114889677111</c:v>
              </c:pt>
              <c:pt idx="25">
                <c:v>0.2216114889677111</c:v>
              </c:pt>
              <c:pt idx="26">
                <c:v>0.2216114889677111</c:v>
              </c:pt>
              <c:pt idx="27">
                <c:v>0.2216114889677111</c:v>
              </c:pt>
              <c:pt idx="28">
                <c:v>0.2216114889677111</c:v>
              </c:pt>
              <c:pt idx="29">
                <c:v>0.2216114889677111</c:v>
              </c:pt>
              <c:pt idx="30">
                <c:v>0.2216114889677111</c:v>
              </c:pt>
              <c:pt idx="31">
                <c:v>0.2216114889677111</c:v>
              </c:pt>
              <c:pt idx="32">
                <c:v>0.2216114889677111</c:v>
              </c:pt>
              <c:pt idx="33">
                <c:v>0.2216114889677111</c:v>
              </c:pt>
              <c:pt idx="34">
                <c:v>0.2216114889677111</c:v>
              </c:pt>
              <c:pt idx="35">
                <c:v>0.2216114889677111</c:v>
              </c:pt>
              <c:pt idx="36">
                <c:v>0.2216114889677111</c:v>
              </c:pt>
              <c:pt idx="37">
                <c:v>0.2216114889677111</c:v>
              </c:pt>
              <c:pt idx="38">
                <c:v>0.2216114889677111</c:v>
              </c:pt>
              <c:pt idx="39">
                <c:v>0.2216114889677111</c:v>
              </c:pt>
              <c:pt idx="40">
                <c:v>0.2216114889677111</c:v>
              </c:pt>
              <c:pt idx="41">
                <c:v>0.2216114889677111</c:v>
              </c:pt>
              <c:pt idx="42">
                <c:v>0.2216114889677111</c:v>
              </c:pt>
              <c:pt idx="43">
                <c:v>0.2216114889677111</c:v>
              </c:pt>
              <c:pt idx="44">
                <c:v>0.2216114889677111</c:v>
              </c:pt>
              <c:pt idx="45">
                <c:v>0.2216114889677111</c:v>
              </c:pt>
              <c:pt idx="46">
                <c:v>0.2216114889677111</c:v>
              </c:pt>
              <c:pt idx="47">
                <c:v>0.2216114889677111</c:v>
              </c:pt>
              <c:pt idx="48">
                <c:v>0.2216114889677111</c:v>
              </c:pt>
              <c:pt idx="49">
                <c:v>0.2216114889677111</c:v>
              </c:pt>
              <c:pt idx="50">
                <c:v>0.2216114889677111</c:v>
              </c:pt>
              <c:pt idx="51">
                <c:v>0.2216114889677111</c:v>
              </c:pt>
              <c:pt idx="52">
                <c:v>0.2216114889677111</c:v>
              </c:pt>
              <c:pt idx="53">
                <c:v>0.2216114889677111</c:v>
              </c:pt>
              <c:pt idx="54">
                <c:v>0.2216114889677111</c:v>
              </c:pt>
              <c:pt idx="55">
                <c:v>0.2216114889677111</c:v>
              </c:pt>
              <c:pt idx="56">
                <c:v>0.2216114889677111</c:v>
              </c:pt>
              <c:pt idx="57">
                <c:v>0.2216114889677111</c:v>
              </c:pt>
              <c:pt idx="58">
                <c:v>0.2216114889677111</c:v>
              </c:pt>
              <c:pt idx="59">
                <c:v>0.2216114889677111</c:v>
              </c:pt>
              <c:pt idx="60">
                <c:v>0.2216114889677111</c:v>
              </c:pt>
              <c:pt idx="61">
                <c:v>0.2216114889677111</c:v>
              </c:pt>
              <c:pt idx="62">
                <c:v>0.2216114889677111</c:v>
              </c:pt>
              <c:pt idx="63">
                <c:v>0.2216114889677111</c:v>
              </c:pt>
              <c:pt idx="64">
                <c:v>0.2216114889677111</c:v>
              </c:pt>
              <c:pt idx="65">
                <c:v>0.2216114889677111</c:v>
              </c:pt>
              <c:pt idx="66">
                <c:v>0.2216114889677111</c:v>
              </c:pt>
              <c:pt idx="67">
                <c:v>0.2216114889677111</c:v>
              </c:pt>
              <c:pt idx="68">
                <c:v>0.2216114889677111</c:v>
              </c:pt>
              <c:pt idx="69">
                <c:v>0.2216114889677111</c:v>
              </c:pt>
              <c:pt idx="70">
                <c:v>0.2216114889677111</c:v>
              </c:pt>
              <c:pt idx="71">
                <c:v>0.2216114889677111</c:v>
              </c:pt>
              <c:pt idx="72">
                <c:v>0.2216114889677111</c:v>
              </c:pt>
              <c:pt idx="73">
                <c:v>0.2216114889677111</c:v>
              </c:pt>
              <c:pt idx="74">
                <c:v>0.2216114889677111</c:v>
              </c:pt>
              <c:pt idx="75">
                <c:v>0.2216114889677111</c:v>
              </c:pt>
              <c:pt idx="76">
                <c:v>0.2216114889677111</c:v>
              </c:pt>
              <c:pt idx="77">
                <c:v>0.2216114889677111</c:v>
              </c:pt>
              <c:pt idx="78">
                <c:v>0.2216114889677111</c:v>
              </c:pt>
              <c:pt idx="79">
                <c:v>0.2216114889677111</c:v>
              </c:pt>
              <c:pt idx="80">
                <c:v>0.2216114889677111</c:v>
              </c:pt>
              <c:pt idx="81">
                <c:v>0.2216114889677111</c:v>
              </c:pt>
              <c:pt idx="82">
                <c:v>0.2216114889677111</c:v>
              </c:pt>
              <c:pt idx="83">
                <c:v>0.2216114889677111</c:v>
              </c:pt>
              <c:pt idx="84">
                <c:v>0.2216114889677111</c:v>
              </c:pt>
              <c:pt idx="85">
                <c:v>0.2216114889677111</c:v>
              </c:pt>
              <c:pt idx="86">
                <c:v>0.2216114889677111</c:v>
              </c:pt>
              <c:pt idx="87">
                <c:v>0.2216114889677111</c:v>
              </c:pt>
              <c:pt idx="88">
                <c:v>0.2216114889677111</c:v>
              </c:pt>
              <c:pt idx="89">
                <c:v>0.2216114889677111</c:v>
              </c:pt>
              <c:pt idx="90">
                <c:v>0.2216114889677111</c:v>
              </c:pt>
              <c:pt idx="91">
                <c:v>0.2216114889677111</c:v>
              </c:pt>
              <c:pt idx="92">
                <c:v>0.2216114889677111</c:v>
              </c:pt>
              <c:pt idx="93">
                <c:v>0.2216114889677111</c:v>
              </c:pt>
              <c:pt idx="94">
                <c:v>0.2216114889677111</c:v>
              </c:pt>
              <c:pt idx="95">
                <c:v>0.2216114889677111</c:v>
              </c:pt>
              <c:pt idx="96">
                <c:v>0.2216114889677111</c:v>
              </c:pt>
              <c:pt idx="97">
                <c:v>0.2216114889677111</c:v>
              </c:pt>
              <c:pt idx="98">
                <c:v>0.2216114889677111</c:v>
              </c:pt>
              <c:pt idx="99">
                <c:v>0.2216114889677111</c:v>
              </c:pt>
              <c:pt idx="100">
                <c:v>0.2216114889677111</c:v>
              </c:pt>
              <c:pt idx="101">
                <c:v>0.2216114889677111</c:v>
              </c:pt>
              <c:pt idx="102">
                <c:v>0.2216114889677111</c:v>
              </c:pt>
              <c:pt idx="103">
                <c:v>0.2216114889677111</c:v>
              </c:pt>
              <c:pt idx="104">
                <c:v>0.2216114889677111</c:v>
              </c:pt>
              <c:pt idx="105">
                <c:v>0.2216114889677111</c:v>
              </c:pt>
              <c:pt idx="106">
                <c:v>0.2216114889677111</c:v>
              </c:pt>
              <c:pt idx="107">
                <c:v>0.2216114889677111</c:v>
              </c:pt>
              <c:pt idx="108">
                <c:v>0.2216114889677111</c:v>
              </c:pt>
              <c:pt idx="109">
                <c:v>0.2216114889677111</c:v>
              </c:pt>
              <c:pt idx="110">
                <c:v>0.2216114889677111</c:v>
              </c:pt>
              <c:pt idx="111">
                <c:v>0.2216114889677111</c:v>
              </c:pt>
              <c:pt idx="112">
                <c:v>0.2216114889677111</c:v>
              </c:pt>
              <c:pt idx="113">
                <c:v>0.2216114889677111</c:v>
              </c:pt>
              <c:pt idx="114">
                <c:v>0.2216114889677111</c:v>
              </c:pt>
              <c:pt idx="115">
                <c:v>0.2216114889677111</c:v>
              </c:pt>
              <c:pt idx="116">
                <c:v>0.2216114889677111</c:v>
              </c:pt>
              <c:pt idx="117">
                <c:v>0.2216114889677111</c:v>
              </c:pt>
              <c:pt idx="118">
                <c:v>0.2216114889677111</c:v>
              </c:pt>
              <c:pt idx="119">
                <c:v>0.2216114889677111</c:v>
              </c:pt>
              <c:pt idx="120">
                <c:v>0.2216114889677111</c:v>
              </c:pt>
              <c:pt idx="121">
                <c:v>0.2216114889677111</c:v>
              </c:pt>
              <c:pt idx="122">
                <c:v>0.2216114889677111</c:v>
              </c:pt>
              <c:pt idx="123">
                <c:v>0.2216114889677111</c:v>
              </c:pt>
              <c:pt idx="124">
                <c:v>0.2216114889677111</c:v>
              </c:pt>
              <c:pt idx="125">
                <c:v>0.2216114889677111</c:v>
              </c:pt>
              <c:pt idx="126">
                <c:v>0.2216114889677111</c:v>
              </c:pt>
              <c:pt idx="127">
                <c:v>0.2216114889677111</c:v>
              </c:pt>
              <c:pt idx="128">
                <c:v>0.2216114889677111</c:v>
              </c:pt>
              <c:pt idx="129">
                <c:v>0.2216114889677111</c:v>
              </c:pt>
              <c:pt idx="130">
                <c:v>0.2216114889677111</c:v>
              </c:pt>
              <c:pt idx="131">
                <c:v>0.2216114889677111</c:v>
              </c:pt>
              <c:pt idx="132">
                <c:v>0.2216114889677111</c:v>
              </c:pt>
              <c:pt idx="133">
                <c:v>0.2216114889677111</c:v>
              </c:pt>
              <c:pt idx="134">
                <c:v>0.2216114889677111</c:v>
              </c:pt>
              <c:pt idx="135">
                <c:v>0.2216114889677111</c:v>
              </c:pt>
              <c:pt idx="136">
                <c:v>0.2216114889677111</c:v>
              </c:pt>
              <c:pt idx="137">
                <c:v>0.2216114889677111</c:v>
              </c:pt>
              <c:pt idx="138">
                <c:v>0.2216114889677111</c:v>
              </c:pt>
              <c:pt idx="139">
                <c:v>0.2216114889677111</c:v>
              </c:pt>
              <c:pt idx="140">
                <c:v>0.2216114889677111</c:v>
              </c:pt>
              <c:pt idx="141">
                <c:v>0.2216114889677111</c:v>
              </c:pt>
              <c:pt idx="142">
                <c:v>0.2216114889677111</c:v>
              </c:pt>
              <c:pt idx="143">
                <c:v>0.2216114889677111</c:v>
              </c:pt>
              <c:pt idx="144">
                <c:v>0.2216114889677111</c:v>
              </c:pt>
              <c:pt idx="145">
                <c:v>0.2216114889677111</c:v>
              </c:pt>
              <c:pt idx="146">
                <c:v>0.2216114889677111</c:v>
              </c:pt>
              <c:pt idx="147">
                <c:v>0.2216114889677111</c:v>
              </c:pt>
              <c:pt idx="148">
                <c:v>0.2216114889677111</c:v>
              </c:pt>
              <c:pt idx="149">
                <c:v>0.2216114889677111</c:v>
              </c:pt>
              <c:pt idx="150">
                <c:v>0.2216114889677111</c:v>
              </c:pt>
              <c:pt idx="151">
                <c:v>0.2216114889677111</c:v>
              </c:pt>
              <c:pt idx="152">
                <c:v>0.2216114889677111</c:v>
              </c:pt>
              <c:pt idx="153">
                <c:v>0.2216114889677111</c:v>
              </c:pt>
              <c:pt idx="154">
                <c:v>0.2216114889677111</c:v>
              </c:pt>
              <c:pt idx="155">
                <c:v>0.2216114889677111</c:v>
              </c:pt>
              <c:pt idx="156">
                <c:v>0.2216114889677111</c:v>
              </c:pt>
              <c:pt idx="157">
                <c:v>0.2216114889677111</c:v>
              </c:pt>
              <c:pt idx="158">
                <c:v>0.2216114889677111</c:v>
              </c:pt>
              <c:pt idx="159">
                <c:v>0.2216114889677111</c:v>
              </c:pt>
              <c:pt idx="160">
                <c:v>0.2216114889677111</c:v>
              </c:pt>
              <c:pt idx="161">
                <c:v>0.2216114889677111</c:v>
              </c:pt>
              <c:pt idx="162">
                <c:v>0.2216114889677111</c:v>
              </c:pt>
              <c:pt idx="163">
                <c:v>0.2216114889677111</c:v>
              </c:pt>
              <c:pt idx="164">
                <c:v>0.2216114889677111</c:v>
              </c:pt>
              <c:pt idx="165">
                <c:v>0.2216114889677111</c:v>
              </c:pt>
              <c:pt idx="166">
                <c:v>0.2216114889677111</c:v>
              </c:pt>
              <c:pt idx="167">
                <c:v>0.2216114889677111</c:v>
              </c:pt>
              <c:pt idx="168">
                <c:v>0.2216114889677111</c:v>
              </c:pt>
              <c:pt idx="169">
                <c:v>0.2216114889677111</c:v>
              </c:pt>
              <c:pt idx="170">
                <c:v>0.2216114889677111</c:v>
              </c:pt>
              <c:pt idx="171">
                <c:v>0.2216114889677111</c:v>
              </c:pt>
              <c:pt idx="172">
                <c:v>0.2216114889677111</c:v>
              </c:pt>
              <c:pt idx="173">
                <c:v>0.2216114889677111</c:v>
              </c:pt>
              <c:pt idx="174">
                <c:v>0.2216114889677111</c:v>
              </c:pt>
              <c:pt idx="175">
                <c:v>0.2216114889677111</c:v>
              </c:pt>
              <c:pt idx="176">
                <c:v>0.2216114889677111</c:v>
              </c:pt>
              <c:pt idx="177">
                <c:v>0.2216114889677111</c:v>
              </c:pt>
              <c:pt idx="178">
                <c:v>0.2216114889677111</c:v>
              </c:pt>
              <c:pt idx="179">
                <c:v>0.2216114889677111</c:v>
              </c:pt>
              <c:pt idx="180">
                <c:v>0.2216114889677111</c:v>
              </c:pt>
              <c:pt idx="181">
                <c:v>0.2216114889677111</c:v>
              </c:pt>
              <c:pt idx="182">
                <c:v>0.2216114889677111</c:v>
              </c:pt>
              <c:pt idx="183">
                <c:v>0.2216114889677111</c:v>
              </c:pt>
              <c:pt idx="184">
                <c:v>0.2216114889677111</c:v>
              </c:pt>
              <c:pt idx="185">
                <c:v>0.2216114889677111</c:v>
              </c:pt>
              <c:pt idx="186">
                <c:v>0.2216114889677111</c:v>
              </c:pt>
              <c:pt idx="187">
                <c:v>0.2216114889677111</c:v>
              </c:pt>
              <c:pt idx="188">
                <c:v>0.2216114889677111</c:v>
              </c:pt>
              <c:pt idx="189">
                <c:v>0.2216114889677111</c:v>
              </c:pt>
              <c:pt idx="190">
                <c:v>0.2216114889677111</c:v>
              </c:pt>
              <c:pt idx="191">
                <c:v>0.2216114889677111</c:v>
              </c:pt>
              <c:pt idx="192">
                <c:v>0.2216114889677111</c:v>
              </c:pt>
              <c:pt idx="193">
                <c:v>0.2216114889677111</c:v>
              </c:pt>
              <c:pt idx="194">
                <c:v>0.2216114889677111</c:v>
              </c:pt>
              <c:pt idx="195">
                <c:v>0.2216114889677111</c:v>
              </c:pt>
              <c:pt idx="196">
                <c:v>0.2216114889677111</c:v>
              </c:pt>
              <c:pt idx="197">
                <c:v>0.2216114889677111</c:v>
              </c:pt>
              <c:pt idx="198">
                <c:v>0.2216114889677111</c:v>
              </c:pt>
              <c:pt idx="199">
                <c:v>0.2216114889677111</c:v>
              </c:pt>
              <c:pt idx="200">
                <c:v>0.2216114889677111</c:v>
              </c:pt>
              <c:pt idx="201">
                <c:v>0.2216114889677111</c:v>
              </c:pt>
              <c:pt idx="202">
                <c:v>0.2216114889677111</c:v>
              </c:pt>
              <c:pt idx="203">
                <c:v>0.2216114889677111</c:v>
              </c:pt>
              <c:pt idx="204">
                <c:v>0.2216114889677111</c:v>
              </c:pt>
              <c:pt idx="205">
                <c:v>0.2216114889677111</c:v>
              </c:pt>
              <c:pt idx="206">
                <c:v>0.2216114889677111</c:v>
              </c:pt>
              <c:pt idx="207">
                <c:v>0.2216114889677111</c:v>
              </c:pt>
              <c:pt idx="208">
                <c:v>0.2216114889677111</c:v>
              </c:pt>
              <c:pt idx="209">
                <c:v>0.2216114889677111</c:v>
              </c:pt>
              <c:pt idx="210">
                <c:v>0.2216114889677111</c:v>
              </c:pt>
              <c:pt idx="211">
                <c:v>0.2216114889677111</c:v>
              </c:pt>
              <c:pt idx="212">
                <c:v>0.2216114889677111</c:v>
              </c:pt>
              <c:pt idx="213">
                <c:v>0.2216114889677111</c:v>
              </c:pt>
              <c:pt idx="214">
                <c:v>0.2216114889677111</c:v>
              </c:pt>
              <c:pt idx="215">
                <c:v>0.2216114889677111</c:v>
              </c:pt>
              <c:pt idx="216">
                <c:v>0.2216114889677111</c:v>
              </c:pt>
              <c:pt idx="217">
                <c:v>0.2216114889677111</c:v>
              </c:pt>
              <c:pt idx="218">
                <c:v>0.2216114889677111</c:v>
              </c:pt>
              <c:pt idx="219">
                <c:v>0.2216114889677111</c:v>
              </c:pt>
              <c:pt idx="220">
                <c:v>0.2216114889677111</c:v>
              </c:pt>
              <c:pt idx="221">
                <c:v>0.2216114889677111</c:v>
              </c:pt>
              <c:pt idx="222">
                <c:v>0.2216114889677111</c:v>
              </c:pt>
              <c:pt idx="223">
                <c:v>0.2216114889677111</c:v>
              </c:pt>
              <c:pt idx="224">
                <c:v>0.2216114889677111</c:v>
              </c:pt>
              <c:pt idx="225">
                <c:v>0.2216114889677111</c:v>
              </c:pt>
              <c:pt idx="226">
                <c:v>0.2216114889677111</c:v>
              </c:pt>
              <c:pt idx="227">
                <c:v>0.2216114889677111</c:v>
              </c:pt>
              <c:pt idx="228">
                <c:v>0.2216114889677111</c:v>
              </c:pt>
              <c:pt idx="229">
                <c:v>0.2216114889677111</c:v>
              </c:pt>
              <c:pt idx="230">
                <c:v>0.2216114889677111</c:v>
              </c:pt>
              <c:pt idx="231">
                <c:v>0.2216114889677111</c:v>
              </c:pt>
              <c:pt idx="232">
                <c:v>0.2216114889677111</c:v>
              </c:pt>
              <c:pt idx="233">
                <c:v>0.2216114889677111</c:v>
              </c:pt>
              <c:pt idx="234">
                <c:v>0.2216114889677111</c:v>
              </c:pt>
              <c:pt idx="235">
                <c:v>0.2216114889677111</c:v>
              </c:pt>
              <c:pt idx="236">
                <c:v>0.2216114889677111</c:v>
              </c:pt>
              <c:pt idx="237">
                <c:v>0.2216114889677111</c:v>
              </c:pt>
              <c:pt idx="238">
                <c:v>0.2216114889677111</c:v>
              </c:pt>
              <c:pt idx="239">
                <c:v>0.2216114889677111</c:v>
              </c:pt>
              <c:pt idx="240">
                <c:v>0.2216114889677111</c:v>
              </c:pt>
              <c:pt idx="241">
                <c:v>0.2216114889677111</c:v>
              </c:pt>
              <c:pt idx="242">
                <c:v>0.2216114889677111</c:v>
              </c:pt>
              <c:pt idx="243">
                <c:v>0.2216114889677111</c:v>
              </c:pt>
              <c:pt idx="244">
                <c:v>0.2216114889677111</c:v>
              </c:pt>
              <c:pt idx="245">
                <c:v>0.2216114889677111</c:v>
              </c:pt>
            </c:numLit>
          </c:yVal>
          <c:smooth val="0"/>
        </c:ser>
        <c:ser>
          <c:idx val="10"/>
          <c:order val="10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24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  <c:pt idx="81">
                <c:v>0</c:v>
              </c:pt>
              <c:pt idx="82">
                <c:v>0</c:v>
              </c:pt>
              <c:pt idx="83">
                <c:v>0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0</c:v>
              </c:pt>
              <c:pt idx="91">
                <c:v>0</c:v>
              </c:pt>
              <c:pt idx="92">
                <c:v>0</c:v>
              </c:pt>
              <c:pt idx="93">
                <c:v>0</c:v>
              </c:pt>
              <c:pt idx="94">
                <c:v>0</c:v>
              </c:pt>
              <c:pt idx="95">
                <c:v>0</c:v>
              </c:pt>
              <c:pt idx="96">
                <c:v>0</c:v>
              </c:pt>
              <c:pt idx="97">
                <c:v>0</c:v>
              </c:pt>
              <c:pt idx="98">
                <c:v>0</c:v>
              </c:pt>
              <c:pt idx="99">
                <c:v>0</c:v>
              </c:pt>
              <c:pt idx="100">
                <c:v>0</c:v>
              </c:pt>
              <c:pt idx="101">
                <c:v>0</c:v>
              </c:pt>
              <c:pt idx="102">
                <c:v>0</c:v>
              </c:pt>
              <c:pt idx="103">
                <c:v>0</c:v>
              </c:pt>
              <c:pt idx="104">
                <c:v>0</c:v>
              </c:pt>
              <c:pt idx="105">
                <c:v>0</c:v>
              </c:pt>
              <c:pt idx="106">
                <c:v>0</c:v>
              </c:pt>
              <c:pt idx="107">
                <c:v>0</c:v>
              </c:pt>
              <c:pt idx="108">
                <c:v>0</c:v>
              </c:pt>
              <c:pt idx="109">
                <c:v>0</c:v>
              </c:pt>
              <c:pt idx="110">
                <c:v>0</c:v>
              </c:pt>
              <c:pt idx="111">
                <c:v>0</c:v>
              </c:pt>
              <c:pt idx="112">
                <c:v>0</c:v>
              </c:pt>
              <c:pt idx="113">
                <c:v>0</c:v>
              </c:pt>
              <c:pt idx="114">
                <c:v>0</c:v>
              </c:pt>
              <c:pt idx="115">
                <c:v>0</c:v>
              </c:pt>
              <c:pt idx="116">
                <c:v>0</c:v>
              </c:pt>
              <c:pt idx="117">
                <c:v>0</c:v>
              </c:pt>
              <c:pt idx="118">
                <c:v>0</c:v>
              </c:pt>
              <c:pt idx="119">
                <c:v>0</c:v>
              </c:pt>
              <c:pt idx="120">
                <c:v>0</c:v>
              </c:pt>
              <c:pt idx="121">
                <c:v>0</c:v>
              </c:pt>
              <c:pt idx="122">
                <c:v>0</c:v>
              </c:pt>
              <c:pt idx="123">
                <c:v>0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0</c:v>
              </c:pt>
              <c:pt idx="130">
                <c:v>0</c:v>
              </c:pt>
              <c:pt idx="131">
                <c:v>0</c:v>
              </c:pt>
              <c:pt idx="132">
                <c:v>0</c:v>
              </c:pt>
              <c:pt idx="133">
                <c:v>0</c:v>
              </c:pt>
              <c:pt idx="134">
                <c:v>0</c:v>
              </c:pt>
              <c:pt idx="135">
                <c:v>0</c:v>
              </c:pt>
              <c:pt idx="136">
                <c:v>0</c:v>
              </c:pt>
              <c:pt idx="137">
                <c:v>0</c:v>
              </c:pt>
              <c:pt idx="138">
                <c:v>0</c:v>
              </c:pt>
              <c:pt idx="139">
                <c:v>0</c:v>
              </c:pt>
              <c:pt idx="140">
                <c:v>0</c:v>
              </c:pt>
              <c:pt idx="141">
                <c:v>0</c:v>
              </c:pt>
              <c:pt idx="142">
                <c:v>0</c:v>
              </c:pt>
              <c:pt idx="143">
                <c:v>0</c:v>
              </c:pt>
              <c:pt idx="144">
                <c:v>0</c:v>
              </c:pt>
              <c:pt idx="145">
                <c:v>0</c:v>
              </c:pt>
              <c:pt idx="146">
                <c:v>0</c:v>
              </c:pt>
              <c:pt idx="147">
                <c:v>0</c:v>
              </c:pt>
              <c:pt idx="148">
                <c:v>0</c:v>
              </c:pt>
              <c:pt idx="149">
                <c:v>0</c:v>
              </c:pt>
              <c:pt idx="150">
                <c:v>0</c:v>
              </c:pt>
              <c:pt idx="151">
                <c:v>0</c:v>
              </c:pt>
              <c:pt idx="152">
                <c:v>0</c:v>
              </c:pt>
              <c:pt idx="153">
                <c:v>0</c:v>
              </c:pt>
              <c:pt idx="154">
                <c:v>0</c:v>
              </c:pt>
              <c:pt idx="155">
                <c:v>0</c:v>
              </c:pt>
              <c:pt idx="156">
                <c:v>0</c:v>
              </c:pt>
              <c:pt idx="157">
                <c:v>0</c:v>
              </c:pt>
              <c:pt idx="158">
                <c:v>0</c:v>
              </c:pt>
              <c:pt idx="159">
                <c:v>0</c:v>
              </c:pt>
              <c:pt idx="160">
                <c:v>0</c:v>
              </c:pt>
              <c:pt idx="161">
                <c:v>0</c:v>
              </c:pt>
              <c:pt idx="162">
                <c:v>0</c:v>
              </c:pt>
              <c:pt idx="163">
                <c:v>0</c:v>
              </c:pt>
              <c:pt idx="164">
                <c:v>0</c:v>
              </c:pt>
              <c:pt idx="165">
                <c:v>0</c:v>
              </c:pt>
              <c:pt idx="166">
                <c:v>0</c:v>
              </c:pt>
              <c:pt idx="167">
                <c:v>0</c:v>
              </c:pt>
              <c:pt idx="168">
                <c:v>0</c:v>
              </c:pt>
              <c:pt idx="169">
                <c:v>0</c:v>
              </c:pt>
              <c:pt idx="170">
                <c:v>0</c:v>
              </c:pt>
              <c:pt idx="171">
                <c:v>0</c:v>
              </c:pt>
              <c:pt idx="172">
                <c:v>0</c:v>
              </c:pt>
              <c:pt idx="173">
                <c:v>0</c:v>
              </c:pt>
              <c:pt idx="174">
                <c:v>0</c:v>
              </c:pt>
              <c:pt idx="175">
                <c:v>0</c:v>
              </c:pt>
              <c:pt idx="176">
                <c:v>0</c:v>
              </c:pt>
              <c:pt idx="177">
                <c:v>0</c:v>
              </c:pt>
              <c:pt idx="178">
                <c:v>0</c:v>
              </c:pt>
              <c:pt idx="179">
                <c:v>0</c:v>
              </c:pt>
              <c:pt idx="180">
                <c:v>0</c:v>
              </c:pt>
              <c:pt idx="181">
                <c:v>0</c:v>
              </c:pt>
              <c:pt idx="182">
                <c:v>0</c:v>
              </c:pt>
              <c:pt idx="183">
                <c:v>0</c:v>
              </c:pt>
              <c:pt idx="184">
                <c:v>0</c:v>
              </c:pt>
              <c:pt idx="185">
                <c:v>0</c:v>
              </c:pt>
              <c:pt idx="186">
                <c:v>0</c:v>
              </c:pt>
              <c:pt idx="187">
                <c:v>0</c:v>
              </c:pt>
              <c:pt idx="188">
                <c:v>0</c:v>
              </c:pt>
              <c:pt idx="189">
                <c:v>0</c:v>
              </c:pt>
              <c:pt idx="190">
                <c:v>0</c:v>
              </c:pt>
              <c:pt idx="191">
                <c:v>0</c:v>
              </c:pt>
              <c:pt idx="192">
                <c:v>0</c:v>
              </c:pt>
              <c:pt idx="193">
                <c:v>0</c:v>
              </c:pt>
              <c:pt idx="194">
                <c:v>0</c:v>
              </c:pt>
              <c:pt idx="195">
                <c:v>0</c:v>
              </c:pt>
              <c:pt idx="196">
                <c:v>0</c:v>
              </c:pt>
              <c:pt idx="197">
                <c:v>0</c:v>
              </c:pt>
              <c:pt idx="198">
                <c:v>0</c:v>
              </c:pt>
              <c:pt idx="199">
                <c:v>0</c:v>
              </c:pt>
              <c:pt idx="200">
                <c:v>0</c:v>
              </c:pt>
              <c:pt idx="201">
                <c:v>0</c:v>
              </c:pt>
              <c:pt idx="202">
                <c:v>0</c:v>
              </c:pt>
              <c:pt idx="203">
                <c:v>0</c:v>
              </c:pt>
              <c:pt idx="204">
                <c:v>0</c:v>
              </c:pt>
              <c:pt idx="205">
                <c:v>0</c:v>
              </c:pt>
              <c:pt idx="206">
                <c:v>0</c:v>
              </c:pt>
              <c:pt idx="207">
                <c:v>0</c:v>
              </c:pt>
              <c:pt idx="208">
                <c:v>0</c:v>
              </c:pt>
              <c:pt idx="209">
                <c:v>0</c:v>
              </c:pt>
              <c:pt idx="210">
                <c:v>0</c:v>
              </c:pt>
              <c:pt idx="211">
                <c:v>0</c:v>
              </c:pt>
              <c:pt idx="212">
                <c:v>0</c:v>
              </c:pt>
              <c:pt idx="213">
                <c:v>0</c:v>
              </c:pt>
              <c:pt idx="214">
                <c:v>0</c:v>
              </c:pt>
              <c:pt idx="215">
                <c:v>0</c:v>
              </c:pt>
              <c:pt idx="216">
                <c:v>0</c:v>
              </c:pt>
              <c:pt idx="217">
                <c:v>0</c:v>
              </c:pt>
              <c:pt idx="218">
                <c:v>0</c:v>
              </c:pt>
              <c:pt idx="219">
                <c:v>0</c:v>
              </c:pt>
              <c:pt idx="220">
                <c:v>0</c:v>
              </c:pt>
              <c:pt idx="221">
                <c:v>0</c:v>
              </c:pt>
              <c:pt idx="222">
                <c:v>0</c:v>
              </c:pt>
              <c:pt idx="223">
                <c:v>0</c:v>
              </c:pt>
              <c:pt idx="224">
                <c:v>0</c:v>
              </c:pt>
              <c:pt idx="225">
                <c:v>0</c:v>
              </c:pt>
              <c:pt idx="226">
                <c:v>0</c:v>
              </c:pt>
              <c:pt idx="227">
                <c:v>0</c:v>
              </c:pt>
              <c:pt idx="228">
                <c:v>0</c:v>
              </c:pt>
              <c:pt idx="229">
                <c:v>0</c:v>
              </c:pt>
              <c:pt idx="230">
                <c:v>0</c:v>
              </c:pt>
              <c:pt idx="231">
                <c:v>0</c:v>
              </c:pt>
              <c:pt idx="232">
                <c:v>0</c:v>
              </c:pt>
              <c:pt idx="233">
                <c:v>0</c:v>
              </c:pt>
              <c:pt idx="234">
                <c:v>0</c:v>
              </c:pt>
              <c:pt idx="235">
                <c:v>0</c:v>
              </c:pt>
              <c:pt idx="236">
                <c:v>0</c:v>
              </c:pt>
              <c:pt idx="237">
                <c:v>0</c:v>
              </c:pt>
              <c:pt idx="238">
                <c:v>0</c:v>
              </c:pt>
              <c:pt idx="239">
                <c:v>0</c:v>
              </c:pt>
              <c:pt idx="240">
                <c:v>0</c:v>
              </c:pt>
              <c:pt idx="241">
                <c:v>0</c:v>
              </c:pt>
              <c:pt idx="242">
                <c:v>0</c:v>
              </c:pt>
              <c:pt idx="243">
                <c:v>0</c:v>
              </c:pt>
              <c:pt idx="244">
                <c:v>0</c:v>
              </c:pt>
              <c:pt idx="245">
                <c:v>0</c:v>
              </c:pt>
            </c:numLit>
          </c:xVal>
          <c:yVal>
            <c:numLit>
              <c:formatCode>0.0</c:formatCode>
              <c:ptCount val="246"/>
              <c:pt idx="0">
                <c:v>2.878988838997689</c:v>
              </c:pt>
              <c:pt idx="1">
                <c:v>2.878988838997689</c:v>
              </c:pt>
              <c:pt idx="2">
                <c:v>2.878988838997689</c:v>
              </c:pt>
              <c:pt idx="3">
                <c:v>2.878988838997689</c:v>
              </c:pt>
              <c:pt idx="4">
                <c:v>2.878988838997689</c:v>
              </c:pt>
              <c:pt idx="5">
                <c:v>2.878988838997689</c:v>
              </c:pt>
              <c:pt idx="6">
                <c:v>2.878988838997689</c:v>
              </c:pt>
              <c:pt idx="7">
                <c:v>2.878988838997689</c:v>
              </c:pt>
              <c:pt idx="8">
                <c:v>2.878988838997689</c:v>
              </c:pt>
              <c:pt idx="9">
                <c:v>2.878988838997689</c:v>
              </c:pt>
              <c:pt idx="10">
                <c:v>2.878988838997689</c:v>
              </c:pt>
              <c:pt idx="11">
                <c:v>2.878988838997689</c:v>
              </c:pt>
              <c:pt idx="12">
                <c:v>2.878988838997689</c:v>
              </c:pt>
              <c:pt idx="13">
                <c:v>2.878988838997689</c:v>
              </c:pt>
              <c:pt idx="14">
                <c:v>2.878988838997689</c:v>
              </c:pt>
              <c:pt idx="15">
                <c:v>2.878988838997689</c:v>
              </c:pt>
              <c:pt idx="16">
                <c:v>2.878988838997689</c:v>
              </c:pt>
              <c:pt idx="17">
                <c:v>2.878988838997689</c:v>
              </c:pt>
              <c:pt idx="18">
                <c:v>2.878988838997689</c:v>
              </c:pt>
              <c:pt idx="19">
                <c:v>2.878988838997689</c:v>
              </c:pt>
              <c:pt idx="20">
                <c:v>2.878988838997689</c:v>
              </c:pt>
              <c:pt idx="21">
                <c:v>2.878988838997689</c:v>
              </c:pt>
              <c:pt idx="22">
                <c:v>2.878988838997689</c:v>
              </c:pt>
              <c:pt idx="23">
                <c:v>2.878988838997689</c:v>
              </c:pt>
              <c:pt idx="24">
                <c:v>2.878988838997689</c:v>
              </c:pt>
              <c:pt idx="25">
                <c:v>2.878988838997689</c:v>
              </c:pt>
              <c:pt idx="26">
                <c:v>2.878988838997689</c:v>
              </c:pt>
              <c:pt idx="27">
                <c:v>2.878988838997689</c:v>
              </c:pt>
              <c:pt idx="28">
                <c:v>2.878988838997689</c:v>
              </c:pt>
              <c:pt idx="29">
                <c:v>2.878988838997689</c:v>
              </c:pt>
              <c:pt idx="30">
                <c:v>2.878988838997689</c:v>
              </c:pt>
              <c:pt idx="31">
                <c:v>2.878988838997689</c:v>
              </c:pt>
              <c:pt idx="32">
                <c:v>2.878988838997689</c:v>
              </c:pt>
              <c:pt idx="33">
                <c:v>2.878988838997689</c:v>
              </c:pt>
              <c:pt idx="34">
                <c:v>2.878988838997689</c:v>
              </c:pt>
              <c:pt idx="35">
                <c:v>2.878988838997689</c:v>
              </c:pt>
              <c:pt idx="36">
                <c:v>2.878988838997689</c:v>
              </c:pt>
              <c:pt idx="37">
                <c:v>2.878988838997689</c:v>
              </c:pt>
              <c:pt idx="38">
                <c:v>2.878988838997689</c:v>
              </c:pt>
              <c:pt idx="39">
                <c:v>2.878988838997689</c:v>
              </c:pt>
              <c:pt idx="40">
                <c:v>2.878988838997689</c:v>
              </c:pt>
              <c:pt idx="41">
                <c:v>2.878988838997689</c:v>
              </c:pt>
              <c:pt idx="42">
                <c:v>2.878988838997689</c:v>
              </c:pt>
              <c:pt idx="43">
                <c:v>2.878988838997689</c:v>
              </c:pt>
              <c:pt idx="44">
                <c:v>2.878988838997689</c:v>
              </c:pt>
              <c:pt idx="45">
                <c:v>2.878988838997689</c:v>
              </c:pt>
              <c:pt idx="46">
                <c:v>2.878988838997689</c:v>
              </c:pt>
              <c:pt idx="47">
                <c:v>2.878988838997689</c:v>
              </c:pt>
              <c:pt idx="48">
                <c:v>2.878988838997689</c:v>
              </c:pt>
              <c:pt idx="49">
                <c:v>2.878988838997689</c:v>
              </c:pt>
              <c:pt idx="50">
                <c:v>2.878988838997689</c:v>
              </c:pt>
              <c:pt idx="51">
                <c:v>2.878988838997689</c:v>
              </c:pt>
              <c:pt idx="52">
                <c:v>2.878988838997689</c:v>
              </c:pt>
              <c:pt idx="53">
                <c:v>2.878988838997689</c:v>
              </c:pt>
              <c:pt idx="54">
                <c:v>2.878988838997689</c:v>
              </c:pt>
              <c:pt idx="55">
                <c:v>2.878988838997689</c:v>
              </c:pt>
              <c:pt idx="56">
                <c:v>2.878988838997689</c:v>
              </c:pt>
              <c:pt idx="57">
                <c:v>2.878988838997689</c:v>
              </c:pt>
              <c:pt idx="58">
                <c:v>2.878988838997689</c:v>
              </c:pt>
              <c:pt idx="59">
                <c:v>2.878988838997689</c:v>
              </c:pt>
              <c:pt idx="60">
                <c:v>2.878988838997689</c:v>
              </c:pt>
              <c:pt idx="61">
                <c:v>2.878988838997689</c:v>
              </c:pt>
              <c:pt idx="62">
                <c:v>2.878988838997689</c:v>
              </c:pt>
              <c:pt idx="63">
                <c:v>2.878988838997689</c:v>
              </c:pt>
              <c:pt idx="64">
                <c:v>2.878988838997689</c:v>
              </c:pt>
              <c:pt idx="65">
                <c:v>2.878988838997689</c:v>
              </c:pt>
              <c:pt idx="66">
                <c:v>2.878988838997689</c:v>
              </c:pt>
              <c:pt idx="67">
                <c:v>2.878988838997689</c:v>
              </c:pt>
              <c:pt idx="68">
                <c:v>2.878988838997689</c:v>
              </c:pt>
              <c:pt idx="69">
                <c:v>2.878988838997689</c:v>
              </c:pt>
              <c:pt idx="70">
                <c:v>2.878988838997689</c:v>
              </c:pt>
              <c:pt idx="71">
                <c:v>2.878988838997689</c:v>
              </c:pt>
              <c:pt idx="72">
                <c:v>2.878988838997689</c:v>
              </c:pt>
              <c:pt idx="73">
                <c:v>2.878988838997689</c:v>
              </c:pt>
              <c:pt idx="74">
                <c:v>2.878988838997689</c:v>
              </c:pt>
              <c:pt idx="75">
                <c:v>2.878988838997689</c:v>
              </c:pt>
              <c:pt idx="76">
                <c:v>2.878988838997689</c:v>
              </c:pt>
              <c:pt idx="77">
                <c:v>2.878988838997689</c:v>
              </c:pt>
              <c:pt idx="78">
                <c:v>2.878988838997689</c:v>
              </c:pt>
              <c:pt idx="79">
                <c:v>2.878988838997689</c:v>
              </c:pt>
              <c:pt idx="80">
                <c:v>2.878988838997689</c:v>
              </c:pt>
              <c:pt idx="81">
                <c:v>2.878988838997689</c:v>
              </c:pt>
              <c:pt idx="82">
                <c:v>2.878988838997689</c:v>
              </c:pt>
              <c:pt idx="83">
                <c:v>2.878988838997689</c:v>
              </c:pt>
              <c:pt idx="84">
                <c:v>2.878988838997689</c:v>
              </c:pt>
              <c:pt idx="85">
                <c:v>2.878988838997689</c:v>
              </c:pt>
              <c:pt idx="86">
                <c:v>2.878988838997689</c:v>
              </c:pt>
              <c:pt idx="87">
                <c:v>2.878988838997689</c:v>
              </c:pt>
              <c:pt idx="88">
                <c:v>2.878988838997689</c:v>
              </c:pt>
              <c:pt idx="89">
                <c:v>2.878988838997689</c:v>
              </c:pt>
              <c:pt idx="90">
                <c:v>2.878988838997689</c:v>
              </c:pt>
              <c:pt idx="91">
                <c:v>2.878988838997689</c:v>
              </c:pt>
              <c:pt idx="92">
                <c:v>2.878988838997689</c:v>
              </c:pt>
              <c:pt idx="93">
                <c:v>2.878988838997689</c:v>
              </c:pt>
              <c:pt idx="94">
                <c:v>2.878988838997689</c:v>
              </c:pt>
              <c:pt idx="95">
                <c:v>2.878988838997689</c:v>
              </c:pt>
              <c:pt idx="96">
                <c:v>2.878988838997689</c:v>
              </c:pt>
              <c:pt idx="97">
                <c:v>2.878988838997689</c:v>
              </c:pt>
              <c:pt idx="98">
                <c:v>2.878988838997689</c:v>
              </c:pt>
              <c:pt idx="99">
                <c:v>2.878988838997689</c:v>
              </c:pt>
              <c:pt idx="100">
                <c:v>2.878988838997689</c:v>
              </c:pt>
              <c:pt idx="101">
                <c:v>2.878988838997689</c:v>
              </c:pt>
              <c:pt idx="102">
                <c:v>2.878988838997689</c:v>
              </c:pt>
              <c:pt idx="103">
                <c:v>2.878988838997689</c:v>
              </c:pt>
              <c:pt idx="104">
                <c:v>2.878988838997689</c:v>
              </c:pt>
              <c:pt idx="105">
                <c:v>2.878988838997689</c:v>
              </c:pt>
              <c:pt idx="106">
                <c:v>2.878988838997689</c:v>
              </c:pt>
              <c:pt idx="107">
                <c:v>2.878988838997689</c:v>
              </c:pt>
              <c:pt idx="108">
                <c:v>2.878988838997689</c:v>
              </c:pt>
              <c:pt idx="109">
                <c:v>2.878988838997689</c:v>
              </c:pt>
              <c:pt idx="110">
                <c:v>2.878988838997689</c:v>
              </c:pt>
              <c:pt idx="111">
                <c:v>2.878988838997689</c:v>
              </c:pt>
              <c:pt idx="112">
                <c:v>2.878988838997689</c:v>
              </c:pt>
              <c:pt idx="113">
                <c:v>2.878988838997689</c:v>
              </c:pt>
              <c:pt idx="114">
                <c:v>2.878988838997689</c:v>
              </c:pt>
              <c:pt idx="115">
                <c:v>2.878988838997689</c:v>
              </c:pt>
              <c:pt idx="116">
                <c:v>2.878988838997689</c:v>
              </c:pt>
              <c:pt idx="117">
                <c:v>2.878988838997689</c:v>
              </c:pt>
              <c:pt idx="118">
                <c:v>2.878988838997689</c:v>
              </c:pt>
              <c:pt idx="119">
                <c:v>2.878988838997689</c:v>
              </c:pt>
              <c:pt idx="120">
                <c:v>2.878988838997689</c:v>
              </c:pt>
              <c:pt idx="121">
                <c:v>2.878988838997689</c:v>
              </c:pt>
              <c:pt idx="122">
                <c:v>2.878988838997689</c:v>
              </c:pt>
              <c:pt idx="123">
                <c:v>2.878988838997689</c:v>
              </c:pt>
              <c:pt idx="124">
                <c:v>2.878988838997689</c:v>
              </c:pt>
              <c:pt idx="125">
                <c:v>2.878988838997689</c:v>
              </c:pt>
              <c:pt idx="126">
                <c:v>2.878988838997689</c:v>
              </c:pt>
              <c:pt idx="127">
                <c:v>2.878988838997689</c:v>
              </c:pt>
              <c:pt idx="128">
                <c:v>2.878988838997689</c:v>
              </c:pt>
              <c:pt idx="129">
                <c:v>2.878988838997689</c:v>
              </c:pt>
              <c:pt idx="130">
                <c:v>2.878988838997689</c:v>
              </c:pt>
              <c:pt idx="131">
                <c:v>2.878988838997689</c:v>
              </c:pt>
              <c:pt idx="132">
                <c:v>2.878988838997689</c:v>
              </c:pt>
              <c:pt idx="133">
                <c:v>2.878988838997689</c:v>
              </c:pt>
              <c:pt idx="134">
                <c:v>2.878988838997689</c:v>
              </c:pt>
              <c:pt idx="135">
                <c:v>2.878988838997689</c:v>
              </c:pt>
              <c:pt idx="136">
                <c:v>2.878988838997689</c:v>
              </c:pt>
              <c:pt idx="137">
                <c:v>2.878988838997689</c:v>
              </c:pt>
              <c:pt idx="138">
                <c:v>2.878988838997689</c:v>
              </c:pt>
              <c:pt idx="139">
                <c:v>2.878988838997689</c:v>
              </c:pt>
              <c:pt idx="140">
                <c:v>2.878988838997689</c:v>
              </c:pt>
              <c:pt idx="141">
                <c:v>2.878988838997689</c:v>
              </c:pt>
              <c:pt idx="142">
                <c:v>2.878988838997689</c:v>
              </c:pt>
              <c:pt idx="143">
                <c:v>2.878988838997689</c:v>
              </c:pt>
              <c:pt idx="144">
                <c:v>2.878988838997689</c:v>
              </c:pt>
              <c:pt idx="145">
                <c:v>2.878988838997689</c:v>
              </c:pt>
              <c:pt idx="146">
                <c:v>2.878988838997689</c:v>
              </c:pt>
              <c:pt idx="147">
                <c:v>2.878988838997689</c:v>
              </c:pt>
              <c:pt idx="148">
                <c:v>2.878988838997689</c:v>
              </c:pt>
              <c:pt idx="149">
                <c:v>2.878988838997689</c:v>
              </c:pt>
              <c:pt idx="150">
                <c:v>2.878988838997689</c:v>
              </c:pt>
              <c:pt idx="151">
                <c:v>2.878988838997689</c:v>
              </c:pt>
              <c:pt idx="152">
                <c:v>2.878988838997689</c:v>
              </c:pt>
              <c:pt idx="153">
                <c:v>2.878988838997689</c:v>
              </c:pt>
              <c:pt idx="154">
                <c:v>2.878988838997689</c:v>
              </c:pt>
              <c:pt idx="155">
                <c:v>2.878988838997689</c:v>
              </c:pt>
              <c:pt idx="156">
                <c:v>2.878988838997689</c:v>
              </c:pt>
              <c:pt idx="157">
                <c:v>2.878988838997689</c:v>
              </c:pt>
              <c:pt idx="158">
                <c:v>2.878988838997689</c:v>
              </c:pt>
              <c:pt idx="159">
                <c:v>2.878988838997689</c:v>
              </c:pt>
              <c:pt idx="160">
                <c:v>2.878988838997689</c:v>
              </c:pt>
              <c:pt idx="161">
                <c:v>2.878988838997689</c:v>
              </c:pt>
              <c:pt idx="162">
                <c:v>2.878988838997689</c:v>
              </c:pt>
              <c:pt idx="163">
                <c:v>2.878988838997689</c:v>
              </c:pt>
              <c:pt idx="164">
                <c:v>2.878988838997689</c:v>
              </c:pt>
              <c:pt idx="165">
                <c:v>2.878988838997689</c:v>
              </c:pt>
              <c:pt idx="166">
                <c:v>2.878988838997689</c:v>
              </c:pt>
              <c:pt idx="167">
                <c:v>2.878988838997689</c:v>
              </c:pt>
              <c:pt idx="168">
                <c:v>2.878988838997689</c:v>
              </c:pt>
              <c:pt idx="169">
                <c:v>2.878988838997689</c:v>
              </c:pt>
              <c:pt idx="170">
                <c:v>2.878988838997689</c:v>
              </c:pt>
              <c:pt idx="171">
                <c:v>2.878988838997689</c:v>
              </c:pt>
              <c:pt idx="172">
                <c:v>2.878988838997689</c:v>
              </c:pt>
              <c:pt idx="173">
                <c:v>2.878988838997689</c:v>
              </c:pt>
              <c:pt idx="174">
                <c:v>2.878988838997689</c:v>
              </c:pt>
              <c:pt idx="175">
                <c:v>2.878988838997689</c:v>
              </c:pt>
              <c:pt idx="176">
                <c:v>2.878988838997689</c:v>
              </c:pt>
              <c:pt idx="177">
                <c:v>2.878988838997689</c:v>
              </c:pt>
              <c:pt idx="178">
                <c:v>2.878988838997689</c:v>
              </c:pt>
              <c:pt idx="179">
                <c:v>2.878988838997689</c:v>
              </c:pt>
              <c:pt idx="180">
                <c:v>2.878988838997689</c:v>
              </c:pt>
              <c:pt idx="181">
                <c:v>2.878988838997689</c:v>
              </c:pt>
              <c:pt idx="182">
                <c:v>2.878988838997689</c:v>
              </c:pt>
              <c:pt idx="183">
                <c:v>2.878988838997689</c:v>
              </c:pt>
              <c:pt idx="184">
                <c:v>2.878988838997689</c:v>
              </c:pt>
              <c:pt idx="185">
                <c:v>2.878988838997689</c:v>
              </c:pt>
              <c:pt idx="186">
                <c:v>2.878988838997689</c:v>
              </c:pt>
              <c:pt idx="187">
                <c:v>2.878988838997689</c:v>
              </c:pt>
              <c:pt idx="188">
                <c:v>2.878988838997689</c:v>
              </c:pt>
              <c:pt idx="189">
                <c:v>2.878988838997689</c:v>
              </c:pt>
              <c:pt idx="190">
                <c:v>2.878988838997689</c:v>
              </c:pt>
              <c:pt idx="191">
                <c:v>2.878988838997689</c:v>
              </c:pt>
              <c:pt idx="192">
                <c:v>2.878988838997689</c:v>
              </c:pt>
              <c:pt idx="193">
                <c:v>2.878988838997689</c:v>
              </c:pt>
              <c:pt idx="194">
                <c:v>2.878988838997689</c:v>
              </c:pt>
              <c:pt idx="195">
                <c:v>2.878988838997689</c:v>
              </c:pt>
              <c:pt idx="196">
                <c:v>2.878988838997689</c:v>
              </c:pt>
              <c:pt idx="197">
                <c:v>2.878988838997689</c:v>
              </c:pt>
              <c:pt idx="198">
                <c:v>2.878988838997689</c:v>
              </c:pt>
              <c:pt idx="199">
                <c:v>2.878988838997689</c:v>
              </c:pt>
              <c:pt idx="200">
                <c:v>2.878988838997689</c:v>
              </c:pt>
              <c:pt idx="201">
                <c:v>2.878988838997689</c:v>
              </c:pt>
              <c:pt idx="202">
                <c:v>2.878988838997689</c:v>
              </c:pt>
              <c:pt idx="203">
                <c:v>2.878988838997689</c:v>
              </c:pt>
              <c:pt idx="204">
                <c:v>2.878988838997689</c:v>
              </c:pt>
              <c:pt idx="205">
                <c:v>2.878988838997689</c:v>
              </c:pt>
              <c:pt idx="206">
                <c:v>2.878988838997689</c:v>
              </c:pt>
              <c:pt idx="207">
                <c:v>2.878988838997689</c:v>
              </c:pt>
              <c:pt idx="208">
                <c:v>2.878988838997689</c:v>
              </c:pt>
              <c:pt idx="209">
                <c:v>2.878988838997689</c:v>
              </c:pt>
              <c:pt idx="210">
                <c:v>2.878988838997689</c:v>
              </c:pt>
              <c:pt idx="211">
                <c:v>2.878988838997689</c:v>
              </c:pt>
              <c:pt idx="212">
                <c:v>2.878988838997689</c:v>
              </c:pt>
              <c:pt idx="213">
                <c:v>2.878988838997689</c:v>
              </c:pt>
              <c:pt idx="214">
                <c:v>2.878988838997689</c:v>
              </c:pt>
              <c:pt idx="215">
                <c:v>2.878988838997689</c:v>
              </c:pt>
              <c:pt idx="216">
                <c:v>2.878988838997689</c:v>
              </c:pt>
              <c:pt idx="217">
                <c:v>2.878988838997689</c:v>
              </c:pt>
              <c:pt idx="218">
                <c:v>2.878988838997689</c:v>
              </c:pt>
              <c:pt idx="219">
                <c:v>2.878988838997689</c:v>
              </c:pt>
              <c:pt idx="220">
                <c:v>2.878988838997689</c:v>
              </c:pt>
              <c:pt idx="221">
                <c:v>2.878988838997689</c:v>
              </c:pt>
              <c:pt idx="222">
                <c:v>2.878988838997689</c:v>
              </c:pt>
              <c:pt idx="223">
                <c:v>2.878988838997689</c:v>
              </c:pt>
              <c:pt idx="224">
                <c:v>2.878988838997689</c:v>
              </c:pt>
              <c:pt idx="225">
                <c:v>2.878988838997689</c:v>
              </c:pt>
              <c:pt idx="226">
                <c:v>2.878988838997689</c:v>
              </c:pt>
              <c:pt idx="227">
                <c:v>2.878988838997689</c:v>
              </c:pt>
              <c:pt idx="228">
                <c:v>2.878988838997689</c:v>
              </c:pt>
              <c:pt idx="229">
                <c:v>2.878988838997689</c:v>
              </c:pt>
              <c:pt idx="230">
                <c:v>2.878988838997689</c:v>
              </c:pt>
              <c:pt idx="231">
                <c:v>2.878988838997689</c:v>
              </c:pt>
              <c:pt idx="232">
                <c:v>2.878988838997689</c:v>
              </c:pt>
              <c:pt idx="233">
                <c:v>2.878988838997689</c:v>
              </c:pt>
              <c:pt idx="234">
                <c:v>2.878988838997689</c:v>
              </c:pt>
              <c:pt idx="235">
                <c:v>2.878988838997689</c:v>
              </c:pt>
              <c:pt idx="236">
                <c:v>2.878988838997689</c:v>
              </c:pt>
              <c:pt idx="237">
                <c:v>2.878988838997689</c:v>
              </c:pt>
              <c:pt idx="238">
                <c:v>2.878988838997689</c:v>
              </c:pt>
              <c:pt idx="239">
                <c:v>2.878988838997689</c:v>
              </c:pt>
              <c:pt idx="240">
                <c:v>2.878988838997689</c:v>
              </c:pt>
              <c:pt idx="241">
                <c:v>2.878988838997689</c:v>
              </c:pt>
              <c:pt idx="242">
                <c:v>2.878988838997689</c:v>
              </c:pt>
              <c:pt idx="243">
                <c:v>2.878988838997689</c:v>
              </c:pt>
              <c:pt idx="244">
                <c:v>2.878988838997689</c:v>
              </c:pt>
              <c:pt idx="245">
                <c:v>2.878988838997689</c:v>
              </c:pt>
            </c:numLit>
          </c:yVal>
          <c:smooth val="0"/>
        </c:ser>
        <c:ser>
          <c:idx val="11"/>
          <c:order val="11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246"/>
              <c:pt idx="0">
                <c:v>4.321746802464266</c:v>
              </c:pt>
              <c:pt idx="1">
                <c:v>4.321746802464266</c:v>
              </c:pt>
              <c:pt idx="2">
                <c:v>4.321746802464266</c:v>
              </c:pt>
              <c:pt idx="3">
                <c:v>4.321746802464266</c:v>
              </c:pt>
              <c:pt idx="4">
                <c:v>4.321746802464266</c:v>
              </c:pt>
              <c:pt idx="5">
                <c:v>4.321746802464266</c:v>
              </c:pt>
              <c:pt idx="6">
                <c:v>4.321746802464266</c:v>
              </c:pt>
              <c:pt idx="7">
                <c:v>4.321746802464266</c:v>
              </c:pt>
              <c:pt idx="8">
                <c:v>4.321746802464266</c:v>
              </c:pt>
              <c:pt idx="9">
                <c:v>4.321746802464266</c:v>
              </c:pt>
              <c:pt idx="10">
                <c:v>4.321746802464266</c:v>
              </c:pt>
              <c:pt idx="11">
                <c:v>4.321746802464266</c:v>
              </c:pt>
              <c:pt idx="12">
                <c:v>4.321746802464266</c:v>
              </c:pt>
              <c:pt idx="13">
                <c:v>4.321746802464266</c:v>
              </c:pt>
              <c:pt idx="14">
                <c:v>4.321746802464266</c:v>
              </c:pt>
              <c:pt idx="15">
                <c:v>4.321746802464266</c:v>
              </c:pt>
              <c:pt idx="16">
                <c:v>4.321746802464266</c:v>
              </c:pt>
              <c:pt idx="17">
                <c:v>4.321746802464266</c:v>
              </c:pt>
              <c:pt idx="18">
                <c:v>4.321746802464266</c:v>
              </c:pt>
              <c:pt idx="19">
                <c:v>4.321746802464266</c:v>
              </c:pt>
              <c:pt idx="20">
                <c:v>4.321746802464266</c:v>
              </c:pt>
              <c:pt idx="21">
                <c:v>4.321746802464266</c:v>
              </c:pt>
              <c:pt idx="22">
                <c:v>4.321746802464266</c:v>
              </c:pt>
              <c:pt idx="23">
                <c:v>4.321746802464266</c:v>
              </c:pt>
              <c:pt idx="24">
                <c:v>4.321746802464266</c:v>
              </c:pt>
              <c:pt idx="25">
                <c:v>4.321746802464266</c:v>
              </c:pt>
              <c:pt idx="26">
                <c:v>4.321746802464266</c:v>
              </c:pt>
              <c:pt idx="27">
                <c:v>4.321746802464266</c:v>
              </c:pt>
              <c:pt idx="28">
                <c:v>4.321746802464266</c:v>
              </c:pt>
              <c:pt idx="29">
                <c:v>4.321746802464266</c:v>
              </c:pt>
              <c:pt idx="30">
                <c:v>4.321746802464266</c:v>
              </c:pt>
              <c:pt idx="31">
                <c:v>4.321746802464266</c:v>
              </c:pt>
              <c:pt idx="32">
                <c:v>4.321746802464266</c:v>
              </c:pt>
              <c:pt idx="33">
                <c:v>4.321746802464266</c:v>
              </c:pt>
              <c:pt idx="34">
                <c:v>4.321746802464266</c:v>
              </c:pt>
              <c:pt idx="35">
                <c:v>4.321746802464266</c:v>
              </c:pt>
              <c:pt idx="36">
                <c:v>4.321746802464266</c:v>
              </c:pt>
              <c:pt idx="37">
                <c:v>4.321746802464266</c:v>
              </c:pt>
              <c:pt idx="38">
                <c:v>4.321746802464266</c:v>
              </c:pt>
              <c:pt idx="39">
                <c:v>4.321746802464266</c:v>
              </c:pt>
              <c:pt idx="40">
                <c:v>4.321746802464266</c:v>
              </c:pt>
              <c:pt idx="41">
                <c:v>4.321746802464266</c:v>
              </c:pt>
              <c:pt idx="42">
                <c:v>4.321746802464266</c:v>
              </c:pt>
              <c:pt idx="43">
                <c:v>4.321746802464266</c:v>
              </c:pt>
              <c:pt idx="44">
                <c:v>4.321746802464266</c:v>
              </c:pt>
              <c:pt idx="45">
                <c:v>4.321746802464266</c:v>
              </c:pt>
              <c:pt idx="46">
                <c:v>4.321746802464266</c:v>
              </c:pt>
              <c:pt idx="47">
                <c:v>4.321746802464266</c:v>
              </c:pt>
              <c:pt idx="48">
                <c:v>4.321746802464266</c:v>
              </c:pt>
              <c:pt idx="49">
                <c:v>4.321746802464266</c:v>
              </c:pt>
              <c:pt idx="50">
                <c:v>4.321746802464266</c:v>
              </c:pt>
              <c:pt idx="51">
                <c:v>4.321746802464266</c:v>
              </c:pt>
              <c:pt idx="52">
                <c:v>4.321746802464266</c:v>
              </c:pt>
              <c:pt idx="53">
                <c:v>4.321746802464266</c:v>
              </c:pt>
              <c:pt idx="54">
                <c:v>4.321746802464266</c:v>
              </c:pt>
              <c:pt idx="55">
                <c:v>4.321746802464266</c:v>
              </c:pt>
              <c:pt idx="56">
                <c:v>4.321746802464266</c:v>
              </c:pt>
              <c:pt idx="57">
                <c:v>4.321746802464266</c:v>
              </c:pt>
              <c:pt idx="58">
                <c:v>4.321746802464266</c:v>
              </c:pt>
              <c:pt idx="59">
                <c:v>4.321746802464266</c:v>
              </c:pt>
              <c:pt idx="60">
                <c:v>4.321746802464266</c:v>
              </c:pt>
              <c:pt idx="61">
                <c:v>4.321746802464266</c:v>
              </c:pt>
              <c:pt idx="62">
                <c:v>4.321746802464266</c:v>
              </c:pt>
              <c:pt idx="63">
                <c:v>4.321746802464266</c:v>
              </c:pt>
              <c:pt idx="64">
                <c:v>4.321746802464266</c:v>
              </c:pt>
              <c:pt idx="65">
                <c:v>4.321746802464266</c:v>
              </c:pt>
              <c:pt idx="66">
                <c:v>4.321746802464266</c:v>
              </c:pt>
              <c:pt idx="67">
                <c:v>4.321746802464266</c:v>
              </c:pt>
              <c:pt idx="68">
                <c:v>4.321746802464266</c:v>
              </c:pt>
              <c:pt idx="69">
                <c:v>4.321746802464266</c:v>
              </c:pt>
              <c:pt idx="70">
                <c:v>4.321746802464266</c:v>
              </c:pt>
              <c:pt idx="71">
                <c:v>4.321746802464266</c:v>
              </c:pt>
              <c:pt idx="72">
                <c:v>4.321746802464266</c:v>
              </c:pt>
              <c:pt idx="73">
                <c:v>4.321746802464266</c:v>
              </c:pt>
              <c:pt idx="74">
                <c:v>4.321746802464266</c:v>
              </c:pt>
              <c:pt idx="75">
                <c:v>4.321746802464266</c:v>
              </c:pt>
              <c:pt idx="76">
                <c:v>4.321746802464266</c:v>
              </c:pt>
              <c:pt idx="77">
                <c:v>4.321746802464266</c:v>
              </c:pt>
              <c:pt idx="78">
                <c:v>4.321746802464266</c:v>
              </c:pt>
              <c:pt idx="79">
                <c:v>4.321746802464266</c:v>
              </c:pt>
              <c:pt idx="80">
                <c:v>4.321746802464266</c:v>
              </c:pt>
              <c:pt idx="81">
                <c:v>4.321746802464266</c:v>
              </c:pt>
              <c:pt idx="82">
                <c:v>4.321746802464266</c:v>
              </c:pt>
              <c:pt idx="83">
                <c:v>4.321746802464266</c:v>
              </c:pt>
              <c:pt idx="84">
                <c:v>4.321746802464266</c:v>
              </c:pt>
              <c:pt idx="85">
                <c:v>4.321746802464266</c:v>
              </c:pt>
              <c:pt idx="86">
                <c:v>4.321746802464266</c:v>
              </c:pt>
              <c:pt idx="87">
                <c:v>4.321746802464266</c:v>
              </c:pt>
              <c:pt idx="88">
                <c:v>4.321746802464266</c:v>
              </c:pt>
              <c:pt idx="89">
                <c:v>4.321746802464266</c:v>
              </c:pt>
              <c:pt idx="90">
                <c:v>4.321746802464266</c:v>
              </c:pt>
              <c:pt idx="91">
                <c:v>4.321746802464266</c:v>
              </c:pt>
              <c:pt idx="92">
                <c:v>4.321746802464266</c:v>
              </c:pt>
              <c:pt idx="93">
                <c:v>4.321746802464266</c:v>
              </c:pt>
              <c:pt idx="94">
                <c:v>4.321746802464266</c:v>
              </c:pt>
              <c:pt idx="95">
                <c:v>4.321746802464266</c:v>
              </c:pt>
              <c:pt idx="96">
                <c:v>4.321746802464266</c:v>
              </c:pt>
              <c:pt idx="97">
                <c:v>4.321746802464266</c:v>
              </c:pt>
              <c:pt idx="98">
                <c:v>4.321746802464266</c:v>
              </c:pt>
              <c:pt idx="99">
                <c:v>4.321746802464266</c:v>
              </c:pt>
              <c:pt idx="100">
                <c:v>4.321746802464266</c:v>
              </c:pt>
              <c:pt idx="101">
                <c:v>4.321746802464266</c:v>
              </c:pt>
              <c:pt idx="102">
                <c:v>4.321746802464266</c:v>
              </c:pt>
              <c:pt idx="103">
                <c:v>4.321746802464266</c:v>
              </c:pt>
              <c:pt idx="104">
                <c:v>4.321746802464266</c:v>
              </c:pt>
              <c:pt idx="105">
                <c:v>4.321746802464266</c:v>
              </c:pt>
              <c:pt idx="106">
                <c:v>4.321746802464266</c:v>
              </c:pt>
              <c:pt idx="107">
                <c:v>4.321746802464266</c:v>
              </c:pt>
              <c:pt idx="108">
                <c:v>4.321746802464266</c:v>
              </c:pt>
              <c:pt idx="109">
                <c:v>4.321746802464266</c:v>
              </c:pt>
              <c:pt idx="110">
                <c:v>4.321746802464266</c:v>
              </c:pt>
              <c:pt idx="111">
                <c:v>4.321746802464266</c:v>
              </c:pt>
              <c:pt idx="112">
                <c:v>4.321746802464266</c:v>
              </c:pt>
              <c:pt idx="113">
                <c:v>4.321746802464266</c:v>
              </c:pt>
              <c:pt idx="114">
                <c:v>4.321746802464266</c:v>
              </c:pt>
              <c:pt idx="115">
                <c:v>4.321746802464266</c:v>
              </c:pt>
              <c:pt idx="116">
                <c:v>4.321746802464266</c:v>
              </c:pt>
              <c:pt idx="117">
                <c:v>4.321746802464266</c:v>
              </c:pt>
              <c:pt idx="118">
                <c:v>4.321746802464266</c:v>
              </c:pt>
              <c:pt idx="119">
                <c:v>4.321746802464266</c:v>
              </c:pt>
              <c:pt idx="120">
                <c:v>4.321746802464266</c:v>
              </c:pt>
              <c:pt idx="121">
                <c:v>4.321746802464266</c:v>
              </c:pt>
              <c:pt idx="122">
                <c:v>4.321746802464266</c:v>
              </c:pt>
              <c:pt idx="123">
                <c:v>4.321746802464266</c:v>
              </c:pt>
              <c:pt idx="124">
                <c:v>4.321746802464266</c:v>
              </c:pt>
              <c:pt idx="125">
                <c:v>4.321746802464266</c:v>
              </c:pt>
              <c:pt idx="126">
                <c:v>4.321746802464266</c:v>
              </c:pt>
              <c:pt idx="127">
                <c:v>4.321746802464266</c:v>
              </c:pt>
              <c:pt idx="128">
                <c:v>4.321746802464266</c:v>
              </c:pt>
              <c:pt idx="129">
                <c:v>4.321746802464266</c:v>
              </c:pt>
              <c:pt idx="130">
                <c:v>4.321746802464266</c:v>
              </c:pt>
              <c:pt idx="131">
                <c:v>4.321746802464266</c:v>
              </c:pt>
              <c:pt idx="132">
                <c:v>4.321746802464266</c:v>
              </c:pt>
              <c:pt idx="133">
                <c:v>4.321746802464266</c:v>
              </c:pt>
              <c:pt idx="134">
                <c:v>4.321746802464266</c:v>
              </c:pt>
              <c:pt idx="135">
                <c:v>4.321746802464266</c:v>
              </c:pt>
              <c:pt idx="136">
                <c:v>4.321746802464266</c:v>
              </c:pt>
              <c:pt idx="137">
                <c:v>4.321746802464266</c:v>
              </c:pt>
              <c:pt idx="138">
                <c:v>4.321746802464266</c:v>
              </c:pt>
              <c:pt idx="139">
                <c:v>4.321746802464266</c:v>
              </c:pt>
              <c:pt idx="140">
                <c:v>4.321746802464266</c:v>
              </c:pt>
              <c:pt idx="141">
                <c:v>4.321746802464266</c:v>
              </c:pt>
              <c:pt idx="142">
                <c:v>4.321746802464266</c:v>
              </c:pt>
              <c:pt idx="143">
                <c:v>4.321746802464266</c:v>
              </c:pt>
              <c:pt idx="144">
                <c:v>4.321746802464266</c:v>
              </c:pt>
              <c:pt idx="145">
                <c:v>4.321746802464266</c:v>
              </c:pt>
              <c:pt idx="146">
                <c:v>4.321746802464266</c:v>
              </c:pt>
              <c:pt idx="147">
                <c:v>4.321746802464266</c:v>
              </c:pt>
              <c:pt idx="148">
                <c:v>4.321746802464266</c:v>
              </c:pt>
              <c:pt idx="149">
                <c:v>4.321746802464266</c:v>
              </c:pt>
              <c:pt idx="150">
                <c:v>4.321746802464266</c:v>
              </c:pt>
              <c:pt idx="151">
                <c:v>4.321746802464266</c:v>
              </c:pt>
              <c:pt idx="152">
                <c:v>4.321746802464266</c:v>
              </c:pt>
              <c:pt idx="153">
                <c:v>4.321746802464266</c:v>
              </c:pt>
              <c:pt idx="154">
                <c:v>4.321746802464266</c:v>
              </c:pt>
              <c:pt idx="155">
                <c:v>4.321746802464266</c:v>
              </c:pt>
              <c:pt idx="156">
                <c:v>4.321746802464266</c:v>
              </c:pt>
              <c:pt idx="157">
                <c:v>4.321746802464266</c:v>
              </c:pt>
              <c:pt idx="158">
                <c:v>4.321746802464266</c:v>
              </c:pt>
              <c:pt idx="159">
                <c:v>4.321746802464266</c:v>
              </c:pt>
              <c:pt idx="160">
                <c:v>4.321746802464266</c:v>
              </c:pt>
              <c:pt idx="161">
                <c:v>4.321746802464266</c:v>
              </c:pt>
              <c:pt idx="162">
                <c:v>4.321746802464266</c:v>
              </c:pt>
              <c:pt idx="163">
                <c:v>4.321746802464266</c:v>
              </c:pt>
              <c:pt idx="164">
                <c:v>4.321746802464266</c:v>
              </c:pt>
              <c:pt idx="165">
                <c:v>4.321746802464266</c:v>
              </c:pt>
              <c:pt idx="166">
                <c:v>4.321746802464266</c:v>
              </c:pt>
              <c:pt idx="167">
                <c:v>4.321746802464266</c:v>
              </c:pt>
              <c:pt idx="168">
                <c:v>4.321746802464266</c:v>
              </c:pt>
              <c:pt idx="169">
                <c:v>4.321746802464266</c:v>
              </c:pt>
              <c:pt idx="170">
                <c:v>4.321746802464266</c:v>
              </c:pt>
              <c:pt idx="171">
                <c:v>4.321746802464266</c:v>
              </c:pt>
              <c:pt idx="172">
                <c:v>4.321746802464266</c:v>
              </c:pt>
              <c:pt idx="173">
                <c:v>4.321746802464266</c:v>
              </c:pt>
              <c:pt idx="174">
                <c:v>4.321746802464266</c:v>
              </c:pt>
              <c:pt idx="175">
                <c:v>4.321746802464266</c:v>
              </c:pt>
              <c:pt idx="176">
                <c:v>4.321746802464266</c:v>
              </c:pt>
              <c:pt idx="177">
                <c:v>4.321746802464266</c:v>
              </c:pt>
              <c:pt idx="178">
                <c:v>4.321746802464266</c:v>
              </c:pt>
              <c:pt idx="179">
                <c:v>4.321746802464266</c:v>
              </c:pt>
              <c:pt idx="180">
                <c:v>4.321746802464266</c:v>
              </c:pt>
              <c:pt idx="181">
                <c:v>4.321746802464266</c:v>
              </c:pt>
              <c:pt idx="182">
                <c:v>4.321746802464266</c:v>
              </c:pt>
              <c:pt idx="183">
                <c:v>4.321746802464266</c:v>
              </c:pt>
              <c:pt idx="184">
                <c:v>4.321746802464266</c:v>
              </c:pt>
              <c:pt idx="185">
                <c:v>4.321746802464266</c:v>
              </c:pt>
              <c:pt idx="186">
                <c:v>4.321746802464266</c:v>
              </c:pt>
              <c:pt idx="187">
                <c:v>4.321746802464266</c:v>
              </c:pt>
              <c:pt idx="188">
                <c:v>4.321746802464266</c:v>
              </c:pt>
              <c:pt idx="189">
                <c:v>4.321746802464266</c:v>
              </c:pt>
              <c:pt idx="190">
                <c:v>4.321746802464266</c:v>
              </c:pt>
              <c:pt idx="191">
                <c:v>4.321746802464266</c:v>
              </c:pt>
              <c:pt idx="192">
                <c:v>4.321746802464266</c:v>
              </c:pt>
              <c:pt idx="193">
                <c:v>4.321746802464266</c:v>
              </c:pt>
              <c:pt idx="194">
                <c:v>4.321746802464266</c:v>
              </c:pt>
              <c:pt idx="195">
                <c:v>4.321746802464266</c:v>
              </c:pt>
              <c:pt idx="196">
                <c:v>4.321746802464266</c:v>
              </c:pt>
              <c:pt idx="197">
                <c:v>4.321746802464266</c:v>
              </c:pt>
              <c:pt idx="198">
                <c:v>4.321746802464266</c:v>
              </c:pt>
              <c:pt idx="199">
                <c:v>4.321746802464266</c:v>
              </c:pt>
              <c:pt idx="200">
                <c:v>4.321746802464266</c:v>
              </c:pt>
              <c:pt idx="201">
                <c:v>4.321746802464266</c:v>
              </c:pt>
              <c:pt idx="202">
                <c:v>4.321746802464266</c:v>
              </c:pt>
              <c:pt idx="203">
                <c:v>4.321746802464266</c:v>
              </c:pt>
              <c:pt idx="204">
                <c:v>4.321746802464266</c:v>
              </c:pt>
              <c:pt idx="205">
                <c:v>4.321746802464266</c:v>
              </c:pt>
              <c:pt idx="206">
                <c:v>4.321746802464266</c:v>
              </c:pt>
              <c:pt idx="207">
                <c:v>4.321746802464266</c:v>
              </c:pt>
              <c:pt idx="208">
                <c:v>4.321746802464266</c:v>
              </c:pt>
              <c:pt idx="209">
                <c:v>4.321746802464266</c:v>
              </c:pt>
              <c:pt idx="210">
                <c:v>4.321746802464266</c:v>
              </c:pt>
              <c:pt idx="211">
                <c:v>4.321746802464266</c:v>
              </c:pt>
              <c:pt idx="212">
                <c:v>4.321746802464266</c:v>
              </c:pt>
              <c:pt idx="213">
                <c:v>4.321746802464266</c:v>
              </c:pt>
              <c:pt idx="214">
                <c:v>4.321746802464266</c:v>
              </c:pt>
              <c:pt idx="215">
                <c:v>4.321746802464266</c:v>
              </c:pt>
              <c:pt idx="216">
                <c:v>4.321746802464266</c:v>
              </c:pt>
              <c:pt idx="217">
                <c:v>4.321746802464266</c:v>
              </c:pt>
              <c:pt idx="218">
                <c:v>4.321746802464266</c:v>
              </c:pt>
              <c:pt idx="219">
                <c:v>4.321746802464266</c:v>
              </c:pt>
              <c:pt idx="220">
                <c:v>4.321746802464266</c:v>
              </c:pt>
              <c:pt idx="221">
                <c:v>4.321746802464266</c:v>
              </c:pt>
              <c:pt idx="222">
                <c:v>4.321746802464266</c:v>
              </c:pt>
              <c:pt idx="223">
                <c:v>4.321746802464266</c:v>
              </c:pt>
              <c:pt idx="224">
                <c:v>4.321746802464266</c:v>
              </c:pt>
              <c:pt idx="225">
                <c:v>4.321746802464266</c:v>
              </c:pt>
              <c:pt idx="226">
                <c:v>4.321746802464266</c:v>
              </c:pt>
              <c:pt idx="227">
                <c:v>4.321746802464266</c:v>
              </c:pt>
              <c:pt idx="228">
                <c:v>4.321746802464266</c:v>
              </c:pt>
              <c:pt idx="229">
                <c:v>4.321746802464266</c:v>
              </c:pt>
              <c:pt idx="230">
                <c:v>4.321746802464266</c:v>
              </c:pt>
              <c:pt idx="231">
                <c:v>4.321746802464266</c:v>
              </c:pt>
              <c:pt idx="232">
                <c:v>4.321746802464266</c:v>
              </c:pt>
              <c:pt idx="233">
                <c:v>4.321746802464266</c:v>
              </c:pt>
              <c:pt idx="234">
                <c:v>4.321746802464266</c:v>
              </c:pt>
              <c:pt idx="235">
                <c:v>4.321746802464266</c:v>
              </c:pt>
              <c:pt idx="236">
                <c:v>4.321746802464266</c:v>
              </c:pt>
              <c:pt idx="237">
                <c:v>4.321746802464266</c:v>
              </c:pt>
              <c:pt idx="238">
                <c:v>4.321746802464266</c:v>
              </c:pt>
              <c:pt idx="239">
                <c:v>4.321746802464266</c:v>
              </c:pt>
              <c:pt idx="240">
                <c:v>4.321746802464266</c:v>
              </c:pt>
              <c:pt idx="241">
                <c:v>4.321746802464266</c:v>
              </c:pt>
              <c:pt idx="242">
                <c:v>4.321746802464266</c:v>
              </c:pt>
              <c:pt idx="243">
                <c:v>4.321746802464266</c:v>
              </c:pt>
              <c:pt idx="244">
                <c:v>4.321746802464266</c:v>
              </c:pt>
              <c:pt idx="245">
                <c:v>4.321746802464266</c:v>
              </c:pt>
            </c:numLit>
          </c:xVal>
          <c:yVal>
            <c:numLit>
              <c:formatCode>0.0</c:formatCode>
              <c:ptCount val="246"/>
              <c:pt idx="0">
                <c:v>2.0904444845289665</c:v>
              </c:pt>
              <c:pt idx="1">
                <c:v>2.0904444845289665</c:v>
              </c:pt>
              <c:pt idx="2">
                <c:v>2.0904444845289665</c:v>
              </c:pt>
              <c:pt idx="3">
                <c:v>2.0904444845289665</c:v>
              </c:pt>
              <c:pt idx="4">
                <c:v>2.0904444845289665</c:v>
              </c:pt>
              <c:pt idx="5">
                <c:v>2.0904444845289665</c:v>
              </c:pt>
              <c:pt idx="6">
                <c:v>2.0904444845289665</c:v>
              </c:pt>
              <c:pt idx="7">
                <c:v>2.0904444845289665</c:v>
              </c:pt>
              <c:pt idx="8">
                <c:v>2.0904444845289665</c:v>
              </c:pt>
              <c:pt idx="9">
                <c:v>2.0904444845289665</c:v>
              </c:pt>
              <c:pt idx="10">
                <c:v>2.0904444845289665</c:v>
              </c:pt>
              <c:pt idx="11">
                <c:v>2.0904444845289665</c:v>
              </c:pt>
              <c:pt idx="12">
                <c:v>2.0904444845289665</c:v>
              </c:pt>
              <c:pt idx="13">
                <c:v>2.0904444845289665</c:v>
              </c:pt>
              <c:pt idx="14">
                <c:v>2.0904444845289665</c:v>
              </c:pt>
              <c:pt idx="15">
                <c:v>2.0904444845289665</c:v>
              </c:pt>
              <c:pt idx="16">
                <c:v>2.0904444845289665</c:v>
              </c:pt>
              <c:pt idx="17">
                <c:v>2.0904444845289665</c:v>
              </c:pt>
              <c:pt idx="18">
                <c:v>2.0904444845289665</c:v>
              </c:pt>
              <c:pt idx="19">
                <c:v>2.0904444845289665</c:v>
              </c:pt>
              <c:pt idx="20">
                <c:v>2.0904444845289665</c:v>
              </c:pt>
              <c:pt idx="21">
                <c:v>2.0904444845289665</c:v>
              </c:pt>
              <c:pt idx="22">
                <c:v>2.0904444845289665</c:v>
              </c:pt>
              <c:pt idx="23">
                <c:v>2.0904444845289665</c:v>
              </c:pt>
              <c:pt idx="24">
                <c:v>2.0904444845289665</c:v>
              </c:pt>
              <c:pt idx="25">
                <c:v>2.0904444845289665</c:v>
              </c:pt>
              <c:pt idx="26">
                <c:v>2.0904444845289665</c:v>
              </c:pt>
              <c:pt idx="27">
                <c:v>2.0904444845289665</c:v>
              </c:pt>
              <c:pt idx="28">
                <c:v>2.0904444845289665</c:v>
              </c:pt>
              <c:pt idx="29">
                <c:v>2.0904444845289665</c:v>
              </c:pt>
              <c:pt idx="30">
                <c:v>2.0904444845289665</c:v>
              </c:pt>
              <c:pt idx="31">
                <c:v>2.0904444845289665</c:v>
              </c:pt>
              <c:pt idx="32">
                <c:v>2.0904444845289665</c:v>
              </c:pt>
              <c:pt idx="33">
                <c:v>2.0904444845289665</c:v>
              </c:pt>
              <c:pt idx="34">
                <c:v>2.0904444845289665</c:v>
              </c:pt>
              <c:pt idx="35">
                <c:v>2.0904444845289665</c:v>
              </c:pt>
              <c:pt idx="36">
                <c:v>2.0904444845289665</c:v>
              </c:pt>
              <c:pt idx="37">
                <c:v>2.0904444845289665</c:v>
              </c:pt>
              <c:pt idx="38">
                <c:v>2.0904444845289665</c:v>
              </c:pt>
              <c:pt idx="39">
                <c:v>2.0904444845289665</c:v>
              </c:pt>
              <c:pt idx="40">
                <c:v>2.0904444845289665</c:v>
              </c:pt>
              <c:pt idx="41">
                <c:v>2.0904444845289665</c:v>
              </c:pt>
              <c:pt idx="42">
                <c:v>2.0904444845289665</c:v>
              </c:pt>
              <c:pt idx="43">
                <c:v>2.0904444845289665</c:v>
              </c:pt>
              <c:pt idx="44">
                <c:v>2.0904444845289665</c:v>
              </c:pt>
              <c:pt idx="45">
                <c:v>2.0904444845289665</c:v>
              </c:pt>
              <c:pt idx="46">
                <c:v>2.0904444845289665</c:v>
              </c:pt>
              <c:pt idx="47">
                <c:v>2.0904444845289665</c:v>
              </c:pt>
              <c:pt idx="48">
                <c:v>2.0904444845289665</c:v>
              </c:pt>
              <c:pt idx="49">
                <c:v>2.0904444845289665</c:v>
              </c:pt>
              <c:pt idx="50">
                <c:v>2.0904444845289665</c:v>
              </c:pt>
              <c:pt idx="51">
                <c:v>2.0904444845289665</c:v>
              </c:pt>
              <c:pt idx="52">
                <c:v>2.0904444845289665</c:v>
              </c:pt>
              <c:pt idx="53">
                <c:v>2.0904444845289665</c:v>
              </c:pt>
              <c:pt idx="54">
                <c:v>2.0904444845289665</c:v>
              </c:pt>
              <c:pt idx="55">
                <c:v>2.0904444845289665</c:v>
              </c:pt>
              <c:pt idx="56">
                <c:v>2.0904444845289665</c:v>
              </c:pt>
              <c:pt idx="57">
                <c:v>2.0904444845289665</c:v>
              </c:pt>
              <c:pt idx="58">
                <c:v>2.0904444845289665</c:v>
              </c:pt>
              <c:pt idx="59">
                <c:v>2.0904444845289665</c:v>
              </c:pt>
              <c:pt idx="60">
                <c:v>2.0904444845289665</c:v>
              </c:pt>
              <c:pt idx="61">
                <c:v>2.0904444845289665</c:v>
              </c:pt>
              <c:pt idx="62">
                <c:v>2.0904444845289665</c:v>
              </c:pt>
              <c:pt idx="63">
                <c:v>2.0904444845289665</c:v>
              </c:pt>
              <c:pt idx="64">
                <c:v>2.0904444845289665</c:v>
              </c:pt>
              <c:pt idx="65">
                <c:v>2.0904444845289665</c:v>
              </c:pt>
              <c:pt idx="66">
                <c:v>2.0904444845289665</c:v>
              </c:pt>
              <c:pt idx="67">
                <c:v>2.0904444845289665</c:v>
              </c:pt>
              <c:pt idx="68">
                <c:v>2.0904444845289665</c:v>
              </c:pt>
              <c:pt idx="69">
                <c:v>2.0904444845289665</c:v>
              </c:pt>
              <c:pt idx="70">
                <c:v>2.0904444845289665</c:v>
              </c:pt>
              <c:pt idx="71">
                <c:v>2.0904444845289665</c:v>
              </c:pt>
              <c:pt idx="72">
                <c:v>2.0904444845289665</c:v>
              </c:pt>
              <c:pt idx="73">
                <c:v>2.0904444845289665</c:v>
              </c:pt>
              <c:pt idx="74">
                <c:v>2.0904444845289665</c:v>
              </c:pt>
              <c:pt idx="75">
                <c:v>2.0904444845289665</c:v>
              </c:pt>
              <c:pt idx="76">
                <c:v>2.0904444845289665</c:v>
              </c:pt>
              <c:pt idx="77">
                <c:v>2.0904444845289665</c:v>
              </c:pt>
              <c:pt idx="78">
                <c:v>2.0904444845289665</c:v>
              </c:pt>
              <c:pt idx="79">
                <c:v>2.0904444845289665</c:v>
              </c:pt>
              <c:pt idx="80">
                <c:v>2.0904444845289665</c:v>
              </c:pt>
              <c:pt idx="81">
                <c:v>2.0904444845289665</c:v>
              </c:pt>
              <c:pt idx="82">
                <c:v>2.0904444845289665</c:v>
              </c:pt>
              <c:pt idx="83">
                <c:v>2.0904444845289665</c:v>
              </c:pt>
              <c:pt idx="84">
                <c:v>2.0904444845289665</c:v>
              </c:pt>
              <c:pt idx="85">
                <c:v>2.0904444845289665</c:v>
              </c:pt>
              <c:pt idx="86">
                <c:v>2.0904444845289665</c:v>
              </c:pt>
              <c:pt idx="87">
                <c:v>2.0904444845289665</c:v>
              </c:pt>
              <c:pt idx="88">
                <c:v>2.0904444845289665</c:v>
              </c:pt>
              <c:pt idx="89">
                <c:v>2.0904444845289665</c:v>
              </c:pt>
              <c:pt idx="90">
                <c:v>2.0904444845289665</c:v>
              </c:pt>
              <c:pt idx="91">
                <c:v>2.0904444845289665</c:v>
              </c:pt>
              <c:pt idx="92">
                <c:v>2.0904444845289665</c:v>
              </c:pt>
              <c:pt idx="93">
                <c:v>2.0904444845289665</c:v>
              </c:pt>
              <c:pt idx="94">
                <c:v>2.0904444845289665</c:v>
              </c:pt>
              <c:pt idx="95">
                <c:v>2.0904444845289665</c:v>
              </c:pt>
              <c:pt idx="96">
                <c:v>2.0904444845289665</c:v>
              </c:pt>
              <c:pt idx="97">
                <c:v>2.0904444845289665</c:v>
              </c:pt>
              <c:pt idx="98">
                <c:v>2.0904444845289665</c:v>
              </c:pt>
              <c:pt idx="99">
                <c:v>2.0904444845289665</c:v>
              </c:pt>
              <c:pt idx="100">
                <c:v>2.0904444845289665</c:v>
              </c:pt>
              <c:pt idx="101">
                <c:v>2.0904444845289665</c:v>
              </c:pt>
              <c:pt idx="102">
                <c:v>2.0904444845289665</c:v>
              </c:pt>
              <c:pt idx="103">
                <c:v>2.0904444845289665</c:v>
              </c:pt>
              <c:pt idx="104">
                <c:v>2.0904444845289665</c:v>
              </c:pt>
              <c:pt idx="105">
                <c:v>2.0904444845289665</c:v>
              </c:pt>
              <c:pt idx="106">
                <c:v>2.0904444845289665</c:v>
              </c:pt>
              <c:pt idx="107">
                <c:v>2.0904444845289665</c:v>
              </c:pt>
              <c:pt idx="108">
                <c:v>2.0904444845289665</c:v>
              </c:pt>
              <c:pt idx="109">
                <c:v>2.0904444845289665</c:v>
              </c:pt>
              <c:pt idx="110">
                <c:v>2.0904444845289665</c:v>
              </c:pt>
              <c:pt idx="111">
                <c:v>2.0904444845289665</c:v>
              </c:pt>
              <c:pt idx="112">
                <c:v>2.0904444845289665</c:v>
              </c:pt>
              <c:pt idx="113">
                <c:v>2.0904444845289665</c:v>
              </c:pt>
              <c:pt idx="114">
                <c:v>2.0904444845289665</c:v>
              </c:pt>
              <c:pt idx="115">
                <c:v>2.0904444845289665</c:v>
              </c:pt>
              <c:pt idx="116">
                <c:v>2.0904444845289665</c:v>
              </c:pt>
              <c:pt idx="117">
                <c:v>2.0904444845289665</c:v>
              </c:pt>
              <c:pt idx="118">
                <c:v>2.0904444845289665</c:v>
              </c:pt>
              <c:pt idx="119">
                <c:v>2.0904444845289665</c:v>
              </c:pt>
              <c:pt idx="120">
                <c:v>2.0904444845289665</c:v>
              </c:pt>
              <c:pt idx="121">
                <c:v>2.0904444845289665</c:v>
              </c:pt>
              <c:pt idx="122">
                <c:v>2.0904444845289665</c:v>
              </c:pt>
              <c:pt idx="123">
                <c:v>2.0904444845289665</c:v>
              </c:pt>
              <c:pt idx="124">
                <c:v>2.0904444845289665</c:v>
              </c:pt>
              <c:pt idx="125">
                <c:v>2.0904444845289665</c:v>
              </c:pt>
              <c:pt idx="126">
                <c:v>2.0904444845289665</c:v>
              </c:pt>
              <c:pt idx="127">
                <c:v>2.0904444845289665</c:v>
              </c:pt>
              <c:pt idx="128">
                <c:v>2.0904444845289665</c:v>
              </c:pt>
              <c:pt idx="129">
                <c:v>2.0904444845289665</c:v>
              </c:pt>
              <c:pt idx="130">
                <c:v>2.0904444845289665</c:v>
              </c:pt>
              <c:pt idx="131">
                <c:v>2.0904444845289665</c:v>
              </c:pt>
              <c:pt idx="132">
                <c:v>2.0904444845289665</c:v>
              </c:pt>
              <c:pt idx="133">
                <c:v>2.0904444845289665</c:v>
              </c:pt>
              <c:pt idx="134">
                <c:v>2.0904444845289665</c:v>
              </c:pt>
              <c:pt idx="135">
                <c:v>2.0904444845289665</c:v>
              </c:pt>
              <c:pt idx="136">
                <c:v>2.0904444845289665</c:v>
              </c:pt>
              <c:pt idx="137">
                <c:v>2.0904444845289665</c:v>
              </c:pt>
              <c:pt idx="138">
                <c:v>2.0904444845289665</c:v>
              </c:pt>
              <c:pt idx="139">
                <c:v>2.0904444845289665</c:v>
              </c:pt>
              <c:pt idx="140">
                <c:v>2.0904444845289665</c:v>
              </c:pt>
              <c:pt idx="141">
                <c:v>2.0904444845289665</c:v>
              </c:pt>
              <c:pt idx="142">
                <c:v>2.0904444845289665</c:v>
              </c:pt>
              <c:pt idx="143">
                <c:v>2.0904444845289665</c:v>
              </c:pt>
              <c:pt idx="144">
                <c:v>2.0904444845289665</c:v>
              </c:pt>
              <c:pt idx="145">
                <c:v>2.0904444845289665</c:v>
              </c:pt>
              <c:pt idx="146">
                <c:v>2.0904444845289665</c:v>
              </c:pt>
              <c:pt idx="147">
                <c:v>2.0904444845289665</c:v>
              </c:pt>
              <c:pt idx="148">
                <c:v>2.0904444845289665</c:v>
              </c:pt>
              <c:pt idx="149">
                <c:v>2.0904444845289665</c:v>
              </c:pt>
              <c:pt idx="150">
                <c:v>2.0904444845289665</c:v>
              </c:pt>
              <c:pt idx="151">
                <c:v>2.0904444845289665</c:v>
              </c:pt>
              <c:pt idx="152">
                <c:v>2.0904444845289665</c:v>
              </c:pt>
              <c:pt idx="153">
                <c:v>2.0904444845289665</c:v>
              </c:pt>
              <c:pt idx="154">
                <c:v>2.0904444845289665</c:v>
              </c:pt>
              <c:pt idx="155">
                <c:v>2.0904444845289665</c:v>
              </c:pt>
              <c:pt idx="156">
                <c:v>2.0904444845289665</c:v>
              </c:pt>
              <c:pt idx="157">
                <c:v>2.0904444845289665</c:v>
              </c:pt>
              <c:pt idx="158">
                <c:v>2.0904444845289665</c:v>
              </c:pt>
              <c:pt idx="159">
                <c:v>2.0904444845289665</c:v>
              </c:pt>
              <c:pt idx="160">
                <c:v>2.0904444845289665</c:v>
              </c:pt>
              <c:pt idx="161">
                <c:v>2.0904444845289665</c:v>
              </c:pt>
              <c:pt idx="162">
                <c:v>2.0904444845289665</c:v>
              </c:pt>
              <c:pt idx="163">
                <c:v>2.0904444845289665</c:v>
              </c:pt>
              <c:pt idx="164">
                <c:v>2.0904444845289665</c:v>
              </c:pt>
              <c:pt idx="165">
                <c:v>2.0904444845289665</c:v>
              </c:pt>
              <c:pt idx="166">
                <c:v>2.0904444845289665</c:v>
              </c:pt>
              <c:pt idx="167">
                <c:v>2.0904444845289665</c:v>
              </c:pt>
              <c:pt idx="168">
                <c:v>2.0904444845289665</c:v>
              </c:pt>
              <c:pt idx="169">
                <c:v>2.0904444845289665</c:v>
              </c:pt>
              <c:pt idx="170">
                <c:v>2.0904444845289665</c:v>
              </c:pt>
              <c:pt idx="171">
                <c:v>2.0904444845289665</c:v>
              </c:pt>
              <c:pt idx="172">
                <c:v>2.0904444845289665</c:v>
              </c:pt>
              <c:pt idx="173">
                <c:v>2.0904444845289665</c:v>
              </c:pt>
              <c:pt idx="174">
                <c:v>2.0904444845289665</c:v>
              </c:pt>
              <c:pt idx="175">
                <c:v>2.0904444845289665</c:v>
              </c:pt>
              <c:pt idx="176">
                <c:v>2.0904444845289665</c:v>
              </c:pt>
              <c:pt idx="177">
                <c:v>2.0904444845289665</c:v>
              </c:pt>
              <c:pt idx="178">
                <c:v>2.0904444845289665</c:v>
              </c:pt>
              <c:pt idx="179">
                <c:v>2.0904444845289665</c:v>
              </c:pt>
              <c:pt idx="180">
                <c:v>2.0904444845289665</c:v>
              </c:pt>
              <c:pt idx="181">
                <c:v>2.0904444845289665</c:v>
              </c:pt>
              <c:pt idx="182">
                <c:v>2.0904444845289665</c:v>
              </c:pt>
              <c:pt idx="183">
                <c:v>2.0904444845289665</c:v>
              </c:pt>
              <c:pt idx="184">
                <c:v>2.0904444845289665</c:v>
              </c:pt>
              <c:pt idx="185">
                <c:v>2.0904444845289665</c:v>
              </c:pt>
              <c:pt idx="186">
                <c:v>2.0904444845289665</c:v>
              </c:pt>
              <c:pt idx="187">
                <c:v>2.0904444845289665</c:v>
              </c:pt>
              <c:pt idx="188">
                <c:v>2.0904444845289665</c:v>
              </c:pt>
              <c:pt idx="189">
                <c:v>2.0904444845289665</c:v>
              </c:pt>
              <c:pt idx="190">
                <c:v>2.0904444845289665</c:v>
              </c:pt>
              <c:pt idx="191">
                <c:v>2.0904444845289665</c:v>
              </c:pt>
              <c:pt idx="192">
                <c:v>2.0904444845289665</c:v>
              </c:pt>
              <c:pt idx="193">
                <c:v>2.0904444845289665</c:v>
              </c:pt>
              <c:pt idx="194">
                <c:v>2.0904444845289665</c:v>
              </c:pt>
              <c:pt idx="195">
                <c:v>2.0904444845289665</c:v>
              </c:pt>
              <c:pt idx="196">
                <c:v>2.0904444845289665</c:v>
              </c:pt>
              <c:pt idx="197">
                <c:v>2.0904444845289665</c:v>
              </c:pt>
              <c:pt idx="198">
                <c:v>2.0904444845289665</c:v>
              </c:pt>
              <c:pt idx="199">
                <c:v>2.0904444845289665</c:v>
              </c:pt>
              <c:pt idx="200">
                <c:v>2.0904444845289665</c:v>
              </c:pt>
              <c:pt idx="201">
                <c:v>2.0904444845289665</c:v>
              </c:pt>
              <c:pt idx="202">
                <c:v>2.0904444845289665</c:v>
              </c:pt>
              <c:pt idx="203">
                <c:v>2.0904444845289665</c:v>
              </c:pt>
              <c:pt idx="204">
                <c:v>2.0904444845289665</c:v>
              </c:pt>
              <c:pt idx="205">
                <c:v>2.0904444845289665</c:v>
              </c:pt>
              <c:pt idx="206">
                <c:v>2.0904444845289665</c:v>
              </c:pt>
              <c:pt idx="207">
                <c:v>2.0904444845289665</c:v>
              </c:pt>
              <c:pt idx="208">
                <c:v>2.0904444845289665</c:v>
              </c:pt>
              <c:pt idx="209">
                <c:v>2.0904444845289665</c:v>
              </c:pt>
              <c:pt idx="210">
                <c:v>2.0904444845289665</c:v>
              </c:pt>
              <c:pt idx="211">
                <c:v>2.0904444845289665</c:v>
              </c:pt>
              <c:pt idx="212">
                <c:v>2.0904444845289665</c:v>
              </c:pt>
              <c:pt idx="213">
                <c:v>2.0904444845289665</c:v>
              </c:pt>
              <c:pt idx="214">
                <c:v>2.0904444845289665</c:v>
              </c:pt>
              <c:pt idx="215">
                <c:v>2.0904444845289665</c:v>
              </c:pt>
              <c:pt idx="216">
                <c:v>2.0904444845289665</c:v>
              </c:pt>
              <c:pt idx="217">
                <c:v>2.0904444845289665</c:v>
              </c:pt>
              <c:pt idx="218">
                <c:v>2.0904444845289665</c:v>
              </c:pt>
              <c:pt idx="219">
                <c:v>2.0904444845289665</c:v>
              </c:pt>
              <c:pt idx="220">
                <c:v>2.0904444845289665</c:v>
              </c:pt>
              <c:pt idx="221">
                <c:v>2.0904444845289665</c:v>
              </c:pt>
              <c:pt idx="222">
                <c:v>2.0904444845289665</c:v>
              </c:pt>
              <c:pt idx="223">
                <c:v>2.0904444845289665</c:v>
              </c:pt>
              <c:pt idx="224">
                <c:v>2.0904444845289665</c:v>
              </c:pt>
              <c:pt idx="225">
                <c:v>2.0904444845289665</c:v>
              </c:pt>
              <c:pt idx="226">
                <c:v>2.0904444845289665</c:v>
              </c:pt>
              <c:pt idx="227">
                <c:v>2.0904444845289665</c:v>
              </c:pt>
              <c:pt idx="228">
                <c:v>2.0904444845289665</c:v>
              </c:pt>
              <c:pt idx="229">
                <c:v>2.0904444845289665</c:v>
              </c:pt>
              <c:pt idx="230">
                <c:v>2.0904444845289665</c:v>
              </c:pt>
              <c:pt idx="231">
                <c:v>2.0904444845289665</c:v>
              </c:pt>
              <c:pt idx="232">
                <c:v>2.0904444845289665</c:v>
              </c:pt>
              <c:pt idx="233">
                <c:v>2.0904444845289665</c:v>
              </c:pt>
              <c:pt idx="234">
                <c:v>2.0904444845289665</c:v>
              </c:pt>
              <c:pt idx="235">
                <c:v>2.0904444845289665</c:v>
              </c:pt>
              <c:pt idx="236">
                <c:v>2.0904444845289665</c:v>
              </c:pt>
              <c:pt idx="237">
                <c:v>2.0904444845289665</c:v>
              </c:pt>
              <c:pt idx="238">
                <c:v>2.0904444845289665</c:v>
              </c:pt>
              <c:pt idx="239">
                <c:v>2.0904444845289665</c:v>
              </c:pt>
              <c:pt idx="240">
                <c:v>2.0904444845289665</c:v>
              </c:pt>
              <c:pt idx="241">
                <c:v>2.0904444845289665</c:v>
              </c:pt>
              <c:pt idx="242">
                <c:v>2.0904444845289665</c:v>
              </c:pt>
              <c:pt idx="243">
                <c:v>2.0904444845289665</c:v>
              </c:pt>
              <c:pt idx="244">
                <c:v>2.0904444845289665</c:v>
              </c:pt>
              <c:pt idx="245">
                <c:v>2.0904444845289665</c:v>
              </c:pt>
            </c:numLit>
          </c:yVal>
          <c:smooth val="0"/>
        </c:ser>
        <c:ser>
          <c:idx val="12"/>
          <c:order val="12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246"/>
              <c:pt idx="0">
                <c:v>24.692768407631295</c:v>
              </c:pt>
              <c:pt idx="1">
                <c:v>24.692768407631295</c:v>
              </c:pt>
              <c:pt idx="2">
                <c:v>24.692768407631295</c:v>
              </c:pt>
              <c:pt idx="3">
                <c:v>24.692768407631295</c:v>
              </c:pt>
              <c:pt idx="4">
                <c:v>24.692768407631295</c:v>
              </c:pt>
              <c:pt idx="5">
                <c:v>24.692768407631295</c:v>
              </c:pt>
              <c:pt idx="6">
                <c:v>24.692768407631295</c:v>
              </c:pt>
              <c:pt idx="7">
                <c:v>24.692768407631295</c:v>
              </c:pt>
              <c:pt idx="8">
                <c:v>24.692768407631295</c:v>
              </c:pt>
              <c:pt idx="9">
                <c:v>24.692768407631295</c:v>
              </c:pt>
              <c:pt idx="10">
                <c:v>24.692768407631295</c:v>
              </c:pt>
              <c:pt idx="11">
                <c:v>24.692768407631295</c:v>
              </c:pt>
              <c:pt idx="12">
                <c:v>24.692768407631295</c:v>
              </c:pt>
              <c:pt idx="13">
                <c:v>24.692768407631295</c:v>
              </c:pt>
              <c:pt idx="14">
                <c:v>24.692768407631295</c:v>
              </c:pt>
              <c:pt idx="15">
                <c:v>24.692768407631295</c:v>
              </c:pt>
              <c:pt idx="16">
                <c:v>24.692768407631295</c:v>
              </c:pt>
              <c:pt idx="17">
                <c:v>24.692768407631295</c:v>
              </c:pt>
              <c:pt idx="18">
                <c:v>24.692768407631295</c:v>
              </c:pt>
              <c:pt idx="19">
                <c:v>24.692768407631295</c:v>
              </c:pt>
              <c:pt idx="20">
                <c:v>24.692768407631295</c:v>
              </c:pt>
              <c:pt idx="21">
                <c:v>24.692768407631295</c:v>
              </c:pt>
              <c:pt idx="22">
                <c:v>24.692768407631295</c:v>
              </c:pt>
              <c:pt idx="23">
                <c:v>24.692768407631295</c:v>
              </c:pt>
              <c:pt idx="24">
                <c:v>24.692768407631295</c:v>
              </c:pt>
              <c:pt idx="25">
                <c:v>24.692768407631295</c:v>
              </c:pt>
              <c:pt idx="26">
                <c:v>24.692768407631295</c:v>
              </c:pt>
              <c:pt idx="27">
                <c:v>24.692768407631295</c:v>
              </c:pt>
              <c:pt idx="28">
                <c:v>24.692768407631295</c:v>
              </c:pt>
              <c:pt idx="29">
                <c:v>24.692768407631295</c:v>
              </c:pt>
              <c:pt idx="30">
                <c:v>24.692768407631295</c:v>
              </c:pt>
              <c:pt idx="31">
                <c:v>24.692768407631295</c:v>
              </c:pt>
              <c:pt idx="32">
                <c:v>24.692768407631295</c:v>
              </c:pt>
              <c:pt idx="33">
                <c:v>24.692768407631295</c:v>
              </c:pt>
              <c:pt idx="34">
                <c:v>24.692768407631295</c:v>
              </c:pt>
              <c:pt idx="35">
                <c:v>24.692768407631295</c:v>
              </c:pt>
              <c:pt idx="36">
                <c:v>24.692768407631295</c:v>
              </c:pt>
              <c:pt idx="37">
                <c:v>24.692768407631295</c:v>
              </c:pt>
              <c:pt idx="38">
                <c:v>24.692768407631295</c:v>
              </c:pt>
              <c:pt idx="39">
                <c:v>24.692768407631295</c:v>
              </c:pt>
              <c:pt idx="40">
                <c:v>24.692768407631295</c:v>
              </c:pt>
              <c:pt idx="41">
                <c:v>24.692768407631295</c:v>
              </c:pt>
              <c:pt idx="42">
                <c:v>24.692768407631295</c:v>
              </c:pt>
              <c:pt idx="43">
                <c:v>24.692768407631295</c:v>
              </c:pt>
              <c:pt idx="44">
                <c:v>24.692768407631295</c:v>
              </c:pt>
              <c:pt idx="45">
                <c:v>24.692768407631295</c:v>
              </c:pt>
              <c:pt idx="46">
                <c:v>24.692768407631295</c:v>
              </c:pt>
              <c:pt idx="47">
                <c:v>24.692768407631295</c:v>
              </c:pt>
              <c:pt idx="48">
                <c:v>24.692768407631295</c:v>
              </c:pt>
              <c:pt idx="49">
                <c:v>24.692768407631295</c:v>
              </c:pt>
              <c:pt idx="50">
                <c:v>24.692768407631295</c:v>
              </c:pt>
              <c:pt idx="51">
                <c:v>24.692768407631295</c:v>
              </c:pt>
              <c:pt idx="52">
                <c:v>24.692768407631295</c:v>
              </c:pt>
              <c:pt idx="53">
                <c:v>24.692768407631295</c:v>
              </c:pt>
              <c:pt idx="54">
                <c:v>24.692768407631295</c:v>
              </c:pt>
              <c:pt idx="55">
                <c:v>24.692768407631295</c:v>
              </c:pt>
              <c:pt idx="56">
                <c:v>24.692768407631295</c:v>
              </c:pt>
              <c:pt idx="57">
                <c:v>24.692768407631295</c:v>
              </c:pt>
              <c:pt idx="58">
                <c:v>24.692768407631295</c:v>
              </c:pt>
              <c:pt idx="59">
                <c:v>24.692768407631295</c:v>
              </c:pt>
              <c:pt idx="60">
                <c:v>24.692768407631295</c:v>
              </c:pt>
              <c:pt idx="61">
                <c:v>24.692768407631295</c:v>
              </c:pt>
              <c:pt idx="62">
                <c:v>24.692768407631295</c:v>
              </c:pt>
              <c:pt idx="63">
                <c:v>24.692768407631295</c:v>
              </c:pt>
              <c:pt idx="64">
                <c:v>24.692768407631295</c:v>
              </c:pt>
              <c:pt idx="65">
                <c:v>24.692768407631295</c:v>
              </c:pt>
              <c:pt idx="66">
                <c:v>24.692768407631295</c:v>
              </c:pt>
              <c:pt idx="67">
                <c:v>24.692768407631295</c:v>
              </c:pt>
              <c:pt idx="68">
                <c:v>24.692768407631295</c:v>
              </c:pt>
              <c:pt idx="69">
                <c:v>24.692768407631295</c:v>
              </c:pt>
              <c:pt idx="70">
                <c:v>24.692768407631295</c:v>
              </c:pt>
              <c:pt idx="71">
                <c:v>24.692768407631295</c:v>
              </c:pt>
              <c:pt idx="72">
                <c:v>24.692768407631295</c:v>
              </c:pt>
              <c:pt idx="73">
                <c:v>24.692768407631295</c:v>
              </c:pt>
              <c:pt idx="74">
                <c:v>24.692768407631295</c:v>
              </c:pt>
              <c:pt idx="75">
                <c:v>24.692768407631295</c:v>
              </c:pt>
              <c:pt idx="76">
                <c:v>24.692768407631295</c:v>
              </c:pt>
              <c:pt idx="77">
                <c:v>24.692768407631295</c:v>
              </c:pt>
              <c:pt idx="78">
                <c:v>24.692768407631295</c:v>
              </c:pt>
              <c:pt idx="79">
                <c:v>24.692768407631295</c:v>
              </c:pt>
              <c:pt idx="80">
                <c:v>24.692768407631295</c:v>
              </c:pt>
              <c:pt idx="81">
                <c:v>24.692768407631295</c:v>
              </c:pt>
              <c:pt idx="82">
                <c:v>24.692768407631295</c:v>
              </c:pt>
              <c:pt idx="83">
                <c:v>24.692768407631295</c:v>
              </c:pt>
              <c:pt idx="84">
                <c:v>24.692768407631295</c:v>
              </c:pt>
              <c:pt idx="85">
                <c:v>24.692768407631295</c:v>
              </c:pt>
              <c:pt idx="86">
                <c:v>24.692768407631295</c:v>
              </c:pt>
              <c:pt idx="87">
                <c:v>24.692768407631295</c:v>
              </c:pt>
              <c:pt idx="88">
                <c:v>24.692768407631295</c:v>
              </c:pt>
              <c:pt idx="89">
                <c:v>24.692768407631295</c:v>
              </c:pt>
              <c:pt idx="90">
                <c:v>24.692768407631295</c:v>
              </c:pt>
              <c:pt idx="91">
                <c:v>24.692768407631295</c:v>
              </c:pt>
              <c:pt idx="92">
                <c:v>24.692768407631295</c:v>
              </c:pt>
              <c:pt idx="93">
                <c:v>24.692768407631295</c:v>
              </c:pt>
              <c:pt idx="94">
                <c:v>24.692768407631295</c:v>
              </c:pt>
              <c:pt idx="95">
                <c:v>24.692768407631295</c:v>
              </c:pt>
              <c:pt idx="96">
                <c:v>24.692768407631295</c:v>
              </c:pt>
              <c:pt idx="97">
                <c:v>24.692768407631295</c:v>
              </c:pt>
              <c:pt idx="98">
                <c:v>24.692768407631295</c:v>
              </c:pt>
              <c:pt idx="99">
                <c:v>24.692768407631295</c:v>
              </c:pt>
              <c:pt idx="100">
                <c:v>24.692768407631295</c:v>
              </c:pt>
              <c:pt idx="101">
                <c:v>24.692768407631295</c:v>
              </c:pt>
              <c:pt idx="102">
                <c:v>24.692768407631295</c:v>
              </c:pt>
              <c:pt idx="103">
                <c:v>24.692768407631295</c:v>
              </c:pt>
              <c:pt idx="104">
                <c:v>24.692768407631295</c:v>
              </c:pt>
              <c:pt idx="105">
                <c:v>24.692768407631295</c:v>
              </c:pt>
              <c:pt idx="106">
                <c:v>24.692768407631295</c:v>
              </c:pt>
              <c:pt idx="107">
                <c:v>24.692768407631295</c:v>
              </c:pt>
              <c:pt idx="108">
                <c:v>24.692768407631295</c:v>
              </c:pt>
              <c:pt idx="109">
                <c:v>24.692768407631295</c:v>
              </c:pt>
              <c:pt idx="110">
                <c:v>24.692768407631295</c:v>
              </c:pt>
              <c:pt idx="111">
                <c:v>24.692768407631295</c:v>
              </c:pt>
              <c:pt idx="112">
                <c:v>24.692768407631295</c:v>
              </c:pt>
              <c:pt idx="113">
                <c:v>24.692768407631295</c:v>
              </c:pt>
              <c:pt idx="114">
                <c:v>24.692768407631295</c:v>
              </c:pt>
              <c:pt idx="115">
                <c:v>24.692768407631295</c:v>
              </c:pt>
              <c:pt idx="116">
                <c:v>24.692768407631295</c:v>
              </c:pt>
              <c:pt idx="117">
                <c:v>24.692768407631295</c:v>
              </c:pt>
              <c:pt idx="118">
                <c:v>24.692768407631295</c:v>
              </c:pt>
              <c:pt idx="119">
                <c:v>24.692768407631295</c:v>
              </c:pt>
              <c:pt idx="120">
                <c:v>24.692768407631295</c:v>
              </c:pt>
              <c:pt idx="121">
                <c:v>24.692768407631295</c:v>
              </c:pt>
              <c:pt idx="122">
                <c:v>24.692768407631295</c:v>
              </c:pt>
              <c:pt idx="123">
                <c:v>24.692768407631295</c:v>
              </c:pt>
              <c:pt idx="124">
                <c:v>24.692768407631295</c:v>
              </c:pt>
              <c:pt idx="125">
                <c:v>24.692768407631295</c:v>
              </c:pt>
              <c:pt idx="126">
                <c:v>24.692768407631295</c:v>
              </c:pt>
              <c:pt idx="127">
                <c:v>24.692768407631295</c:v>
              </c:pt>
              <c:pt idx="128">
                <c:v>24.692768407631295</c:v>
              </c:pt>
              <c:pt idx="129">
                <c:v>24.692768407631295</c:v>
              </c:pt>
              <c:pt idx="130">
                <c:v>24.692768407631295</c:v>
              </c:pt>
              <c:pt idx="131">
                <c:v>24.692768407631295</c:v>
              </c:pt>
              <c:pt idx="132">
                <c:v>24.692768407631295</c:v>
              </c:pt>
              <c:pt idx="133">
                <c:v>24.692768407631295</c:v>
              </c:pt>
              <c:pt idx="134">
                <c:v>24.692768407631295</c:v>
              </c:pt>
              <c:pt idx="135">
                <c:v>24.692768407631295</c:v>
              </c:pt>
              <c:pt idx="136">
                <c:v>24.692768407631295</c:v>
              </c:pt>
              <c:pt idx="137">
                <c:v>24.692768407631295</c:v>
              </c:pt>
              <c:pt idx="138">
                <c:v>24.692768407631295</c:v>
              </c:pt>
              <c:pt idx="139">
                <c:v>24.692768407631295</c:v>
              </c:pt>
              <c:pt idx="140">
                <c:v>24.692768407631295</c:v>
              </c:pt>
              <c:pt idx="141">
                <c:v>24.692768407631295</c:v>
              </c:pt>
              <c:pt idx="142">
                <c:v>24.692768407631295</c:v>
              </c:pt>
              <c:pt idx="143">
                <c:v>24.692768407631295</c:v>
              </c:pt>
              <c:pt idx="144">
                <c:v>24.692768407631295</c:v>
              </c:pt>
              <c:pt idx="145">
                <c:v>24.692768407631295</c:v>
              </c:pt>
              <c:pt idx="146">
                <c:v>24.692768407631295</c:v>
              </c:pt>
              <c:pt idx="147">
                <c:v>24.692768407631295</c:v>
              </c:pt>
              <c:pt idx="148">
                <c:v>24.692768407631295</c:v>
              </c:pt>
              <c:pt idx="149">
                <c:v>24.692768407631295</c:v>
              </c:pt>
              <c:pt idx="150">
                <c:v>24.692768407631295</c:v>
              </c:pt>
              <c:pt idx="151">
                <c:v>24.692768407631295</c:v>
              </c:pt>
              <c:pt idx="152">
                <c:v>24.692768407631295</c:v>
              </c:pt>
              <c:pt idx="153">
                <c:v>24.692768407631295</c:v>
              </c:pt>
              <c:pt idx="154">
                <c:v>24.692768407631295</c:v>
              </c:pt>
              <c:pt idx="155">
                <c:v>24.692768407631295</c:v>
              </c:pt>
              <c:pt idx="156">
                <c:v>24.692768407631295</c:v>
              </c:pt>
              <c:pt idx="157">
                <c:v>24.692768407631295</c:v>
              </c:pt>
              <c:pt idx="158">
                <c:v>24.692768407631295</c:v>
              </c:pt>
              <c:pt idx="159">
                <c:v>24.692768407631295</c:v>
              </c:pt>
              <c:pt idx="160">
                <c:v>24.692768407631295</c:v>
              </c:pt>
              <c:pt idx="161">
                <c:v>24.692768407631295</c:v>
              </c:pt>
              <c:pt idx="162">
                <c:v>24.692768407631295</c:v>
              </c:pt>
              <c:pt idx="163">
                <c:v>24.692768407631295</c:v>
              </c:pt>
              <c:pt idx="164">
                <c:v>24.692768407631295</c:v>
              </c:pt>
              <c:pt idx="165">
                <c:v>24.692768407631295</c:v>
              </c:pt>
              <c:pt idx="166">
                <c:v>24.692768407631295</c:v>
              </c:pt>
              <c:pt idx="167">
                <c:v>24.692768407631295</c:v>
              </c:pt>
              <c:pt idx="168">
                <c:v>24.692768407631295</c:v>
              </c:pt>
              <c:pt idx="169">
                <c:v>24.692768407631295</c:v>
              </c:pt>
              <c:pt idx="170">
                <c:v>24.692768407631295</c:v>
              </c:pt>
              <c:pt idx="171">
                <c:v>24.692768407631295</c:v>
              </c:pt>
              <c:pt idx="172">
                <c:v>24.692768407631295</c:v>
              </c:pt>
              <c:pt idx="173">
                <c:v>24.692768407631295</c:v>
              </c:pt>
              <c:pt idx="174">
                <c:v>24.692768407631295</c:v>
              </c:pt>
              <c:pt idx="175">
                <c:v>24.692768407631295</c:v>
              </c:pt>
              <c:pt idx="176">
                <c:v>24.692768407631295</c:v>
              </c:pt>
              <c:pt idx="177">
                <c:v>24.692768407631295</c:v>
              </c:pt>
              <c:pt idx="178">
                <c:v>24.692768407631295</c:v>
              </c:pt>
              <c:pt idx="179">
                <c:v>24.692768407631295</c:v>
              </c:pt>
              <c:pt idx="180">
                <c:v>24.692768407631295</c:v>
              </c:pt>
              <c:pt idx="181">
                <c:v>24.692768407631295</c:v>
              </c:pt>
              <c:pt idx="182">
                <c:v>24.692768407631295</c:v>
              </c:pt>
              <c:pt idx="183">
                <c:v>24.692768407631295</c:v>
              </c:pt>
              <c:pt idx="184">
                <c:v>24.692768407631295</c:v>
              </c:pt>
              <c:pt idx="185">
                <c:v>24.692768407631295</c:v>
              </c:pt>
              <c:pt idx="186">
                <c:v>24.692768407631295</c:v>
              </c:pt>
              <c:pt idx="187">
                <c:v>24.692768407631295</c:v>
              </c:pt>
              <c:pt idx="188">
                <c:v>24.692768407631295</c:v>
              </c:pt>
              <c:pt idx="189">
                <c:v>24.692768407631295</c:v>
              </c:pt>
              <c:pt idx="190">
                <c:v>24.692768407631295</c:v>
              </c:pt>
              <c:pt idx="191">
                <c:v>24.692768407631295</c:v>
              </c:pt>
              <c:pt idx="192">
                <c:v>24.692768407631295</c:v>
              </c:pt>
              <c:pt idx="193">
                <c:v>24.692768407631295</c:v>
              </c:pt>
              <c:pt idx="194">
                <c:v>24.692768407631295</c:v>
              </c:pt>
              <c:pt idx="195">
                <c:v>24.692768407631295</c:v>
              </c:pt>
              <c:pt idx="196">
                <c:v>24.692768407631295</c:v>
              </c:pt>
              <c:pt idx="197">
                <c:v>24.692768407631295</c:v>
              </c:pt>
              <c:pt idx="198">
                <c:v>24.692768407631295</c:v>
              </c:pt>
              <c:pt idx="199">
                <c:v>24.692768407631295</c:v>
              </c:pt>
              <c:pt idx="200">
                <c:v>24.692768407631295</c:v>
              </c:pt>
              <c:pt idx="201">
                <c:v>24.692768407631295</c:v>
              </c:pt>
              <c:pt idx="202">
                <c:v>24.692768407631295</c:v>
              </c:pt>
              <c:pt idx="203">
                <c:v>24.692768407631295</c:v>
              </c:pt>
              <c:pt idx="204">
                <c:v>24.692768407631295</c:v>
              </c:pt>
              <c:pt idx="205">
                <c:v>24.692768407631295</c:v>
              </c:pt>
              <c:pt idx="206">
                <c:v>24.692768407631295</c:v>
              </c:pt>
              <c:pt idx="207">
                <c:v>24.692768407631295</c:v>
              </c:pt>
              <c:pt idx="208">
                <c:v>24.692768407631295</c:v>
              </c:pt>
              <c:pt idx="209">
                <c:v>24.692768407631295</c:v>
              </c:pt>
              <c:pt idx="210">
                <c:v>24.692768407631295</c:v>
              </c:pt>
              <c:pt idx="211">
                <c:v>24.692768407631295</c:v>
              </c:pt>
              <c:pt idx="212">
                <c:v>24.692768407631295</c:v>
              </c:pt>
              <c:pt idx="213">
                <c:v>24.692768407631295</c:v>
              </c:pt>
              <c:pt idx="214">
                <c:v>24.692768407631295</c:v>
              </c:pt>
              <c:pt idx="215">
                <c:v>24.692768407631295</c:v>
              </c:pt>
              <c:pt idx="216">
                <c:v>24.692768407631295</c:v>
              </c:pt>
              <c:pt idx="217">
                <c:v>24.692768407631295</c:v>
              </c:pt>
              <c:pt idx="218">
                <c:v>24.692768407631295</c:v>
              </c:pt>
              <c:pt idx="219">
                <c:v>24.692768407631295</c:v>
              </c:pt>
              <c:pt idx="220">
                <c:v>24.692768407631295</c:v>
              </c:pt>
              <c:pt idx="221">
                <c:v>24.692768407631295</c:v>
              </c:pt>
              <c:pt idx="222">
                <c:v>24.692768407631295</c:v>
              </c:pt>
              <c:pt idx="223">
                <c:v>24.692768407631295</c:v>
              </c:pt>
              <c:pt idx="224">
                <c:v>24.692768407631295</c:v>
              </c:pt>
              <c:pt idx="225">
                <c:v>24.692768407631295</c:v>
              </c:pt>
              <c:pt idx="226">
                <c:v>24.692768407631295</c:v>
              </c:pt>
              <c:pt idx="227">
                <c:v>24.692768407631295</c:v>
              </c:pt>
              <c:pt idx="228">
                <c:v>24.692768407631295</c:v>
              </c:pt>
              <c:pt idx="229">
                <c:v>24.692768407631295</c:v>
              </c:pt>
              <c:pt idx="230">
                <c:v>24.692768407631295</c:v>
              </c:pt>
              <c:pt idx="231">
                <c:v>24.692768407631295</c:v>
              </c:pt>
              <c:pt idx="232">
                <c:v>24.692768407631295</c:v>
              </c:pt>
              <c:pt idx="233">
                <c:v>24.692768407631295</c:v>
              </c:pt>
              <c:pt idx="234">
                <c:v>24.692768407631295</c:v>
              </c:pt>
              <c:pt idx="235">
                <c:v>24.692768407631295</c:v>
              </c:pt>
              <c:pt idx="236">
                <c:v>24.692768407631295</c:v>
              </c:pt>
              <c:pt idx="237">
                <c:v>24.692768407631295</c:v>
              </c:pt>
              <c:pt idx="238">
                <c:v>24.692768407631295</c:v>
              </c:pt>
              <c:pt idx="239">
                <c:v>24.692768407631295</c:v>
              </c:pt>
              <c:pt idx="240">
                <c:v>24.692768407631295</c:v>
              </c:pt>
              <c:pt idx="241">
                <c:v>24.692768407631295</c:v>
              </c:pt>
              <c:pt idx="242">
                <c:v>24.692768407631295</c:v>
              </c:pt>
              <c:pt idx="243">
                <c:v>24.692768407631295</c:v>
              </c:pt>
              <c:pt idx="244">
                <c:v>24.692768407631295</c:v>
              </c:pt>
              <c:pt idx="245">
                <c:v>24.692768407631295</c:v>
              </c:pt>
            </c:numLit>
          </c:xVal>
          <c:yVal>
            <c:numLit>
              <c:formatCode>0.0</c:formatCode>
              <c:ptCount val="246"/>
              <c:pt idx="0">
                <c:v>0.2216114889677111</c:v>
              </c:pt>
              <c:pt idx="1">
                <c:v>0.2216114889677111</c:v>
              </c:pt>
              <c:pt idx="2">
                <c:v>0.2216114889677111</c:v>
              </c:pt>
              <c:pt idx="3">
                <c:v>0.2216114889677111</c:v>
              </c:pt>
              <c:pt idx="4">
                <c:v>0.2216114889677111</c:v>
              </c:pt>
              <c:pt idx="5">
                <c:v>0.2216114889677111</c:v>
              </c:pt>
              <c:pt idx="6">
                <c:v>0.2216114889677111</c:v>
              </c:pt>
              <c:pt idx="7">
                <c:v>0.2216114889677111</c:v>
              </c:pt>
              <c:pt idx="8">
                <c:v>0.2216114889677111</c:v>
              </c:pt>
              <c:pt idx="9">
                <c:v>0.2216114889677111</c:v>
              </c:pt>
              <c:pt idx="10">
                <c:v>0.2216114889677111</c:v>
              </c:pt>
              <c:pt idx="11">
                <c:v>0.2216114889677111</c:v>
              </c:pt>
              <c:pt idx="12">
                <c:v>0.2216114889677111</c:v>
              </c:pt>
              <c:pt idx="13">
                <c:v>0.2216114889677111</c:v>
              </c:pt>
              <c:pt idx="14">
                <c:v>0.2216114889677111</c:v>
              </c:pt>
              <c:pt idx="15">
                <c:v>0.2216114889677111</c:v>
              </c:pt>
              <c:pt idx="16">
                <c:v>0.2216114889677111</c:v>
              </c:pt>
              <c:pt idx="17">
                <c:v>0.2216114889677111</c:v>
              </c:pt>
              <c:pt idx="18">
                <c:v>0.2216114889677111</c:v>
              </c:pt>
              <c:pt idx="19">
                <c:v>0.2216114889677111</c:v>
              </c:pt>
              <c:pt idx="20">
                <c:v>0.2216114889677111</c:v>
              </c:pt>
              <c:pt idx="21">
                <c:v>0.2216114889677111</c:v>
              </c:pt>
              <c:pt idx="22">
                <c:v>0.2216114889677111</c:v>
              </c:pt>
              <c:pt idx="23">
                <c:v>0.2216114889677111</c:v>
              </c:pt>
              <c:pt idx="24">
                <c:v>0.2216114889677111</c:v>
              </c:pt>
              <c:pt idx="25">
                <c:v>0.2216114889677111</c:v>
              </c:pt>
              <c:pt idx="26">
                <c:v>0.2216114889677111</c:v>
              </c:pt>
              <c:pt idx="27">
                <c:v>0.2216114889677111</c:v>
              </c:pt>
              <c:pt idx="28">
                <c:v>0.2216114889677111</c:v>
              </c:pt>
              <c:pt idx="29">
                <c:v>0.2216114889677111</c:v>
              </c:pt>
              <c:pt idx="30">
                <c:v>0.2216114889677111</c:v>
              </c:pt>
              <c:pt idx="31">
                <c:v>0.2216114889677111</c:v>
              </c:pt>
              <c:pt idx="32">
                <c:v>0.2216114889677111</c:v>
              </c:pt>
              <c:pt idx="33">
                <c:v>0.2216114889677111</c:v>
              </c:pt>
              <c:pt idx="34">
                <c:v>0.2216114889677111</c:v>
              </c:pt>
              <c:pt idx="35">
                <c:v>0.2216114889677111</c:v>
              </c:pt>
              <c:pt idx="36">
                <c:v>0.2216114889677111</c:v>
              </c:pt>
              <c:pt idx="37">
                <c:v>0.2216114889677111</c:v>
              </c:pt>
              <c:pt idx="38">
                <c:v>0.2216114889677111</c:v>
              </c:pt>
              <c:pt idx="39">
                <c:v>0.2216114889677111</c:v>
              </c:pt>
              <c:pt idx="40">
                <c:v>0.2216114889677111</c:v>
              </c:pt>
              <c:pt idx="41">
                <c:v>0.2216114889677111</c:v>
              </c:pt>
              <c:pt idx="42">
                <c:v>0.2216114889677111</c:v>
              </c:pt>
              <c:pt idx="43">
                <c:v>0.2216114889677111</c:v>
              </c:pt>
              <c:pt idx="44">
                <c:v>0.2216114889677111</c:v>
              </c:pt>
              <c:pt idx="45">
                <c:v>0.2216114889677111</c:v>
              </c:pt>
              <c:pt idx="46">
                <c:v>0.2216114889677111</c:v>
              </c:pt>
              <c:pt idx="47">
                <c:v>0.2216114889677111</c:v>
              </c:pt>
              <c:pt idx="48">
                <c:v>0.2216114889677111</c:v>
              </c:pt>
              <c:pt idx="49">
                <c:v>0.2216114889677111</c:v>
              </c:pt>
              <c:pt idx="50">
                <c:v>0.2216114889677111</c:v>
              </c:pt>
              <c:pt idx="51">
                <c:v>0.2216114889677111</c:v>
              </c:pt>
              <c:pt idx="52">
                <c:v>0.2216114889677111</c:v>
              </c:pt>
              <c:pt idx="53">
                <c:v>0.2216114889677111</c:v>
              </c:pt>
              <c:pt idx="54">
                <c:v>0.2216114889677111</c:v>
              </c:pt>
              <c:pt idx="55">
                <c:v>0.2216114889677111</c:v>
              </c:pt>
              <c:pt idx="56">
                <c:v>0.2216114889677111</c:v>
              </c:pt>
              <c:pt idx="57">
                <c:v>0.2216114889677111</c:v>
              </c:pt>
              <c:pt idx="58">
                <c:v>0.2216114889677111</c:v>
              </c:pt>
              <c:pt idx="59">
                <c:v>0.2216114889677111</c:v>
              </c:pt>
              <c:pt idx="60">
                <c:v>0.2216114889677111</c:v>
              </c:pt>
              <c:pt idx="61">
                <c:v>0.2216114889677111</c:v>
              </c:pt>
              <c:pt idx="62">
                <c:v>0.2216114889677111</c:v>
              </c:pt>
              <c:pt idx="63">
                <c:v>0.2216114889677111</c:v>
              </c:pt>
              <c:pt idx="64">
                <c:v>0.2216114889677111</c:v>
              </c:pt>
              <c:pt idx="65">
                <c:v>0.2216114889677111</c:v>
              </c:pt>
              <c:pt idx="66">
                <c:v>0.2216114889677111</c:v>
              </c:pt>
              <c:pt idx="67">
                <c:v>0.2216114889677111</c:v>
              </c:pt>
              <c:pt idx="68">
                <c:v>0.2216114889677111</c:v>
              </c:pt>
              <c:pt idx="69">
                <c:v>0.2216114889677111</c:v>
              </c:pt>
              <c:pt idx="70">
                <c:v>0.2216114889677111</c:v>
              </c:pt>
              <c:pt idx="71">
                <c:v>0.2216114889677111</c:v>
              </c:pt>
              <c:pt idx="72">
                <c:v>0.2216114889677111</c:v>
              </c:pt>
              <c:pt idx="73">
                <c:v>0.2216114889677111</c:v>
              </c:pt>
              <c:pt idx="74">
                <c:v>0.2216114889677111</c:v>
              </c:pt>
              <c:pt idx="75">
                <c:v>0.2216114889677111</c:v>
              </c:pt>
              <c:pt idx="76">
                <c:v>0.2216114889677111</c:v>
              </c:pt>
              <c:pt idx="77">
                <c:v>0.2216114889677111</c:v>
              </c:pt>
              <c:pt idx="78">
                <c:v>0.2216114889677111</c:v>
              </c:pt>
              <c:pt idx="79">
                <c:v>0.2216114889677111</c:v>
              </c:pt>
              <c:pt idx="80">
                <c:v>0.2216114889677111</c:v>
              </c:pt>
              <c:pt idx="81">
                <c:v>0.2216114889677111</c:v>
              </c:pt>
              <c:pt idx="82">
                <c:v>0.2216114889677111</c:v>
              </c:pt>
              <c:pt idx="83">
                <c:v>0.2216114889677111</c:v>
              </c:pt>
              <c:pt idx="84">
                <c:v>0.2216114889677111</c:v>
              </c:pt>
              <c:pt idx="85">
                <c:v>0.2216114889677111</c:v>
              </c:pt>
              <c:pt idx="86">
                <c:v>0.2216114889677111</c:v>
              </c:pt>
              <c:pt idx="87">
                <c:v>0.2216114889677111</c:v>
              </c:pt>
              <c:pt idx="88">
                <c:v>0.2216114889677111</c:v>
              </c:pt>
              <c:pt idx="89">
                <c:v>0.2216114889677111</c:v>
              </c:pt>
              <c:pt idx="90">
                <c:v>0.2216114889677111</c:v>
              </c:pt>
              <c:pt idx="91">
                <c:v>0.2216114889677111</c:v>
              </c:pt>
              <c:pt idx="92">
                <c:v>0.2216114889677111</c:v>
              </c:pt>
              <c:pt idx="93">
                <c:v>0.2216114889677111</c:v>
              </c:pt>
              <c:pt idx="94">
                <c:v>0.2216114889677111</c:v>
              </c:pt>
              <c:pt idx="95">
                <c:v>0.2216114889677111</c:v>
              </c:pt>
              <c:pt idx="96">
                <c:v>0.2216114889677111</c:v>
              </c:pt>
              <c:pt idx="97">
                <c:v>0.2216114889677111</c:v>
              </c:pt>
              <c:pt idx="98">
                <c:v>0.2216114889677111</c:v>
              </c:pt>
              <c:pt idx="99">
                <c:v>0.2216114889677111</c:v>
              </c:pt>
              <c:pt idx="100">
                <c:v>0.2216114889677111</c:v>
              </c:pt>
              <c:pt idx="101">
                <c:v>0.2216114889677111</c:v>
              </c:pt>
              <c:pt idx="102">
                <c:v>0.2216114889677111</c:v>
              </c:pt>
              <c:pt idx="103">
                <c:v>0.2216114889677111</c:v>
              </c:pt>
              <c:pt idx="104">
                <c:v>0.2216114889677111</c:v>
              </c:pt>
              <c:pt idx="105">
                <c:v>0.2216114889677111</c:v>
              </c:pt>
              <c:pt idx="106">
                <c:v>0.2216114889677111</c:v>
              </c:pt>
              <c:pt idx="107">
                <c:v>0.2216114889677111</c:v>
              </c:pt>
              <c:pt idx="108">
                <c:v>0.2216114889677111</c:v>
              </c:pt>
              <c:pt idx="109">
                <c:v>0.2216114889677111</c:v>
              </c:pt>
              <c:pt idx="110">
                <c:v>0.2216114889677111</c:v>
              </c:pt>
              <c:pt idx="111">
                <c:v>0.2216114889677111</c:v>
              </c:pt>
              <c:pt idx="112">
                <c:v>0.2216114889677111</c:v>
              </c:pt>
              <c:pt idx="113">
                <c:v>0.2216114889677111</c:v>
              </c:pt>
              <c:pt idx="114">
                <c:v>0.2216114889677111</c:v>
              </c:pt>
              <c:pt idx="115">
                <c:v>0.2216114889677111</c:v>
              </c:pt>
              <c:pt idx="116">
                <c:v>0.2216114889677111</c:v>
              </c:pt>
              <c:pt idx="117">
                <c:v>0.2216114889677111</c:v>
              </c:pt>
              <c:pt idx="118">
                <c:v>0.2216114889677111</c:v>
              </c:pt>
              <c:pt idx="119">
                <c:v>0.2216114889677111</c:v>
              </c:pt>
              <c:pt idx="120">
                <c:v>0.2216114889677111</c:v>
              </c:pt>
              <c:pt idx="121">
                <c:v>0.2216114889677111</c:v>
              </c:pt>
              <c:pt idx="122">
                <c:v>0.2216114889677111</c:v>
              </c:pt>
              <c:pt idx="123">
                <c:v>0.2216114889677111</c:v>
              </c:pt>
              <c:pt idx="124">
                <c:v>0.2216114889677111</c:v>
              </c:pt>
              <c:pt idx="125">
                <c:v>0.2216114889677111</c:v>
              </c:pt>
              <c:pt idx="126">
                <c:v>0.2216114889677111</c:v>
              </c:pt>
              <c:pt idx="127">
                <c:v>0.2216114889677111</c:v>
              </c:pt>
              <c:pt idx="128">
                <c:v>0.2216114889677111</c:v>
              </c:pt>
              <c:pt idx="129">
                <c:v>0.2216114889677111</c:v>
              </c:pt>
              <c:pt idx="130">
                <c:v>0.2216114889677111</c:v>
              </c:pt>
              <c:pt idx="131">
                <c:v>0.2216114889677111</c:v>
              </c:pt>
              <c:pt idx="132">
                <c:v>0.2216114889677111</c:v>
              </c:pt>
              <c:pt idx="133">
                <c:v>0.2216114889677111</c:v>
              </c:pt>
              <c:pt idx="134">
                <c:v>0.2216114889677111</c:v>
              </c:pt>
              <c:pt idx="135">
                <c:v>0.2216114889677111</c:v>
              </c:pt>
              <c:pt idx="136">
                <c:v>0.2216114889677111</c:v>
              </c:pt>
              <c:pt idx="137">
                <c:v>0.2216114889677111</c:v>
              </c:pt>
              <c:pt idx="138">
                <c:v>0.2216114889677111</c:v>
              </c:pt>
              <c:pt idx="139">
                <c:v>0.2216114889677111</c:v>
              </c:pt>
              <c:pt idx="140">
                <c:v>0.2216114889677111</c:v>
              </c:pt>
              <c:pt idx="141">
                <c:v>0.2216114889677111</c:v>
              </c:pt>
              <c:pt idx="142">
                <c:v>0.2216114889677111</c:v>
              </c:pt>
              <c:pt idx="143">
                <c:v>0.2216114889677111</c:v>
              </c:pt>
              <c:pt idx="144">
                <c:v>0.2216114889677111</c:v>
              </c:pt>
              <c:pt idx="145">
                <c:v>0.2216114889677111</c:v>
              </c:pt>
              <c:pt idx="146">
                <c:v>0.2216114889677111</c:v>
              </c:pt>
              <c:pt idx="147">
                <c:v>0.2216114889677111</c:v>
              </c:pt>
              <c:pt idx="148">
                <c:v>0.2216114889677111</c:v>
              </c:pt>
              <c:pt idx="149">
                <c:v>0.2216114889677111</c:v>
              </c:pt>
              <c:pt idx="150">
                <c:v>0.2216114889677111</c:v>
              </c:pt>
              <c:pt idx="151">
                <c:v>0.2216114889677111</c:v>
              </c:pt>
              <c:pt idx="152">
                <c:v>0.2216114889677111</c:v>
              </c:pt>
              <c:pt idx="153">
                <c:v>0.2216114889677111</c:v>
              </c:pt>
              <c:pt idx="154">
                <c:v>0.2216114889677111</c:v>
              </c:pt>
              <c:pt idx="155">
                <c:v>0.2216114889677111</c:v>
              </c:pt>
              <c:pt idx="156">
                <c:v>0.2216114889677111</c:v>
              </c:pt>
              <c:pt idx="157">
                <c:v>0.2216114889677111</c:v>
              </c:pt>
              <c:pt idx="158">
                <c:v>0.2216114889677111</c:v>
              </c:pt>
              <c:pt idx="159">
                <c:v>0.2216114889677111</c:v>
              </c:pt>
              <c:pt idx="160">
                <c:v>0.2216114889677111</c:v>
              </c:pt>
              <c:pt idx="161">
                <c:v>0.2216114889677111</c:v>
              </c:pt>
              <c:pt idx="162">
                <c:v>0.2216114889677111</c:v>
              </c:pt>
              <c:pt idx="163">
                <c:v>0.2216114889677111</c:v>
              </c:pt>
              <c:pt idx="164">
                <c:v>0.2216114889677111</c:v>
              </c:pt>
              <c:pt idx="165">
                <c:v>0.2216114889677111</c:v>
              </c:pt>
              <c:pt idx="166">
                <c:v>0.2216114889677111</c:v>
              </c:pt>
              <c:pt idx="167">
                <c:v>0.2216114889677111</c:v>
              </c:pt>
              <c:pt idx="168">
                <c:v>0.2216114889677111</c:v>
              </c:pt>
              <c:pt idx="169">
                <c:v>0.2216114889677111</c:v>
              </c:pt>
              <c:pt idx="170">
                <c:v>0.2216114889677111</c:v>
              </c:pt>
              <c:pt idx="171">
                <c:v>0.2216114889677111</c:v>
              </c:pt>
              <c:pt idx="172">
                <c:v>0.2216114889677111</c:v>
              </c:pt>
              <c:pt idx="173">
                <c:v>0.2216114889677111</c:v>
              </c:pt>
              <c:pt idx="174">
                <c:v>0.2216114889677111</c:v>
              </c:pt>
              <c:pt idx="175">
                <c:v>0.2216114889677111</c:v>
              </c:pt>
              <c:pt idx="176">
                <c:v>0.2216114889677111</c:v>
              </c:pt>
              <c:pt idx="177">
                <c:v>0.2216114889677111</c:v>
              </c:pt>
              <c:pt idx="178">
                <c:v>0.2216114889677111</c:v>
              </c:pt>
              <c:pt idx="179">
                <c:v>0.2216114889677111</c:v>
              </c:pt>
              <c:pt idx="180">
                <c:v>0.2216114889677111</c:v>
              </c:pt>
              <c:pt idx="181">
                <c:v>0.2216114889677111</c:v>
              </c:pt>
              <c:pt idx="182">
                <c:v>0.2216114889677111</c:v>
              </c:pt>
              <c:pt idx="183">
                <c:v>0.2216114889677111</c:v>
              </c:pt>
              <c:pt idx="184">
                <c:v>0.2216114889677111</c:v>
              </c:pt>
              <c:pt idx="185">
                <c:v>0.2216114889677111</c:v>
              </c:pt>
              <c:pt idx="186">
                <c:v>0.2216114889677111</c:v>
              </c:pt>
              <c:pt idx="187">
                <c:v>0.2216114889677111</c:v>
              </c:pt>
              <c:pt idx="188">
                <c:v>0.2216114889677111</c:v>
              </c:pt>
              <c:pt idx="189">
                <c:v>0.2216114889677111</c:v>
              </c:pt>
              <c:pt idx="190">
                <c:v>0.2216114889677111</c:v>
              </c:pt>
              <c:pt idx="191">
                <c:v>0.2216114889677111</c:v>
              </c:pt>
              <c:pt idx="192">
                <c:v>0.2216114889677111</c:v>
              </c:pt>
              <c:pt idx="193">
                <c:v>0.2216114889677111</c:v>
              </c:pt>
              <c:pt idx="194">
                <c:v>0.2216114889677111</c:v>
              </c:pt>
              <c:pt idx="195">
                <c:v>0.2216114889677111</c:v>
              </c:pt>
              <c:pt idx="196">
                <c:v>0.2216114889677111</c:v>
              </c:pt>
              <c:pt idx="197">
                <c:v>0.2216114889677111</c:v>
              </c:pt>
              <c:pt idx="198">
                <c:v>0.2216114889677111</c:v>
              </c:pt>
              <c:pt idx="199">
                <c:v>0.2216114889677111</c:v>
              </c:pt>
              <c:pt idx="200">
                <c:v>0.2216114889677111</c:v>
              </c:pt>
              <c:pt idx="201">
                <c:v>0.2216114889677111</c:v>
              </c:pt>
              <c:pt idx="202">
                <c:v>0.2216114889677111</c:v>
              </c:pt>
              <c:pt idx="203">
                <c:v>0.2216114889677111</c:v>
              </c:pt>
              <c:pt idx="204">
                <c:v>0.2216114889677111</c:v>
              </c:pt>
              <c:pt idx="205">
                <c:v>0.2216114889677111</c:v>
              </c:pt>
              <c:pt idx="206">
                <c:v>0.2216114889677111</c:v>
              </c:pt>
              <c:pt idx="207">
                <c:v>0.2216114889677111</c:v>
              </c:pt>
              <c:pt idx="208">
                <c:v>0.2216114889677111</c:v>
              </c:pt>
              <c:pt idx="209">
                <c:v>0.2216114889677111</c:v>
              </c:pt>
              <c:pt idx="210">
                <c:v>0.2216114889677111</c:v>
              </c:pt>
              <c:pt idx="211">
                <c:v>0.2216114889677111</c:v>
              </c:pt>
              <c:pt idx="212">
                <c:v>0.2216114889677111</c:v>
              </c:pt>
              <c:pt idx="213">
                <c:v>0.2216114889677111</c:v>
              </c:pt>
              <c:pt idx="214">
                <c:v>0.2216114889677111</c:v>
              </c:pt>
              <c:pt idx="215">
                <c:v>0.2216114889677111</c:v>
              </c:pt>
              <c:pt idx="216">
                <c:v>0.2216114889677111</c:v>
              </c:pt>
              <c:pt idx="217">
                <c:v>0.2216114889677111</c:v>
              </c:pt>
              <c:pt idx="218">
                <c:v>0.2216114889677111</c:v>
              </c:pt>
              <c:pt idx="219">
                <c:v>0.2216114889677111</c:v>
              </c:pt>
              <c:pt idx="220">
                <c:v>0.2216114889677111</c:v>
              </c:pt>
              <c:pt idx="221">
                <c:v>0.2216114889677111</c:v>
              </c:pt>
              <c:pt idx="222">
                <c:v>0.2216114889677111</c:v>
              </c:pt>
              <c:pt idx="223">
                <c:v>0.2216114889677111</c:v>
              </c:pt>
              <c:pt idx="224">
                <c:v>0.2216114889677111</c:v>
              </c:pt>
              <c:pt idx="225">
                <c:v>0.2216114889677111</c:v>
              </c:pt>
              <c:pt idx="226">
                <c:v>0.2216114889677111</c:v>
              </c:pt>
              <c:pt idx="227">
                <c:v>0.2216114889677111</c:v>
              </c:pt>
              <c:pt idx="228">
                <c:v>0.2216114889677111</c:v>
              </c:pt>
              <c:pt idx="229">
                <c:v>0.2216114889677111</c:v>
              </c:pt>
              <c:pt idx="230">
                <c:v>0.2216114889677111</c:v>
              </c:pt>
              <c:pt idx="231">
                <c:v>0.2216114889677111</c:v>
              </c:pt>
              <c:pt idx="232">
                <c:v>0.2216114889677111</c:v>
              </c:pt>
              <c:pt idx="233">
                <c:v>0.2216114889677111</c:v>
              </c:pt>
              <c:pt idx="234">
                <c:v>0.2216114889677111</c:v>
              </c:pt>
              <c:pt idx="235">
                <c:v>0.2216114889677111</c:v>
              </c:pt>
              <c:pt idx="236">
                <c:v>0.2216114889677111</c:v>
              </c:pt>
              <c:pt idx="237">
                <c:v>0.2216114889677111</c:v>
              </c:pt>
              <c:pt idx="238">
                <c:v>0.2216114889677111</c:v>
              </c:pt>
              <c:pt idx="239">
                <c:v>0.2216114889677111</c:v>
              </c:pt>
              <c:pt idx="240">
                <c:v>0.2216114889677111</c:v>
              </c:pt>
              <c:pt idx="241">
                <c:v>0.2216114889677111</c:v>
              </c:pt>
              <c:pt idx="242">
                <c:v>0.2216114889677111</c:v>
              </c:pt>
              <c:pt idx="243">
                <c:v>0.2216114889677111</c:v>
              </c:pt>
              <c:pt idx="244">
                <c:v>0.2216114889677111</c:v>
              </c:pt>
              <c:pt idx="245">
                <c:v>0.2216114889677111</c:v>
              </c:pt>
            </c:numLit>
          </c:yVal>
          <c:smooth val="0"/>
        </c:ser>
        <c:ser>
          <c:idx val="13"/>
          <c:order val="13"/>
          <c:tx>
            <c:v>Implemented LCA filling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xVal>
            <c:numLit>
              <c:formatCode>General</c:formatCode>
              <c:ptCount val="246"/>
              <c:pt idx="0">
                <c:v>24.692768407631295</c:v>
              </c:pt>
              <c:pt idx="1">
                <c:v>24.692768407631295</c:v>
              </c:pt>
              <c:pt idx="2">
                <c:v>24.692768407631295</c:v>
              </c:pt>
              <c:pt idx="3">
                <c:v>24.692768407631295</c:v>
              </c:pt>
              <c:pt idx="4">
                <c:v>24.692768407631295</c:v>
              </c:pt>
              <c:pt idx="5">
                <c:v>24.692768407631295</c:v>
              </c:pt>
              <c:pt idx="6">
                <c:v>24.692768407631295</c:v>
              </c:pt>
              <c:pt idx="7">
                <c:v>24.692768407631295</c:v>
              </c:pt>
              <c:pt idx="8">
                <c:v>24.692768407631295</c:v>
              </c:pt>
              <c:pt idx="9">
                <c:v>24.692768407631295</c:v>
              </c:pt>
              <c:pt idx="10">
                <c:v>24.692768407631295</c:v>
              </c:pt>
              <c:pt idx="11">
                <c:v>24.692768407631295</c:v>
              </c:pt>
              <c:pt idx="12">
                <c:v>24.692768407631295</c:v>
              </c:pt>
              <c:pt idx="13">
                <c:v>24.692768407631295</c:v>
              </c:pt>
              <c:pt idx="14">
                <c:v>24.692768407631295</c:v>
              </c:pt>
              <c:pt idx="15">
                <c:v>24.692768407631295</c:v>
              </c:pt>
              <c:pt idx="16">
                <c:v>24.692768407631295</c:v>
              </c:pt>
              <c:pt idx="17">
                <c:v>24.692768407631295</c:v>
              </c:pt>
              <c:pt idx="18">
                <c:v>24.692768407631295</c:v>
              </c:pt>
              <c:pt idx="19">
                <c:v>24.692768407631295</c:v>
              </c:pt>
              <c:pt idx="20">
                <c:v>24.692768407631295</c:v>
              </c:pt>
              <c:pt idx="21">
                <c:v>24.692768407631295</c:v>
              </c:pt>
              <c:pt idx="22">
                <c:v>24.692768407631295</c:v>
              </c:pt>
              <c:pt idx="23">
                <c:v>24.692768407631295</c:v>
              </c:pt>
              <c:pt idx="24">
                <c:v>24.692768407631295</c:v>
              </c:pt>
              <c:pt idx="25">
                <c:v>24.692768407631295</c:v>
              </c:pt>
              <c:pt idx="26">
                <c:v>24.692768407631295</c:v>
              </c:pt>
              <c:pt idx="27">
                <c:v>24.692768407631295</c:v>
              </c:pt>
              <c:pt idx="28">
                <c:v>24.692768407631295</c:v>
              </c:pt>
              <c:pt idx="29">
                <c:v>24.692768407631295</c:v>
              </c:pt>
              <c:pt idx="30">
                <c:v>24.692768407631295</c:v>
              </c:pt>
              <c:pt idx="31">
                <c:v>24.692768407631295</c:v>
              </c:pt>
              <c:pt idx="32">
                <c:v>24.692768407631295</c:v>
              </c:pt>
              <c:pt idx="33">
                <c:v>24.692768407631295</c:v>
              </c:pt>
              <c:pt idx="34">
                <c:v>24.692768407631295</c:v>
              </c:pt>
              <c:pt idx="35">
                <c:v>24.692768407631295</c:v>
              </c:pt>
              <c:pt idx="36">
                <c:v>24.692768407631295</c:v>
              </c:pt>
              <c:pt idx="37">
                <c:v>24.692768407631295</c:v>
              </c:pt>
              <c:pt idx="38">
                <c:v>24.692768407631295</c:v>
              </c:pt>
              <c:pt idx="39">
                <c:v>24.692768407631295</c:v>
              </c:pt>
              <c:pt idx="40">
                <c:v>24.692768407631295</c:v>
              </c:pt>
              <c:pt idx="41">
                <c:v>24.692768407631295</c:v>
              </c:pt>
              <c:pt idx="42">
                <c:v>24.692768407631295</c:v>
              </c:pt>
              <c:pt idx="43">
                <c:v>24.692768407631295</c:v>
              </c:pt>
              <c:pt idx="44">
                <c:v>24.692768407631295</c:v>
              </c:pt>
              <c:pt idx="45">
                <c:v>24.692768407631295</c:v>
              </c:pt>
              <c:pt idx="46">
                <c:v>24.692768407631295</c:v>
              </c:pt>
              <c:pt idx="47">
                <c:v>24.692768407631295</c:v>
              </c:pt>
              <c:pt idx="48">
                <c:v>24.692768407631295</c:v>
              </c:pt>
              <c:pt idx="49">
                <c:v>24.692768407631295</c:v>
              </c:pt>
              <c:pt idx="50">
                <c:v>24.692768407631295</c:v>
              </c:pt>
              <c:pt idx="51">
                <c:v>24.692768407631295</c:v>
              </c:pt>
              <c:pt idx="52">
                <c:v>24.692768407631295</c:v>
              </c:pt>
              <c:pt idx="53">
                <c:v>24.692768407631295</c:v>
              </c:pt>
              <c:pt idx="54">
                <c:v>24.692768407631295</c:v>
              </c:pt>
              <c:pt idx="55">
                <c:v>24.692768407631295</c:v>
              </c:pt>
              <c:pt idx="56">
                <c:v>24.692768407631295</c:v>
              </c:pt>
              <c:pt idx="57">
                <c:v>24.692768407631295</c:v>
              </c:pt>
              <c:pt idx="58">
                <c:v>24.692768407631295</c:v>
              </c:pt>
              <c:pt idx="59">
                <c:v>24.692768407631295</c:v>
              </c:pt>
              <c:pt idx="60">
                <c:v>24.692768407631295</c:v>
              </c:pt>
              <c:pt idx="61">
                <c:v>24.692768407631295</c:v>
              </c:pt>
              <c:pt idx="62">
                <c:v>24.692768407631295</c:v>
              </c:pt>
              <c:pt idx="63">
                <c:v>24.692768407631295</c:v>
              </c:pt>
              <c:pt idx="64">
                <c:v>24.692768407631295</c:v>
              </c:pt>
              <c:pt idx="65">
                <c:v>24.692768407631295</c:v>
              </c:pt>
              <c:pt idx="66">
                <c:v>24.692768407631295</c:v>
              </c:pt>
              <c:pt idx="67">
                <c:v>24.692768407631295</c:v>
              </c:pt>
              <c:pt idx="68">
                <c:v>24.692768407631295</c:v>
              </c:pt>
              <c:pt idx="69">
                <c:v>24.692768407631295</c:v>
              </c:pt>
              <c:pt idx="70">
                <c:v>24.692768407631295</c:v>
              </c:pt>
              <c:pt idx="71">
                <c:v>24.692768407631295</c:v>
              </c:pt>
              <c:pt idx="72">
                <c:v>24.692768407631295</c:v>
              </c:pt>
              <c:pt idx="73">
                <c:v>24.692768407631295</c:v>
              </c:pt>
              <c:pt idx="74">
                <c:v>24.692768407631295</c:v>
              </c:pt>
              <c:pt idx="75">
                <c:v>24.692768407631295</c:v>
              </c:pt>
              <c:pt idx="76">
                <c:v>24.692768407631295</c:v>
              </c:pt>
              <c:pt idx="77">
                <c:v>24.692768407631295</c:v>
              </c:pt>
              <c:pt idx="78">
                <c:v>24.692768407631295</c:v>
              </c:pt>
              <c:pt idx="79">
                <c:v>24.692768407631295</c:v>
              </c:pt>
              <c:pt idx="80">
                <c:v>24.692768407631295</c:v>
              </c:pt>
              <c:pt idx="81">
                <c:v>24.692768407631295</c:v>
              </c:pt>
              <c:pt idx="82">
                <c:v>24.692768407631295</c:v>
              </c:pt>
              <c:pt idx="83">
                <c:v>24.692768407631295</c:v>
              </c:pt>
              <c:pt idx="84">
                <c:v>24.692768407631295</c:v>
              </c:pt>
              <c:pt idx="85">
                <c:v>24.692768407631295</c:v>
              </c:pt>
              <c:pt idx="86">
                <c:v>24.692768407631295</c:v>
              </c:pt>
              <c:pt idx="87">
                <c:v>24.692768407631295</c:v>
              </c:pt>
              <c:pt idx="88">
                <c:v>24.692768407631295</c:v>
              </c:pt>
              <c:pt idx="89">
                <c:v>24.692768407631295</c:v>
              </c:pt>
              <c:pt idx="90">
                <c:v>24.692768407631295</c:v>
              </c:pt>
              <c:pt idx="91">
                <c:v>24.692768407631295</c:v>
              </c:pt>
              <c:pt idx="92">
                <c:v>24.692768407631295</c:v>
              </c:pt>
              <c:pt idx="93">
                <c:v>24.692768407631295</c:v>
              </c:pt>
              <c:pt idx="94">
                <c:v>24.692768407631295</c:v>
              </c:pt>
              <c:pt idx="95">
                <c:v>24.692768407631295</c:v>
              </c:pt>
              <c:pt idx="96">
                <c:v>24.692768407631295</c:v>
              </c:pt>
              <c:pt idx="97">
                <c:v>24.692768407631295</c:v>
              </c:pt>
              <c:pt idx="98">
                <c:v>24.692768407631295</c:v>
              </c:pt>
              <c:pt idx="99">
                <c:v>24.692768407631295</c:v>
              </c:pt>
              <c:pt idx="100">
                <c:v>24.692768407631295</c:v>
              </c:pt>
              <c:pt idx="101">
                <c:v>24.692768407631295</c:v>
              </c:pt>
              <c:pt idx="102">
                <c:v>24.692768407631295</c:v>
              </c:pt>
              <c:pt idx="103">
                <c:v>24.692768407631295</c:v>
              </c:pt>
              <c:pt idx="104">
                <c:v>24.692768407631295</c:v>
              </c:pt>
              <c:pt idx="105">
                <c:v>24.692768407631295</c:v>
              </c:pt>
              <c:pt idx="106">
                <c:v>24.692768407631295</c:v>
              </c:pt>
              <c:pt idx="107">
                <c:v>24.692768407631295</c:v>
              </c:pt>
              <c:pt idx="108">
                <c:v>24.692768407631295</c:v>
              </c:pt>
              <c:pt idx="109">
                <c:v>24.692768407631295</c:v>
              </c:pt>
              <c:pt idx="110">
                <c:v>24.692768407631295</c:v>
              </c:pt>
              <c:pt idx="111">
                <c:v>24.692768407631295</c:v>
              </c:pt>
              <c:pt idx="112">
                <c:v>24.692768407631295</c:v>
              </c:pt>
              <c:pt idx="113">
                <c:v>24.692768407631295</c:v>
              </c:pt>
              <c:pt idx="114">
                <c:v>24.692768407631295</c:v>
              </c:pt>
              <c:pt idx="115">
                <c:v>24.692768407631295</c:v>
              </c:pt>
              <c:pt idx="116">
                <c:v>24.692768407631295</c:v>
              </c:pt>
              <c:pt idx="117">
                <c:v>24.692768407631295</c:v>
              </c:pt>
              <c:pt idx="118">
                <c:v>24.692768407631295</c:v>
              </c:pt>
              <c:pt idx="119">
                <c:v>24.692768407631295</c:v>
              </c:pt>
              <c:pt idx="120">
                <c:v>24.692768407631295</c:v>
              </c:pt>
              <c:pt idx="121">
                <c:v>24.692768407631295</c:v>
              </c:pt>
              <c:pt idx="122">
                <c:v>24.692768407631295</c:v>
              </c:pt>
              <c:pt idx="123">
                <c:v>24.692768407631295</c:v>
              </c:pt>
              <c:pt idx="124">
                <c:v>24.692768407631295</c:v>
              </c:pt>
              <c:pt idx="125">
                <c:v>24.692768407631295</c:v>
              </c:pt>
              <c:pt idx="126">
                <c:v>24.692768407631295</c:v>
              </c:pt>
              <c:pt idx="127">
                <c:v>24.692768407631295</c:v>
              </c:pt>
              <c:pt idx="128">
                <c:v>24.692768407631295</c:v>
              </c:pt>
              <c:pt idx="129">
                <c:v>24.692768407631295</c:v>
              </c:pt>
              <c:pt idx="130">
                <c:v>24.692768407631295</c:v>
              </c:pt>
              <c:pt idx="131">
                <c:v>24.692768407631295</c:v>
              </c:pt>
              <c:pt idx="132">
                <c:v>24.692768407631295</c:v>
              </c:pt>
              <c:pt idx="133">
                <c:v>24.692768407631295</c:v>
              </c:pt>
              <c:pt idx="134">
                <c:v>24.692768407631295</c:v>
              </c:pt>
              <c:pt idx="135">
                <c:v>24.692768407631295</c:v>
              </c:pt>
              <c:pt idx="136">
                <c:v>24.692768407631295</c:v>
              </c:pt>
              <c:pt idx="137">
                <c:v>24.692768407631295</c:v>
              </c:pt>
              <c:pt idx="138">
                <c:v>24.692768407631295</c:v>
              </c:pt>
              <c:pt idx="139">
                <c:v>24.692768407631295</c:v>
              </c:pt>
              <c:pt idx="140">
                <c:v>24.692768407631295</c:v>
              </c:pt>
              <c:pt idx="141">
                <c:v>24.692768407631295</c:v>
              </c:pt>
              <c:pt idx="142">
                <c:v>24.692768407631295</c:v>
              </c:pt>
              <c:pt idx="143">
                <c:v>24.692768407631295</c:v>
              </c:pt>
              <c:pt idx="144">
                <c:v>24.692768407631295</c:v>
              </c:pt>
              <c:pt idx="145">
                <c:v>24.692768407631295</c:v>
              </c:pt>
              <c:pt idx="146">
                <c:v>24.692768407631295</c:v>
              </c:pt>
              <c:pt idx="147">
                <c:v>24.692768407631295</c:v>
              </c:pt>
              <c:pt idx="148">
                <c:v>24.692768407631295</c:v>
              </c:pt>
              <c:pt idx="149">
                <c:v>24.692768407631295</c:v>
              </c:pt>
              <c:pt idx="150">
                <c:v>24.692768407631295</c:v>
              </c:pt>
              <c:pt idx="151">
                <c:v>24.692768407631295</c:v>
              </c:pt>
              <c:pt idx="152">
                <c:v>24.692768407631295</c:v>
              </c:pt>
              <c:pt idx="153">
                <c:v>24.692768407631295</c:v>
              </c:pt>
              <c:pt idx="154">
                <c:v>24.692768407631295</c:v>
              </c:pt>
              <c:pt idx="155">
                <c:v>24.692768407631295</c:v>
              </c:pt>
              <c:pt idx="156">
                <c:v>24.692768407631295</c:v>
              </c:pt>
              <c:pt idx="157">
                <c:v>24.692768407631295</c:v>
              </c:pt>
              <c:pt idx="158">
                <c:v>24.692768407631295</c:v>
              </c:pt>
              <c:pt idx="159">
                <c:v>24.692768407631295</c:v>
              </c:pt>
              <c:pt idx="160">
                <c:v>24.692768407631295</c:v>
              </c:pt>
              <c:pt idx="161">
                <c:v>24.692768407631295</c:v>
              </c:pt>
              <c:pt idx="162">
                <c:v>24.692768407631295</c:v>
              </c:pt>
              <c:pt idx="163">
                <c:v>24.692768407631295</c:v>
              </c:pt>
              <c:pt idx="164">
                <c:v>24.692768407631295</c:v>
              </c:pt>
              <c:pt idx="165">
                <c:v>24.692768407631295</c:v>
              </c:pt>
              <c:pt idx="166">
                <c:v>24.692768407631295</c:v>
              </c:pt>
              <c:pt idx="167">
                <c:v>24.692768407631295</c:v>
              </c:pt>
              <c:pt idx="168">
                <c:v>24.692768407631295</c:v>
              </c:pt>
              <c:pt idx="169">
                <c:v>24.692768407631295</c:v>
              </c:pt>
              <c:pt idx="170">
                <c:v>24.692768407631295</c:v>
              </c:pt>
              <c:pt idx="171">
                <c:v>24.692768407631295</c:v>
              </c:pt>
              <c:pt idx="172">
                <c:v>24.692768407631295</c:v>
              </c:pt>
              <c:pt idx="173">
                <c:v>24.692768407631295</c:v>
              </c:pt>
              <c:pt idx="174">
                <c:v>24.692768407631295</c:v>
              </c:pt>
              <c:pt idx="175">
                <c:v>24.692768407631295</c:v>
              </c:pt>
              <c:pt idx="176">
                <c:v>24.692768407631295</c:v>
              </c:pt>
              <c:pt idx="177">
                <c:v>24.692768407631295</c:v>
              </c:pt>
              <c:pt idx="178">
                <c:v>24.692768407631295</c:v>
              </c:pt>
              <c:pt idx="179">
                <c:v>24.692768407631295</c:v>
              </c:pt>
              <c:pt idx="180">
                <c:v>24.692768407631295</c:v>
              </c:pt>
              <c:pt idx="181">
                <c:v>24.692768407631295</c:v>
              </c:pt>
              <c:pt idx="182">
                <c:v>24.692768407631295</c:v>
              </c:pt>
              <c:pt idx="183">
                <c:v>24.692768407631295</c:v>
              </c:pt>
              <c:pt idx="184">
                <c:v>24.692768407631295</c:v>
              </c:pt>
              <c:pt idx="185">
                <c:v>24.692768407631295</c:v>
              </c:pt>
              <c:pt idx="186">
                <c:v>24.692768407631295</c:v>
              </c:pt>
              <c:pt idx="187">
                <c:v>24.692768407631295</c:v>
              </c:pt>
              <c:pt idx="188">
                <c:v>24.692768407631295</c:v>
              </c:pt>
              <c:pt idx="189">
                <c:v>24.692768407631295</c:v>
              </c:pt>
              <c:pt idx="190">
                <c:v>24.692768407631295</c:v>
              </c:pt>
              <c:pt idx="191">
                <c:v>24.692768407631295</c:v>
              </c:pt>
              <c:pt idx="192">
                <c:v>24.692768407631295</c:v>
              </c:pt>
              <c:pt idx="193">
                <c:v>24.692768407631295</c:v>
              </c:pt>
              <c:pt idx="194">
                <c:v>24.692768407631295</c:v>
              </c:pt>
              <c:pt idx="195">
                <c:v>24.692768407631295</c:v>
              </c:pt>
              <c:pt idx="196">
                <c:v>24.692768407631295</c:v>
              </c:pt>
              <c:pt idx="197">
                <c:v>24.692768407631295</c:v>
              </c:pt>
              <c:pt idx="198">
                <c:v>24.692768407631295</c:v>
              </c:pt>
              <c:pt idx="199">
                <c:v>24.692768407631295</c:v>
              </c:pt>
              <c:pt idx="200">
                <c:v>24.692768407631295</c:v>
              </c:pt>
              <c:pt idx="201">
                <c:v>24.692768407631295</c:v>
              </c:pt>
              <c:pt idx="202">
                <c:v>24.692768407631295</c:v>
              </c:pt>
              <c:pt idx="203">
                <c:v>24.692768407631295</c:v>
              </c:pt>
              <c:pt idx="204">
                <c:v>24.692768407631295</c:v>
              </c:pt>
              <c:pt idx="205">
                <c:v>24.692768407631295</c:v>
              </c:pt>
              <c:pt idx="206">
                <c:v>24.692768407631295</c:v>
              </c:pt>
              <c:pt idx="207">
                <c:v>24.692768407631295</c:v>
              </c:pt>
              <c:pt idx="208">
                <c:v>24.692768407631295</c:v>
              </c:pt>
              <c:pt idx="209">
                <c:v>24.692768407631295</c:v>
              </c:pt>
              <c:pt idx="210">
                <c:v>24.692768407631295</c:v>
              </c:pt>
              <c:pt idx="211">
                <c:v>24.692768407631295</c:v>
              </c:pt>
              <c:pt idx="212">
                <c:v>24.692768407631295</c:v>
              </c:pt>
              <c:pt idx="213">
                <c:v>24.692768407631295</c:v>
              </c:pt>
              <c:pt idx="214">
                <c:v>24.692768407631295</c:v>
              </c:pt>
              <c:pt idx="215">
                <c:v>24.692768407631295</c:v>
              </c:pt>
              <c:pt idx="216">
                <c:v>24.692768407631295</c:v>
              </c:pt>
              <c:pt idx="217">
                <c:v>24.692768407631295</c:v>
              </c:pt>
              <c:pt idx="218">
                <c:v>24.692768407631295</c:v>
              </c:pt>
              <c:pt idx="219">
                <c:v>24.692768407631295</c:v>
              </c:pt>
              <c:pt idx="220">
                <c:v>24.692768407631295</c:v>
              </c:pt>
              <c:pt idx="221">
                <c:v>24.692768407631295</c:v>
              </c:pt>
              <c:pt idx="222">
                <c:v>24.692768407631295</c:v>
              </c:pt>
              <c:pt idx="223">
                <c:v>24.692768407631295</c:v>
              </c:pt>
              <c:pt idx="224">
                <c:v>24.692768407631295</c:v>
              </c:pt>
              <c:pt idx="225">
                <c:v>24.692768407631295</c:v>
              </c:pt>
              <c:pt idx="226">
                <c:v>24.692768407631295</c:v>
              </c:pt>
              <c:pt idx="227">
                <c:v>24.692768407631295</c:v>
              </c:pt>
              <c:pt idx="228">
                <c:v>24.692768407631295</c:v>
              </c:pt>
              <c:pt idx="229">
                <c:v>24.692768407631295</c:v>
              </c:pt>
              <c:pt idx="230">
                <c:v>24.692768407631295</c:v>
              </c:pt>
              <c:pt idx="231">
                <c:v>24.692768407631295</c:v>
              </c:pt>
              <c:pt idx="232">
                <c:v>24.692768407631295</c:v>
              </c:pt>
              <c:pt idx="233">
                <c:v>24.692768407631295</c:v>
              </c:pt>
              <c:pt idx="234">
                <c:v>24.692768407631295</c:v>
              </c:pt>
              <c:pt idx="235">
                <c:v>24.692768407631295</c:v>
              </c:pt>
              <c:pt idx="236">
                <c:v>24.692768407631295</c:v>
              </c:pt>
              <c:pt idx="237">
                <c:v>24.692768407631295</c:v>
              </c:pt>
              <c:pt idx="238">
                <c:v>24.692768407631295</c:v>
              </c:pt>
              <c:pt idx="239">
                <c:v>24.692768407631295</c:v>
              </c:pt>
              <c:pt idx="240">
                <c:v>24.692768407631295</c:v>
              </c:pt>
              <c:pt idx="241">
                <c:v>24.692768407631295</c:v>
              </c:pt>
              <c:pt idx="242">
                <c:v>24.692768407631295</c:v>
              </c:pt>
              <c:pt idx="243">
                <c:v>24.692768407631295</c:v>
              </c:pt>
              <c:pt idx="244">
                <c:v>24.692768407631295</c:v>
              </c:pt>
              <c:pt idx="245">
                <c:v>24.692768407631295</c:v>
              </c:pt>
            </c:numLit>
          </c:xVal>
          <c:yVal>
            <c:numLit>
              <c:formatCode>0.0</c:formatCode>
              <c:ptCount val="246"/>
              <c:pt idx="0">
                <c:v>0.2216114889677111</c:v>
              </c:pt>
              <c:pt idx="1">
                <c:v>0.2216114889677111</c:v>
              </c:pt>
              <c:pt idx="2">
                <c:v>0.2216114889677111</c:v>
              </c:pt>
              <c:pt idx="3">
                <c:v>0.2216114889677111</c:v>
              </c:pt>
              <c:pt idx="4">
                <c:v>0.2216114889677111</c:v>
              </c:pt>
              <c:pt idx="5">
                <c:v>0.2216114889677111</c:v>
              </c:pt>
              <c:pt idx="6">
                <c:v>0.2216114889677111</c:v>
              </c:pt>
              <c:pt idx="7">
                <c:v>0.2216114889677111</c:v>
              </c:pt>
              <c:pt idx="8">
                <c:v>0.2216114889677111</c:v>
              </c:pt>
              <c:pt idx="9">
                <c:v>0.2216114889677111</c:v>
              </c:pt>
              <c:pt idx="10">
                <c:v>0.2216114889677111</c:v>
              </c:pt>
              <c:pt idx="11">
                <c:v>0.2216114889677111</c:v>
              </c:pt>
              <c:pt idx="12">
                <c:v>0.2216114889677111</c:v>
              </c:pt>
              <c:pt idx="13">
                <c:v>0.2216114889677111</c:v>
              </c:pt>
              <c:pt idx="14">
                <c:v>0.2216114889677111</c:v>
              </c:pt>
              <c:pt idx="15">
                <c:v>0.2216114889677111</c:v>
              </c:pt>
              <c:pt idx="16">
                <c:v>0.2216114889677111</c:v>
              </c:pt>
              <c:pt idx="17">
                <c:v>0.2216114889677111</c:v>
              </c:pt>
              <c:pt idx="18">
                <c:v>0.2216114889677111</c:v>
              </c:pt>
              <c:pt idx="19">
                <c:v>0.2216114889677111</c:v>
              </c:pt>
              <c:pt idx="20">
                <c:v>0.2216114889677111</c:v>
              </c:pt>
              <c:pt idx="21">
                <c:v>0.2216114889677111</c:v>
              </c:pt>
              <c:pt idx="22">
                <c:v>0.2216114889677111</c:v>
              </c:pt>
              <c:pt idx="23">
                <c:v>0.2216114889677111</c:v>
              </c:pt>
              <c:pt idx="24">
                <c:v>0.2216114889677111</c:v>
              </c:pt>
              <c:pt idx="25">
                <c:v>0.2216114889677111</c:v>
              </c:pt>
              <c:pt idx="26">
                <c:v>0.2216114889677111</c:v>
              </c:pt>
              <c:pt idx="27">
                <c:v>0.2216114889677111</c:v>
              </c:pt>
              <c:pt idx="28">
                <c:v>0.2216114889677111</c:v>
              </c:pt>
              <c:pt idx="29">
                <c:v>0.2216114889677111</c:v>
              </c:pt>
              <c:pt idx="30">
                <c:v>0.2216114889677111</c:v>
              </c:pt>
              <c:pt idx="31">
                <c:v>0.2216114889677111</c:v>
              </c:pt>
              <c:pt idx="32">
                <c:v>0.2216114889677111</c:v>
              </c:pt>
              <c:pt idx="33">
                <c:v>0.2216114889677111</c:v>
              </c:pt>
              <c:pt idx="34">
                <c:v>0.2216114889677111</c:v>
              </c:pt>
              <c:pt idx="35">
                <c:v>0.2216114889677111</c:v>
              </c:pt>
              <c:pt idx="36">
                <c:v>0.2216114889677111</c:v>
              </c:pt>
              <c:pt idx="37">
                <c:v>0.2216114889677111</c:v>
              </c:pt>
              <c:pt idx="38">
                <c:v>0.2216114889677111</c:v>
              </c:pt>
              <c:pt idx="39">
                <c:v>0.2216114889677111</c:v>
              </c:pt>
              <c:pt idx="40">
                <c:v>0.2216114889677111</c:v>
              </c:pt>
              <c:pt idx="41">
                <c:v>0.2216114889677111</c:v>
              </c:pt>
              <c:pt idx="42">
                <c:v>0.2216114889677111</c:v>
              </c:pt>
              <c:pt idx="43">
                <c:v>0.2216114889677111</c:v>
              </c:pt>
              <c:pt idx="44">
                <c:v>0.2216114889677111</c:v>
              </c:pt>
              <c:pt idx="45">
                <c:v>0.2216114889677111</c:v>
              </c:pt>
              <c:pt idx="46">
                <c:v>0.2216114889677111</c:v>
              </c:pt>
              <c:pt idx="47">
                <c:v>0.2216114889677111</c:v>
              </c:pt>
              <c:pt idx="48">
                <c:v>0.2216114889677111</c:v>
              </c:pt>
              <c:pt idx="49">
                <c:v>0.2216114889677111</c:v>
              </c:pt>
              <c:pt idx="50">
                <c:v>0.2216114889677111</c:v>
              </c:pt>
              <c:pt idx="51">
                <c:v>0.2216114889677111</c:v>
              </c:pt>
              <c:pt idx="52">
                <c:v>0.2216114889677111</c:v>
              </c:pt>
              <c:pt idx="53">
                <c:v>0.2216114889677111</c:v>
              </c:pt>
              <c:pt idx="54">
                <c:v>0.2216114889677111</c:v>
              </c:pt>
              <c:pt idx="55">
                <c:v>0.2216114889677111</c:v>
              </c:pt>
              <c:pt idx="56">
                <c:v>0.2216114889677111</c:v>
              </c:pt>
              <c:pt idx="57">
                <c:v>0.2216114889677111</c:v>
              </c:pt>
              <c:pt idx="58">
                <c:v>0.2216114889677111</c:v>
              </c:pt>
              <c:pt idx="59">
                <c:v>0.2216114889677111</c:v>
              </c:pt>
              <c:pt idx="60">
                <c:v>0.2216114889677111</c:v>
              </c:pt>
              <c:pt idx="61">
                <c:v>0.2216114889677111</c:v>
              </c:pt>
              <c:pt idx="62">
                <c:v>0.2216114889677111</c:v>
              </c:pt>
              <c:pt idx="63">
                <c:v>0.2216114889677111</c:v>
              </c:pt>
              <c:pt idx="64">
                <c:v>0.2216114889677111</c:v>
              </c:pt>
              <c:pt idx="65">
                <c:v>0.2216114889677111</c:v>
              </c:pt>
              <c:pt idx="66">
                <c:v>0.2216114889677111</c:v>
              </c:pt>
              <c:pt idx="67">
                <c:v>0.2216114889677111</c:v>
              </c:pt>
              <c:pt idx="68">
                <c:v>0.2216114889677111</c:v>
              </c:pt>
              <c:pt idx="69">
                <c:v>0.2216114889677111</c:v>
              </c:pt>
              <c:pt idx="70">
                <c:v>0.2216114889677111</c:v>
              </c:pt>
              <c:pt idx="71">
                <c:v>0.2216114889677111</c:v>
              </c:pt>
              <c:pt idx="72">
                <c:v>0.2216114889677111</c:v>
              </c:pt>
              <c:pt idx="73">
                <c:v>0.2216114889677111</c:v>
              </c:pt>
              <c:pt idx="74">
                <c:v>0.2216114889677111</c:v>
              </c:pt>
              <c:pt idx="75">
                <c:v>0.2216114889677111</c:v>
              </c:pt>
              <c:pt idx="76">
                <c:v>0.2216114889677111</c:v>
              </c:pt>
              <c:pt idx="77">
                <c:v>0.2216114889677111</c:v>
              </c:pt>
              <c:pt idx="78">
                <c:v>0.2216114889677111</c:v>
              </c:pt>
              <c:pt idx="79">
                <c:v>0.2216114889677111</c:v>
              </c:pt>
              <c:pt idx="80">
                <c:v>0.2216114889677111</c:v>
              </c:pt>
              <c:pt idx="81">
                <c:v>0.2216114889677111</c:v>
              </c:pt>
              <c:pt idx="82">
                <c:v>0.2216114889677111</c:v>
              </c:pt>
              <c:pt idx="83">
                <c:v>0.2216114889677111</c:v>
              </c:pt>
              <c:pt idx="84">
                <c:v>0.2216114889677111</c:v>
              </c:pt>
              <c:pt idx="85">
                <c:v>0.2216114889677111</c:v>
              </c:pt>
              <c:pt idx="86">
                <c:v>0.2216114889677111</c:v>
              </c:pt>
              <c:pt idx="87">
                <c:v>0.2216114889677111</c:v>
              </c:pt>
              <c:pt idx="88">
                <c:v>0.2216114889677111</c:v>
              </c:pt>
              <c:pt idx="89">
                <c:v>0.2216114889677111</c:v>
              </c:pt>
              <c:pt idx="90">
                <c:v>0.2216114889677111</c:v>
              </c:pt>
              <c:pt idx="91">
                <c:v>0.2216114889677111</c:v>
              </c:pt>
              <c:pt idx="92">
                <c:v>0.2216114889677111</c:v>
              </c:pt>
              <c:pt idx="93">
                <c:v>0.2216114889677111</c:v>
              </c:pt>
              <c:pt idx="94">
                <c:v>0.2216114889677111</c:v>
              </c:pt>
              <c:pt idx="95">
                <c:v>0.2216114889677111</c:v>
              </c:pt>
              <c:pt idx="96">
                <c:v>0.2216114889677111</c:v>
              </c:pt>
              <c:pt idx="97">
                <c:v>0.2216114889677111</c:v>
              </c:pt>
              <c:pt idx="98">
                <c:v>0.2216114889677111</c:v>
              </c:pt>
              <c:pt idx="99">
                <c:v>0.2216114889677111</c:v>
              </c:pt>
              <c:pt idx="100">
                <c:v>0.2216114889677111</c:v>
              </c:pt>
              <c:pt idx="101">
                <c:v>0.2216114889677111</c:v>
              </c:pt>
              <c:pt idx="102">
                <c:v>0.2216114889677111</c:v>
              </c:pt>
              <c:pt idx="103">
                <c:v>0.2216114889677111</c:v>
              </c:pt>
              <c:pt idx="104">
                <c:v>0.2216114889677111</c:v>
              </c:pt>
              <c:pt idx="105">
                <c:v>0.2216114889677111</c:v>
              </c:pt>
              <c:pt idx="106">
                <c:v>0.2216114889677111</c:v>
              </c:pt>
              <c:pt idx="107">
                <c:v>0.2216114889677111</c:v>
              </c:pt>
              <c:pt idx="108">
                <c:v>0.2216114889677111</c:v>
              </c:pt>
              <c:pt idx="109">
                <c:v>0.2216114889677111</c:v>
              </c:pt>
              <c:pt idx="110">
                <c:v>0.2216114889677111</c:v>
              </c:pt>
              <c:pt idx="111">
                <c:v>0.2216114889677111</c:v>
              </c:pt>
              <c:pt idx="112">
                <c:v>0.2216114889677111</c:v>
              </c:pt>
              <c:pt idx="113">
                <c:v>0.2216114889677111</c:v>
              </c:pt>
              <c:pt idx="114">
                <c:v>0.2216114889677111</c:v>
              </c:pt>
              <c:pt idx="115">
                <c:v>0.2216114889677111</c:v>
              </c:pt>
              <c:pt idx="116">
                <c:v>0.2216114889677111</c:v>
              </c:pt>
              <c:pt idx="117">
                <c:v>0.2216114889677111</c:v>
              </c:pt>
              <c:pt idx="118">
                <c:v>0.2216114889677111</c:v>
              </c:pt>
              <c:pt idx="119">
                <c:v>0.2216114889677111</c:v>
              </c:pt>
              <c:pt idx="120">
                <c:v>0.2216114889677111</c:v>
              </c:pt>
              <c:pt idx="121">
                <c:v>0.2216114889677111</c:v>
              </c:pt>
              <c:pt idx="122">
                <c:v>0.2216114889677111</c:v>
              </c:pt>
              <c:pt idx="123">
                <c:v>0.2216114889677111</c:v>
              </c:pt>
              <c:pt idx="124">
                <c:v>0.2216114889677111</c:v>
              </c:pt>
              <c:pt idx="125">
                <c:v>0.2216114889677111</c:v>
              </c:pt>
              <c:pt idx="126">
                <c:v>0.2216114889677111</c:v>
              </c:pt>
              <c:pt idx="127">
                <c:v>0.2216114889677111</c:v>
              </c:pt>
              <c:pt idx="128">
                <c:v>0.2216114889677111</c:v>
              </c:pt>
              <c:pt idx="129">
                <c:v>0.2216114889677111</c:v>
              </c:pt>
              <c:pt idx="130">
                <c:v>0.2216114889677111</c:v>
              </c:pt>
              <c:pt idx="131">
                <c:v>0.2216114889677111</c:v>
              </c:pt>
              <c:pt idx="132">
                <c:v>0.2216114889677111</c:v>
              </c:pt>
              <c:pt idx="133">
                <c:v>0.2216114889677111</c:v>
              </c:pt>
              <c:pt idx="134">
                <c:v>0.2216114889677111</c:v>
              </c:pt>
              <c:pt idx="135">
                <c:v>0.2216114889677111</c:v>
              </c:pt>
              <c:pt idx="136">
                <c:v>0.2216114889677111</c:v>
              </c:pt>
              <c:pt idx="137">
                <c:v>0.2216114889677111</c:v>
              </c:pt>
              <c:pt idx="138">
                <c:v>0.2216114889677111</c:v>
              </c:pt>
              <c:pt idx="139">
                <c:v>0.2216114889677111</c:v>
              </c:pt>
              <c:pt idx="140">
                <c:v>0.2216114889677111</c:v>
              </c:pt>
              <c:pt idx="141">
                <c:v>0.2216114889677111</c:v>
              </c:pt>
              <c:pt idx="142">
                <c:v>0.2216114889677111</c:v>
              </c:pt>
              <c:pt idx="143">
                <c:v>0.2216114889677111</c:v>
              </c:pt>
              <c:pt idx="144">
                <c:v>0.2216114889677111</c:v>
              </c:pt>
              <c:pt idx="145">
                <c:v>0.2216114889677111</c:v>
              </c:pt>
              <c:pt idx="146">
                <c:v>0.2216114889677111</c:v>
              </c:pt>
              <c:pt idx="147">
                <c:v>0.2216114889677111</c:v>
              </c:pt>
              <c:pt idx="148">
                <c:v>0.2216114889677111</c:v>
              </c:pt>
              <c:pt idx="149">
                <c:v>0.2216114889677111</c:v>
              </c:pt>
              <c:pt idx="150">
                <c:v>0.2216114889677111</c:v>
              </c:pt>
              <c:pt idx="151">
                <c:v>0.2216114889677111</c:v>
              </c:pt>
              <c:pt idx="152">
                <c:v>0.2216114889677111</c:v>
              </c:pt>
              <c:pt idx="153">
                <c:v>0.2216114889677111</c:v>
              </c:pt>
              <c:pt idx="154">
                <c:v>0.2216114889677111</c:v>
              </c:pt>
              <c:pt idx="155">
                <c:v>0.2216114889677111</c:v>
              </c:pt>
              <c:pt idx="156">
                <c:v>0.2216114889677111</c:v>
              </c:pt>
              <c:pt idx="157">
                <c:v>0.2216114889677111</c:v>
              </c:pt>
              <c:pt idx="158">
                <c:v>0.2216114889677111</c:v>
              </c:pt>
              <c:pt idx="159">
                <c:v>0.2216114889677111</c:v>
              </c:pt>
              <c:pt idx="160">
                <c:v>0.2216114889677111</c:v>
              </c:pt>
              <c:pt idx="161">
                <c:v>0.2216114889677111</c:v>
              </c:pt>
              <c:pt idx="162">
                <c:v>0.2216114889677111</c:v>
              </c:pt>
              <c:pt idx="163">
                <c:v>0.2216114889677111</c:v>
              </c:pt>
              <c:pt idx="164">
                <c:v>0.2216114889677111</c:v>
              </c:pt>
              <c:pt idx="165">
                <c:v>0.2216114889677111</c:v>
              </c:pt>
              <c:pt idx="166">
                <c:v>0.2216114889677111</c:v>
              </c:pt>
              <c:pt idx="167">
                <c:v>0.2216114889677111</c:v>
              </c:pt>
              <c:pt idx="168">
                <c:v>0.2216114889677111</c:v>
              </c:pt>
              <c:pt idx="169">
                <c:v>0.2216114889677111</c:v>
              </c:pt>
              <c:pt idx="170">
                <c:v>0.2216114889677111</c:v>
              </c:pt>
              <c:pt idx="171">
                <c:v>0.2216114889677111</c:v>
              </c:pt>
              <c:pt idx="172">
                <c:v>0.2216114889677111</c:v>
              </c:pt>
              <c:pt idx="173">
                <c:v>0.2216114889677111</c:v>
              </c:pt>
              <c:pt idx="174">
                <c:v>0.2216114889677111</c:v>
              </c:pt>
              <c:pt idx="175">
                <c:v>0.2216114889677111</c:v>
              </c:pt>
              <c:pt idx="176">
                <c:v>0.2216114889677111</c:v>
              </c:pt>
              <c:pt idx="177">
                <c:v>0.2216114889677111</c:v>
              </c:pt>
              <c:pt idx="178">
                <c:v>0.2216114889677111</c:v>
              </c:pt>
              <c:pt idx="179">
                <c:v>0.2216114889677111</c:v>
              </c:pt>
              <c:pt idx="180">
                <c:v>0.2216114889677111</c:v>
              </c:pt>
              <c:pt idx="181">
                <c:v>0.2216114889677111</c:v>
              </c:pt>
              <c:pt idx="182">
                <c:v>0.2216114889677111</c:v>
              </c:pt>
              <c:pt idx="183">
                <c:v>0.2216114889677111</c:v>
              </c:pt>
              <c:pt idx="184">
                <c:v>0.2216114889677111</c:v>
              </c:pt>
              <c:pt idx="185">
                <c:v>0.2216114889677111</c:v>
              </c:pt>
              <c:pt idx="186">
                <c:v>0.2216114889677111</c:v>
              </c:pt>
              <c:pt idx="187">
                <c:v>0.2216114889677111</c:v>
              </c:pt>
              <c:pt idx="188">
                <c:v>0.2216114889677111</c:v>
              </c:pt>
              <c:pt idx="189">
                <c:v>0.2216114889677111</c:v>
              </c:pt>
              <c:pt idx="190">
                <c:v>0.2216114889677111</c:v>
              </c:pt>
              <c:pt idx="191">
                <c:v>0.2216114889677111</c:v>
              </c:pt>
              <c:pt idx="192">
                <c:v>0.2216114889677111</c:v>
              </c:pt>
              <c:pt idx="193">
                <c:v>0.2216114889677111</c:v>
              </c:pt>
              <c:pt idx="194">
                <c:v>0.2216114889677111</c:v>
              </c:pt>
              <c:pt idx="195">
                <c:v>0.2216114889677111</c:v>
              </c:pt>
              <c:pt idx="196">
                <c:v>0.2216114889677111</c:v>
              </c:pt>
              <c:pt idx="197">
                <c:v>0.2216114889677111</c:v>
              </c:pt>
              <c:pt idx="198">
                <c:v>0.2216114889677111</c:v>
              </c:pt>
              <c:pt idx="199">
                <c:v>0.2216114889677111</c:v>
              </c:pt>
              <c:pt idx="200">
                <c:v>0.2216114889677111</c:v>
              </c:pt>
              <c:pt idx="201">
                <c:v>0.2216114889677111</c:v>
              </c:pt>
              <c:pt idx="202">
                <c:v>0.2216114889677111</c:v>
              </c:pt>
              <c:pt idx="203">
                <c:v>0.2216114889677111</c:v>
              </c:pt>
              <c:pt idx="204">
                <c:v>0.2216114889677111</c:v>
              </c:pt>
              <c:pt idx="205">
                <c:v>0.2216114889677111</c:v>
              </c:pt>
              <c:pt idx="206">
                <c:v>0.2216114889677111</c:v>
              </c:pt>
              <c:pt idx="207">
                <c:v>0.2216114889677111</c:v>
              </c:pt>
              <c:pt idx="208">
                <c:v>0.2216114889677111</c:v>
              </c:pt>
              <c:pt idx="209">
                <c:v>0.2216114889677111</c:v>
              </c:pt>
              <c:pt idx="210">
                <c:v>0.2216114889677111</c:v>
              </c:pt>
              <c:pt idx="211">
                <c:v>0.2216114889677111</c:v>
              </c:pt>
              <c:pt idx="212">
                <c:v>0.2216114889677111</c:v>
              </c:pt>
              <c:pt idx="213">
                <c:v>0.2216114889677111</c:v>
              </c:pt>
              <c:pt idx="214">
                <c:v>0.2216114889677111</c:v>
              </c:pt>
              <c:pt idx="215">
                <c:v>0.2216114889677111</c:v>
              </c:pt>
              <c:pt idx="216">
                <c:v>0.2216114889677111</c:v>
              </c:pt>
              <c:pt idx="217">
                <c:v>0.2216114889677111</c:v>
              </c:pt>
              <c:pt idx="218">
                <c:v>0.2216114889677111</c:v>
              </c:pt>
              <c:pt idx="219">
                <c:v>0.2216114889677111</c:v>
              </c:pt>
              <c:pt idx="220">
                <c:v>0.2216114889677111</c:v>
              </c:pt>
              <c:pt idx="221">
                <c:v>0.2216114889677111</c:v>
              </c:pt>
              <c:pt idx="222">
                <c:v>0.2216114889677111</c:v>
              </c:pt>
              <c:pt idx="223">
                <c:v>0.2216114889677111</c:v>
              </c:pt>
              <c:pt idx="224">
                <c:v>0.2216114889677111</c:v>
              </c:pt>
              <c:pt idx="225">
                <c:v>0.2216114889677111</c:v>
              </c:pt>
              <c:pt idx="226">
                <c:v>0.2216114889677111</c:v>
              </c:pt>
              <c:pt idx="227">
                <c:v>0.2216114889677111</c:v>
              </c:pt>
              <c:pt idx="228">
                <c:v>0.2216114889677111</c:v>
              </c:pt>
              <c:pt idx="229">
                <c:v>0.2216114889677111</c:v>
              </c:pt>
              <c:pt idx="230">
                <c:v>0.2216114889677111</c:v>
              </c:pt>
              <c:pt idx="231">
                <c:v>0.2216114889677111</c:v>
              </c:pt>
              <c:pt idx="232">
                <c:v>0.2216114889677111</c:v>
              </c:pt>
              <c:pt idx="233">
                <c:v>0.2216114889677111</c:v>
              </c:pt>
              <c:pt idx="234">
                <c:v>0.2216114889677111</c:v>
              </c:pt>
              <c:pt idx="235">
                <c:v>0.2216114889677111</c:v>
              </c:pt>
              <c:pt idx="236">
                <c:v>0.2216114889677111</c:v>
              </c:pt>
              <c:pt idx="237">
                <c:v>0.2216114889677111</c:v>
              </c:pt>
              <c:pt idx="238">
                <c:v>0.2216114889677111</c:v>
              </c:pt>
              <c:pt idx="239">
                <c:v>0.2216114889677111</c:v>
              </c:pt>
              <c:pt idx="240">
                <c:v>0.2216114889677111</c:v>
              </c:pt>
              <c:pt idx="241">
                <c:v>0.2216114889677111</c:v>
              </c:pt>
              <c:pt idx="242">
                <c:v>0.2216114889677111</c:v>
              </c:pt>
              <c:pt idx="243">
                <c:v>0.2216114889677111</c:v>
              </c:pt>
              <c:pt idx="244">
                <c:v>0.2216114889677111</c:v>
              </c:pt>
              <c:pt idx="245">
                <c:v>0.2216114889677111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.22446749967741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Mean τ (% axis)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7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d_top (% scalar range)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(a) Storms 1999/2000">
            <a:extLst xmlns:a="http://schemas.openxmlformats.org/drawingml/2006/main">
              <a:ext uri="{FF2B5EF4-FFF2-40B4-BE49-F238E27FC236}">
                <a16:creationId xmlns:a16="http://schemas.microsoft.com/office/drawing/2014/main" id="{0DBA982E-18A0-4F2A-A1DE-288DEDBA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7EB2CA0D-8A74-4524-887C-280DF8BA4AB0}"/>
              </a:ext>
            </a:extLst>
          </p:cNvPr>
          <p:cNvGraphicFramePr/>
          <p:nvPr/>
        </p:nvGraphicFramePr>
        <p:xfrm>
          <a:off xmlns:a="http://schemas.openxmlformats.org/drawingml/2006/main" x="76200" y="342900"/>
          <a:ext xmlns:a="http://schemas.openxmlformats.org/drawingml/2006/main" cx="27813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e300061d944fd2"/>
          </a:graphicData>
        </a:graphic>
      </p:graphicFrame>
      <p:sp>
        <p:nvSpPr>
          <p:cNvPr id="3" name="(b) Wildfires 2019">
            <a:extLst xmlns:a="http://schemas.openxmlformats.org/drawingml/2006/main">
              <a:ext uri="{FF2B5EF4-FFF2-40B4-BE49-F238E27FC236}">
                <a16:creationId xmlns:a16="http://schemas.microsoft.com/office/drawing/2014/main" id="{065DEE3C-1BC3-4843-A4B3-8D94CA16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F2128F8-EC96-490A-BDC9-51E81EB7BBF9}"/>
              </a:ext>
            </a:extLst>
          </p:cNvPr>
          <p:cNvGraphicFramePr/>
          <p:nvPr/>
        </p:nvGraphicFramePr>
        <p:xfrm>
          <a:off xmlns:a="http://schemas.openxmlformats.org/drawingml/2006/main" x="2914650" y="342900"/>
          <a:ext xmlns:a="http://schemas.openxmlformats.org/drawingml/2006/main" cx="27813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90172561004f65"/>
          </a:graphicData>
        </a:graphic>
      </p:graphicFrame>
      <p:sp>
        <p:nvSpPr>
          <p:cNvPr id="5" name="(c) OLR 2024">
            <a:extLst xmlns:a="http://schemas.openxmlformats.org/drawingml/2006/main">
              <a:ext uri="{FF2B5EF4-FFF2-40B4-BE49-F238E27FC236}">
                <a16:creationId xmlns:a16="http://schemas.microsoft.com/office/drawing/2014/main" id="{14450179-F372-48C2-83D5-31BA152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4098AF4-B6EE-40CE-B5A2-2D5EE8FE6D08}"/>
              </a:ext>
            </a:extLst>
          </p:cNvPr>
          <p:cNvGraphicFramePr/>
          <p:nvPr/>
        </p:nvGraphicFramePr>
        <p:xfrm>
          <a:off xmlns:a="http://schemas.openxmlformats.org/drawingml/2006/main" x="5753100" y="342900"/>
          <a:ext xmlns:a="http://schemas.openxmlformats.org/drawingml/2006/main" cx="27813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b308f6c35844b2"/>
          </a:graphicData>
        </a:graphic>
      </p:graphicFrame>
      <p:sp>
        <p:nvSpPr>
          <p:cNvPr id="7" name="(d) PM2.5 2000">
            <a:extLst xmlns:a="http://schemas.openxmlformats.org/drawingml/2006/main">
              <a:ext uri="{FF2B5EF4-FFF2-40B4-BE49-F238E27FC236}">
                <a16:creationId xmlns:a16="http://schemas.microsoft.com/office/drawing/2014/main" id="{4A07F10F-007F-45E7-B6D2-EE70661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2000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B2CC165-43ED-414B-B65A-2E2840C9A9F6}"/>
              </a:ext>
            </a:extLst>
          </p:cNvPr>
          <p:cNvGraphicFramePr/>
          <p:nvPr/>
        </p:nvGraphicFramePr>
        <p:xfrm>
          <a:off xmlns:a="http://schemas.openxmlformats.org/drawingml/2006/main" x="8591550" y="342900"/>
          <a:ext xmlns:a="http://schemas.openxmlformats.org/drawingml/2006/main" cx="27813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0cbc572bda4ed6"/>
          </a:graphicData>
        </a:graphic>
      </p:graphicFrame>
      <p:sp>
        <p:nvSpPr>
          <p:cNvPr id="9" name="(e) Ring">
            <a:extLst xmlns:a="http://schemas.openxmlformats.org/drawingml/2006/main">
              <a:ext uri="{FF2B5EF4-FFF2-40B4-BE49-F238E27FC236}">
                <a16:creationId xmlns:a16="http://schemas.microsoft.com/office/drawing/2014/main" id="{DAE57088-B589-441C-9FE5-713979A3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7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A691885-0B75-4E33-B854-8E4A00ED7D6A}"/>
              </a:ext>
            </a:extLst>
          </p:cNvPr>
          <p:cNvGraphicFramePr/>
          <p:nvPr/>
        </p:nvGraphicFramePr>
        <p:xfrm>
          <a:off xmlns:a="http://schemas.openxmlformats.org/drawingml/2006/main" x="11430000" y="342900"/>
          <a:ext xmlns:a="http://schemas.openxmlformats.org/drawingml/2006/main" cx="27813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4d00c5d1454383"/>
          </a:graphicData>
        </a:graphic>
      </p:graphicFrame>
      <p:sp>
        <p:nvSpPr>
          <p:cNvPr id="11" name="Blue: exact frontier F    Gray dashed: certified bound Φ    Green">
            <a:extLst xmlns:a="http://schemas.openxmlformats.org/drawingml/2006/main">
              <a:ext uri="{FF2B5EF4-FFF2-40B4-BE49-F238E27FC236}">
                <a16:creationId xmlns:a16="http://schemas.microsoft.com/office/drawing/2014/main" id="{0DB38C68-F734-482F-9F2E-D4D03EAE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14725"/>
            <a:ext cx="1238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Blue: exact frontier F    Gray dashed: certified bound Φ    Green: optimal / LCA working points</a:t>
            </a:r>
          </a:p>
        </p:txBody>
      </p:sp>
      <p:sp>
        <p:nvSpPr>
          <p:cNvPr id="12" name="Working points: P, R2, R20, R∞. Horizontal segments show filling ">
            <a:extLst xmlns:a="http://schemas.openxmlformats.org/drawingml/2006/main">
              <a:ext uri="{FF2B5EF4-FFF2-40B4-BE49-F238E27FC236}">
                <a16:creationId xmlns:a16="http://schemas.microsoft.com/office/drawing/2014/main" id="{8B0B0C73-CF75-4B86-9496-8A6518D7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7667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Working points: P, R2, R20, R∞. Horizontal segments show filling savings for the same order.</a:t>
            </a:r>
          </a:p>
        </p:txBody>
      </p:sp>
    </p:spTree>
    <p:extLst>
      <p:ext uri="{BB962C8B-B14F-4D97-AF65-F5344CB8AC3E}">
        <p14:creationId xmlns:p14="http://schemas.microsoft.com/office/powerpoint/2010/main" val="1397913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2026-10-23T03:09:13.5650000Z</dcterms:created>
  <dcterms:modified xsi:type="dcterms:W3CDTF">2026-10-23T03:09:13.5650000Z</dcterms:modified>
</coreProperties>
</file>