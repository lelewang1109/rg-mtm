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d6f8266e44bd5" /><Relationship Type="http://schemas.openxmlformats.org/officeDocument/2006/relationships/extended-properties" Target="/docProps/app.xml" Id="R657d1d0d67494c6d" /><Relationship Type="http://schemas.openxmlformats.org/officeDocument/2006/relationships/officeDocument" Target="/ppt/presentation.xml" Id="R25f7b3f8941f4bcf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2c951ada8d064b03"/>
  </p:sldMasterIdLst>
  <p:notesMasterIdLst>
    <p:notesMasterId r:id="Re0b67dcc600d412a"/>
  </p:notesMasterIdLst>
  <p:sldIdLst>
    <p:sldId id="256" r:id="R7b93b7e54d1a4a8f"/>
  </p:sldIdLst>
  <p:sldSz cx="12801600" cy="4095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d1a334ec2a40b9" /><Relationship Type="http://schemas.openxmlformats.org/officeDocument/2006/relationships/slideMaster" Target="/ppt/slideMasters/slideMaster1.xml" Id="R2c951ada8d064b03" /><Relationship Type="http://schemas.openxmlformats.org/officeDocument/2006/relationships/notesMaster" Target="/ppt/notesMasters/notesMaster1.xml" Id="Re0b67dcc600d412a" /><Relationship Type="http://schemas.openxmlformats.org/officeDocument/2006/relationships/presProps" Target="/ppt/presProps.xml" Id="R5005ae1196f84284" /><Relationship Type="http://schemas.openxmlformats.org/officeDocument/2006/relationships/tableStyles" Target="/ppt/tableStyles.xml" Id="R7d1f5c7b9d8c405d" /><Relationship Type="http://schemas.openxmlformats.org/officeDocument/2006/relationships/slide" Target="/ppt/slides/slide1.xml" Id="R7b93b7e54d1a4a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1fe6f8fbe40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b65328a9fe4fac" /><Relationship Type="http://schemas.openxmlformats.org/officeDocument/2006/relationships/notesMaster" Target="/ppt/notesMasters/notesMaster1.xml" Id="R967a58760e5c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{"dataset": "Nucleon", "source": "TMTM author padded 64x64 uint8 scalar slice; author commit 2c75a10ed2cd55177a25ff751e0c0a8261200717.", "result": "02-RG-MTM/results/paper1_suite/nucleon; one static frame,13 leaves,26 nodes (reference table:28 nodes).", "profiles": "Full saved arrays; source scalar recovered by -profile*247. Native axes/text are editable, profile raster layers are scientific plots of all samples. TMTM profile has4096 samples; RG32768.", "coincident_R": "All three stored R arrays are byte-for-byte equal to P; the shared curve is labelled P/R.", "scope": "Static layout test; not temporal or volumetric evidence."}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ae450bc1e47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e475567194a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7716d457a40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2475cc69cb4b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731c3fad247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de9a284284c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412B15-48A4-47E5-B42E-346905469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547283"/>
            <a:ext cx="10241280" cy="591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7BFD58-DC67-473C-A76B-95BC592176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2252663"/>
            <a:ext cx="8961120" cy="455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E14D43-5506-44B3-8169-853D8A1D0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1706563"/>
            <a:ext cx="1024128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634C9-0764-4436-8EA6-A3CCC56DB3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006F82-F1C1-4631-A71B-298B0139B5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1136142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975B92-63CE-4AEF-AD14-941BCE61C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2AD95A-FC7C-4E35-98B4-FEF181FE7A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745EC6-22E5-4F69-9B69-EE1D666827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25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C402F7-A7F9-4552-8345-F5C39721C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318558"/>
            <a:ext cx="11361420" cy="500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3E4EE2-F5EB-4319-BAB9-82CA6AA59F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137708"/>
            <a:ext cx="5280660" cy="2548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365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185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005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6826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646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466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28725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10758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592792" indent="-136525" algn="l">
              <a:lnSpc>
                <a:spcPct val="110000"/>
              </a:lnSpc>
              <a:spcBef>
                <a:spcPts val="0"/>
              </a:spcBef>
              <a:spcAft>
                <a:spcPts val="717"/>
              </a:spcAft>
              <a:buChar char="•"/>
              <a:defRPr sz="1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43607d1f548f5" /><Relationship Type="http://schemas.openxmlformats.org/officeDocument/2006/relationships/slideLayout" Target="/ppt/slideLayouts/slideLayout1.xml" Id="Redcbef25f7e444ff" /><Relationship Type="http://schemas.openxmlformats.org/officeDocument/2006/relationships/slideLayout" Target="/ppt/slideLayouts/slideLayout2.xml" Id="Rca44dc6e35f64037" /><Relationship Type="http://schemas.openxmlformats.org/officeDocument/2006/relationships/slideLayout" Target="/ppt/slideLayouts/slideLayout3.xml" Id="R542422ef9cee43da" /><Relationship Type="http://schemas.openxmlformats.org/officeDocument/2006/relationships/slideLayout" Target="/ppt/slideLayouts/slideLayout4.xml" Id="R8ae49ee68f194a1c" /><Relationship Type="http://schemas.openxmlformats.org/officeDocument/2006/relationships/slideLayout" Target="/ppt/slideLayouts/slideLayout5.xml" Id="Recfb994169dd423b" /><Relationship Type="http://schemas.openxmlformats.org/officeDocument/2006/relationships/slideLayout" Target="/ppt/slideLayouts/slideLayout6.xml" Id="Ra34972538adf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cbef25f7e444ff"/>
    <p:sldLayoutId xmlns:r="http://schemas.openxmlformats.org/officeDocument/2006/relationships" id="2147483650" r:id="Rca44dc6e35f64037"/>
    <p:sldLayoutId xmlns:r="http://schemas.openxmlformats.org/officeDocument/2006/relationships" id="2147483651" r:id="R542422ef9cee43da"/>
    <p:sldLayoutId xmlns:r="http://schemas.openxmlformats.org/officeDocument/2006/relationships" id="2147483652" r:id="R8ae49ee68f194a1c"/>
    <p:sldLayoutId xmlns:r="http://schemas.openxmlformats.org/officeDocument/2006/relationships" id="2147483653" r:id="Recfb994169dd423b"/>
    <p:sldLayoutId xmlns:r="http://schemas.openxmlformats.org/officeDocument/2006/relationships" id="2147483654" r:id="Ra34972538adf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39f1ff92e44f2" /><Relationship Type="http://schemas.openxmlformats.org/officeDocument/2006/relationships/image" Target="/ppt/media/image.png" Id="R7909abcff5c7491b" /><Relationship Type="http://schemas.openxmlformats.org/officeDocument/2006/relationships/image" Target="/ppt/media/image2.png" Id="R10a23993c09c4cb5" /><Relationship Type="http://schemas.openxmlformats.org/officeDocument/2006/relationships/image" Target="/ppt/media/image3.png" Id="R1f30348dfd8d424c" /><Relationship Type="http://schemas.openxmlformats.org/officeDocument/2006/relationships/image" Target="/ppt/media/image4.png" Id="R625fa0795ee244fa" /><Relationship Type="http://schemas.openxmlformats.org/officeDocument/2006/relationships/notesSlide" Target="/ppt/notesSlides/notesSlide1.xml" Id="R89127701e7614160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1" name="text_000">
            <a:extLst>
              <a:ext uri="{FF2B5EF4-FFF2-40B4-BE49-F238E27FC236}">
                <ns2:creationId id="{0AC77F5A-9A06-4E0A-96C4-2B3E96EB33E9}"/>
              </a:ext>
            </a:extLst>
          </p:cNvPr>
          <p:cNvSpPr>
            <a:spLocks noGrp="1"/>
          </p:cNvSpPr>
          <p:nvPr/>
        </p:nvSpPr>
        <p:spPr>
          <a:xfrm rot="0">
            <a:off x="171450" y="8572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Source scalar field</a:t>
            </a:r>
          </a:p>
        </p:txBody>
      </p:sp>
      <p:pic>
        <p:nvPicPr>
          <p:cNvPr id="2" name="">
            <a:extLst>
              <a:ext uri="{FF2B5EF4-FFF2-40B4-BE49-F238E27FC236}">
                <ns2:creationId id="{5193FAE8-72BF-4CB4-A7EB-AB4B4D1B5340}"/>
              </a:ext>
            </a:extLst>
          </p:cNvPr>
          <p:cNvPicPr>
            <a:picLocks noChangeAspect="1"/>
          </p:cNvPicPr>
          <p:nvPr/>
        </p:nvPicPr>
        <p:blipFill>
          <a:blip r:embed="R7909abcff5c7491b"/>
          <a:stretch/>
        </p:blipFill>
        <p:spPr>
          <a:xfrm>
            <a:off x="400050" y="514350"/>
            <a:ext cx="2781300" cy="2781300"/>
          </a:xfrm>
          <a:prstGeom prst="rect">
            <a:avLst/>
          </a:prstGeom>
        </p:spPr>
      </p:pic>
      <p:sp>
        <p:nvSpPr>
          <p:cNvPr id="3" name="text_004">
            <a:extLst>
              <a:ext uri="{FF2B5EF4-FFF2-40B4-BE49-F238E27FC236}">
                <ns2:creationId id="{5A763F24-84A7-4B8F-9A97-53786A12807F}"/>
              </a:ext>
            </a:extLst>
          </p:cNvPr>
          <p:cNvSpPr>
            <a:spLocks noGrp="1"/>
          </p:cNvSpPr>
          <p:nvPr/>
        </p:nvSpPr>
        <p:spPr>
          <a:xfrm rot="0">
            <a:off x="231279" y="33432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" name="text_005">
            <a:extLst>
              <a:ext uri="{FF2B5EF4-FFF2-40B4-BE49-F238E27FC236}">
                <ns2:creationId id="{91C070AE-0DBD-4232-8E8B-0C3601764661}"/>
              </a:ext>
            </a:extLst>
          </p:cNvPr>
          <p:cNvSpPr>
            <a:spLocks noGrp="1"/>
          </p:cNvSpPr>
          <p:nvPr/>
        </p:nvSpPr>
        <p:spPr>
          <a:xfrm rot="0">
            <a:off x="66675" y="3178671"/>
            <a:ext cx="276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text_006">
            <a:extLst>
              <a:ext uri="{FF2B5EF4-FFF2-40B4-BE49-F238E27FC236}">
                <ns2:creationId id="{05D345CD-A414-4CD8-9EAB-BB1166F2BA34}"/>
              </a:ext>
            </a:extLst>
          </p:cNvPr>
          <p:cNvSpPr>
            <a:spLocks noGrp="1"/>
          </p:cNvSpPr>
          <p:nvPr/>
        </p:nvSpPr>
        <p:spPr>
          <a:xfrm rot="0">
            <a:off x="1621929" y="33432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text_007">
            <a:extLst>
              <a:ext uri="{FF2B5EF4-FFF2-40B4-BE49-F238E27FC236}">
                <ns2:creationId id="{73C1FAE7-F8D0-4646-8A1C-F4978DB659E7}"/>
              </a:ext>
            </a:extLst>
          </p:cNvPr>
          <p:cNvSpPr>
            <a:spLocks noGrp="1"/>
          </p:cNvSpPr>
          <p:nvPr/>
        </p:nvSpPr>
        <p:spPr>
          <a:xfrm rot="0">
            <a:off x="66675" y="1788021"/>
            <a:ext cx="276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text_008">
            <a:extLst>
              <a:ext uri="{FF2B5EF4-FFF2-40B4-BE49-F238E27FC236}">
                <ns2:creationId id="{39319DFF-3348-4C57-907C-DBAA645B400E}"/>
              </a:ext>
            </a:extLst>
          </p:cNvPr>
          <p:cNvSpPr>
            <a:spLocks noGrp="1"/>
          </p:cNvSpPr>
          <p:nvPr/>
        </p:nvSpPr>
        <p:spPr>
          <a:xfrm rot="0">
            <a:off x="2969121" y="33432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sp>
        <p:nvSpPr>
          <p:cNvPr id="8" name="text_009">
            <a:extLst>
              <a:ext uri="{FF2B5EF4-FFF2-40B4-BE49-F238E27FC236}">
                <ns2:creationId id="{EC604D15-60DD-49DA-A498-B173728F0CE8}"/>
              </a:ext>
            </a:extLst>
          </p:cNvPr>
          <p:cNvSpPr>
            <a:spLocks noGrp="1"/>
          </p:cNvSpPr>
          <p:nvPr/>
        </p:nvSpPr>
        <p:spPr>
          <a:xfrm rot="0">
            <a:off x="66675" y="440829"/>
            <a:ext cx="2762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</a:t>
            </a:r>
          </a:p>
        </p:txBody>
      </p:sp>
      <p:pic>
        <p:nvPicPr>
          <p:cNvPr id="9" name="">
            <a:extLst>
              <a:ext uri="{FF2B5EF4-FFF2-40B4-BE49-F238E27FC236}">
                <ns2:creationId id="{FFB52C66-5817-4019-8DFC-7ED2D3528F81}"/>
              </a:ext>
            </a:extLst>
          </p:cNvPr>
          <p:cNvPicPr>
            <a:picLocks noChangeAspect="1"/>
          </p:cNvPicPr>
          <p:nvPr/>
        </p:nvPicPr>
        <p:blipFill>
          <a:blip r:embed="R10a23993c09c4cb5"/>
          <a:stretch/>
        </p:blipFill>
        <p:spPr>
          <a:xfrm>
            <a:off x="400050" y="3790950"/>
            <a:ext cx="2781300" cy="95250"/>
          </a:xfrm>
          <a:prstGeom prst="rect">
            <a:avLst/>
          </a:prstGeom>
        </p:spPr>
      </p:pic>
      <p:sp>
        <p:nvSpPr>
          <p:cNvPr id="10" name="text_011">
            <a:extLst>
              <a:ext uri="{FF2B5EF4-FFF2-40B4-BE49-F238E27FC236}">
                <ns2:creationId id="{67E14256-951A-45CF-B181-ED7A64452ED2}"/>
              </a:ext>
            </a:extLst>
          </p:cNvPr>
          <p:cNvSpPr>
            <a:spLocks noGrp="1"/>
          </p:cNvSpPr>
          <p:nvPr/>
        </p:nvSpPr>
        <p:spPr>
          <a:xfrm rot="0">
            <a:off x="400050" y="3905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text_012">
            <a:extLst>
              <a:ext uri="{FF2B5EF4-FFF2-40B4-BE49-F238E27FC236}">
                <ns2:creationId id="{37A9BB92-1788-4E52-ACE0-8E1DBC8D54CB}"/>
              </a:ext>
            </a:extLst>
          </p:cNvPr>
          <p:cNvSpPr>
            <a:spLocks noGrp="1"/>
          </p:cNvSpPr>
          <p:nvPr/>
        </p:nvSpPr>
        <p:spPr>
          <a:xfrm rot="0">
            <a:off x="2800350" y="39052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</a:t>
            </a:r>
          </a:p>
        </p:txBody>
      </p:sp>
      <p:sp>
        <p:nvSpPr>
          <p:cNvPr id="12" name="text_013">
            <a:extLst>
              <a:ext uri="{FF2B5EF4-FFF2-40B4-BE49-F238E27FC236}">
                <ns2:creationId id="{C8159322-8AB9-4EFE-981E-596D241EC3DF}"/>
              </a:ext>
            </a:extLst>
          </p:cNvPr>
          <p:cNvSpPr>
            <a:spLocks noGrp="1"/>
          </p:cNvSpPr>
          <p:nvPr/>
        </p:nvSpPr>
        <p:spPr>
          <a:xfrm rot="0">
            <a:off x="3762375" y="857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TMTM</a:t>
            </a:r>
          </a:p>
        </p:txBody>
      </p:sp>
      <p:sp>
        <p:nvSpPr>
          <p:cNvPr id="13" name="line_014">
            <a:extLst>
              <a:ext uri="{FF2B5EF4-FFF2-40B4-BE49-F238E27FC236}">
                <ns2:creationId id="{589F074D-1DD0-4A9D-BF84-A09D995033E2}"/>
              </a:ext>
            </a:extLst>
          </p:cNvPr>
          <p:cNvSpPr>
            <a:spLocks noGrp="1"/>
          </p:cNvSpPr>
          <p:nvPr/>
        </p:nvSpPr>
        <p:spPr>
          <a:xfrm>
            <a:off x="4038600" y="320040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14" name="text_015">
            <a:extLst>
              <a:ext uri="{FF2B5EF4-FFF2-40B4-BE49-F238E27FC236}">
                <ns2:creationId id="{55DED295-D5BF-498E-9C0C-628A349B38A7}"/>
              </a:ext>
            </a:extLst>
          </p:cNvPr>
          <p:cNvSpPr>
            <a:spLocks noGrp="1"/>
          </p:cNvSpPr>
          <p:nvPr/>
        </p:nvSpPr>
        <p:spPr>
          <a:xfrm rot="0">
            <a:off x="3667125" y="31051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line_016">
            <a:extLst>
              <a:ext uri="{FF2B5EF4-FFF2-40B4-BE49-F238E27FC236}">
                <ns2:creationId id="{BDD7D798-338A-4871-B1B2-20679014F414}"/>
              </a:ext>
            </a:extLst>
          </p:cNvPr>
          <p:cNvSpPr>
            <a:spLocks noGrp="1"/>
          </p:cNvSpPr>
          <p:nvPr/>
        </p:nvSpPr>
        <p:spPr>
          <a:xfrm>
            <a:off x="4038600" y="223647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16" name="text_017">
            <a:extLst>
              <a:ext uri="{FF2B5EF4-FFF2-40B4-BE49-F238E27FC236}">
                <ns2:creationId id="{8EE753E0-CCF6-4AA5-A135-50A00886219B}"/>
              </a:ext>
            </a:extLst>
          </p:cNvPr>
          <p:cNvSpPr>
            <a:spLocks noGrp="1"/>
          </p:cNvSpPr>
          <p:nvPr/>
        </p:nvSpPr>
        <p:spPr>
          <a:xfrm rot="0">
            <a:off x="3667125" y="214122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" name="line_018">
            <a:extLst>
              <a:ext uri="{FF2B5EF4-FFF2-40B4-BE49-F238E27FC236}">
                <ns2:creationId id="{5D52F1FA-0A29-4F42-BBDA-7396D8B5BD1D}"/>
              </a:ext>
            </a:extLst>
          </p:cNvPr>
          <p:cNvSpPr>
            <a:spLocks noGrp="1"/>
          </p:cNvSpPr>
          <p:nvPr/>
        </p:nvSpPr>
        <p:spPr>
          <a:xfrm>
            <a:off x="4038600" y="127254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18" name="text_019">
            <a:extLst>
              <a:ext uri="{FF2B5EF4-FFF2-40B4-BE49-F238E27FC236}">
                <ns2:creationId id="{C2757EE2-51B4-4B96-9390-EB800EE19362}"/>
              </a:ext>
            </a:extLst>
          </p:cNvPr>
          <p:cNvSpPr>
            <a:spLocks noGrp="1"/>
          </p:cNvSpPr>
          <p:nvPr/>
        </p:nvSpPr>
        <p:spPr>
          <a:xfrm rot="0">
            <a:off x="3667125" y="117729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pic>
        <p:nvPicPr>
          <p:cNvPr id="19" name="">
            <a:extLst>
              <a:ext uri="{FF2B5EF4-FFF2-40B4-BE49-F238E27FC236}">
                <ns2:creationId id="{348C771C-4657-45B2-8A33-B151A35B8A34}"/>
              </a:ext>
            </a:extLst>
          </p:cNvPr>
          <p:cNvPicPr>
            <a:picLocks noChangeAspect="1"/>
          </p:cNvPicPr>
          <p:nvPr/>
        </p:nvPicPr>
        <p:blipFill>
          <a:blip r:embed="R1f30348dfd8d424c"/>
          <a:stretch/>
        </p:blipFill>
        <p:spPr>
          <a:xfrm>
            <a:off x="4038600" y="792163"/>
            <a:ext cx="3781425" cy="2406650"/>
          </a:xfrm>
          <a:prstGeom prst="rect">
            <a:avLst/>
          </a:prstGeom>
        </p:spPr>
      </p:pic>
      <p:sp>
        <p:nvSpPr>
          <p:cNvPr id="20" name="line_021">
            <a:extLst>
              <a:ext uri="{FF2B5EF4-FFF2-40B4-BE49-F238E27FC236}">
                <ns2:creationId id="{81BB9054-AB88-427A-A4E4-C85875419720}"/>
              </a:ext>
            </a:extLst>
          </p:cNvPr>
          <p:cNvSpPr>
            <a:spLocks noGrp="1"/>
          </p:cNvSpPr>
          <p:nvPr/>
        </p:nvSpPr>
        <p:spPr>
          <a:xfrm>
            <a:off x="4038600" y="790575"/>
            <a:ext cx="95" cy="2409825"/>
          </a:xfrm>
          <a:custGeom>
            <a:pathLst>
              <a:path w="95" h="2409825">
                <a:moveTo>
                  <a:pt x="0" y="0"/>
                </a:moveTo>
                <a:lnTo>
                  <a:pt x="0" y="24098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1" name="line_022">
            <a:extLst>
              <a:ext uri="{FF2B5EF4-FFF2-40B4-BE49-F238E27FC236}">
                <ns2:creationId id="{0783CC3A-3C4F-4561-8B9D-DA1E7B36FC76}"/>
              </a:ext>
            </a:extLst>
          </p:cNvPr>
          <p:cNvSpPr>
            <a:spLocks noGrp="1"/>
          </p:cNvSpPr>
          <p:nvPr/>
        </p:nvSpPr>
        <p:spPr>
          <a:xfrm>
            <a:off x="4038600" y="320040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2" name="line_023">
            <a:extLst>
              <a:ext uri="{FF2B5EF4-FFF2-40B4-BE49-F238E27FC236}">
                <ns2:creationId id="{EDCAF1FA-FC46-4202-AE40-6DB46EF202E0}"/>
              </a:ext>
            </a:extLst>
          </p:cNvPr>
          <p:cNvSpPr>
            <a:spLocks noGrp="1"/>
          </p:cNvSpPr>
          <p:nvPr/>
        </p:nvSpPr>
        <p:spPr>
          <a:xfrm>
            <a:off x="4038600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3" name="text_024">
            <a:extLst>
              <a:ext uri="{FF2B5EF4-FFF2-40B4-BE49-F238E27FC236}">
                <ns2:creationId id="{90B67C54-38A2-4CCE-A6AC-145E57072823}"/>
              </a:ext>
            </a:extLst>
          </p:cNvPr>
          <p:cNvSpPr>
            <a:spLocks noGrp="1"/>
          </p:cNvSpPr>
          <p:nvPr/>
        </p:nvSpPr>
        <p:spPr>
          <a:xfrm rot="0">
            <a:off x="3848100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line_025">
            <a:extLst>
              <a:ext uri="{FF2B5EF4-FFF2-40B4-BE49-F238E27FC236}">
                <ns2:creationId id="{F3EC26C5-7009-4FC2-BA3D-E26981AA595E}"/>
              </a:ext>
            </a:extLst>
          </p:cNvPr>
          <p:cNvSpPr>
            <a:spLocks noGrp="1"/>
          </p:cNvSpPr>
          <p:nvPr/>
        </p:nvSpPr>
        <p:spPr>
          <a:xfrm>
            <a:off x="5929313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5" name="text_026">
            <a:extLst>
              <a:ext uri="{FF2B5EF4-FFF2-40B4-BE49-F238E27FC236}">
                <ns2:creationId id="{E3D9CF28-CBC0-4972-B8E1-593179D69333}"/>
              </a:ext>
            </a:extLst>
          </p:cNvPr>
          <p:cNvSpPr>
            <a:spLocks noGrp="1"/>
          </p:cNvSpPr>
          <p:nvPr/>
        </p:nvSpPr>
        <p:spPr>
          <a:xfrm rot="0">
            <a:off x="5738813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6" name="line_027">
            <a:extLst>
              <a:ext uri="{FF2B5EF4-FFF2-40B4-BE49-F238E27FC236}">
                <ns2:creationId id="{F2C8424E-DA00-4A9E-A031-A3694044E908}"/>
              </a:ext>
            </a:extLst>
          </p:cNvPr>
          <p:cNvSpPr>
            <a:spLocks noGrp="1"/>
          </p:cNvSpPr>
          <p:nvPr/>
        </p:nvSpPr>
        <p:spPr>
          <a:xfrm>
            <a:off x="7820025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27" name="text_028">
            <a:extLst>
              <a:ext uri="{FF2B5EF4-FFF2-40B4-BE49-F238E27FC236}">
                <ns2:creationId id="{B8326EE8-C1B7-4099-B401-4CDBAB4332C8}"/>
              </a:ext>
            </a:extLst>
          </p:cNvPr>
          <p:cNvSpPr>
            <a:spLocks noGrp="1"/>
          </p:cNvSpPr>
          <p:nvPr/>
        </p:nvSpPr>
        <p:spPr>
          <a:xfrm rot="0">
            <a:off x="7629525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" name="text_032">
            <a:extLst>
              <a:ext uri="{FF2B5EF4-FFF2-40B4-BE49-F238E27FC236}">
                <ns2:creationId id="{ED61C8AC-C8D5-46AA-9CF5-C7DC4CA00CDA}"/>
              </a:ext>
            </a:extLst>
          </p:cNvPr>
          <p:cNvSpPr>
            <a:spLocks noGrp="1"/>
          </p:cNvSpPr>
          <p:nvPr/>
        </p:nvSpPr>
        <p:spPr>
          <a:xfrm rot="0">
            <a:off x="8382000" y="857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RG-MTM-P / R</a:t>
            </a:r>
          </a:p>
        </p:txBody>
      </p:sp>
      <p:sp>
        <p:nvSpPr>
          <p:cNvPr id="32" name="line_033">
            <a:extLst>
              <a:ext uri="{FF2B5EF4-FFF2-40B4-BE49-F238E27FC236}">
                <ns2:creationId id="{FD8CC60A-9665-4958-ABE9-6A16375FD998}"/>
              </a:ext>
            </a:extLst>
          </p:cNvPr>
          <p:cNvSpPr>
            <a:spLocks noGrp="1"/>
          </p:cNvSpPr>
          <p:nvPr/>
        </p:nvSpPr>
        <p:spPr>
          <a:xfrm>
            <a:off x="8658225" y="320040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3" name="text_034">
            <a:extLst>
              <a:ext uri="{FF2B5EF4-FFF2-40B4-BE49-F238E27FC236}">
                <ns2:creationId id="{080F5D25-C13D-4532-A7FA-46F5B6886F1A}"/>
              </a:ext>
            </a:extLst>
          </p:cNvPr>
          <p:cNvSpPr>
            <a:spLocks noGrp="1"/>
          </p:cNvSpPr>
          <p:nvPr/>
        </p:nvSpPr>
        <p:spPr>
          <a:xfrm rot="0">
            <a:off x="8286750" y="31051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line_035">
            <a:extLst>
              <a:ext uri="{FF2B5EF4-FFF2-40B4-BE49-F238E27FC236}">
                <ns2:creationId id="{B4DDA56B-2129-4F76-8104-32114150C860}"/>
              </a:ext>
            </a:extLst>
          </p:cNvPr>
          <p:cNvSpPr>
            <a:spLocks noGrp="1"/>
          </p:cNvSpPr>
          <p:nvPr/>
        </p:nvSpPr>
        <p:spPr>
          <a:xfrm>
            <a:off x="8658225" y="223647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5" name="text_036">
            <a:extLst>
              <a:ext uri="{FF2B5EF4-FFF2-40B4-BE49-F238E27FC236}">
                <ns2:creationId id="{69258BF1-4866-4956-A1DC-9F87B244C4ED}"/>
              </a:ext>
            </a:extLst>
          </p:cNvPr>
          <p:cNvSpPr>
            <a:spLocks noGrp="1"/>
          </p:cNvSpPr>
          <p:nvPr/>
        </p:nvSpPr>
        <p:spPr>
          <a:xfrm rot="0">
            <a:off x="8286750" y="214122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6" name="line_037">
            <a:extLst>
              <a:ext uri="{FF2B5EF4-FFF2-40B4-BE49-F238E27FC236}">
                <ns2:creationId id="{9A20A311-6772-43CB-85E6-B52DB269C6AA}"/>
              </a:ext>
            </a:extLst>
          </p:cNvPr>
          <p:cNvSpPr>
            <a:spLocks noGrp="1"/>
          </p:cNvSpPr>
          <p:nvPr/>
        </p:nvSpPr>
        <p:spPr>
          <a:xfrm>
            <a:off x="8658225" y="127254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6668">
            <a:solidFill>
              <a:srgbClr val="DFE4E8"/>
            </a:solidFill>
            <a:prstDash val="solid"/>
          </a:ln>
        </p:spPr>
      </p:sp>
      <p:sp>
        <p:nvSpPr>
          <p:cNvPr id="37" name="text_038">
            <a:extLst>
              <a:ext uri="{FF2B5EF4-FFF2-40B4-BE49-F238E27FC236}">
                <ns2:creationId id="{75529D16-202F-455D-AAEB-3F95182272C9}"/>
              </a:ext>
            </a:extLst>
          </p:cNvPr>
          <p:cNvSpPr>
            <a:spLocks noGrp="1"/>
          </p:cNvSpPr>
          <p:nvPr/>
        </p:nvSpPr>
        <p:spPr>
          <a:xfrm rot="0">
            <a:off x="8286750" y="117729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pic>
        <p:nvPicPr>
          <p:cNvPr id="38" name="">
            <a:extLst>
              <a:ext uri="{FF2B5EF4-FFF2-40B4-BE49-F238E27FC236}">
                <ns2:creationId id="{F25D3E4A-BEFC-4E15-A375-3691C20E1F95}"/>
              </a:ext>
            </a:extLst>
          </p:cNvPr>
          <p:cNvPicPr>
            <a:picLocks noChangeAspect="1"/>
          </p:cNvPicPr>
          <p:nvPr/>
        </p:nvPicPr>
        <p:blipFill>
          <a:blip r:embed="R625fa0795ee244fa"/>
          <a:stretch/>
        </p:blipFill>
        <p:spPr>
          <a:xfrm>
            <a:off x="8658225" y="792163"/>
            <a:ext cx="3781425" cy="2406650"/>
          </a:xfrm>
          <a:prstGeom prst="rect">
            <a:avLst/>
          </a:prstGeom>
        </p:spPr>
      </p:pic>
      <p:sp>
        <p:nvSpPr>
          <p:cNvPr id="39" name="line_040">
            <a:extLst>
              <a:ext uri="{FF2B5EF4-FFF2-40B4-BE49-F238E27FC236}">
                <ns2:creationId id="{ED147446-8AC1-4050-9F85-D7327A3880FB}"/>
              </a:ext>
            </a:extLst>
          </p:cNvPr>
          <p:cNvSpPr>
            <a:spLocks noGrp="1"/>
          </p:cNvSpPr>
          <p:nvPr/>
        </p:nvSpPr>
        <p:spPr>
          <a:xfrm>
            <a:off x="8658225" y="790575"/>
            <a:ext cx="95" cy="2409825"/>
          </a:xfrm>
          <a:custGeom>
            <a:pathLst>
              <a:path w="95" h="2409825">
                <a:moveTo>
                  <a:pt x="0" y="0"/>
                </a:moveTo>
                <a:lnTo>
                  <a:pt x="0" y="24098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0" name="line_041">
            <a:extLst>
              <a:ext uri="{FF2B5EF4-FFF2-40B4-BE49-F238E27FC236}">
                <ns2:creationId id="{77EB5AA8-A9A0-4022-B405-961134B5BBEF}"/>
              </a:ext>
            </a:extLst>
          </p:cNvPr>
          <p:cNvSpPr>
            <a:spLocks noGrp="1"/>
          </p:cNvSpPr>
          <p:nvPr/>
        </p:nvSpPr>
        <p:spPr>
          <a:xfrm>
            <a:off x="8658225" y="3200400"/>
            <a:ext cx="3781425" cy="95"/>
          </a:xfrm>
          <a:custGeom>
            <a:pathLst>
              <a:path w="3781425" h="95">
                <a:moveTo>
                  <a:pt x="0" y="0"/>
                </a:moveTo>
                <a:lnTo>
                  <a:pt x="3781425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1" name="line_042">
            <a:extLst>
              <a:ext uri="{FF2B5EF4-FFF2-40B4-BE49-F238E27FC236}">
                <ns2:creationId id="{C616442C-4755-4035-BFF3-0F2CC0E13EA6}"/>
              </a:ext>
            </a:extLst>
          </p:cNvPr>
          <p:cNvSpPr>
            <a:spLocks noGrp="1"/>
          </p:cNvSpPr>
          <p:nvPr/>
        </p:nvSpPr>
        <p:spPr>
          <a:xfrm>
            <a:off x="8658225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2" name="text_043">
            <a:extLst>
              <a:ext uri="{FF2B5EF4-FFF2-40B4-BE49-F238E27FC236}">
                <ns2:creationId id="{DB3B2CB6-CE38-47EC-9A5F-4C6434E2AA8D}"/>
              </a:ext>
            </a:extLst>
          </p:cNvPr>
          <p:cNvSpPr>
            <a:spLocks noGrp="1"/>
          </p:cNvSpPr>
          <p:nvPr/>
        </p:nvSpPr>
        <p:spPr>
          <a:xfrm rot="0">
            <a:off x="8467725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line_044">
            <a:extLst>
              <a:ext uri="{FF2B5EF4-FFF2-40B4-BE49-F238E27FC236}">
                <ns2:creationId id="{4CD89721-85F6-43C6-BFB9-8658691BED23}"/>
              </a:ext>
            </a:extLst>
          </p:cNvPr>
          <p:cNvSpPr>
            <a:spLocks noGrp="1"/>
          </p:cNvSpPr>
          <p:nvPr/>
        </p:nvSpPr>
        <p:spPr>
          <a:xfrm>
            <a:off x="10548938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4" name="text_045">
            <a:extLst>
              <a:ext uri="{FF2B5EF4-FFF2-40B4-BE49-F238E27FC236}">
                <ns2:creationId id="{55B2F235-A529-449C-89C6-820DBC2EB05A}"/>
              </a:ext>
            </a:extLst>
          </p:cNvPr>
          <p:cNvSpPr>
            <a:spLocks noGrp="1"/>
          </p:cNvSpPr>
          <p:nvPr/>
        </p:nvSpPr>
        <p:spPr>
          <a:xfrm rot="0">
            <a:off x="10358438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5" name="line_046">
            <a:extLst>
              <a:ext uri="{FF2B5EF4-FFF2-40B4-BE49-F238E27FC236}">
                <ns2:creationId id="{93C0F6A3-2E7C-49FF-BD32-8EF9C692E271}"/>
              </a:ext>
            </a:extLst>
          </p:cNvPr>
          <p:cNvSpPr>
            <a:spLocks noGrp="1"/>
          </p:cNvSpPr>
          <p:nvPr/>
        </p:nvSpPr>
        <p:spPr>
          <a:xfrm>
            <a:off x="12439650" y="320040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7B8790"/>
            </a:solidFill>
            <a:prstDash val="solid"/>
          </a:ln>
        </p:spPr>
      </p:sp>
      <p:sp>
        <p:nvSpPr>
          <p:cNvPr id="46" name="text_047">
            <a:extLst>
              <a:ext uri="{FF2B5EF4-FFF2-40B4-BE49-F238E27FC236}">
                <ns2:creationId id="{83577E95-FF64-4CB7-82B6-55700A859AC4}"/>
              </a:ext>
            </a:extLst>
          </p:cNvPr>
          <p:cNvSpPr>
            <a:spLocks noGrp="1"/>
          </p:cNvSpPr>
          <p:nvPr/>
        </p:nvSpPr>
        <p:spPr>
          <a:xfrm rot="0">
            <a:off x="12249150" y="3267075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ns4:creationId val="1440513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2026-10-22T02:10:40.0190000Z</dcterms:created>
  <dcterms:modified xsi:type="dcterms:W3CDTF">2026-10-22T02:10:40.0200000Z</dcterms:modified>
</coreProperties>
</file>