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6fa93d37024e2e" /><Relationship Type="http://schemas.openxmlformats.org/officeDocument/2006/relationships/extended-properties" Target="/docProps/app.xml" Id="R3971167c3fa34a89" /><Relationship Type="http://schemas.openxmlformats.org/officeDocument/2006/relationships/officeDocument" Target="/ppt/presentation.xml" Id="R2091d992783745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0bcac06a4e42e2"/>
  </p:sldMasterIdLst>
  <p:notesMasterIdLst>
    <p:notesMasterId xmlns:r="http://schemas.openxmlformats.org/officeDocument/2006/relationships" r:id="R1205896abb304075"/>
  </p:notesMasterIdLst>
  <p:sldIdLst>
    <p:sldId xmlns:r="http://schemas.openxmlformats.org/officeDocument/2006/relationships" id="256" r:id="R758eeb5a9d534d17"/>
  </p:sldIdLst>
  <p:sldSz cx="12801600" cy="394595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326c9369e64299" /><Relationship Type="http://schemas.openxmlformats.org/officeDocument/2006/relationships/slideMaster" Target="/ppt/slideMasters/slideMaster1.xml" Id="R270bcac06a4e42e2" /><Relationship Type="http://schemas.openxmlformats.org/officeDocument/2006/relationships/notesMaster" Target="/ppt/notesMasters/notesMaster1.xml" Id="R1205896abb304075" /><Relationship Type="http://schemas.openxmlformats.org/officeDocument/2006/relationships/presProps" Target="/ppt/presProps.xml" Id="R1da71d5c5a96481e" /><Relationship Type="http://schemas.openxmlformats.org/officeDocument/2006/relationships/tableStyles" Target="/ppt/tableStyles.xml" Id="Rad7149e1aa424ca1" /><Relationship Type="http://schemas.openxmlformats.org/officeDocument/2006/relationships/slide" Target="/ppt/slides/slide1.xml" Id="R758eeb5a9d534d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995ce70d8c48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0ec38ded1341f2" /><Relationship Type="http://schemas.openxmlformats.org/officeDocument/2006/relationships/notesMaster" Target="/ppt/notesMasters/notesMaster1.xml" Id="Rdb880b733be14e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/Users/lele/Desktop/MergeTreeMaps/.codex-build/unified-style-20261021/backup/latex/figures/rgmtm_motion_scalar_cost.pdf. Retained scientific observations and plotting coordinates.</a:t>
            </a:r>
          </a:p>
          <a:p xmlns:a="http://schemas.openxmlformats.org/drawingml/2006/main"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Dataset display names follow TMTM/ST-MTM: Storms (ERA5 source family), Wildfires, Ring, Gaussian, Tangaroa. Storms and Wildfires use this paper’s declared sampling and preprocessing. Gaussian denotes a local variant inspired by ST-MTM, not its original 128x128 input; the separate mirror-motion control is unchanged. Source keys, filenames, scientific media, geometry and numerical results are preserved. References: TMTM, Section 4.1 and Table 1; ST-MTM, Section 5.1 and Table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9f9d6216a141a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1cba11d81d442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d45b36c081486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fbc1a8af6a4ea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58ce8e10c34d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3ea545c1eb45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0ECCB1-C06E-4CA3-81FD-1E0548FCE2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1490694"/>
            <a:ext cx="10241280" cy="569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6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B8F5F91-49E9-4025-946D-D97F71C9A4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2170275"/>
            <a:ext cx="8961120" cy="438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DAC9348-0D20-4C61-B3E1-60088797BA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1644148"/>
            <a:ext cx="10241280" cy="65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4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A7B65A-96B6-4B60-971B-A2A1ACC142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306908"/>
            <a:ext cx="11361420" cy="482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6072D84-B11F-42C7-B0D2-1808AC1118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096099"/>
            <a:ext cx="11361420" cy="24552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1532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06908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82283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57659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33035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08411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183787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359162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34538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95522B3-B20C-44AE-84E2-936B086E4D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306908"/>
            <a:ext cx="11361420" cy="482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7DAA8E-1C74-49AB-BF6B-068C4D8EAE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096099"/>
            <a:ext cx="5280660" cy="24552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1532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06908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82283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57659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33035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08411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183787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359162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34538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AF93BD1-DFB1-48DB-99E4-FB255770E21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096099"/>
            <a:ext cx="5280660" cy="24552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1532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06908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82283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57659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33035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08411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183787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359162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34538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6CA8D0-EEB5-4C40-8AC8-257BC0B6E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306908"/>
            <a:ext cx="11361420" cy="482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00AAFA-BB4F-4314-97A4-0268118099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096099"/>
            <a:ext cx="5280660" cy="24552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1532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06908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82283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57659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33035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08411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183787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359162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34538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5acc87b7ae40ca" /><Relationship Type="http://schemas.openxmlformats.org/officeDocument/2006/relationships/slideLayout" Target="/ppt/slideLayouts/slideLayout1.xml" Id="Rc31c0a4418f442cd" /><Relationship Type="http://schemas.openxmlformats.org/officeDocument/2006/relationships/slideLayout" Target="/ppt/slideLayouts/slideLayout2.xml" Id="R1d8ffc38f23e44e2" /><Relationship Type="http://schemas.openxmlformats.org/officeDocument/2006/relationships/slideLayout" Target="/ppt/slideLayouts/slideLayout3.xml" Id="R5fb2f81c5d754033" /><Relationship Type="http://schemas.openxmlformats.org/officeDocument/2006/relationships/slideLayout" Target="/ppt/slideLayouts/slideLayout4.xml" Id="R10a643cd6424402a" /><Relationship Type="http://schemas.openxmlformats.org/officeDocument/2006/relationships/slideLayout" Target="/ppt/slideLayouts/slideLayout5.xml" Id="R27a2913a00914fef" /><Relationship Type="http://schemas.openxmlformats.org/officeDocument/2006/relationships/slideLayout" Target="/ppt/slideLayouts/slideLayout6.xml" Id="R84f0cd1e36594a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1c0a4418f442cd"/>
    <p:sldLayoutId xmlns:r="http://schemas.openxmlformats.org/officeDocument/2006/relationships" id="2147483650" r:id="R1d8ffc38f23e44e2"/>
    <p:sldLayoutId xmlns:r="http://schemas.openxmlformats.org/officeDocument/2006/relationships" id="2147483651" r:id="R5fb2f81c5d754033"/>
    <p:sldLayoutId xmlns:r="http://schemas.openxmlformats.org/officeDocument/2006/relationships" id="2147483652" r:id="R10a643cd6424402a"/>
    <p:sldLayoutId xmlns:r="http://schemas.openxmlformats.org/officeDocument/2006/relationships" id="2147483653" r:id="R27a2913a00914fef"/>
    <p:sldLayoutId xmlns:r="http://schemas.openxmlformats.org/officeDocument/2006/relationships" id="2147483654" r:id="R84f0cd1e36594a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81c54a497d4446" /><Relationship Type="http://schemas.openxmlformats.org/officeDocument/2006/relationships/image" Target="/ppt/media/image.png" Id="R1ddf46c920754fe4" /><Relationship Type="http://schemas.openxmlformats.org/officeDocument/2006/relationships/image" Target="/ppt/media/image.svg" Id="R45c404604c3749cc" /><Relationship Type="http://schemas.openxmlformats.org/officeDocument/2006/relationships/notesSlide" Target="/ppt/notesSlides/notesSlide1.xml" Id="R927e7e0c16f54c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8A4BBB-5780-4E81-B480-DB5F10046B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f46c920754fe4">
            <a:extLst>
              <a:ext uri="{96DAC541-7B7A-43D3-8B79-37D633B846F1}">
                <asvg:svgBlip xmlns:asvg="http://schemas.microsoft.com/office/drawing/2016/SVG/main" r:embed="R45c404604c3749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801600" cy="3945955"/>
          </a:xfrm>
          <a:prstGeom xmlns:a="http://schemas.openxmlformats.org/drawingml/2006/main" prst="rect">
            <a:avLst/>
          </a:prstGeom>
        </p:spPr>
      </p:pic>
      <p:sp>
        <p:nvSpPr>
          <p:cNvPr id="2" name="Unified label: 0">
            <a:extLst xmlns:a="http://schemas.openxmlformats.org/drawingml/2006/main">
              <a:ext uri="{FF2B5EF4-FFF2-40B4-BE49-F238E27FC236}">
                <a16:creationId xmlns:a16="http://schemas.microsoft.com/office/drawing/2014/main" id="{4405A61B-EC9E-4489-A9D7-6CBC74E2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1162" y="2557854"/>
            <a:ext cx="136611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" name="Unified label: 10">
            <a:extLst xmlns:a="http://schemas.openxmlformats.org/drawingml/2006/main">
              <a:ext uri="{FF2B5EF4-FFF2-40B4-BE49-F238E27FC236}">
                <a16:creationId xmlns:a16="http://schemas.microsoft.com/office/drawing/2014/main" id="{1093F113-83F8-4EF2-85A7-4A72F3E9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5622" y="2557854"/>
            <a:ext cx="244647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Unified label: 20">
            <a:extLst xmlns:a="http://schemas.openxmlformats.org/drawingml/2006/main">
              <a:ext uri="{FF2B5EF4-FFF2-40B4-BE49-F238E27FC236}">
                <a16:creationId xmlns:a16="http://schemas.microsoft.com/office/drawing/2014/main" id="{4892E6EB-B982-4FF9-B796-DBCFA012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4187" y="2557854"/>
            <a:ext cx="244647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Unified label: 30">
            <a:extLst xmlns:a="http://schemas.openxmlformats.org/drawingml/2006/main">
              <a:ext uri="{FF2B5EF4-FFF2-40B4-BE49-F238E27FC236}">
                <a16:creationId xmlns:a16="http://schemas.microsoft.com/office/drawing/2014/main" id="{43FBE8D4-0099-4CB1-85C1-9718CB4A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2751" y="2557854"/>
            <a:ext cx="244647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6" name="Unified label: 40">
            <a:extLst xmlns:a="http://schemas.openxmlformats.org/drawingml/2006/main">
              <a:ext uri="{FF2B5EF4-FFF2-40B4-BE49-F238E27FC236}">
                <a16:creationId xmlns:a16="http://schemas.microsoft.com/office/drawing/2014/main" id="{3466B2E1-B1C3-4EA4-B0AD-0143C412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1316" y="2557854"/>
            <a:ext cx="244647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7" name="Unified label: 50">
            <a:extLst xmlns:a="http://schemas.openxmlformats.org/drawingml/2006/main">
              <a:ext uri="{FF2B5EF4-FFF2-40B4-BE49-F238E27FC236}">
                <a16:creationId xmlns:a16="http://schemas.microsoft.com/office/drawing/2014/main" id="{4D819B56-F9C6-4DEF-A239-72631D9E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9880" y="2557854"/>
            <a:ext cx="244647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" name="Unified label: 60">
            <a:extLst xmlns:a="http://schemas.openxmlformats.org/drawingml/2006/main">
              <a:ext uri="{FF2B5EF4-FFF2-40B4-BE49-F238E27FC236}">
                <a16:creationId xmlns:a16="http://schemas.microsoft.com/office/drawing/2014/main" id="{79D33C06-4C55-467F-B263-81104561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8445" y="2557854"/>
            <a:ext cx="244647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9" name="Unified label: proxy error (%)">
            <a:extLst xmlns:a="http://schemas.openxmlformats.org/drawingml/2006/main">
              <a:ext uri="{FF2B5EF4-FFF2-40B4-BE49-F238E27FC236}">
                <a16:creationId xmlns:a16="http://schemas.microsoft.com/office/drawing/2014/main" id="{6B101DC8-C133-4816-B0B3-B803B6CA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5029" y="2825523"/>
            <a:ext cx="1481770" cy="256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4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proxy error (%)</a:t>
            </a:r>
          </a:p>
        </p:txBody>
      </p:sp>
      <p:sp>
        <p:nvSpPr>
          <p:cNvPr id="10" name="Unified label: ERA5 (n=104)">
            <a:extLst xmlns:a="http://schemas.openxmlformats.org/drawingml/2006/main">
              <a:ext uri="{FF2B5EF4-FFF2-40B4-BE49-F238E27FC236}">
                <a16:creationId xmlns:a16="http://schemas.microsoft.com/office/drawing/2014/main" id="{D1E85714-9E40-4630-A25F-E8C20089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874" y="638203"/>
            <a:ext cx="1232350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Storms (n=104)</a:t>
            </a:r>
          </a:p>
        </p:txBody>
      </p:sp>
      <p:sp>
        <p:nvSpPr>
          <p:cNvPr id="11" name="Unified label: Fire (n=112)">
            <a:extLst xmlns:a="http://schemas.openxmlformats.org/drawingml/2006/main">
              <a:ext uri="{FF2B5EF4-FFF2-40B4-BE49-F238E27FC236}">
                <a16:creationId xmlns:a16="http://schemas.microsoft.com/office/drawing/2014/main" id="{07A1DB83-79BE-4BC6-B795-B1FB2EC4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220" y="1121765"/>
            <a:ext cx="1100744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Wildfires (n=112)</a:t>
            </a:r>
          </a:p>
        </p:txBody>
      </p:sp>
      <p:sp>
        <p:nvSpPr>
          <p:cNvPr id="12" name="Unified label: OLR (n=56)">
            <a:extLst xmlns:a="http://schemas.openxmlformats.org/drawingml/2006/main">
              <a:ext uri="{FF2B5EF4-FFF2-40B4-BE49-F238E27FC236}">
                <a16:creationId xmlns:a16="http://schemas.microsoft.com/office/drawing/2014/main" id="{2469B90A-2DCC-4710-875F-3DD0A3F5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859" y="1605326"/>
            <a:ext cx="1027568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OLR (n=56)</a:t>
            </a:r>
          </a:p>
        </p:txBody>
      </p:sp>
      <p:sp>
        <p:nvSpPr>
          <p:cNvPr id="13" name="Unified label: PM2.5 (n=7)">
            <a:extLst xmlns:a="http://schemas.openxmlformats.org/drawingml/2006/main">
              <a:ext uri="{FF2B5EF4-FFF2-40B4-BE49-F238E27FC236}">
                <a16:creationId xmlns:a16="http://schemas.microsoft.com/office/drawing/2014/main" id="{41226F1C-231B-4BF0-BA3C-FC0EF2C1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41" y="2088888"/>
            <a:ext cx="1092288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PM2.5 (n=7)</a:t>
            </a:r>
          </a:p>
        </p:txBody>
      </p:sp>
      <p:sp>
        <p:nvSpPr>
          <p:cNvPr id="14" name="Unified label: 43">
            <a:extLst xmlns:a="http://schemas.openxmlformats.org/drawingml/2006/main">
              <a:ext uri="{FF2B5EF4-FFF2-40B4-BE49-F238E27FC236}">
                <a16:creationId xmlns:a16="http://schemas.microsoft.com/office/drawing/2014/main" id="{2C6DFFDA-8013-40E6-9E12-16243841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1106" y="519361"/>
            <a:ext cx="228026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15" name="Unified label: 40">
            <a:extLst xmlns:a="http://schemas.openxmlformats.org/drawingml/2006/main">
              <a:ext uri="{FF2B5EF4-FFF2-40B4-BE49-F238E27FC236}">
                <a16:creationId xmlns:a16="http://schemas.microsoft.com/office/drawing/2014/main" id="{5AEA6D15-0B7B-45AF-85EE-9AE3B875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0211" y="1002922"/>
            <a:ext cx="228026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" name="Unified label: 12">
            <a:extLst xmlns:a="http://schemas.openxmlformats.org/drawingml/2006/main">
              <a:ext uri="{FF2B5EF4-FFF2-40B4-BE49-F238E27FC236}">
                <a16:creationId xmlns:a16="http://schemas.microsoft.com/office/drawing/2014/main" id="{A8392E4C-E4F5-4EF5-8AC2-87BF3C8F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9404" y="1486484"/>
            <a:ext cx="228026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7" name="Unified label: 3">
            <a:extLst xmlns:a="http://schemas.openxmlformats.org/drawingml/2006/main">
              <a:ext uri="{FF2B5EF4-FFF2-40B4-BE49-F238E27FC236}">
                <a16:creationId xmlns:a16="http://schemas.microsoft.com/office/drawing/2014/main" id="{583CB9DA-956C-41A0-A887-51400168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0614" y="1970045"/>
            <a:ext cx="128300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Unified label: 24">
            <a:extLst xmlns:a="http://schemas.openxmlformats.org/drawingml/2006/main">
              <a:ext uri="{FF2B5EF4-FFF2-40B4-BE49-F238E27FC236}">
                <a16:creationId xmlns:a16="http://schemas.microsoft.com/office/drawing/2014/main" id="{F5B2C7BD-E6DB-47B8-B68D-3CB9FFA1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7959" y="625744"/>
            <a:ext cx="228026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9" name="Unified label: 36">
            <a:extLst xmlns:a="http://schemas.openxmlformats.org/drawingml/2006/main">
              <a:ext uri="{FF2B5EF4-FFF2-40B4-BE49-F238E27FC236}">
                <a16:creationId xmlns:a16="http://schemas.microsoft.com/office/drawing/2014/main" id="{37900F2F-B1A8-49BE-9FDE-6FC89ED0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5010" y="1109306"/>
            <a:ext cx="228026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20" name="Unified label: 3">
            <a:extLst xmlns:a="http://schemas.openxmlformats.org/drawingml/2006/main">
              <a:ext uri="{FF2B5EF4-FFF2-40B4-BE49-F238E27FC236}">
                <a16:creationId xmlns:a16="http://schemas.microsoft.com/office/drawing/2014/main" id="{5521465D-0CAC-4604-B9B2-9D2941D2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0997" y="1592867"/>
            <a:ext cx="128301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Unified label: 3">
            <a:extLst xmlns:a="http://schemas.openxmlformats.org/drawingml/2006/main">
              <a:ext uri="{FF2B5EF4-FFF2-40B4-BE49-F238E27FC236}">
                <a16:creationId xmlns:a16="http://schemas.microsoft.com/office/drawing/2014/main" id="{127A9800-1A31-478D-A3B8-C5FF3B9F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0614" y="2076428"/>
            <a:ext cx="128300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Unified label: 19">
            <a:extLst xmlns:a="http://schemas.openxmlformats.org/drawingml/2006/main">
              <a:ext uri="{FF2B5EF4-FFF2-40B4-BE49-F238E27FC236}">
                <a16:creationId xmlns:a16="http://schemas.microsoft.com/office/drawing/2014/main" id="{20DDA259-0161-47E2-AFCF-2616FE10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1341" y="732128"/>
            <a:ext cx="228026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23" name="Unified label: 35">
            <a:extLst xmlns:a="http://schemas.openxmlformats.org/drawingml/2006/main">
              <a:ext uri="{FF2B5EF4-FFF2-40B4-BE49-F238E27FC236}">
                <a16:creationId xmlns:a16="http://schemas.microsoft.com/office/drawing/2014/main" id="{A144A2F1-43E4-4DEA-8547-2E37ADBF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6209" y="1215689"/>
            <a:ext cx="228026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24" name="Unified label: 3">
            <a:extLst xmlns:a="http://schemas.openxmlformats.org/drawingml/2006/main">
              <a:ext uri="{FF2B5EF4-FFF2-40B4-BE49-F238E27FC236}">
                <a16:creationId xmlns:a16="http://schemas.microsoft.com/office/drawing/2014/main" id="{2610B612-9F30-48F9-9469-0E2162D2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0997" y="1699251"/>
            <a:ext cx="128301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Unified label: 2">
            <a:extLst xmlns:a="http://schemas.openxmlformats.org/drawingml/2006/main">
              <a:ext uri="{FF2B5EF4-FFF2-40B4-BE49-F238E27FC236}">
                <a16:creationId xmlns:a16="http://schemas.microsoft.com/office/drawing/2014/main" id="{CEA52143-AB0D-46F0-9862-4DA842CE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9808" y="2182812"/>
            <a:ext cx="128300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6" name="Unified label: (a) Motion errors; labels = counts">
            <a:extLst xmlns:a="http://schemas.openxmlformats.org/drawingml/2006/main">
              <a:ext uri="{FF2B5EF4-FFF2-40B4-BE49-F238E27FC236}">
                <a16:creationId xmlns:a16="http://schemas.microsoft.com/office/drawing/2014/main" id="{916477CD-F481-49B1-8BAA-D6CE7864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6005" y="141889"/>
            <a:ext cx="3598585" cy="274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43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Motion errors; labels = counts</a:t>
            </a:r>
          </a:p>
        </p:txBody>
      </p:sp>
      <p:sp>
        <p:nvSpPr>
          <p:cNvPr id="27" name="Unified label: −50">
            <a:extLst xmlns:a="http://schemas.openxmlformats.org/drawingml/2006/main">
              <a:ext uri="{FF2B5EF4-FFF2-40B4-BE49-F238E27FC236}">
                <a16:creationId xmlns:a16="http://schemas.microsoft.com/office/drawing/2014/main" id="{1A8FD4FB-9E02-459A-BE4F-27F28D32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6932" y="2557854"/>
            <a:ext cx="386996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−50</a:t>
            </a:r>
          </a:p>
        </p:txBody>
      </p:sp>
      <p:sp>
        <p:nvSpPr>
          <p:cNvPr id="28" name="Unified label: 0">
            <a:extLst xmlns:a="http://schemas.openxmlformats.org/drawingml/2006/main">
              <a:ext uri="{FF2B5EF4-FFF2-40B4-BE49-F238E27FC236}">
                <a16:creationId xmlns:a16="http://schemas.microsoft.com/office/drawing/2014/main" id="{82075CE8-B7CA-41E2-A1C0-E930C511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9769" y="2557854"/>
            <a:ext cx="136611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9" name="Unified label: 50">
            <a:extLst xmlns:a="http://schemas.openxmlformats.org/drawingml/2006/main">
              <a:ext uri="{FF2B5EF4-FFF2-40B4-BE49-F238E27FC236}">
                <a16:creationId xmlns:a16="http://schemas.microsoft.com/office/drawing/2014/main" id="{86AE861E-1A45-498F-B409-550BF44A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3142" y="2557854"/>
            <a:ext cx="244647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0" name="Unified label: paired difference (pp)">
            <a:extLst xmlns:a="http://schemas.openxmlformats.org/drawingml/2006/main">
              <a:ext uri="{FF2B5EF4-FFF2-40B4-BE49-F238E27FC236}">
                <a16:creationId xmlns:a16="http://schemas.microsoft.com/office/drawing/2014/main" id="{3745E34B-DA71-40CB-9336-B5413D01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87091" y="2825523"/>
            <a:ext cx="2173263" cy="256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4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paired difference (pp)</a:t>
            </a:r>
          </a:p>
        </p:txBody>
      </p:sp>
      <p:sp>
        <p:nvSpPr>
          <p:cNvPr id="31" name="Unified label: (b) Relaxed minus comparator">
            <a:extLst xmlns:a="http://schemas.openxmlformats.org/drawingml/2006/main">
              <a:ext uri="{FF2B5EF4-FFF2-40B4-BE49-F238E27FC236}">
                <a16:creationId xmlns:a16="http://schemas.microsoft.com/office/drawing/2014/main" id="{D6EBF5C3-C065-404D-B4D2-C698C993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1123" y="141889"/>
            <a:ext cx="3008399" cy="274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43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Relaxed minus comparator</a:t>
            </a:r>
          </a:p>
        </p:txBody>
      </p:sp>
      <p:sp>
        <p:nvSpPr>
          <p:cNvPr id="32" name="Unified label: 0">
            <a:extLst xmlns:a="http://schemas.openxmlformats.org/drawingml/2006/main">
              <a:ext uri="{FF2B5EF4-FFF2-40B4-BE49-F238E27FC236}">
                <a16:creationId xmlns:a16="http://schemas.microsoft.com/office/drawing/2014/main" id="{BB1A6558-0F8F-4864-B2E6-11D596A2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9075" y="2557854"/>
            <a:ext cx="136611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3" name="Unified label: 10">
            <a:extLst xmlns:a="http://schemas.openxmlformats.org/drawingml/2006/main">
              <a:ext uri="{FF2B5EF4-FFF2-40B4-BE49-F238E27FC236}">
                <a16:creationId xmlns:a16="http://schemas.microsoft.com/office/drawing/2014/main" id="{0E552768-3DAD-4221-8D79-07885295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8220" y="2557854"/>
            <a:ext cx="244647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4" name="Unified label: 20">
            <a:extLst xmlns:a="http://schemas.openxmlformats.org/drawingml/2006/main">
              <a:ext uri="{FF2B5EF4-FFF2-40B4-BE49-F238E27FC236}">
                <a16:creationId xmlns:a16="http://schemas.microsoft.com/office/drawing/2014/main" id="{1905DC3C-F242-4E81-BCA1-A179180D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11469" y="2557854"/>
            <a:ext cx="244647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5" name="Unified label: 30">
            <a:extLst xmlns:a="http://schemas.openxmlformats.org/drawingml/2006/main">
              <a:ext uri="{FF2B5EF4-FFF2-40B4-BE49-F238E27FC236}">
                <a16:creationId xmlns:a16="http://schemas.microsoft.com/office/drawing/2014/main" id="{899C8E15-A18D-47BD-ADDA-96652EDC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54718" y="2557854"/>
            <a:ext cx="244647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36" name="Unified label: 40">
            <a:extLst xmlns:a="http://schemas.openxmlformats.org/drawingml/2006/main">
              <a:ext uri="{FF2B5EF4-FFF2-40B4-BE49-F238E27FC236}">
                <a16:creationId xmlns:a16="http://schemas.microsoft.com/office/drawing/2014/main" id="{E5F2E6E7-99C0-4E2E-BA1B-A3076416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97967" y="2557854"/>
            <a:ext cx="244647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37" name="Unified label: merge error (% scalar range)">
            <a:extLst xmlns:a="http://schemas.openxmlformats.org/drawingml/2006/main">
              <a:ext uri="{FF2B5EF4-FFF2-40B4-BE49-F238E27FC236}">
                <a16:creationId xmlns:a16="http://schemas.microsoft.com/office/drawing/2014/main" id="{23B0DE83-6865-4F06-A69C-BF9B4062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7772" y="2825523"/>
            <a:ext cx="2765971" cy="256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4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merge error (% scalar range)</a:t>
            </a:r>
          </a:p>
        </p:txBody>
      </p:sp>
      <p:sp>
        <p:nvSpPr>
          <p:cNvPr id="38" name="Unified label: 26.1">
            <a:extLst xmlns:a="http://schemas.openxmlformats.org/drawingml/2006/main">
              <a:ext uri="{FF2B5EF4-FFF2-40B4-BE49-F238E27FC236}">
                <a16:creationId xmlns:a16="http://schemas.microsoft.com/office/drawing/2014/main" id="{18E26F01-1626-4C8A-9A2D-9116CE11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5180" y="625019"/>
            <a:ext cx="377615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26.1</a:t>
            </a:r>
          </a:p>
        </p:txBody>
      </p:sp>
      <p:sp>
        <p:nvSpPr>
          <p:cNvPr id="39" name="Unified label: 19.6">
            <a:extLst xmlns:a="http://schemas.openxmlformats.org/drawingml/2006/main">
              <a:ext uri="{FF2B5EF4-FFF2-40B4-BE49-F238E27FC236}">
                <a16:creationId xmlns:a16="http://schemas.microsoft.com/office/drawing/2014/main" id="{7797433D-08D1-4CBB-9D58-7A3F470B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36651" y="1109064"/>
            <a:ext cx="377615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19.6</a:t>
            </a:r>
          </a:p>
        </p:txBody>
      </p:sp>
      <p:sp>
        <p:nvSpPr>
          <p:cNvPr id="40" name="Unified label: 33.6">
            <a:extLst xmlns:a="http://schemas.openxmlformats.org/drawingml/2006/main">
              <a:ext uri="{FF2B5EF4-FFF2-40B4-BE49-F238E27FC236}">
                <a16:creationId xmlns:a16="http://schemas.microsoft.com/office/drawing/2014/main" id="{23C0046C-5302-4769-B229-B0996ED6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36642" y="1593109"/>
            <a:ext cx="377615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33.6</a:t>
            </a:r>
          </a:p>
        </p:txBody>
      </p:sp>
      <p:sp>
        <p:nvSpPr>
          <p:cNvPr id="41" name="Unified label: 9.5">
            <a:extLst xmlns:a="http://schemas.openxmlformats.org/drawingml/2006/main">
              <a:ext uri="{FF2B5EF4-FFF2-40B4-BE49-F238E27FC236}">
                <a16:creationId xmlns:a16="http://schemas.microsoft.com/office/drawing/2014/main" id="{7ECB162E-C6C3-491A-B414-98600F74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8123" y="2077154"/>
            <a:ext cx="277889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9.5</a:t>
            </a:r>
          </a:p>
        </p:txBody>
      </p:sp>
      <p:sp>
        <p:nvSpPr>
          <p:cNvPr id="42" name="Unified label: (c) Relaxed scalar cost">
            <a:extLst xmlns:a="http://schemas.openxmlformats.org/drawingml/2006/main">
              <a:ext uri="{FF2B5EF4-FFF2-40B4-BE49-F238E27FC236}">
                <a16:creationId xmlns:a16="http://schemas.microsoft.com/office/drawing/2014/main" id="{1E0B2D90-772B-4553-A6A3-B77B400A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4559" y="141889"/>
            <a:ext cx="2434337" cy="274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43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(c) Relaxed scalar cost</a:t>
            </a:r>
          </a:p>
        </p:txBody>
      </p:sp>
      <p:sp>
        <p:nvSpPr>
          <p:cNvPr id="43" name="Unified label: ST-MTM">
            <a:extLst xmlns:a="http://schemas.openxmlformats.org/drawingml/2006/main">
              <a:ext uri="{FF2B5EF4-FFF2-40B4-BE49-F238E27FC236}">
                <a16:creationId xmlns:a16="http://schemas.microsoft.com/office/drawing/2014/main" id="{BA1B83AD-97CB-47F6-BD9A-ABEB2643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2125" y="3212361"/>
            <a:ext cx="683017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ST-MTM</a:t>
            </a:r>
          </a:p>
        </p:txBody>
      </p:sp>
      <p:sp>
        <p:nvSpPr>
          <p:cNvPr id="44" name="Unified label: RG-MTM-P">
            <a:extLst xmlns:a="http://schemas.openxmlformats.org/drawingml/2006/main">
              <a:ext uri="{FF2B5EF4-FFF2-40B4-BE49-F238E27FC236}">
                <a16:creationId xmlns:a16="http://schemas.microsoft.com/office/drawing/2014/main" id="{8F6B8C98-7AD4-410D-B1C9-218F05FC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2125" y="3474104"/>
            <a:ext cx="900337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RG-MTM-P</a:t>
            </a:r>
          </a:p>
        </p:txBody>
      </p:sp>
      <p:sp>
        <p:nvSpPr>
          <p:cNvPr id="45" name="Unified label: RG-MTM-R">
            <a:extLst xmlns:a="http://schemas.openxmlformats.org/drawingml/2006/main">
              <a:ext uri="{FF2B5EF4-FFF2-40B4-BE49-F238E27FC236}">
                <a16:creationId xmlns:a16="http://schemas.microsoft.com/office/drawing/2014/main" id="{8A1267EF-4BEC-42A1-9B55-44C3622F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5171" y="3212361"/>
            <a:ext cx="915965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RG-MTM-R</a:t>
            </a:r>
          </a:p>
        </p:txBody>
      </p:sp>
      <p:sp>
        <p:nvSpPr>
          <p:cNvPr id="46" name="Unified label: vs ST-MTM">
            <a:extLst xmlns:a="http://schemas.openxmlformats.org/drawingml/2006/main">
              <a:ext uri="{FF2B5EF4-FFF2-40B4-BE49-F238E27FC236}">
                <a16:creationId xmlns:a16="http://schemas.microsoft.com/office/drawing/2014/main" id="{EE2418CA-6A84-471F-BA53-771E1DDC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5171" y="3474104"/>
            <a:ext cx="926098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vs ST-MTM</a:t>
            </a:r>
          </a:p>
        </p:txBody>
      </p:sp>
      <p:sp>
        <p:nvSpPr>
          <p:cNvPr id="47" name="Unified label: vs RG-MTM-P">
            <a:extLst xmlns:a="http://schemas.openxmlformats.org/drawingml/2006/main">
              <a:ext uri="{FF2B5EF4-FFF2-40B4-BE49-F238E27FC236}">
                <a16:creationId xmlns:a16="http://schemas.microsoft.com/office/drawing/2014/main" id="{C70AE1C7-7E52-4031-9367-7E6121A1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3125" y="3212361"/>
            <a:ext cx="1143418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vs RG-MTM-P</a:t>
            </a:r>
          </a:p>
        </p:txBody>
      </p:sp>
      <p:sp>
        <p:nvSpPr>
          <p:cNvPr id="48" name="Unified label: mean cost">
            <a:extLst xmlns:a="http://schemas.openxmlformats.org/drawingml/2006/main">
              <a:ext uri="{FF2B5EF4-FFF2-40B4-BE49-F238E27FC236}">
                <a16:creationId xmlns:a16="http://schemas.microsoft.com/office/drawing/2014/main" id="{8F8FFC0B-C5E7-4DFF-B192-30318819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3125" y="3474104"/>
            <a:ext cx="916814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mean cost</a:t>
            </a:r>
          </a:p>
        </p:txBody>
      </p:sp>
      <p:sp>
        <p:nvSpPr>
          <p:cNvPr id="49" name="Unified label: max cost">
            <a:extLst xmlns:a="http://schemas.openxmlformats.org/drawingml/2006/main">
              <a:ext uri="{FF2B5EF4-FFF2-40B4-BE49-F238E27FC236}">
                <a16:creationId xmlns:a16="http://schemas.microsoft.com/office/drawing/2014/main" id="{6D85000C-441B-409D-BE9D-D3ABE8CB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9131" y="3212361"/>
            <a:ext cx="805211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max cost</a:t>
            </a:r>
          </a:p>
        </p:txBody>
      </p:sp>
    </p:spTree>
    <p:extLst>
      <p:ext uri="{BB962C8B-B14F-4D97-AF65-F5344CB8AC3E}">
        <p14:creationId xmlns:p14="http://schemas.microsoft.com/office/powerpoint/2010/main" val="1918843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2026-10-21T02:42:03.7840000Z</dcterms:created>
  <dcterms:modified xsi:type="dcterms:W3CDTF">2026-10-21T02:42:03.7840000Z</dcterms:modified>
</coreProperties>
</file>