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40005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Input and topology frame">
            <a:extLst>
              <a:ext uri="{FF2B5EF4-FFF2-40B4-BE49-F238E27FC236}">
                <ns2:creationId id="{C7744F0C-4FD8-4778-A131-8158F785C874}"/>
              </a:ext>
            </a:extLst>
          </p:cNvPr>
          <p:cNvSpPr>
            <a:spLocks noGrp="1"/>
          </p:cNvSpPr>
          <p:nvPr/>
        </p:nvSpPr>
        <p:spPr>
          <a:xfrm>
            <a:off x="76200" y="76200"/>
            <a:ext cx="2076450" cy="3848100"/>
          </a:xfrm>
          <a:custGeom>
            <a:pathLst>
              <a:path w="2076450" h="3848100">
                <a:moveTo>
                  <a:pt x="114300" y="0"/>
                </a:moveTo>
                <a:lnTo>
                  <a:pt x="1962150" y="0"/>
                </a:lnTo>
                <a:cubicBezTo>
                  <a:pt x="2025276" y="0"/>
                  <a:pt x="2076450" y="51174"/>
                  <a:pt x="2076450" y="114300"/>
                </a:cubicBezTo>
                <a:lnTo>
                  <a:pt x="2076450" y="3733800"/>
                </a:lnTo>
                <a:cubicBezTo>
                  <a:pt x="2076450" y="3796926"/>
                  <a:pt x="2025276" y="3848100"/>
                  <a:pt x="1962150" y="3848100"/>
                </a:cubicBezTo>
                <a:lnTo>
                  <a:pt x="114300" y="3848100"/>
                </a:lnTo>
                <a:cubicBezTo>
                  <a:pt x="51174" y="3848100"/>
                  <a:pt x="0" y="3796926"/>
                  <a:pt x="0" y="3733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0001" name="Input and topology header">
            <a:extLst>
              <a:ext uri="{FF2B5EF4-FFF2-40B4-BE49-F238E27FC236}">
                <ns2:creationId id="{7537AB63-A5C5-4B77-8CE8-24FA66625BFD}"/>
              </a:ext>
            </a:extLst>
          </p:cNvPr>
          <p:cNvSpPr>
            <a:spLocks noGrp="1"/>
          </p:cNvSpPr>
          <p:nvPr/>
        </p:nvSpPr>
        <p:spPr>
          <a:xfrm>
            <a:off x="80963" y="80963"/>
            <a:ext cx="2066925" cy="319088"/>
          </a:xfrm>
          <a:custGeom>
            <a:pathLst>
              <a:path w="2066925" h="319088">
                <a:moveTo>
                  <a:pt x="109538" y="0"/>
                </a:moveTo>
                <a:lnTo>
                  <a:pt x="1957388" y="0"/>
                </a:lnTo>
                <a:cubicBezTo>
                  <a:pt x="2017883" y="0"/>
                  <a:pt x="2066925" y="49042"/>
                  <a:pt x="2066925" y="109538"/>
                </a:cubicBezTo>
                <a:lnTo>
                  <a:pt x="2066925" y="319088"/>
                </a:lnTo>
                <a:lnTo>
                  <a:pt x="0" y="319088"/>
                </a:ln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>
            <a:srgbClr val="E7EDF0"/>
          </a:solidFill>
          <a:ln w="0">
            <a:noFill/>
            <a:prstDash val="solid"/>
          </a:ln>
        </p:spPr>
      </p:sp>
      <p:sp>
        <p:nvSpPr>
          <p:cNvPr id="10002" name="Input and topology title">
            <a:extLst>
              <a:ext uri="{FF2B5EF4-FFF2-40B4-BE49-F238E27FC236}">
                <ns2:creationId id="{862E83A4-3B06-4980-BC93-0FC70EB1389D}"/>
              </a:ext>
            </a:extLst>
          </p:cNvPr>
          <p:cNvSpPr>
            <a:spLocks noGrp="1"/>
          </p:cNvSpPr>
          <p:nvPr/>
        </p:nvSpPr>
        <p:spPr>
          <a:xfrm>
            <a:off x="190500" y="133350"/>
            <a:ext cx="1847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and topology</a:t>
            </a:r>
          </a:p>
        </p:txBody>
      </p:sp>
      <p:sp>
        <p:nvSpPr>
          <p:cNvPr id="10003" name="Scalar field subtitle">
            <a:extLst>
              <a:ext uri="{FF2B5EF4-FFF2-40B4-BE49-F238E27FC236}">
                <ns2:creationId id="{33180ECA-0E3B-4E5B-BC7B-98735BCE8BE5}"/>
              </a:ext>
            </a:extLst>
          </p:cNvPr>
          <p:cNvSpPr>
            <a:spLocks noGrp="1"/>
          </p:cNvSpPr>
          <p:nvPr/>
        </p:nvSpPr>
        <p:spPr>
          <a:xfrm>
            <a:off x="190500" y="466725"/>
            <a:ext cx="184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Time-varying</a:t>
            </a:r>
          </a:p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2D scalar field</a:t>
            </a:r>
          </a:p>
        </p:txBody>
      </p:sp>
      <p:sp>
        <p:nvSpPr>
          <p:cNvPr id="10004" name="Time axis upper">
            <a:extLst>
              <a:ext uri="{FF2B5EF4-FFF2-40B4-BE49-F238E27FC236}">
                <ns2:creationId id="{A40B8F2A-27C1-4A8B-9C77-393CF0DD3E32}"/>
              </a:ext>
            </a:extLst>
          </p:cNvPr>
          <p:cNvSpPr>
            <a:spLocks noGrp="1"/>
          </p:cNvSpPr>
          <p:nvPr/>
        </p:nvSpPr>
        <p:spPr>
          <a:xfrm>
            <a:off x="457200" y="819150"/>
            <a:ext cx="95" cy="495300"/>
          </a:xfrm>
          <a:custGeom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0005" name="Time axis label">
            <a:extLst>
              <a:ext uri="{FF2B5EF4-FFF2-40B4-BE49-F238E27FC236}">
                <ns2:creationId id="{CB7D9A9F-5BE8-4A68-9F66-5CCD18591880}"/>
              </a:ext>
            </a:extLst>
          </p:cNvPr>
          <p:cNvSpPr>
            <a:spLocks noGrp="1"/>
          </p:cNvSpPr>
          <p:nvPr/>
        </p:nvSpPr>
        <p:spPr>
          <a:xfrm>
            <a:off x="266700" y="1343025"/>
            <a:ext cx="381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0006" name="Time axis lower">
            <a:extLst>
              <a:ext uri="{FF2B5EF4-FFF2-40B4-BE49-F238E27FC236}">
                <ns2:creationId id="{80F7C04E-CD56-465B-B582-E21789543620}"/>
              </a:ext>
            </a:extLst>
          </p:cNvPr>
          <p:cNvSpPr>
            <a:spLocks noGrp="1"/>
          </p:cNvSpPr>
          <p:nvPr/>
        </p:nvSpPr>
        <p:spPr>
          <a:xfrm>
            <a:off x="457200" y="1581150"/>
            <a:ext cx="95" cy="447675"/>
          </a:xfrm>
          <a:custGeom>
            <a:pathLst>
              <a:path w="95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0007" name="Time axis arrow">
            <a:extLst>
              <a:ext uri="{FF2B5EF4-FFF2-40B4-BE49-F238E27FC236}">
                <ns2:creationId id="{46000FB7-AD46-4365-B2CC-084B5F7BF633}"/>
              </a:ext>
            </a:extLst>
          </p:cNvPr>
          <p:cNvSpPr>
            <a:spLocks noGrp="1"/>
          </p:cNvSpPr>
          <p:nvPr/>
        </p:nvSpPr>
        <p:spPr>
          <a:xfrm>
            <a:off x="419100" y="2019300"/>
            <a:ext cx="76200" cy="76200"/>
          </a:xfrm>
          <a:custGeom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38100" y="7620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008" name="Snapshot time 0">
            <a:extLst>
              <a:ext uri="{FF2B5EF4-FFF2-40B4-BE49-F238E27FC236}">
                <ns2:creationId id="{C22B1D16-E9AE-4873-9C98-B24C23D44898}"/>
              </a:ext>
            </a:extLst>
          </p:cNvPr>
          <p:cNvSpPr>
            <a:spLocks noGrp="1"/>
          </p:cNvSpPr>
          <p:nvPr/>
        </p:nvSpPr>
        <p:spPr>
          <a:xfrm>
            <a:off x="733425" y="9239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0009" name="Snapshot time 1">
            <a:extLst>
              <a:ext uri="{FF2B5EF4-FFF2-40B4-BE49-F238E27FC236}">
                <ns2:creationId id="{891DCD29-8D28-4F5F-881E-7914ED799823}"/>
              </a:ext>
            </a:extLst>
          </p:cNvPr>
          <p:cNvSpPr>
            <a:spLocks noGrp="1"/>
          </p:cNvSpPr>
          <p:nvPr/>
        </p:nvSpPr>
        <p:spPr>
          <a:xfrm>
            <a:off x="733425" y="135255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0010" name="Snapshot time 2">
            <a:extLst>
              <a:ext uri="{FF2B5EF4-FFF2-40B4-BE49-F238E27FC236}">
                <ns2:creationId id="{B5443CC0-01E4-479B-9DF2-94D10FD18564}"/>
              </a:ext>
            </a:extLst>
          </p:cNvPr>
          <p:cNvSpPr>
            <a:spLocks noGrp="1"/>
          </p:cNvSpPr>
          <p:nvPr/>
        </p:nvSpPr>
        <p:spPr>
          <a:xfrm>
            <a:off x="733425" y="178117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10011" name="Augmented tree subtitle">
            <a:extLst>
              <a:ext uri="{FF2B5EF4-FFF2-40B4-BE49-F238E27FC236}">
                <ns2:creationId id="{6584A661-0FED-44AF-B1F4-D54F69AC7DD2}"/>
              </a:ext>
            </a:extLst>
          </p:cNvPr>
          <p:cNvSpPr>
            <a:spLocks noGrp="1"/>
          </p:cNvSpPr>
          <p:nvPr/>
        </p:nvSpPr>
        <p:spPr>
          <a:xfrm>
            <a:off x="180975" y="2133600"/>
            <a:ext cx="1866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merge tree</a:t>
            </a:r>
          </a:p>
        </p:txBody>
      </p:sp>
      <p:sp>
        <p:nvSpPr>
          <p:cNvPr id="10012" name="TMTM frame">
            <a:extLst>
              <a:ext uri="{FF2B5EF4-FFF2-40B4-BE49-F238E27FC236}">
                <ns2:creationId id="{7F0C8DCC-86CB-4FB6-A305-AB7089AE8FE7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6629400" cy="1809750"/>
          </a:xfrm>
          <a:custGeom>
            <a:pathLst>
              <a:path w="6629400" h="1809750">
                <a:moveTo>
                  <a:pt x="114300" y="0"/>
                </a:moveTo>
                <a:lnTo>
                  <a:pt x="6515100" y="0"/>
                </a:lnTo>
                <a:cubicBezTo>
                  <a:pt x="6578226" y="0"/>
                  <a:pt x="6629400" y="51174"/>
                  <a:pt x="6629400" y="114300"/>
                </a:cubicBezTo>
                <a:lnTo>
                  <a:pt x="6629400" y="1695450"/>
                </a:lnTo>
                <a:cubicBezTo>
                  <a:pt x="6629400" y="1758576"/>
                  <a:pt x="6578226" y="1809750"/>
                  <a:pt x="65151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0013" name="TMTM header">
            <a:extLst>
              <a:ext uri="{FF2B5EF4-FFF2-40B4-BE49-F238E27FC236}">
                <ns2:creationId id="{577E0C17-BE52-4529-9DCD-935D34E372C3}"/>
              </a:ext>
            </a:extLst>
          </p:cNvPr>
          <p:cNvSpPr>
            <a:spLocks noGrp="1"/>
          </p:cNvSpPr>
          <p:nvPr/>
        </p:nvSpPr>
        <p:spPr>
          <a:xfrm>
            <a:off x="2443163" y="80963"/>
            <a:ext cx="6619875" cy="300038"/>
          </a:xfrm>
          <a:custGeom>
            <a:pathLst>
              <a:path w="6619875" h="300038">
                <a:moveTo>
                  <a:pt x="109538" y="0"/>
                </a:moveTo>
                <a:lnTo>
                  <a:pt x="6510338" y="0"/>
                </a:lnTo>
                <a:cubicBezTo>
                  <a:pt x="6570833" y="0"/>
                  <a:pt x="6619875" y="49042"/>
                  <a:pt x="6619875" y="109538"/>
                </a:cubicBezTo>
                <a:lnTo>
                  <a:pt x="6619875" y="300038"/>
                </a:lnTo>
                <a:lnTo>
                  <a:pt x="0" y="300038"/>
                </a:ln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>
            <a:srgbClr val="E7EDF0"/>
          </a:solidFill>
          <a:ln w="0">
            <a:noFill/>
            <a:prstDash val="solid"/>
          </a:ln>
        </p:spPr>
      </p:sp>
      <p:sp>
        <p:nvSpPr>
          <p:cNvPr id="10014" name="TMTM title">
            <a:extLst>
              <a:ext uri="{FF2B5EF4-FFF2-40B4-BE49-F238E27FC236}">
                <ns2:creationId id="{693F3D01-F75A-4B6F-917C-B0FE477BC685}"/>
              </a:ext>
            </a:extLst>
          </p:cNvPr>
          <p:cNvSpPr>
            <a:spLocks noGrp="1"/>
          </p:cNvSpPr>
          <p:nvPr/>
        </p:nvSpPr>
        <p:spPr>
          <a:xfrm>
            <a:off x="2571750" y="123825"/>
            <a:ext cx="636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sp>
        <p:nvSpPr>
          <p:cNvPr id="10015" name="ST-MTM frame">
            <a:extLst>
              <a:ext uri="{FF2B5EF4-FFF2-40B4-BE49-F238E27FC236}">
                <ns2:creationId id="{8C4E1A91-2C6B-4538-BA97-DD859A7965FF}"/>
              </a:ext>
            </a:extLst>
          </p:cNvPr>
          <p:cNvSpPr>
            <a:spLocks noGrp="1"/>
          </p:cNvSpPr>
          <p:nvPr/>
        </p:nvSpPr>
        <p:spPr>
          <a:xfrm>
            <a:off x="2438400" y="2000250"/>
            <a:ext cx="6629400" cy="1924050"/>
          </a:xfrm>
          <a:custGeom>
            <a:pathLst>
              <a:path w="6629400" h="1924050">
                <a:moveTo>
                  <a:pt x="114300" y="0"/>
                </a:moveTo>
                <a:lnTo>
                  <a:pt x="6515100" y="0"/>
                </a:lnTo>
                <a:cubicBezTo>
                  <a:pt x="6578226" y="0"/>
                  <a:pt x="6629400" y="51174"/>
                  <a:pt x="6629400" y="114300"/>
                </a:cubicBezTo>
                <a:lnTo>
                  <a:pt x="6629400" y="1809750"/>
                </a:lnTo>
                <a:cubicBezTo>
                  <a:pt x="6629400" y="1872876"/>
                  <a:pt x="6578226" y="1924050"/>
                  <a:pt x="6515100" y="1924050"/>
                </a:cubicBezTo>
                <a:lnTo>
                  <a:pt x="114300" y="1924050"/>
                </a:lnTo>
                <a:cubicBezTo>
                  <a:pt x="51174" y="1924050"/>
                  <a:pt x="0" y="1872876"/>
                  <a:pt x="0" y="1809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0016" name="ST-MTM header">
            <a:extLst>
              <a:ext uri="{FF2B5EF4-FFF2-40B4-BE49-F238E27FC236}">
                <ns2:creationId id="{27898425-1CDB-4E70-9805-22A5E888F93E}"/>
              </a:ext>
            </a:extLst>
          </p:cNvPr>
          <p:cNvSpPr>
            <a:spLocks noGrp="1"/>
          </p:cNvSpPr>
          <p:nvPr/>
        </p:nvSpPr>
        <p:spPr>
          <a:xfrm>
            <a:off x="2443163" y="2005013"/>
            <a:ext cx="6619875" cy="300038"/>
          </a:xfrm>
          <a:custGeom>
            <a:pathLst>
              <a:path w="6619875" h="300038">
                <a:moveTo>
                  <a:pt x="109538" y="0"/>
                </a:moveTo>
                <a:lnTo>
                  <a:pt x="6510338" y="0"/>
                </a:lnTo>
                <a:cubicBezTo>
                  <a:pt x="6570833" y="0"/>
                  <a:pt x="6619875" y="49042"/>
                  <a:pt x="6619875" y="109538"/>
                </a:cubicBezTo>
                <a:lnTo>
                  <a:pt x="6619875" y="300038"/>
                </a:lnTo>
                <a:lnTo>
                  <a:pt x="0" y="300038"/>
                </a:ln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>
            <a:srgbClr val="E7EDF0"/>
          </a:solidFill>
          <a:ln w="0">
            <a:noFill/>
            <a:prstDash val="solid"/>
          </a:ln>
        </p:spPr>
      </p:sp>
      <p:sp>
        <p:nvSpPr>
          <p:cNvPr id="10017" name="ST-MTM title">
            <a:extLst>
              <a:ext uri="{FF2B5EF4-FFF2-40B4-BE49-F238E27FC236}">
                <ns2:creationId id="{9BC084DD-0346-4BC4-9AA8-96304B8A82C8}"/>
              </a:ext>
            </a:extLst>
          </p:cNvPr>
          <p:cNvSpPr>
            <a:spLocks noGrp="1"/>
          </p:cNvSpPr>
          <p:nvPr/>
        </p:nvSpPr>
        <p:spPr>
          <a:xfrm>
            <a:off x="2571750" y="2047875"/>
            <a:ext cx="636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sp>
        <p:nvSpPr>
          <p:cNvPr id="10018" name="Single-step linearization frame">
            <a:extLst>
              <a:ext uri="{FF2B5EF4-FFF2-40B4-BE49-F238E27FC236}">
                <ns2:creationId id="{0B4BD75F-8DEB-406B-ABB4-D3D0FA1D288A}"/>
              </a:ext>
            </a:extLst>
          </p:cNvPr>
          <p:cNvSpPr>
            <a:spLocks noGrp="1"/>
          </p:cNvSpPr>
          <p:nvPr/>
        </p:nvSpPr>
        <p:spPr>
          <a:xfrm>
            <a:off x="2533650" y="457200"/>
            <a:ext cx="2952750" cy="1352550"/>
          </a:xfrm>
          <a:custGeom>
            <a:pathLst>
              <a:path w="2952750" h="1352550">
                <a:moveTo>
                  <a:pt x="114300" y="0"/>
                </a:moveTo>
                <a:lnTo>
                  <a:pt x="2838450" y="0"/>
                </a:lnTo>
                <a:cubicBezTo>
                  <a:pt x="2901576" y="0"/>
                  <a:pt x="2952750" y="51174"/>
                  <a:pt x="2952750" y="114300"/>
                </a:cubicBezTo>
                <a:lnTo>
                  <a:pt x="2952750" y="1238250"/>
                </a:lnTo>
                <a:cubicBezTo>
                  <a:pt x="2952750" y="1301376"/>
                  <a:pt x="2901576" y="1352550"/>
                  <a:pt x="2838450" y="1352550"/>
                </a:cubicBezTo>
                <a:lnTo>
                  <a:pt x="114300" y="1352550"/>
                </a:lnTo>
                <a:cubicBezTo>
                  <a:pt x="51174" y="1352550"/>
                  <a:pt x="0" y="1301376"/>
                  <a:pt x="0" y="12382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19" name="Single-step linearization title">
            <a:extLst>
              <a:ext uri="{FF2B5EF4-FFF2-40B4-BE49-F238E27FC236}">
                <ns2:creationId id="{9BD3F39B-3496-4F0D-891C-0E20809B618A}"/>
              </a:ext>
            </a:extLst>
          </p:cNvPr>
          <p:cNvSpPr>
            <a:spLocks noGrp="1"/>
          </p:cNvSpPr>
          <p:nvPr/>
        </p:nvSpPr>
        <p:spPr>
          <a:xfrm>
            <a:off x="2600325" y="514350"/>
            <a:ext cx="28194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Single-step linearization</a:t>
            </a:r>
          </a:p>
        </p:txBody>
      </p:sp>
      <p:sp>
        <p:nvSpPr>
          <p:cNvPr id="10020" name="Temporal alignment frame">
            <a:extLst>
              <a:ext uri="{FF2B5EF4-FFF2-40B4-BE49-F238E27FC236}">
                <ns2:creationId id="{27672AFD-68D6-4B73-832D-8399E37F2A28}"/>
              </a:ext>
            </a:extLst>
          </p:cNvPr>
          <p:cNvSpPr>
            <a:spLocks noGrp="1"/>
          </p:cNvSpPr>
          <p:nvPr/>
        </p:nvSpPr>
        <p:spPr>
          <a:xfrm>
            <a:off x="5657850" y="457200"/>
            <a:ext cx="3314700" cy="1352550"/>
          </a:xfrm>
          <a:custGeom>
            <a:pathLst>
              <a:path w="3314700" h="1352550">
                <a:moveTo>
                  <a:pt x="114300" y="0"/>
                </a:moveTo>
                <a:lnTo>
                  <a:pt x="3200400" y="0"/>
                </a:lnTo>
                <a:cubicBezTo>
                  <a:pt x="3263526" y="0"/>
                  <a:pt x="3314700" y="51174"/>
                  <a:pt x="3314700" y="114300"/>
                </a:cubicBezTo>
                <a:lnTo>
                  <a:pt x="3314700" y="1238250"/>
                </a:lnTo>
                <a:cubicBezTo>
                  <a:pt x="3314700" y="1301376"/>
                  <a:pt x="3263526" y="1352550"/>
                  <a:pt x="3200400" y="1352550"/>
                </a:cubicBezTo>
                <a:lnTo>
                  <a:pt x="114300" y="1352550"/>
                </a:lnTo>
                <a:cubicBezTo>
                  <a:pt x="51174" y="1352550"/>
                  <a:pt x="0" y="1301376"/>
                  <a:pt x="0" y="12382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21" name="Temporal alignment title">
            <a:extLst>
              <a:ext uri="{FF2B5EF4-FFF2-40B4-BE49-F238E27FC236}">
                <ns2:creationId id="{74F0B590-D52D-4C0B-A41F-92D0BEEEF5BE}"/>
              </a:ext>
            </a:extLst>
          </p:cNvPr>
          <p:cNvSpPr>
            <a:spLocks noGrp="1"/>
          </p:cNvSpPr>
          <p:nvPr/>
        </p:nvSpPr>
        <p:spPr>
          <a:xfrm>
            <a:off x="5724525" y="514350"/>
            <a:ext cx="3181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alignment</a:t>
            </a:r>
          </a:p>
        </p:txBody>
      </p:sp>
      <p:sp>
        <p:nvSpPr>
          <p:cNvPr id="10022" name="Spatial leaf ordering frame">
            <a:extLst>
              <a:ext uri="{FF2B5EF4-FFF2-40B4-BE49-F238E27FC236}">
                <ns2:creationId id="{5BB942DC-BA82-41C2-B68C-0B1144A82AE4}"/>
              </a:ext>
            </a:extLst>
          </p:cNvPr>
          <p:cNvSpPr>
            <a:spLocks noGrp="1"/>
          </p:cNvSpPr>
          <p:nvPr/>
        </p:nvSpPr>
        <p:spPr>
          <a:xfrm>
            <a:off x="2533650" y="2381250"/>
            <a:ext cx="1390650" cy="1466850"/>
          </a:xfrm>
          <a:custGeom>
            <a:pathLst>
              <a:path w="1390650" h="1466850">
                <a:moveTo>
                  <a:pt x="114300" y="0"/>
                </a:moveTo>
                <a:lnTo>
                  <a:pt x="1276350" y="0"/>
                </a:lnTo>
                <a:cubicBezTo>
                  <a:pt x="1339476" y="0"/>
                  <a:pt x="1390650" y="51174"/>
                  <a:pt x="1390650" y="114300"/>
                </a:cubicBezTo>
                <a:lnTo>
                  <a:pt x="1390650" y="1352550"/>
                </a:lnTo>
                <a:cubicBezTo>
                  <a:pt x="1390650" y="1415676"/>
                  <a:pt x="1339476" y="1466850"/>
                  <a:pt x="1276350" y="1466850"/>
                </a:cubicBezTo>
                <a:lnTo>
                  <a:pt x="114300" y="1466850"/>
                </a:lnTo>
                <a:cubicBezTo>
                  <a:pt x="51174" y="1466850"/>
                  <a:pt x="0" y="1415676"/>
                  <a:pt x="0" y="13525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23" name="Spatial leaf ordering title">
            <a:extLst>
              <a:ext uri="{FF2B5EF4-FFF2-40B4-BE49-F238E27FC236}">
                <ns2:creationId id="{AC2AD192-45B8-4B7A-B42E-7E60FD82DF0D}"/>
              </a:ext>
            </a:extLst>
          </p:cNvPr>
          <p:cNvSpPr>
            <a:spLocks noGrp="1"/>
          </p:cNvSpPr>
          <p:nvPr/>
        </p:nvSpPr>
        <p:spPr>
          <a:xfrm>
            <a:off x="2600325" y="2438400"/>
            <a:ext cx="1257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 leaf</a:t>
            </a:r>
          </a:p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</a:t>
            </a:r>
          </a:p>
        </p:txBody>
      </p:sp>
      <p:sp>
        <p:nvSpPr>
          <p:cNvPr id="10024" name="1D skeleton frame">
            <a:extLst>
              <a:ext uri="{FF2B5EF4-FFF2-40B4-BE49-F238E27FC236}">
                <ns2:creationId id="{1C75E27D-6B5A-4596-BFD6-8FE02037DAFA}"/>
              </a:ext>
            </a:extLst>
          </p:cNvPr>
          <p:cNvSpPr>
            <a:spLocks noGrp="1"/>
          </p:cNvSpPr>
          <p:nvPr/>
        </p:nvSpPr>
        <p:spPr>
          <a:xfrm>
            <a:off x="4038600" y="2381250"/>
            <a:ext cx="1390650" cy="1466850"/>
          </a:xfrm>
          <a:custGeom>
            <a:pathLst>
              <a:path w="1390650" h="1466850">
                <a:moveTo>
                  <a:pt x="114300" y="0"/>
                </a:moveTo>
                <a:lnTo>
                  <a:pt x="1276350" y="0"/>
                </a:lnTo>
                <a:cubicBezTo>
                  <a:pt x="1339476" y="0"/>
                  <a:pt x="1390650" y="51174"/>
                  <a:pt x="1390650" y="114300"/>
                </a:cubicBezTo>
                <a:lnTo>
                  <a:pt x="1390650" y="1352550"/>
                </a:lnTo>
                <a:cubicBezTo>
                  <a:pt x="1390650" y="1415676"/>
                  <a:pt x="1339476" y="1466850"/>
                  <a:pt x="1276350" y="1466850"/>
                </a:cubicBezTo>
                <a:lnTo>
                  <a:pt x="114300" y="1466850"/>
                </a:lnTo>
                <a:cubicBezTo>
                  <a:pt x="51174" y="1466850"/>
                  <a:pt x="0" y="1415676"/>
                  <a:pt x="0" y="13525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25" name="1D skeleton title">
            <a:extLst>
              <a:ext uri="{FF2B5EF4-FFF2-40B4-BE49-F238E27FC236}">
                <ns2:creationId id="{3DB9743D-4405-4B6C-BB83-B4E08B1553D3}"/>
              </a:ext>
            </a:extLst>
          </p:cNvPr>
          <p:cNvSpPr>
            <a:spLocks noGrp="1"/>
          </p:cNvSpPr>
          <p:nvPr/>
        </p:nvSpPr>
        <p:spPr>
          <a:xfrm>
            <a:off x="4105275" y="2438400"/>
            <a:ext cx="12573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1D skeleton</a:t>
            </a:r>
          </a:p>
        </p:txBody>
      </p:sp>
      <p:sp>
        <p:nvSpPr>
          <p:cNvPr id="10026" name="Hierarchical filling frame">
            <a:extLst>
              <a:ext uri="{FF2B5EF4-FFF2-40B4-BE49-F238E27FC236}">
                <ns2:creationId id="{F3847F38-C75F-49E3-BF53-5FFA4F18507A}"/>
              </a:ext>
            </a:extLst>
          </p:cNvPr>
          <p:cNvSpPr>
            <a:spLocks noGrp="1"/>
          </p:cNvSpPr>
          <p:nvPr/>
        </p:nvSpPr>
        <p:spPr>
          <a:xfrm>
            <a:off x="5543550" y="2381250"/>
            <a:ext cx="1752600" cy="1466850"/>
          </a:xfrm>
          <a:custGeom>
            <a:pathLst>
              <a:path w="1752600" h="1466850">
                <a:moveTo>
                  <a:pt x="114300" y="0"/>
                </a:moveTo>
                <a:lnTo>
                  <a:pt x="1638300" y="0"/>
                </a:lnTo>
                <a:cubicBezTo>
                  <a:pt x="1701426" y="0"/>
                  <a:pt x="1752600" y="51174"/>
                  <a:pt x="1752600" y="114300"/>
                </a:cubicBezTo>
                <a:lnTo>
                  <a:pt x="1752600" y="1352550"/>
                </a:lnTo>
                <a:cubicBezTo>
                  <a:pt x="1752600" y="1415676"/>
                  <a:pt x="1701426" y="1466850"/>
                  <a:pt x="1638300" y="1466850"/>
                </a:cubicBezTo>
                <a:lnTo>
                  <a:pt x="114300" y="1466850"/>
                </a:lnTo>
                <a:cubicBezTo>
                  <a:pt x="51174" y="1466850"/>
                  <a:pt x="0" y="1415676"/>
                  <a:pt x="0" y="13525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27" name="Hierarchical filling title">
            <a:extLst>
              <a:ext uri="{FF2B5EF4-FFF2-40B4-BE49-F238E27FC236}">
                <ns2:creationId id="{684E8F21-C5F4-4C40-8A06-CC7488CCDD5C}"/>
              </a:ext>
            </a:extLst>
          </p:cNvPr>
          <p:cNvSpPr>
            <a:spLocks noGrp="1"/>
          </p:cNvSpPr>
          <p:nvPr/>
        </p:nvSpPr>
        <p:spPr>
          <a:xfrm>
            <a:off x="5610225" y="2438400"/>
            <a:ext cx="1619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filling</a:t>
            </a:r>
          </a:p>
        </p:txBody>
      </p:sp>
      <p:sp>
        <p:nvSpPr>
          <p:cNvPr id="10028" name="Spatiotemporal map frame">
            <a:extLst>
              <a:ext uri="{FF2B5EF4-FFF2-40B4-BE49-F238E27FC236}">
                <ns2:creationId id="{3264F0F5-1277-4AF9-9B62-987DA69C0187}"/>
              </a:ext>
            </a:extLst>
          </p:cNvPr>
          <p:cNvSpPr>
            <a:spLocks noGrp="1"/>
          </p:cNvSpPr>
          <p:nvPr/>
        </p:nvSpPr>
        <p:spPr>
          <a:xfrm>
            <a:off x="7410450" y="2381250"/>
            <a:ext cx="1562100" cy="1466850"/>
          </a:xfrm>
          <a:custGeom>
            <a:pathLst>
              <a:path w="1562100" h="1466850">
                <a:moveTo>
                  <a:pt x="114300" y="0"/>
                </a:moveTo>
                <a:lnTo>
                  <a:pt x="1447800" y="0"/>
                </a:lnTo>
                <a:cubicBezTo>
                  <a:pt x="1510926" y="0"/>
                  <a:pt x="1562100" y="51174"/>
                  <a:pt x="1562100" y="114300"/>
                </a:cubicBezTo>
                <a:lnTo>
                  <a:pt x="1562100" y="1352550"/>
                </a:lnTo>
                <a:cubicBezTo>
                  <a:pt x="1562100" y="1415676"/>
                  <a:pt x="1510926" y="1466850"/>
                  <a:pt x="1447800" y="1466850"/>
                </a:cubicBezTo>
                <a:lnTo>
                  <a:pt x="114300" y="1466850"/>
                </a:lnTo>
                <a:cubicBezTo>
                  <a:pt x="51174" y="1466850"/>
                  <a:pt x="0" y="1415676"/>
                  <a:pt x="0" y="13525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A"/>
          </a:solidFill>
          <a:ln w="8573">
            <a:solidFill>
              <a:srgbClr val="DFE4E8"/>
            </a:solidFill>
            <a:prstDash val="solid"/>
          </a:ln>
        </p:spPr>
      </p:sp>
      <p:sp>
        <p:nvSpPr>
          <p:cNvPr id="10029" name="Spatiotemporal map title">
            <a:extLst>
              <a:ext uri="{FF2B5EF4-FFF2-40B4-BE49-F238E27FC236}">
                <ns2:creationId id="{5CC607D7-66E1-4DDD-ADE1-6C7D2C4AA9D8}"/>
              </a:ext>
            </a:extLst>
          </p:cNvPr>
          <p:cNvSpPr>
            <a:spLocks noGrp="1"/>
          </p:cNvSpPr>
          <p:nvPr/>
        </p:nvSpPr>
        <p:spPr>
          <a:xfrm>
            <a:off x="7477125" y="24384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Spatiotemporal</a:t>
            </a:r>
          </a:p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0030" name="Shared topology output">
            <a:extLst>
              <a:ext uri="{FF2B5EF4-FFF2-40B4-BE49-F238E27FC236}">
                <ns2:creationId id="{2C51F7E8-6AB0-4D90-9974-D4F3D571B1EF}"/>
              </a:ext>
            </a:extLst>
          </p:cNvPr>
          <p:cNvSpPr>
            <a:spLocks noGrp="1"/>
          </p:cNvSpPr>
          <p:nvPr/>
        </p:nvSpPr>
        <p:spPr>
          <a:xfrm>
            <a:off x="2152650" y="981075"/>
            <a:ext cx="142875" cy="2276475"/>
          </a:xfrm>
          <a:custGeom>
            <a:pathLst>
              <a:path w="142875" h="2276475">
                <a:moveTo>
                  <a:pt x="0" y="2276475"/>
                </a:moveTo>
                <a:lnTo>
                  <a:pt x="142875" y="2276475"/>
                </a:lnTo>
                <a:lnTo>
                  <a:pt x="14287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31" name="To TMTM stem">
            <a:extLst>
              <a:ext uri="{FF2B5EF4-FFF2-40B4-BE49-F238E27FC236}">
                <ns2:creationId id="{EA36A074-6DF5-407F-A35B-FB4B4EBF6BD8}"/>
              </a:ext>
            </a:extLst>
          </p:cNvPr>
          <p:cNvSpPr>
            <a:spLocks noGrp="1"/>
          </p:cNvSpPr>
          <p:nvPr/>
        </p:nvSpPr>
        <p:spPr>
          <a:xfrm>
            <a:off x="2295525" y="981075"/>
            <a:ext cx="85725" cy="95"/>
          </a:xfrm>
          <a:custGeom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32" name="To TMTM tip">
            <a:extLst>
              <a:ext uri="{FF2B5EF4-FFF2-40B4-BE49-F238E27FC236}">
                <ns2:creationId id="{854263C9-DC4C-4101-8487-FCD7A614C31F}"/>
              </a:ext>
            </a:extLst>
          </p:cNvPr>
          <p:cNvSpPr>
            <a:spLocks noGrp="1"/>
          </p:cNvSpPr>
          <p:nvPr/>
        </p:nvSpPr>
        <p:spPr>
          <a:xfrm>
            <a:off x="2371725" y="947738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10033" name="To ST-MTM stem">
            <a:extLst>
              <a:ext uri="{FF2B5EF4-FFF2-40B4-BE49-F238E27FC236}">
                <ns2:creationId id="{5ADDE1FD-E388-4202-AE77-A219D71522E7}"/>
              </a:ext>
            </a:extLst>
          </p:cNvPr>
          <p:cNvSpPr>
            <a:spLocks noGrp="1"/>
          </p:cNvSpPr>
          <p:nvPr/>
        </p:nvSpPr>
        <p:spPr>
          <a:xfrm>
            <a:off x="2295525" y="3162300"/>
            <a:ext cx="85725" cy="95"/>
          </a:xfrm>
          <a:custGeom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34" name="To ST-MTM tip">
            <a:extLst>
              <a:ext uri="{FF2B5EF4-FFF2-40B4-BE49-F238E27FC236}">
                <ns2:creationId id="{14FEA76C-15C2-4901-AAC3-BEADA807F705}"/>
              </a:ext>
            </a:extLst>
          </p:cNvPr>
          <p:cNvSpPr>
            <a:spLocks noGrp="1"/>
          </p:cNvSpPr>
          <p:nvPr/>
        </p:nvSpPr>
        <p:spPr>
          <a:xfrm>
            <a:off x="2371725" y="3128963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10035" name="TMTM step arrow stem">
            <a:extLst>
              <a:ext uri="{FF2B5EF4-FFF2-40B4-BE49-F238E27FC236}">
                <ns2:creationId id="{E6EFD3E1-B8CA-4F10-A1E6-DD923DBBF62D}"/>
              </a:ext>
            </a:extLst>
          </p:cNvPr>
          <p:cNvSpPr>
            <a:spLocks noGrp="1"/>
          </p:cNvSpPr>
          <p:nvPr/>
        </p:nvSpPr>
        <p:spPr>
          <a:xfrm>
            <a:off x="5505450" y="1133475"/>
            <a:ext cx="85725" cy="95"/>
          </a:xfrm>
          <a:custGeom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36" name="TMTM step arrow tip">
            <a:extLst>
              <a:ext uri="{FF2B5EF4-FFF2-40B4-BE49-F238E27FC236}">
                <ns2:creationId id="{4309376B-FED3-4287-A2A4-1BE19DE7CDEF}"/>
              </a:ext>
            </a:extLst>
          </p:cNvPr>
          <p:cNvSpPr>
            <a:spLocks noGrp="1"/>
          </p:cNvSpPr>
          <p:nvPr/>
        </p:nvSpPr>
        <p:spPr>
          <a:xfrm>
            <a:off x="5581650" y="1100138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10037" name="ST-MTM arrow 1 stem">
            <a:extLst>
              <a:ext uri="{FF2B5EF4-FFF2-40B4-BE49-F238E27FC236}">
                <ns2:creationId id="{B59D96CD-8DBC-4D2C-A8CE-A9F3274D6EAB}"/>
              </a:ext>
            </a:extLst>
          </p:cNvPr>
          <p:cNvSpPr>
            <a:spLocks noGrp="1"/>
          </p:cNvSpPr>
          <p:nvPr/>
        </p:nvSpPr>
        <p:spPr>
          <a:xfrm>
            <a:off x="3933825" y="3238500"/>
            <a:ext cx="47625" cy="95"/>
          </a:xfrm>
          <a:custGeom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38" name="ST-MTM arrow 1 tip">
            <a:extLst>
              <a:ext uri="{FF2B5EF4-FFF2-40B4-BE49-F238E27FC236}">
                <ns2:creationId id="{BEE4FAAD-A03E-4EE7-814C-138845267545}"/>
              </a:ext>
            </a:extLst>
          </p:cNvPr>
          <p:cNvSpPr>
            <a:spLocks noGrp="1"/>
          </p:cNvSpPr>
          <p:nvPr/>
        </p:nvSpPr>
        <p:spPr>
          <a:xfrm>
            <a:off x="3971925" y="3205163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10039" name="ST-MTM arrow 2 stem">
            <a:extLst>
              <a:ext uri="{FF2B5EF4-FFF2-40B4-BE49-F238E27FC236}">
                <ns2:creationId id="{8C0A59B5-E38B-439C-8700-41A5903F7268}"/>
              </a:ext>
            </a:extLst>
          </p:cNvPr>
          <p:cNvSpPr>
            <a:spLocks noGrp="1"/>
          </p:cNvSpPr>
          <p:nvPr/>
        </p:nvSpPr>
        <p:spPr>
          <a:xfrm>
            <a:off x="5438775" y="3238500"/>
            <a:ext cx="47625" cy="95"/>
          </a:xfrm>
          <a:custGeom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40" name="ST-MTM arrow 2 tip">
            <a:extLst>
              <a:ext uri="{FF2B5EF4-FFF2-40B4-BE49-F238E27FC236}">
                <ns2:creationId id="{2DAABAA6-C718-4A6F-BA4C-528EF8E2CB73}"/>
              </a:ext>
            </a:extLst>
          </p:cNvPr>
          <p:cNvSpPr>
            <a:spLocks noGrp="1"/>
          </p:cNvSpPr>
          <p:nvPr/>
        </p:nvSpPr>
        <p:spPr>
          <a:xfrm>
            <a:off x="5476875" y="3205163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10041" name="ST-MTM arrow 3 stem">
            <a:extLst>
              <a:ext uri="{FF2B5EF4-FFF2-40B4-BE49-F238E27FC236}">
                <ns2:creationId id="{4A6F7660-3F4E-46D9-B116-CDBC6C5B02E1}"/>
              </a:ext>
            </a:extLst>
          </p:cNvPr>
          <p:cNvSpPr>
            <a:spLocks noGrp="1"/>
          </p:cNvSpPr>
          <p:nvPr/>
        </p:nvSpPr>
        <p:spPr>
          <a:xfrm>
            <a:off x="7305675" y="3238500"/>
            <a:ext cx="47625" cy="95"/>
          </a:xfrm>
          <a:custGeom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4288">
            <a:solidFill>
              <a:srgbClr val="7B8790"/>
            </a:solidFill>
            <a:prstDash val="solid"/>
          </a:ln>
        </p:spPr>
      </p:sp>
      <p:sp>
        <p:nvSpPr>
          <p:cNvPr id="10042" name="ST-MTM arrow 3 tip">
            <a:extLst>
              <a:ext uri="{FF2B5EF4-FFF2-40B4-BE49-F238E27FC236}">
                <ns2:creationId id="{A275183E-4174-4A87-AE33-7EC8DD386691}"/>
              </a:ext>
            </a:extLst>
          </p:cNvPr>
          <p:cNvSpPr>
            <a:spLocks noGrp="1"/>
          </p:cNvSpPr>
          <p:nvPr/>
        </p:nvSpPr>
        <p:spPr>
          <a:xfrm>
            <a:off x="7343775" y="3205163"/>
            <a:ext cx="57150" cy="66675"/>
          </a:xfrm>
          <a:custGeom>
            <a:pathLst>
              <a:path w="57150" h="66675">
                <a:moveTo>
                  <a:pt x="0" y="0"/>
                </a:moveTo>
                <a:lnTo>
                  <a:pt x="57150" y="33338"/>
                </a:lnTo>
                <a:lnTo>
                  <a:pt x="0" y="66675"/>
                </a:lnTo>
                <a:close/>
              </a:path>
            </a:pathLst>
          </a:custGeom>
          <a:solidFill>
            <a:srgbClr val="7B8790"/>
          </a:solidFill>
          <a:ln w="0">
            <a:noFill/>
            <a:prstDash val="solid"/>
          </a:ln>
        </p:spPr>
      </p:sp>
      <p:sp>
        <p:nvSpPr>
          <p:cNvPr id="8" name="Input snapshot 0: source 8"/>
          <p:cNvSpPr/>
          <p:nvPr/>
        </p:nvSpPr>
        <p:spPr>
          <a:xfrm>
            <a:off x="1143000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" name="Input snapshot 0: source 9"/>
          <p:cNvSpPr/>
          <p:nvPr/>
        </p:nvSpPr>
        <p:spPr>
          <a:xfrm>
            <a:off x="1180703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" name="Input snapshot 0: source 10"/>
          <p:cNvSpPr/>
          <p:nvPr/>
        </p:nvSpPr>
        <p:spPr>
          <a:xfrm>
            <a:off x="1218405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" name="Input snapshot 0: source 11"/>
          <p:cNvSpPr/>
          <p:nvPr/>
        </p:nvSpPr>
        <p:spPr>
          <a:xfrm>
            <a:off x="1256108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" name="Input snapshot 0: source 12"/>
          <p:cNvSpPr/>
          <p:nvPr/>
        </p:nvSpPr>
        <p:spPr>
          <a:xfrm>
            <a:off x="1293810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" name="Input snapshot 0: source 13"/>
          <p:cNvSpPr/>
          <p:nvPr/>
        </p:nvSpPr>
        <p:spPr>
          <a:xfrm>
            <a:off x="1331513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" name="Input snapshot 0: source 14"/>
          <p:cNvSpPr/>
          <p:nvPr/>
        </p:nvSpPr>
        <p:spPr>
          <a:xfrm>
            <a:off x="1369215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" name="Input snapshot 0: source 15"/>
          <p:cNvSpPr/>
          <p:nvPr/>
        </p:nvSpPr>
        <p:spPr>
          <a:xfrm>
            <a:off x="1406918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" name="Input snapshot 0: source 16"/>
          <p:cNvSpPr/>
          <p:nvPr/>
        </p:nvSpPr>
        <p:spPr>
          <a:xfrm>
            <a:off x="1444620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" name="Input snapshot 0: source 17"/>
          <p:cNvSpPr/>
          <p:nvPr/>
        </p:nvSpPr>
        <p:spPr>
          <a:xfrm>
            <a:off x="1482323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" name="Input snapshot 0: source 18"/>
          <p:cNvSpPr/>
          <p:nvPr/>
        </p:nvSpPr>
        <p:spPr>
          <a:xfrm>
            <a:off x="1520026" y="81915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" name="Input snapshot 0: source 19"/>
          <p:cNvSpPr/>
          <p:nvPr/>
        </p:nvSpPr>
        <p:spPr>
          <a:xfrm>
            <a:off x="1557728" y="81915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" name="Input snapshot 0: source 20"/>
          <p:cNvSpPr/>
          <p:nvPr/>
        </p:nvSpPr>
        <p:spPr>
          <a:xfrm>
            <a:off x="1595431" y="81915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" name="Input snapshot 0: source 21"/>
          <p:cNvSpPr/>
          <p:nvPr/>
        </p:nvSpPr>
        <p:spPr>
          <a:xfrm>
            <a:off x="1633133" y="81915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" name="Input snapshot 0: source 22"/>
          <p:cNvSpPr/>
          <p:nvPr/>
        </p:nvSpPr>
        <p:spPr>
          <a:xfrm>
            <a:off x="1143000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" name="Input snapshot 0: source 23"/>
          <p:cNvSpPr/>
          <p:nvPr/>
        </p:nvSpPr>
        <p:spPr>
          <a:xfrm>
            <a:off x="1180703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" name="Input snapshot 0: source 24"/>
          <p:cNvSpPr/>
          <p:nvPr/>
        </p:nvSpPr>
        <p:spPr>
          <a:xfrm>
            <a:off x="1218405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" name="Input snapshot 0: source 25"/>
          <p:cNvSpPr/>
          <p:nvPr/>
        </p:nvSpPr>
        <p:spPr>
          <a:xfrm>
            <a:off x="1256108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" name="Input snapshot 0: source 26"/>
          <p:cNvSpPr/>
          <p:nvPr/>
        </p:nvSpPr>
        <p:spPr>
          <a:xfrm>
            <a:off x="1293810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" name="Input snapshot 0: source 27"/>
          <p:cNvSpPr/>
          <p:nvPr/>
        </p:nvSpPr>
        <p:spPr>
          <a:xfrm>
            <a:off x="1331513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" name="Input snapshot 0: source 28"/>
          <p:cNvSpPr/>
          <p:nvPr/>
        </p:nvSpPr>
        <p:spPr>
          <a:xfrm>
            <a:off x="1369215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" name="Input snapshot 0: source 29"/>
          <p:cNvSpPr/>
          <p:nvPr/>
        </p:nvSpPr>
        <p:spPr>
          <a:xfrm>
            <a:off x="1406918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" name="Input snapshot 0: source 30"/>
          <p:cNvSpPr/>
          <p:nvPr/>
        </p:nvSpPr>
        <p:spPr>
          <a:xfrm>
            <a:off x="1444620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" name="Input snapshot 0: source 31"/>
          <p:cNvSpPr/>
          <p:nvPr/>
        </p:nvSpPr>
        <p:spPr>
          <a:xfrm>
            <a:off x="1482323" y="86304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" name="Input snapshot 0: source 32"/>
          <p:cNvSpPr/>
          <p:nvPr/>
        </p:nvSpPr>
        <p:spPr>
          <a:xfrm>
            <a:off x="1520026" y="86304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" name="Input snapshot 0: source 33"/>
          <p:cNvSpPr/>
          <p:nvPr/>
        </p:nvSpPr>
        <p:spPr>
          <a:xfrm>
            <a:off x="1557728" y="86304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" name="Input snapshot 0: source 34"/>
          <p:cNvSpPr/>
          <p:nvPr/>
        </p:nvSpPr>
        <p:spPr>
          <a:xfrm>
            <a:off x="1595431" y="86304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" name="Input snapshot 0: source 35"/>
          <p:cNvSpPr/>
          <p:nvPr/>
        </p:nvSpPr>
        <p:spPr>
          <a:xfrm>
            <a:off x="1633133" y="86304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" name="Input snapshot 0: source 36"/>
          <p:cNvSpPr/>
          <p:nvPr/>
        </p:nvSpPr>
        <p:spPr>
          <a:xfrm>
            <a:off x="1143000" y="90693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" name="Input snapshot 0: source 37"/>
          <p:cNvSpPr/>
          <p:nvPr/>
        </p:nvSpPr>
        <p:spPr>
          <a:xfrm>
            <a:off x="1180703" y="90693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" name="Input snapshot 0: source 38"/>
          <p:cNvSpPr/>
          <p:nvPr/>
        </p:nvSpPr>
        <p:spPr>
          <a:xfrm>
            <a:off x="1218405" y="90693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9" name="Input snapshot 0: source 39"/>
          <p:cNvSpPr/>
          <p:nvPr/>
        </p:nvSpPr>
        <p:spPr>
          <a:xfrm>
            <a:off x="1256108" y="90693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0" name="Input snapshot 0: source 40"/>
          <p:cNvSpPr/>
          <p:nvPr/>
        </p:nvSpPr>
        <p:spPr>
          <a:xfrm>
            <a:off x="1293810" y="90693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1" name="Input snapshot 0: source 41"/>
          <p:cNvSpPr/>
          <p:nvPr/>
        </p:nvSpPr>
        <p:spPr>
          <a:xfrm>
            <a:off x="1331513" y="90693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2" name="Input snapshot 0: source 42"/>
          <p:cNvSpPr/>
          <p:nvPr/>
        </p:nvSpPr>
        <p:spPr>
          <a:xfrm>
            <a:off x="1369215" y="90693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3" name="Input snapshot 0: source 43"/>
          <p:cNvSpPr/>
          <p:nvPr/>
        </p:nvSpPr>
        <p:spPr>
          <a:xfrm>
            <a:off x="1406918" y="90693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4" name="Input snapshot 0: source 44"/>
          <p:cNvSpPr/>
          <p:nvPr/>
        </p:nvSpPr>
        <p:spPr>
          <a:xfrm>
            <a:off x="1444620" y="90693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5" name="Input snapshot 0: source 45"/>
          <p:cNvSpPr/>
          <p:nvPr/>
        </p:nvSpPr>
        <p:spPr>
          <a:xfrm>
            <a:off x="1482323" y="90693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6" name="Input snapshot 0: source 46"/>
          <p:cNvSpPr/>
          <p:nvPr/>
        </p:nvSpPr>
        <p:spPr>
          <a:xfrm>
            <a:off x="1520026" y="90693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7" name="Input snapshot 0: source 47"/>
          <p:cNvSpPr/>
          <p:nvPr/>
        </p:nvSpPr>
        <p:spPr>
          <a:xfrm>
            <a:off x="1557728" y="90693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8" name="Input snapshot 0: source 48"/>
          <p:cNvSpPr/>
          <p:nvPr/>
        </p:nvSpPr>
        <p:spPr>
          <a:xfrm>
            <a:off x="1595431" y="90693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49" name="Input snapshot 0: source 49"/>
          <p:cNvSpPr/>
          <p:nvPr/>
        </p:nvSpPr>
        <p:spPr>
          <a:xfrm>
            <a:off x="1633133" y="90693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0" name="Input snapshot 0: source 50"/>
          <p:cNvSpPr/>
          <p:nvPr/>
        </p:nvSpPr>
        <p:spPr>
          <a:xfrm>
            <a:off x="1143000" y="95082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1" name="Input snapshot 0: source 51"/>
          <p:cNvSpPr/>
          <p:nvPr/>
        </p:nvSpPr>
        <p:spPr>
          <a:xfrm>
            <a:off x="1180703" y="95082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2" name="Input snapshot 0: source 52"/>
          <p:cNvSpPr/>
          <p:nvPr/>
        </p:nvSpPr>
        <p:spPr>
          <a:xfrm>
            <a:off x="1218405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3" name="Input snapshot 0: source 53"/>
          <p:cNvSpPr/>
          <p:nvPr/>
        </p:nvSpPr>
        <p:spPr>
          <a:xfrm>
            <a:off x="1256108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4" name="Input snapshot 0: source 54"/>
          <p:cNvSpPr/>
          <p:nvPr/>
        </p:nvSpPr>
        <p:spPr>
          <a:xfrm>
            <a:off x="1293810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5" name="Input snapshot 0: source 55"/>
          <p:cNvSpPr/>
          <p:nvPr/>
        </p:nvSpPr>
        <p:spPr>
          <a:xfrm>
            <a:off x="1331513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6" name="Input snapshot 0: source 56"/>
          <p:cNvSpPr/>
          <p:nvPr/>
        </p:nvSpPr>
        <p:spPr>
          <a:xfrm>
            <a:off x="1369215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7" name="Input snapshot 0: source 57"/>
          <p:cNvSpPr/>
          <p:nvPr/>
        </p:nvSpPr>
        <p:spPr>
          <a:xfrm>
            <a:off x="1406918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8" name="Input snapshot 0: source 58"/>
          <p:cNvSpPr/>
          <p:nvPr/>
        </p:nvSpPr>
        <p:spPr>
          <a:xfrm>
            <a:off x="1444620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59" name="Input snapshot 0: source 59"/>
          <p:cNvSpPr/>
          <p:nvPr/>
        </p:nvSpPr>
        <p:spPr>
          <a:xfrm>
            <a:off x="1482323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0" name="Input snapshot 0: source 60"/>
          <p:cNvSpPr/>
          <p:nvPr/>
        </p:nvSpPr>
        <p:spPr>
          <a:xfrm>
            <a:off x="1520026" y="95082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1" name="Input snapshot 0: source 61"/>
          <p:cNvSpPr/>
          <p:nvPr/>
        </p:nvSpPr>
        <p:spPr>
          <a:xfrm>
            <a:off x="1557728" y="95082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2" name="Input snapshot 0: source 62"/>
          <p:cNvSpPr/>
          <p:nvPr/>
        </p:nvSpPr>
        <p:spPr>
          <a:xfrm>
            <a:off x="1595431" y="95082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3" name="Input snapshot 0: source 63"/>
          <p:cNvSpPr/>
          <p:nvPr/>
        </p:nvSpPr>
        <p:spPr>
          <a:xfrm>
            <a:off x="1633133" y="95082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4" name="Input snapshot 0: source 64"/>
          <p:cNvSpPr/>
          <p:nvPr/>
        </p:nvSpPr>
        <p:spPr>
          <a:xfrm>
            <a:off x="1143000" y="99471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5" name="Input snapshot 0: source 65"/>
          <p:cNvSpPr/>
          <p:nvPr/>
        </p:nvSpPr>
        <p:spPr>
          <a:xfrm>
            <a:off x="1180703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6" name="Input snapshot 0: source 66"/>
          <p:cNvSpPr/>
          <p:nvPr/>
        </p:nvSpPr>
        <p:spPr>
          <a:xfrm>
            <a:off x="1218405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7" name="Input snapshot 0: source 67"/>
          <p:cNvSpPr/>
          <p:nvPr/>
        </p:nvSpPr>
        <p:spPr>
          <a:xfrm>
            <a:off x="1256108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8" name="Input snapshot 0: source 68"/>
          <p:cNvSpPr/>
          <p:nvPr/>
        </p:nvSpPr>
        <p:spPr>
          <a:xfrm>
            <a:off x="1293810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69" name="Input snapshot 0: source 69"/>
          <p:cNvSpPr/>
          <p:nvPr/>
        </p:nvSpPr>
        <p:spPr>
          <a:xfrm>
            <a:off x="1331513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0" name="Input snapshot 0: source 70"/>
          <p:cNvSpPr/>
          <p:nvPr/>
        </p:nvSpPr>
        <p:spPr>
          <a:xfrm>
            <a:off x="1369215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1" name="Input snapshot 0: source 71"/>
          <p:cNvSpPr/>
          <p:nvPr/>
        </p:nvSpPr>
        <p:spPr>
          <a:xfrm>
            <a:off x="1406918" y="99471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2" name="Input snapshot 0: source 72"/>
          <p:cNvSpPr/>
          <p:nvPr/>
        </p:nvSpPr>
        <p:spPr>
          <a:xfrm>
            <a:off x="1444620" y="99471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3" name="Input snapshot 0: source 73"/>
          <p:cNvSpPr/>
          <p:nvPr/>
        </p:nvSpPr>
        <p:spPr>
          <a:xfrm>
            <a:off x="1482323" y="99471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4" name="Input snapshot 0: source 74"/>
          <p:cNvSpPr/>
          <p:nvPr/>
        </p:nvSpPr>
        <p:spPr>
          <a:xfrm>
            <a:off x="1520026" y="99471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5" name="Input snapshot 0: source 75"/>
          <p:cNvSpPr/>
          <p:nvPr/>
        </p:nvSpPr>
        <p:spPr>
          <a:xfrm>
            <a:off x="1557728" y="99471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6" name="Input snapshot 0: source 76"/>
          <p:cNvSpPr/>
          <p:nvPr/>
        </p:nvSpPr>
        <p:spPr>
          <a:xfrm>
            <a:off x="1595431" y="99471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7" name="Input snapshot 0: source 77"/>
          <p:cNvSpPr/>
          <p:nvPr/>
        </p:nvSpPr>
        <p:spPr>
          <a:xfrm>
            <a:off x="1633133" y="99471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8" name="Input snapshot 0: source 78"/>
          <p:cNvSpPr/>
          <p:nvPr/>
        </p:nvSpPr>
        <p:spPr>
          <a:xfrm>
            <a:off x="1143000" y="103860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79" name="Input snapshot 0: source 79"/>
          <p:cNvSpPr/>
          <p:nvPr/>
        </p:nvSpPr>
        <p:spPr>
          <a:xfrm>
            <a:off x="1180703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0" name="Input snapshot 0: source 80"/>
          <p:cNvSpPr/>
          <p:nvPr/>
        </p:nvSpPr>
        <p:spPr>
          <a:xfrm>
            <a:off x="1218405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1" name="Input snapshot 0: source 81"/>
          <p:cNvSpPr/>
          <p:nvPr/>
        </p:nvSpPr>
        <p:spPr>
          <a:xfrm>
            <a:off x="1256108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2" name="Input snapshot 0: source 82"/>
          <p:cNvSpPr/>
          <p:nvPr/>
        </p:nvSpPr>
        <p:spPr>
          <a:xfrm>
            <a:off x="1293810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3" name="Input snapshot 0: source 83"/>
          <p:cNvSpPr/>
          <p:nvPr/>
        </p:nvSpPr>
        <p:spPr>
          <a:xfrm>
            <a:off x="1331513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4" name="Input snapshot 0: source 84"/>
          <p:cNvSpPr/>
          <p:nvPr/>
        </p:nvSpPr>
        <p:spPr>
          <a:xfrm>
            <a:off x="1369215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5" name="Input snapshot 0: source 85"/>
          <p:cNvSpPr/>
          <p:nvPr/>
        </p:nvSpPr>
        <p:spPr>
          <a:xfrm>
            <a:off x="1406918" y="103860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6" name="Input snapshot 0: source 86"/>
          <p:cNvSpPr/>
          <p:nvPr/>
        </p:nvSpPr>
        <p:spPr>
          <a:xfrm>
            <a:off x="1444620" y="103860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7" name="Input snapshot 0: source 87"/>
          <p:cNvSpPr/>
          <p:nvPr/>
        </p:nvSpPr>
        <p:spPr>
          <a:xfrm>
            <a:off x="1482323" y="103860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8" name="Input snapshot 0: source 88"/>
          <p:cNvSpPr/>
          <p:nvPr/>
        </p:nvSpPr>
        <p:spPr>
          <a:xfrm>
            <a:off x="1520026" y="103860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89" name="Input snapshot 0: source 89"/>
          <p:cNvSpPr/>
          <p:nvPr/>
        </p:nvSpPr>
        <p:spPr>
          <a:xfrm>
            <a:off x="1557728" y="103860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0" name="Input snapshot 0: source 90"/>
          <p:cNvSpPr/>
          <p:nvPr/>
        </p:nvSpPr>
        <p:spPr>
          <a:xfrm>
            <a:off x="1595431" y="103860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1" name="Input snapshot 0: source 91"/>
          <p:cNvSpPr/>
          <p:nvPr/>
        </p:nvSpPr>
        <p:spPr>
          <a:xfrm>
            <a:off x="1633133" y="103860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2" name="Input snapshot 0: source 92"/>
          <p:cNvSpPr/>
          <p:nvPr/>
        </p:nvSpPr>
        <p:spPr>
          <a:xfrm>
            <a:off x="1143000" y="108249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3" name="Input snapshot 0: source 93"/>
          <p:cNvSpPr/>
          <p:nvPr/>
        </p:nvSpPr>
        <p:spPr>
          <a:xfrm>
            <a:off x="1180703" y="108249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4" name="Input snapshot 0: source 94"/>
          <p:cNvSpPr/>
          <p:nvPr/>
        </p:nvSpPr>
        <p:spPr>
          <a:xfrm>
            <a:off x="1218405" y="108249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5" name="Input snapshot 0: source 95"/>
          <p:cNvSpPr/>
          <p:nvPr/>
        </p:nvSpPr>
        <p:spPr>
          <a:xfrm>
            <a:off x="1256108" y="108249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6" name="Input snapshot 0: source 96"/>
          <p:cNvSpPr/>
          <p:nvPr/>
        </p:nvSpPr>
        <p:spPr>
          <a:xfrm>
            <a:off x="1293810" y="108249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7" name="Input snapshot 0: source 97"/>
          <p:cNvSpPr/>
          <p:nvPr/>
        </p:nvSpPr>
        <p:spPr>
          <a:xfrm>
            <a:off x="1331513" y="108249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8" name="Input snapshot 0: source 98"/>
          <p:cNvSpPr/>
          <p:nvPr/>
        </p:nvSpPr>
        <p:spPr>
          <a:xfrm>
            <a:off x="1369215" y="108249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99" name="Input snapshot 0: source 99"/>
          <p:cNvSpPr/>
          <p:nvPr/>
        </p:nvSpPr>
        <p:spPr>
          <a:xfrm>
            <a:off x="1406918" y="108249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0" name="Input snapshot 0: source 100"/>
          <p:cNvSpPr/>
          <p:nvPr/>
        </p:nvSpPr>
        <p:spPr>
          <a:xfrm>
            <a:off x="1444620" y="108249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1" name="Input snapshot 0: source 101"/>
          <p:cNvSpPr/>
          <p:nvPr/>
        </p:nvSpPr>
        <p:spPr>
          <a:xfrm>
            <a:off x="1482323" y="108249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2" name="Input snapshot 0: source 102"/>
          <p:cNvSpPr/>
          <p:nvPr/>
        </p:nvSpPr>
        <p:spPr>
          <a:xfrm>
            <a:off x="1520026" y="108249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3" name="Input snapshot 0: source 103"/>
          <p:cNvSpPr/>
          <p:nvPr/>
        </p:nvSpPr>
        <p:spPr>
          <a:xfrm>
            <a:off x="1557728" y="108249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4" name="Input snapshot 0: source 104"/>
          <p:cNvSpPr/>
          <p:nvPr/>
        </p:nvSpPr>
        <p:spPr>
          <a:xfrm>
            <a:off x="1595431" y="108249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5" name="Input snapshot 0: source 105"/>
          <p:cNvSpPr/>
          <p:nvPr/>
        </p:nvSpPr>
        <p:spPr>
          <a:xfrm>
            <a:off x="1633133" y="108249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6" name="Input snapshot 0: source 106"/>
          <p:cNvSpPr/>
          <p:nvPr/>
        </p:nvSpPr>
        <p:spPr>
          <a:xfrm>
            <a:off x="1143000" y="112638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7" name="Input snapshot 0: source 107"/>
          <p:cNvSpPr/>
          <p:nvPr/>
        </p:nvSpPr>
        <p:spPr>
          <a:xfrm>
            <a:off x="1180703" y="112638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8" name="Input snapshot 0: source 108"/>
          <p:cNvSpPr/>
          <p:nvPr/>
        </p:nvSpPr>
        <p:spPr>
          <a:xfrm>
            <a:off x="1218405" y="112638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09" name="Input snapshot 0: source 109"/>
          <p:cNvSpPr/>
          <p:nvPr/>
        </p:nvSpPr>
        <p:spPr>
          <a:xfrm>
            <a:off x="1256108" y="112638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0" name="Input snapshot 0: source 110"/>
          <p:cNvSpPr/>
          <p:nvPr/>
        </p:nvSpPr>
        <p:spPr>
          <a:xfrm>
            <a:off x="1293810" y="112638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1" name="Input snapshot 0: source 111"/>
          <p:cNvSpPr/>
          <p:nvPr/>
        </p:nvSpPr>
        <p:spPr>
          <a:xfrm>
            <a:off x="1331513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2" name="Input snapshot 0: source 112"/>
          <p:cNvSpPr/>
          <p:nvPr/>
        </p:nvSpPr>
        <p:spPr>
          <a:xfrm>
            <a:off x="1369215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3" name="Input snapshot 0: source 113"/>
          <p:cNvSpPr/>
          <p:nvPr/>
        </p:nvSpPr>
        <p:spPr>
          <a:xfrm>
            <a:off x="1406918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4" name="Input snapshot 0: source 114"/>
          <p:cNvSpPr/>
          <p:nvPr/>
        </p:nvSpPr>
        <p:spPr>
          <a:xfrm>
            <a:off x="1444620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5" name="Input snapshot 0: source 115"/>
          <p:cNvSpPr/>
          <p:nvPr/>
        </p:nvSpPr>
        <p:spPr>
          <a:xfrm>
            <a:off x="1482323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6" name="Input snapshot 0: source 116"/>
          <p:cNvSpPr/>
          <p:nvPr/>
        </p:nvSpPr>
        <p:spPr>
          <a:xfrm>
            <a:off x="1520026" y="112638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7" name="Input snapshot 0: source 117"/>
          <p:cNvSpPr/>
          <p:nvPr/>
        </p:nvSpPr>
        <p:spPr>
          <a:xfrm>
            <a:off x="1557728" y="112638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8" name="Input snapshot 0: source 118"/>
          <p:cNvSpPr/>
          <p:nvPr/>
        </p:nvSpPr>
        <p:spPr>
          <a:xfrm>
            <a:off x="1595431" y="112638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19" name="Input snapshot 0: source 119"/>
          <p:cNvSpPr/>
          <p:nvPr/>
        </p:nvSpPr>
        <p:spPr>
          <a:xfrm>
            <a:off x="1633133" y="112638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0" name="Input snapshot 0: source 120"/>
          <p:cNvSpPr/>
          <p:nvPr/>
        </p:nvSpPr>
        <p:spPr>
          <a:xfrm>
            <a:off x="1143000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1" name="Input snapshot 0: source 121"/>
          <p:cNvSpPr/>
          <p:nvPr/>
        </p:nvSpPr>
        <p:spPr>
          <a:xfrm>
            <a:off x="1180703" y="117027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2" name="Input snapshot 0: source 122"/>
          <p:cNvSpPr/>
          <p:nvPr/>
        </p:nvSpPr>
        <p:spPr>
          <a:xfrm>
            <a:off x="1218405" y="117027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3" name="Input snapshot 0: source 123"/>
          <p:cNvSpPr/>
          <p:nvPr/>
        </p:nvSpPr>
        <p:spPr>
          <a:xfrm>
            <a:off x="1256108" y="117027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4" name="Input snapshot 0: source 124"/>
          <p:cNvSpPr/>
          <p:nvPr/>
        </p:nvSpPr>
        <p:spPr>
          <a:xfrm>
            <a:off x="1293810" y="117027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5" name="Input snapshot 0: source 125"/>
          <p:cNvSpPr/>
          <p:nvPr/>
        </p:nvSpPr>
        <p:spPr>
          <a:xfrm>
            <a:off x="1331513" y="117027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6" name="Input snapshot 0: source 126"/>
          <p:cNvSpPr/>
          <p:nvPr/>
        </p:nvSpPr>
        <p:spPr>
          <a:xfrm>
            <a:off x="1369215" y="117027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7" name="Input snapshot 0: source 127"/>
          <p:cNvSpPr/>
          <p:nvPr/>
        </p:nvSpPr>
        <p:spPr>
          <a:xfrm>
            <a:off x="1406918" y="117027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8" name="Input snapshot 0: source 128"/>
          <p:cNvSpPr/>
          <p:nvPr/>
        </p:nvSpPr>
        <p:spPr>
          <a:xfrm>
            <a:off x="1444620" y="117027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29" name="Input snapshot 0: source 129"/>
          <p:cNvSpPr/>
          <p:nvPr/>
        </p:nvSpPr>
        <p:spPr>
          <a:xfrm>
            <a:off x="1482323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0" name="Input snapshot 0: source 130"/>
          <p:cNvSpPr/>
          <p:nvPr/>
        </p:nvSpPr>
        <p:spPr>
          <a:xfrm>
            <a:off x="1520026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1" name="Input snapshot 0: source 131"/>
          <p:cNvSpPr/>
          <p:nvPr/>
        </p:nvSpPr>
        <p:spPr>
          <a:xfrm>
            <a:off x="1557728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2" name="Input snapshot 0: source 132"/>
          <p:cNvSpPr/>
          <p:nvPr/>
        </p:nvSpPr>
        <p:spPr>
          <a:xfrm>
            <a:off x="1595431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3" name="Input snapshot 0: source 133"/>
          <p:cNvSpPr/>
          <p:nvPr/>
        </p:nvSpPr>
        <p:spPr>
          <a:xfrm>
            <a:off x="1633133" y="117027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4" name="Input snapshot 0: source 134"/>
          <p:cNvSpPr/>
          <p:nvPr/>
        </p:nvSpPr>
        <p:spPr>
          <a:xfrm>
            <a:off x="1143000" y="819150"/>
            <a:ext cx="527836" cy="395021"/>
          </a:xfrm>
          <a:prstGeom prst="rect">
            <a:avLst/>
          </a:prstGeom>
          <a:solidFill>
            <a:srgbClr val="FFFFFF">
              <a:alpha val="0"/>
            </a:srgbClr>
          </a:solidFill>
          <a:ln w="4338">
            <a:solidFill>
              <a:srgbClr val="263238"/>
            </a:solidFill>
            <a:prstDash val="solid"/>
          </a:ln>
        </p:spPr>
      </p:sp>
      <p:sp>
        <p:nvSpPr>
          <p:cNvPr id="136" name="Input snapshot 1: source 136"/>
          <p:cNvSpPr/>
          <p:nvPr/>
        </p:nvSpPr>
        <p:spPr>
          <a:xfrm>
            <a:off x="1143000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7" name="Input snapshot 1: source 137"/>
          <p:cNvSpPr/>
          <p:nvPr/>
        </p:nvSpPr>
        <p:spPr>
          <a:xfrm>
            <a:off x="1180703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8" name="Input snapshot 1: source 138"/>
          <p:cNvSpPr/>
          <p:nvPr/>
        </p:nvSpPr>
        <p:spPr>
          <a:xfrm>
            <a:off x="1218405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39" name="Input snapshot 1: source 139"/>
          <p:cNvSpPr/>
          <p:nvPr/>
        </p:nvSpPr>
        <p:spPr>
          <a:xfrm>
            <a:off x="1256108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0" name="Input snapshot 1: source 140"/>
          <p:cNvSpPr/>
          <p:nvPr/>
        </p:nvSpPr>
        <p:spPr>
          <a:xfrm>
            <a:off x="1293810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1" name="Input snapshot 1: source 141"/>
          <p:cNvSpPr/>
          <p:nvPr/>
        </p:nvSpPr>
        <p:spPr>
          <a:xfrm>
            <a:off x="1331513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2" name="Input snapshot 1: source 142"/>
          <p:cNvSpPr/>
          <p:nvPr/>
        </p:nvSpPr>
        <p:spPr>
          <a:xfrm>
            <a:off x="1369215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3" name="Input snapshot 1: source 143"/>
          <p:cNvSpPr/>
          <p:nvPr/>
        </p:nvSpPr>
        <p:spPr>
          <a:xfrm>
            <a:off x="1406918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4" name="Input snapshot 1: source 144"/>
          <p:cNvSpPr/>
          <p:nvPr/>
        </p:nvSpPr>
        <p:spPr>
          <a:xfrm>
            <a:off x="1444620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5" name="Input snapshot 1: source 145"/>
          <p:cNvSpPr/>
          <p:nvPr/>
        </p:nvSpPr>
        <p:spPr>
          <a:xfrm>
            <a:off x="1482323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6" name="Input snapshot 1: source 146"/>
          <p:cNvSpPr/>
          <p:nvPr/>
        </p:nvSpPr>
        <p:spPr>
          <a:xfrm>
            <a:off x="1520026" y="124777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7" name="Input snapshot 1: source 147"/>
          <p:cNvSpPr/>
          <p:nvPr/>
        </p:nvSpPr>
        <p:spPr>
          <a:xfrm>
            <a:off x="1557728" y="1247775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8" name="Input snapshot 1: source 148"/>
          <p:cNvSpPr/>
          <p:nvPr/>
        </p:nvSpPr>
        <p:spPr>
          <a:xfrm>
            <a:off x="1595431" y="1247775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49" name="Input snapshot 1: source 149"/>
          <p:cNvSpPr/>
          <p:nvPr/>
        </p:nvSpPr>
        <p:spPr>
          <a:xfrm>
            <a:off x="1633133" y="1247775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0" name="Input snapshot 1: source 150"/>
          <p:cNvSpPr/>
          <p:nvPr/>
        </p:nvSpPr>
        <p:spPr>
          <a:xfrm>
            <a:off x="1143000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1" name="Input snapshot 1: source 151"/>
          <p:cNvSpPr/>
          <p:nvPr/>
        </p:nvSpPr>
        <p:spPr>
          <a:xfrm>
            <a:off x="1180703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2" name="Input snapshot 1: source 152"/>
          <p:cNvSpPr/>
          <p:nvPr/>
        </p:nvSpPr>
        <p:spPr>
          <a:xfrm>
            <a:off x="1218405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3" name="Input snapshot 1: source 153"/>
          <p:cNvSpPr/>
          <p:nvPr/>
        </p:nvSpPr>
        <p:spPr>
          <a:xfrm>
            <a:off x="1256108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4" name="Input snapshot 1: source 154"/>
          <p:cNvSpPr/>
          <p:nvPr/>
        </p:nvSpPr>
        <p:spPr>
          <a:xfrm>
            <a:off x="1293810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5" name="Input snapshot 1: source 155"/>
          <p:cNvSpPr/>
          <p:nvPr/>
        </p:nvSpPr>
        <p:spPr>
          <a:xfrm>
            <a:off x="1331513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6" name="Input snapshot 1: source 156"/>
          <p:cNvSpPr/>
          <p:nvPr/>
        </p:nvSpPr>
        <p:spPr>
          <a:xfrm>
            <a:off x="1369215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7" name="Input snapshot 1: source 157"/>
          <p:cNvSpPr/>
          <p:nvPr/>
        </p:nvSpPr>
        <p:spPr>
          <a:xfrm>
            <a:off x="1406918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8" name="Input snapshot 1: source 158"/>
          <p:cNvSpPr/>
          <p:nvPr/>
        </p:nvSpPr>
        <p:spPr>
          <a:xfrm>
            <a:off x="1444620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59" name="Input snapshot 1: source 159"/>
          <p:cNvSpPr/>
          <p:nvPr/>
        </p:nvSpPr>
        <p:spPr>
          <a:xfrm>
            <a:off x="1482323" y="129166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0" name="Input snapshot 1: source 160"/>
          <p:cNvSpPr/>
          <p:nvPr/>
        </p:nvSpPr>
        <p:spPr>
          <a:xfrm>
            <a:off x="1520026" y="1291666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1" name="Input snapshot 1: source 161"/>
          <p:cNvSpPr/>
          <p:nvPr/>
        </p:nvSpPr>
        <p:spPr>
          <a:xfrm>
            <a:off x="1557728" y="1291666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2" name="Input snapshot 1: source 162"/>
          <p:cNvSpPr/>
          <p:nvPr/>
        </p:nvSpPr>
        <p:spPr>
          <a:xfrm>
            <a:off x="1595431" y="1291666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3" name="Input snapshot 1: source 163"/>
          <p:cNvSpPr/>
          <p:nvPr/>
        </p:nvSpPr>
        <p:spPr>
          <a:xfrm>
            <a:off x="1633133" y="1291666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4" name="Input snapshot 1: source 164"/>
          <p:cNvSpPr/>
          <p:nvPr/>
        </p:nvSpPr>
        <p:spPr>
          <a:xfrm>
            <a:off x="1143000" y="133555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5" name="Input snapshot 1: source 165"/>
          <p:cNvSpPr/>
          <p:nvPr/>
        </p:nvSpPr>
        <p:spPr>
          <a:xfrm>
            <a:off x="1180703" y="133555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6" name="Input snapshot 1: source 166"/>
          <p:cNvSpPr/>
          <p:nvPr/>
        </p:nvSpPr>
        <p:spPr>
          <a:xfrm>
            <a:off x="1218405" y="133555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7" name="Input snapshot 1: source 167"/>
          <p:cNvSpPr/>
          <p:nvPr/>
        </p:nvSpPr>
        <p:spPr>
          <a:xfrm>
            <a:off x="1256108" y="133555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8" name="Input snapshot 1: source 168"/>
          <p:cNvSpPr/>
          <p:nvPr/>
        </p:nvSpPr>
        <p:spPr>
          <a:xfrm>
            <a:off x="1293810" y="133555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69" name="Input snapshot 1: source 169"/>
          <p:cNvSpPr/>
          <p:nvPr/>
        </p:nvSpPr>
        <p:spPr>
          <a:xfrm>
            <a:off x="1331513" y="133555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0" name="Input snapshot 1: source 170"/>
          <p:cNvSpPr/>
          <p:nvPr/>
        </p:nvSpPr>
        <p:spPr>
          <a:xfrm>
            <a:off x="1369215" y="133555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1" name="Input snapshot 1: source 171"/>
          <p:cNvSpPr/>
          <p:nvPr/>
        </p:nvSpPr>
        <p:spPr>
          <a:xfrm>
            <a:off x="1406918" y="133555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2" name="Input snapshot 1: source 172"/>
          <p:cNvSpPr/>
          <p:nvPr/>
        </p:nvSpPr>
        <p:spPr>
          <a:xfrm>
            <a:off x="1444620" y="133555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3" name="Input snapshot 1: source 173"/>
          <p:cNvSpPr/>
          <p:nvPr/>
        </p:nvSpPr>
        <p:spPr>
          <a:xfrm>
            <a:off x="1482323" y="133555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4" name="Input snapshot 1: source 174"/>
          <p:cNvSpPr/>
          <p:nvPr/>
        </p:nvSpPr>
        <p:spPr>
          <a:xfrm>
            <a:off x="1520026" y="1335558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5" name="Input snapshot 1: source 175"/>
          <p:cNvSpPr/>
          <p:nvPr/>
        </p:nvSpPr>
        <p:spPr>
          <a:xfrm>
            <a:off x="1557728" y="1335558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6" name="Input snapshot 1: source 176"/>
          <p:cNvSpPr/>
          <p:nvPr/>
        </p:nvSpPr>
        <p:spPr>
          <a:xfrm>
            <a:off x="1595431" y="1335558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7" name="Input snapshot 1: source 177"/>
          <p:cNvSpPr/>
          <p:nvPr/>
        </p:nvSpPr>
        <p:spPr>
          <a:xfrm>
            <a:off x="1633133" y="1335558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8" name="Input snapshot 1: source 178"/>
          <p:cNvSpPr/>
          <p:nvPr/>
        </p:nvSpPr>
        <p:spPr>
          <a:xfrm>
            <a:off x="1143000" y="137944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79" name="Input snapshot 1: source 179"/>
          <p:cNvSpPr/>
          <p:nvPr/>
        </p:nvSpPr>
        <p:spPr>
          <a:xfrm>
            <a:off x="1180703" y="137944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0" name="Input snapshot 1: source 180"/>
          <p:cNvSpPr/>
          <p:nvPr/>
        </p:nvSpPr>
        <p:spPr>
          <a:xfrm>
            <a:off x="1218405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1" name="Input snapshot 1: source 181"/>
          <p:cNvSpPr/>
          <p:nvPr/>
        </p:nvSpPr>
        <p:spPr>
          <a:xfrm>
            <a:off x="1256108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2" name="Input snapshot 1: source 182"/>
          <p:cNvSpPr/>
          <p:nvPr/>
        </p:nvSpPr>
        <p:spPr>
          <a:xfrm>
            <a:off x="1293810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3" name="Input snapshot 1: source 183"/>
          <p:cNvSpPr/>
          <p:nvPr/>
        </p:nvSpPr>
        <p:spPr>
          <a:xfrm>
            <a:off x="1331513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4" name="Input snapshot 1: source 184"/>
          <p:cNvSpPr/>
          <p:nvPr/>
        </p:nvSpPr>
        <p:spPr>
          <a:xfrm>
            <a:off x="1369215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5" name="Input snapshot 1: source 185"/>
          <p:cNvSpPr/>
          <p:nvPr/>
        </p:nvSpPr>
        <p:spPr>
          <a:xfrm>
            <a:off x="1406918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6" name="Input snapshot 1: source 186"/>
          <p:cNvSpPr/>
          <p:nvPr/>
        </p:nvSpPr>
        <p:spPr>
          <a:xfrm>
            <a:off x="1444620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7" name="Input snapshot 1: source 187"/>
          <p:cNvSpPr/>
          <p:nvPr/>
        </p:nvSpPr>
        <p:spPr>
          <a:xfrm>
            <a:off x="1482323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8" name="Input snapshot 1: source 188"/>
          <p:cNvSpPr/>
          <p:nvPr/>
        </p:nvSpPr>
        <p:spPr>
          <a:xfrm>
            <a:off x="1520026" y="1379448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89" name="Input snapshot 1: source 189"/>
          <p:cNvSpPr/>
          <p:nvPr/>
        </p:nvSpPr>
        <p:spPr>
          <a:xfrm>
            <a:off x="1557728" y="137944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0" name="Input snapshot 1: source 190"/>
          <p:cNvSpPr/>
          <p:nvPr/>
        </p:nvSpPr>
        <p:spPr>
          <a:xfrm>
            <a:off x="1595431" y="137944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1" name="Input snapshot 1: source 191"/>
          <p:cNvSpPr/>
          <p:nvPr/>
        </p:nvSpPr>
        <p:spPr>
          <a:xfrm>
            <a:off x="1633133" y="1379448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2" name="Input snapshot 1: source 192"/>
          <p:cNvSpPr/>
          <p:nvPr/>
        </p:nvSpPr>
        <p:spPr>
          <a:xfrm>
            <a:off x="1143000" y="142334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3" name="Input snapshot 1: source 193"/>
          <p:cNvSpPr/>
          <p:nvPr/>
        </p:nvSpPr>
        <p:spPr>
          <a:xfrm>
            <a:off x="1180703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4" name="Input snapshot 1: source 194"/>
          <p:cNvSpPr/>
          <p:nvPr/>
        </p:nvSpPr>
        <p:spPr>
          <a:xfrm>
            <a:off x="1218405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5" name="Input snapshot 1: source 195"/>
          <p:cNvSpPr/>
          <p:nvPr/>
        </p:nvSpPr>
        <p:spPr>
          <a:xfrm>
            <a:off x="1256108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6" name="Input snapshot 1: source 196"/>
          <p:cNvSpPr/>
          <p:nvPr/>
        </p:nvSpPr>
        <p:spPr>
          <a:xfrm>
            <a:off x="1293810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7" name="Input snapshot 1: source 197"/>
          <p:cNvSpPr/>
          <p:nvPr/>
        </p:nvSpPr>
        <p:spPr>
          <a:xfrm>
            <a:off x="1331513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8" name="Input snapshot 1: source 198"/>
          <p:cNvSpPr/>
          <p:nvPr/>
        </p:nvSpPr>
        <p:spPr>
          <a:xfrm>
            <a:off x="1369215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199" name="Input snapshot 1: source 199"/>
          <p:cNvSpPr/>
          <p:nvPr/>
        </p:nvSpPr>
        <p:spPr>
          <a:xfrm>
            <a:off x="1406918" y="1423340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0" name="Input snapshot 1: source 200"/>
          <p:cNvSpPr/>
          <p:nvPr/>
        </p:nvSpPr>
        <p:spPr>
          <a:xfrm>
            <a:off x="1444620" y="1423340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1" name="Input snapshot 1: source 201"/>
          <p:cNvSpPr/>
          <p:nvPr/>
        </p:nvSpPr>
        <p:spPr>
          <a:xfrm>
            <a:off x="1482323" y="1423340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2" name="Input snapshot 1: source 202"/>
          <p:cNvSpPr/>
          <p:nvPr/>
        </p:nvSpPr>
        <p:spPr>
          <a:xfrm>
            <a:off x="1520026" y="1423340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3" name="Input snapshot 1: source 203"/>
          <p:cNvSpPr/>
          <p:nvPr/>
        </p:nvSpPr>
        <p:spPr>
          <a:xfrm>
            <a:off x="1557728" y="142334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4" name="Input snapshot 1: source 204"/>
          <p:cNvSpPr/>
          <p:nvPr/>
        </p:nvSpPr>
        <p:spPr>
          <a:xfrm>
            <a:off x="1595431" y="142334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5" name="Input snapshot 1: source 205"/>
          <p:cNvSpPr/>
          <p:nvPr/>
        </p:nvSpPr>
        <p:spPr>
          <a:xfrm>
            <a:off x="1633133" y="142334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6" name="Input snapshot 1: source 206"/>
          <p:cNvSpPr/>
          <p:nvPr/>
        </p:nvSpPr>
        <p:spPr>
          <a:xfrm>
            <a:off x="1143000" y="146723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7" name="Input snapshot 1: source 207"/>
          <p:cNvSpPr/>
          <p:nvPr/>
        </p:nvSpPr>
        <p:spPr>
          <a:xfrm>
            <a:off x="1180703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8" name="Input snapshot 1: source 208"/>
          <p:cNvSpPr/>
          <p:nvPr/>
        </p:nvSpPr>
        <p:spPr>
          <a:xfrm>
            <a:off x="1218405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09" name="Input snapshot 1: source 209"/>
          <p:cNvSpPr/>
          <p:nvPr/>
        </p:nvSpPr>
        <p:spPr>
          <a:xfrm>
            <a:off x="1256108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0" name="Input snapshot 1: source 210"/>
          <p:cNvSpPr/>
          <p:nvPr/>
        </p:nvSpPr>
        <p:spPr>
          <a:xfrm>
            <a:off x="1293810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1" name="Input snapshot 1: source 211"/>
          <p:cNvSpPr/>
          <p:nvPr/>
        </p:nvSpPr>
        <p:spPr>
          <a:xfrm>
            <a:off x="1331513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2" name="Input snapshot 1: source 212"/>
          <p:cNvSpPr/>
          <p:nvPr/>
        </p:nvSpPr>
        <p:spPr>
          <a:xfrm>
            <a:off x="1369215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3" name="Input snapshot 1: source 213"/>
          <p:cNvSpPr/>
          <p:nvPr/>
        </p:nvSpPr>
        <p:spPr>
          <a:xfrm>
            <a:off x="1406918" y="1467231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4" name="Input snapshot 1: source 214"/>
          <p:cNvSpPr/>
          <p:nvPr/>
        </p:nvSpPr>
        <p:spPr>
          <a:xfrm>
            <a:off x="1444620" y="1467231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5" name="Input snapshot 1: source 215"/>
          <p:cNvSpPr/>
          <p:nvPr/>
        </p:nvSpPr>
        <p:spPr>
          <a:xfrm>
            <a:off x="1482323" y="1467231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6" name="Input snapshot 1: source 216"/>
          <p:cNvSpPr/>
          <p:nvPr/>
        </p:nvSpPr>
        <p:spPr>
          <a:xfrm>
            <a:off x="1520026" y="1467231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7" name="Input snapshot 1: source 217"/>
          <p:cNvSpPr/>
          <p:nvPr/>
        </p:nvSpPr>
        <p:spPr>
          <a:xfrm>
            <a:off x="1557728" y="146723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8" name="Input snapshot 1: source 218"/>
          <p:cNvSpPr/>
          <p:nvPr/>
        </p:nvSpPr>
        <p:spPr>
          <a:xfrm>
            <a:off x="1595431" y="146723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19" name="Input snapshot 1: source 219"/>
          <p:cNvSpPr/>
          <p:nvPr/>
        </p:nvSpPr>
        <p:spPr>
          <a:xfrm>
            <a:off x="1633133" y="146723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0" name="Input snapshot 1: source 220"/>
          <p:cNvSpPr/>
          <p:nvPr/>
        </p:nvSpPr>
        <p:spPr>
          <a:xfrm>
            <a:off x="1143000" y="1511122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1" name="Input snapshot 1: source 221"/>
          <p:cNvSpPr/>
          <p:nvPr/>
        </p:nvSpPr>
        <p:spPr>
          <a:xfrm>
            <a:off x="1180703" y="1511122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2" name="Input snapshot 1: source 222"/>
          <p:cNvSpPr/>
          <p:nvPr/>
        </p:nvSpPr>
        <p:spPr>
          <a:xfrm>
            <a:off x="1218405" y="1511122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3" name="Input snapshot 1: source 223"/>
          <p:cNvSpPr/>
          <p:nvPr/>
        </p:nvSpPr>
        <p:spPr>
          <a:xfrm>
            <a:off x="1256108" y="1511122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4" name="Input snapshot 1: source 224"/>
          <p:cNvSpPr/>
          <p:nvPr/>
        </p:nvSpPr>
        <p:spPr>
          <a:xfrm>
            <a:off x="1293810" y="1511122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5" name="Input snapshot 1: source 225"/>
          <p:cNvSpPr/>
          <p:nvPr/>
        </p:nvSpPr>
        <p:spPr>
          <a:xfrm>
            <a:off x="1331513" y="1511122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6" name="Input snapshot 1: source 226"/>
          <p:cNvSpPr/>
          <p:nvPr/>
        </p:nvSpPr>
        <p:spPr>
          <a:xfrm>
            <a:off x="1369215" y="1511122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7" name="Input snapshot 1: source 227"/>
          <p:cNvSpPr/>
          <p:nvPr/>
        </p:nvSpPr>
        <p:spPr>
          <a:xfrm>
            <a:off x="1406918" y="1511122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8" name="Input snapshot 1: source 228"/>
          <p:cNvSpPr/>
          <p:nvPr/>
        </p:nvSpPr>
        <p:spPr>
          <a:xfrm>
            <a:off x="1444620" y="1511122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29" name="Input snapshot 1: source 229"/>
          <p:cNvSpPr/>
          <p:nvPr/>
        </p:nvSpPr>
        <p:spPr>
          <a:xfrm>
            <a:off x="1482323" y="1511122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0" name="Input snapshot 1: source 230"/>
          <p:cNvSpPr/>
          <p:nvPr/>
        </p:nvSpPr>
        <p:spPr>
          <a:xfrm>
            <a:off x="1520026" y="1511122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1" name="Input snapshot 1: source 231"/>
          <p:cNvSpPr/>
          <p:nvPr/>
        </p:nvSpPr>
        <p:spPr>
          <a:xfrm>
            <a:off x="1557728" y="1511122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2" name="Input snapshot 1: source 232"/>
          <p:cNvSpPr/>
          <p:nvPr/>
        </p:nvSpPr>
        <p:spPr>
          <a:xfrm>
            <a:off x="1595431" y="1511122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3" name="Input snapshot 1: source 233"/>
          <p:cNvSpPr/>
          <p:nvPr/>
        </p:nvSpPr>
        <p:spPr>
          <a:xfrm>
            <a:off x="1633133" y="1511122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4" name="Input snapshot 1: source 234"/>
          <p:cNvSpPr/>
          <p:nvPr/>
        </p:nvSpPr>
        <p:spPr>
          <a:xfrm>
            <a:off x="1143000" y="155501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5" name="Input snapshot 1: source 235"/>
          <p:cNvSpPr/>
          <p:nvPr/>
        </p:nvSpPr>
        <p:spPr>
          <a:xfrm>
            <a:off x="1180703" y="155501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6" name="Input snapshot 1: source 236"/>
          <p:cNvSpPr/>
          <p:nvPr/>
        </p:nvSpPr>
        <p:spPr>
          <a:xfrm>
            <a:off x="1218405" y="155501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7" name="Input snapshot 1: source 237"/>
          <p:cNvSpPr/>
          <p:nvPr/>
        </p:nvSpPr>
        <p:spPr>
          <a:xfrm>
            <a:off x="1256108" y="155501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8" name="Input snapshot 1: source 238"/>
          <p:cNvSpPr/>
          <p:nvPr/>
        </p:nvSpPr>
        <p:spPr>
          <a:xfrm>
            <a:off x="1293810" y="155501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39" name="Input snapshot 1: source 239"/>
          <p:cNvSpPr/>
          <p:nvPr/>
        </p:nvSpPr>
        <p:spPr>
          <a:xfrm>
            <a:off x="1331513" y="155501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0" name="Input snapshot 1: source 240"/>
          <p:cNvSpPr/>
          <p:nvPr/>
        </p:nvSpPr>
        <p:spPr>
          <a:xfrm>
            <a:off x="1369215" y="155501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1" name="Input snapshot 1: source 241"/>
          <p:cNvSpPr/>
          <p:nvPr/>
        </p:nvSpPr>
        <p:spPr>
          <a:xfrm>
            <a:off x="1406918" y="155501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2" name="Input snapshot 1: source 242"/>
          <p:cNvSpPr/>
          <p:nvPr/>
        </p:nvSpPr>
        <p:spPr>
          <a:xfrm>
            <a:off x="1444620" y="155501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3" name="Input snapshot 1: source 243"/>
          <p:cNvSpPr/>
          <p:nvPr/>
        </p:nvSpPr>
        <p:spPr>
          <a:xfrm>
            <a:off x="1482323" y="155501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4" name="Input snapshot 1: source 244"/>
          <p:cNvSpPr/>
          <p:nvPr/>
        </p:nvSpPr>
        <p:spPr>
          <a:xfrm>
            <a:off x="1520026" y="155501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5" name="Input snapshot 1: source 245"/>
          <p:cNvSpPr/>
          <p:nvPr/>
        </p:nvSpPr>
        <p:spPr>
          <a:xfrm>
            <a:off x="1557728" y="155501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6" name="Input snapshot 1: source 246"/>
          <p:cNvSpPr/>
          <p:nvPr/>
        </p:nvSpPr>
        <p:spPr>
          <a:xfrm>
            <a:off x="1595431" y="155501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7" name="Input snapshot 1: source 247"/>
          <p:cNvSpPr/>
          <p:nvPr/>
        </p:nvSpPr>
        <p:spPr>
          <a:xfrm>
            <a:off x="1633133" y="155501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8" name="Input snapshot 1: source 248"/>
          <p:cNvSpPr/>
          <p:nvPr/>
        </p:nvSpPr>
        <p:spPr>
          <a:xfrm>
            <a:off x="1143000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49" name="Input snapshot 1: source 249"/>
          <p:cNvSpPr/>
          <p:nvPr/>
        </p:nvSpPr>
        <p:spPr>
          <a:xfrm>
            <a:off x="1180703" y="159890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0" name="Input snapshot 1: source 250"/>
          <p:cNvSpPr/>
          <p:nvPr/>
        </p:nvSpPr>
        <p:spPr>
          <a:xfrm>
            <a:off x="1218405" y="159890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1" name="Input snapshot 1: source 251"/>
          <p:cNvSpPr/>
          <p:nvPr/>
        </p:nvSpPr>
        <p:spPr>
          <a:xfrm>
            <a:off x="1256108" y="159890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2" name="Input snapshot 1: source 252"/>
          <p:cNvSpPr/>
          <p:nvPr/>
        </p:nvSpPr>
        <p:spPr>
          <a:xfrm>
            <a:off x="1293810" y="159890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3" name="Input snapshot 1: source 253"/>
          <p:cNvSpPr/>
          <p:nvPr/>
        </p:nvSpPr>
        <p:spPr>
          <a:xfrm>
            <a:off x="1331513" y="1598904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4" name="Input snapshot 1: source 254"/>
          <p:cNvSpPr/>
          <p:nvPr/>
        </p:nvSpPr>
        <p:spPr>
          <a:xfrm>
            <a:off x="1369215" y="159890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5" name="Input snapshot 1: source 255"/>
          <p:cNvSpPr/>
          <p:nvPr/>
        </p:nvSpPr>
        <p:spPr>
          <a:xfrm>
            <a:off x="1406918" y="159890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6" name="Input snapshot 1: source 256"/>
          <p:cNvSpPr/>
          <p:nvPr/>
        </p:nvSpPr>
        <p:spPr>
          <a:xfrm>
            <a:off x="1444620" y="1598904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7" name="Input snapshot 1: source 257"/>
          <p:cNvSpPr/>
          <p:nvPr/>
        </p:nvSpPr>
        <p:spPr>
          <a:xfrm>
            <a:off x="1482323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8" name="Input snapshot 1: source 258"/>
          <p:cNvSpPr/>
          <p:nvPr/>
        </p:nvSpPr>
        <p:spPr>
          <a:xfrm>
            <a:off x="1520026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59" name="Input snapshot 1: source 259"/>
          <p:cNvSpPr/>
          <p:nvPr/>
        </p:nvSpPr>
        <p:spPr>
          <a:xfrm>
            <a:off x="1557728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0" name="Input snapshot 1: source 260"/>
          <p:cNvSpPr/>
          <p:nvPr/>
        </p:nvSpPr>
        <p:spPr>
          <a:xfrm>
            <a:off x="1595431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1" name="Input snapshot 1: source 261"/>
          <p:cNvSpPr/>
          <p:nvPr/>
        </p:nvSpPr>
        <p:spPr>
          <a:xfrm>
            <a:off x="1633133" y="1598904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2" name="Input snapshot 1: source 262"/>
          <p:cNvSpPr/>
          <p:nvPr/>
        </p:nvSpPr>
        <p:spPr>
          <a:xfrm>
            <a:off x="1143000" y="1247775"/>
            <a:ext cx="527836" cy="395021"/>
          </a:xfrm>
          <a:prstGeom prst="rect">
            <a:avLst/>
          </a:prstGeom>
          <a:solidFill>
            <a:srgbClr val="FFFFFF">
              <a:alpha val="0"/>
            </a:srgbClr>
          </a:solidFill>
          <a:ln w="4338">
            <a:solidFill>
              <a:srgbClr val="263238"/>
            </a:solidFill>
            <a:prstDash val="solid"/>
          </a:ln>
        </p:spPr>
      </p:sp>
      <p:sp>
        <p:nvSpPr>
          <p:cNvPr id="264" name="Input snapshot 2: source 264"/>
          <p:cNvSpPr/>
          <p:nvPr/>
        </p:nvSpPr>
        <p:spPr>
          <a:xfrm>
            <a:off x="1143000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5" name="Input snapshot 2: source 265"/>
          <p:cNvSpPr/>
          <p:nvPr/>
        </p:nvSpPr>
        <p:spPr>
          <a:xfrm>
            <a:off x="1180703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6" name="Input snapshot 2: source 266"/>
          <p:cNvSpPr/>
          <p:nvPr/>
        </p:nvSpPr>
        <p:spPr>
          <a:xfrm>
            <a:off x="1218405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7" name="Input snapshot 2: source 267"/>
          <p:cNvSpPr/>
          <p:nvPr/>
        </p:nvSpPr>
        <p:spPr>
          <a:xfrm>
            <a:off x="1256108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8" name="Input snapshot 2: source 268"/>
          <p:cNvSpPr/>
          <p:nvPr/>
        </p:nvSpPr>
        <p:spPr>
          <a:xfrm>
            <a:off x="1293810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69" name="Input snapshot 2: source 269"/>
          <p:cNvSpPr/>
          <p:nvPr/>
        </p:nvSpPr>
        <p:spPr>
          <a:xfrm>
            <a:off x="1331513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0" name="Input snapshot 2: source 270"/>
          <p:cNvSpPr/>
          <p:nvPr/>
        </p:nvSpPr>
        <p:spPr>
          <a:xfrm>
            <a:off x="1369215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1" name="Input snapshot 2: source 271"/>
          <p:cNvSpPr/>
          <p:nvPr/>
        </p:nvSpPr>
        <p:spPr>
          <a:xfrm>
            <a:off x="1406918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2" name="Input snapshot 2: source 272"/>
          <p:cNvSpPr/>
          <p:nvPr/>
        </p:nvSpPr>
        <p:spPr>
          <a:xfrm>
            <a:off x="1444620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3" name="Input snapshot 2: source 273"/>
          <p:cNvSpPr/>
          <p:nvPr/>
        </p:nvSpPr>
        <p:spPr>
          <a:xfrm>
            <a:off x="1482323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4" name="Input snapshot 2: source 274"/>
          <p:cNvSpPr/>
          <p:nvPr/>
        </p:nvSpPr>
        <p:spPr>
          <a:xfrm>
            <a:off x="1520026" y="1676400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5" name="Input snapshot 2: source 275"/>
          <p:cNvSpPr/>
          <p:nvPr/>
        </p:nvSpPr>
        <p:spPr>
          <a:xfrm>
            <a:off x="1557728" y="167640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6" name="Input snapshot 2: source 276"/>
          <p:cNvSpPr/>
          <p:nvPr/>
        </p:nvSpPr>
        <p:spPr>
          <a:xfrm>
            <a:off x="1595431" y="167640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7" name="Input snapshot 2: source 277"/>
          <p:cNvSpPr/>
          <p:nvPr/>
        </p:nvSpPr>
        <p:spPr>
          <a:xfrm>
            <a:off x="1633133" y="1676400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8" name="Input snapshot 2: source 278"/>
          <p:cNvSpPr/>
          <p:nvPr/>
        </p:nvSpPr>
        <p:spPr>
          <a:xfrm>
            <a:off x="1143000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79" name="Input snapshot 2: source 279"/>
          <p:cNvSpPr/>
          <p:nvPr/>
        </p:nvSpPr>
        <p:spPr>
          <a:xfrm>
            <a:off x="1180703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0" name="Input snapshot 2: source 280"/>
          <p:cNvSpPr/>
          <p:nvPr/>
        </p:nvSpPr>
        <p:spPr>
          <a:xfrm>
            <a:off x="1218405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1" name="Input snapshot 2: source 281"/>
          <p:cNvSpPr/>
          <p:nvPr/>
        </p:nvSpPr>
        <p:spPr>
          <a:xfrm>
            <a:off x="1256108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2" name="Input snapshot 2: source 282"/>
          <p:cNvSpPr/>
          <p:nvPr/>
        </p:nvSpPr>
        <p:spPr>
          <a:xfrm>
            <a:off x="1293810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3" name="Input snapshot 2: source 283"/>
          <p:cNvSpPr/>
          <p:nvPr/>
        </p:nvSpPr>
        <p:spPr>
          <a:xfrm>
            <a:off x="1331513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4" name="Input snapshot 2: source 284"/>
          <p:cNvSpPr/>
          <p:nvPr/>
        </p:nvSpPr>
        <p:spPr>
          <a:xfrm>
            <a:off x="1369215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5" name="Input snapshot 2: source 285"/>
          <p:cNvSpPr/>
          <p:nvPr/>
        </p:nvSpPr>
        <p:spPr>
          <a:xfrm>
            <a:off x="1406918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6" name="Input snapshot 2: source 286"/>
          <p:cNvSpPr/>
          <p:nvPr/>
        </p:nvSpPr>
        <p:spPr>
          <a:xfrm>
            <a:off x="1444620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7" name="Input snapshot 2: source 287"/>
          <p:cNvSpPr/>
          <p:nvPr/>
        </p:nvSpPr>
        <p:spPr>
          <a:xfrm>
            <a:off x="1482323" y="1720291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8" name="Input snapshot 2: source 288"/>
          <p:cNvSpPr/>
          <p:nvPr/>
        </p:nvSpPr>
        <p:spPr>
          <a:xfrm>
            <a:off x="1520026" y="172029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89" name="Input snapshot 2: source 289"/>
          <p:cNvSpPr/>
          <p:nvPr/>
        </p:nvSpPr>
        <p:spPr>
          <a:xfrm>
            <a:off x="1557728" y="172029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0" name="Input snapshot 2: source 290"/>
          <p:cNvSpPr/>
          <p:nvPr/>
        </p:nvSpPr>
        <p:spPr>
          <a:xfrm>
            <a:off x="1595431" y="172029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1" name="Input snapshot 2: source 291"/>
          <p:cNvSpPr/>
          <p:nvPr/>
        </p:nvSpPr>
        <p:spPr>
          <a:xfrm>
            <a:off x="1633133" y="1720291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2" name="Input snapshot 2: source 292"/>
          <p:cNvSpPr/>
          <p:nvPr/>
        </p:nvSpPr>
        <p:spPr>
          <a:xfrm>
            <a:off x="1143000" y="176418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3" name="Input snapshot 2: source 293"/>
          <p:cNvSpPr/>
          <p:nvPr/>
        </p:nvSpPr>
        <p:spPr>
          <a:xfrm>
            <a:off x="1180703" y="176418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4" name="Input snapshot 2: source 294"/>
          <p:cNvSpPr/>
          <p:nvPr/>
        </p:nvSpPr>
        <p:spPr>
          <a:xfrm>
            <a:off x="1218405" y="176418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5" name="Input snapshot 2: source 295"/>
          <p:cNvSpPr/>
          <p:nvPr/>
        </p:nvSpPr>
        <p:spPr>
          <a:xfrm>
            <a:off x="1256108" y="176418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6" name="Input snapshot 2: source 296"/>
          <p:cNvSpPr/>
          <p:nvPr/>
        </p:nvSpPr>
        <p:spPr>
          <a:xfrm>
            <a:off x="1293810" y="176418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7" name="Input snapshot 2: source 297"/>
          <p:cNvSpPr/>
          <p:nvPr/>
        </p:nvSpPr>
        <p:spPr>
          <a:xfrm>
            <a:off x="1331513" y="176418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8" name="Input snapshot 2: source 298"/>
          <p:cNvSpPr/>
          <p:nvPr/>
        </p:nvSpPr>
        <p:spPr>
          <a:xfrm>
            <a:off x="1369215" y="176418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299" name="Input snapshot 2: source 299"/>
          <p:cNvSpPr/>
          <p:nvPr/>
        </p:nvSpPr>
        <p:spPr>
          <a:xfrm>
            <a:off x="1406918" y="176418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0" name="Input snapshot 2: source 300"/>
          <p:cNvSpPr/>
          <p:nvPr/>
        </p:nvSpPr>
        <p:spPr>
          <a:xfrm>
            <a:off x="1444620" y="176418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1" name="Input snapshot 2: source 301"/>
          <p:cNvSpPr/>
          <p:nvPr/>
        </p:nvSpPr>
        <p:spPr>
          <a:xfrm>
            <a:off x="1482323" y="176418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2" name="Input snapshot 2: source 302"/>
          <p:cNvSpPr/>
          <p:nvPr/>
        </p:nvSpPr>
        <p:spPr>
          <a:xfrm>
            <a:off x="1520026" y="176418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3" name="Input snapshot 2: source 303"/>
          <p:cNvSpPr/>
          <p:nvPr/>
        </p:nvSpPr>
        <p:spPr>
          <a:xfrm>
            <a:off x="1557728" y="176418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4" name="Input snapshot 2: source 304"/>
          <p:cNvSpPr/>
          <p:nvPr/>
        </p:nvSpPr>
        <p:spPr>
          <a:xfrm>
            <a:off x="1595431" y="176418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5" name="Input snapshot 2: source 305"/>
          <p:cNvSpPr/>
          <p:nvPr/>
        </p:nvSpPr>
        <p:spPr>
          <a:xfrm>
            <a:off x="1633133" y="1764183"/>
            <a:ext cx="38580" cy="44769"/>
          </a:xfrm>
          <a:prstGeom prst="rect">
            <a:avLst/>
          </a:prstGeom>
          <a:solidFill>
            <a:srgbClr val="009E73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6" name="Input snapshot 2: source 306"/>
          <p:cNvSpPr/>
          <p:nvPr/>
        </p:nvSpPr>
        <p:spPr>
          <a:xfrm>
            <a:off x="1143000" y="180807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7" name="Input snapshot 2: source 307"/>
          <p:cNvSpPr/>
          <p:nvPr/>
        </p:nvSpPr>
        <p:spPr>
          <a:xfrm>
            <a:off x="1180703" y="180807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8" name="Input snapshot 2: source 308"/>
          <p:cNvSpPr/>
          <p:nvPr/>
        </p:nvSpPr>
        <p:spPr>
          <a:xfrm>
            <a:off x="1218405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09" name="Input snapshot 2: source 309"/>
          <p:cNvSpPr/>
          <p:nvPr/>
        </p:nvSpPr>
        <p:spPr>
          <a:xfrm>
            <a:off x="1256108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0" name="Input snapshot 2: source 310"/>
          <p:cNvSpPr/>
          <p:nvPr/>
        </p:nvSpPr>
        <p:spPr>
          <a:xfrm>
            <a:off x="1293810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1" name="Input snapshot 2: source 311"/>
          <p:cNvSpPr/>
          <p:nvPr/>
        </p:nvSpPr>
        <p:spPr>
          <a:xfrm>
            <a:off x="1331513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2" name="Input snapshot 2: source 312"/>
          <p:cNvSpPr/>
          <p:nvPr/>
        </p:nvSpPr>
        <p:spPr>
          <a:xfrm>
            <a:off x="1369215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3" name="Input snapshot 2: source 313"/>
          <p:cNvSpPr/>
          <p:nvPr/>
        </p:nvSpPr>
        <p:spPr>
          <a:xfrm>
            <a:off x="1406918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4" name="Input snapshot 2: source 314"/>
          <p:cNvSpPr/>
          <p:nvPr/>
        </p:nvSpPr>
        <p:spPr>
          <a:xfrm>
            <a:off x="1444620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5" name="Input snapshot 2: source 315"/>
          <p:cNvSpPr/>
          <p:nvPr/>
        </p:nvSpPr>
        <p:spPr>
          <a:xfrm>
            <a:off x="1482323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6" name="Input snapshot 2: source 316"/>
          <p:cNvSpPr/>
          <p:nvPr/>
        </p:nvSpPr>
        <p:spPr>
          <a:xfrm>
            <a:off x="1520026" y="1808073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7" name="Input snapshot 2: source 317"/>
          <p:cNvSpPr/>
          <p:nvPr/>
        </p:nvSpPr>
        <p:spPr>
          <a:xfrm>
            <a:off x="1557728" y="180807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8" name="Input snapshot 2: source 318"/>
          <p:cNvSpPr/>
          <p:nvPr/>
        </p:nvSpPr>
        <p:spPr>
          <a:xfrm>
            <a:off x="1595431" y="180807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19" name="Input snapshot 2: source 319"/>
          <p:cNvSpPr/>
          <p:nvPr/>
        </p:nvSpPr>
        <p:spPr>
          <a:xfrm>
            <a:off x="1633133" y="1808073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0" name="Input snapshot 2: source 320"/>
          <p:cNvSpPr/>
          <p:nvPr/>
        </p:nvSpPr>
        <p:spPr>
          <a:xfrm>
            <a:off x="1143000" y="185196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1" name="Input snapshot 2: source 321"/>
          <p:cNvSpPr/>
          <p:nvPr/>
        </p:nvSpPr>
        <p:spPr>
          <a:xfrm>
            <a:off x="1180703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2" name="Input snapshot 2: source 322"/>
          <p:cNvSpPr/>
          <p:nvPr/>
        </p:nvSpPr>
        <p:spPr>
          <a:xfrm>
            <a:off x="1218405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3" name="Input snapshot 2: source 323"/>
          <p:cNvSpPr/>
          <p:nvPr/>
        </p:nvSpPr>
        <p:spPr>
          <a:xfrm>
            <a:off x="1256108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4" name="Input snapshot 2: source 324"/>
          <p:cNvSpPr/>
          <p:nvPr/>
        </p:nvSpPr>
        <p:spPr>
          <a:xfrm>
            <a:off x="1293810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5" name="Input snapshot 2: source 325"/>
          <p:cNvSpPr/>
          <p:nvPr/>
        </p:nvSpPr>
        <p:spPr>
          <a:xfrm>
            <a:off x="1331513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6" name="Input snapshot 2: source 326"/>
          <p:cNvSpPr/>
          <p:nvPr/>
        </p:nvSpPr>
        <p:spPr>
          <a:xfrm>
            <a:off x="1369215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7" name="Input snapshot 2: source 327"/>
          <p:cNvSpPr/>
          <p:nvPr/>
        </p:nvSpPr>
        <p:spPr>
          <a:xfrm>
            <a:off x="1406918" y="1851965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8" name="Input snapshot 2: source 328"/>
          <p:cNvSpPr/>
          <p:nvPr/>
        </p:nvSpPr>
        <p:spPr>
          <a:xfrm>
            <a:off x="1444620" y="185196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29" name="Input snapshot 2: source 329"/>
          <p:cNvSpPr/>
          <p:nvPr/>
        </p:nvSpPr>
        <p:spPr>
          <a:xfrm>
            <a:off x="1482323" y="185196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0" name="Input snapshot 2: source 330"/>
          <p:cNvSpPr/>
          <p:nvPr/>
        </p:nvSpPr>
        <p:spPr>
          <a:xfrm>
            <a:off x="1520026" y="1851965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1" name="Input snapshot 2: source 331"/>
          <p:cNvSpPr/>
          <p:nvPr/>
        </p:nvSpPr>
        <p:spPr>
          <a:xfrm>
            <a:off x="1557728" y="185196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2" name="Input snapshot 2: source 332"/>
          <p:cNvSpPr/>
          <p:nvPr/>
        </p:nvSpPr>
        <p:spPr>
          <a:xfrm>
            <a:off x="1595431" y="185196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3" name="Input snapshot 2: source 333"/>
          <p:cNvSpPr/>
          <p:nvPr/>
        </p:nvSpPr>
        <p:spPr>
          <a:xfrm>
            <a:off x="1633133" y="1851965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4" name="Input snapshot 2: source 334"/>
          <p:cNvSpPr/>
          <p:nvPr/>
        </p:nvSpPr>
        <p:spPr>
          <a:xfrm>
            <a:off x="1143000" y="189585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5" name="Input snapshot 2: source 335"/>
          <p:cNvSpPr/>
          <p:nvPr/>
        </p:nvSpPr>
        <p:spPr>
          <a:xfrm>
            <a:off x="1180703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6" name="Input snapshot 2: source 336"/>
          <p:cNvSpPr/>
          <p:nvPr/>
        </p:nvSpPr>
        <p:spPr>
          <a:xfrm>
            <a:off x="1218405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7" name="Input snapshot 2: source 337"/>
          <p:cNvSpPr/>
          <p:nvPr/>
        </p:nvSpPr>
        <p:spPr>
          <a:xfrm>
            <a:off x="1256108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8" name="Input snapshot 2: source 338"/>
          <p:cNvSpPr/>
          <p:nvPr/>
        </p:nvSpPr>
        <p:spPr>
          <a:xfrm>
            <a:off x="1293810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39" name="Input snapshot 2: source 339"/>
          <p:cNvSpPr/>
          <p:nvPr/>
        </p:nvSpPr>
        <p:spPr>
          <a:xfrm>
            <a:off x="1331513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0" name="Input snapshot 2: source 340"/>
          <p:cNvSpPr/>
          <p:nvPr/>
        </p:nvSpPr>
        <p:spPr>
          <a:xfrm>
            <a:off x="1369215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1" name="Input snapshot 2: source 341"/>
          <p:cNvSpPr/>
          <p:nvPr/>
        </p:nvSpPr>
        <p:spPr>
          <a:xfrm>
            <a:off x="1406918" y="1895856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2" name="Input snapshot 2: source 342"/>
          <p:cNvSpPr/>
          <p:nvPr/>
        </p:nvSpPr>
        <p:spPr>
          <a:xfrm>
            <a:off x="1444620" y="189585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3" name="Input snapshot 2: source 343"/>
          <p:cNvSpPr/>
          <p:nvPr/>
        </p:nvSpPr>
        <p:spPr>
          <a:xfrm>
            <a:off x="1482323" y="189585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4" name="Input snapshot 2: source 344"/>
          <p:cNvSpPr/>
          <p:nvPr/>
        </p:nvSpPr>
        <p:spPr>
          <a:xfrm>
            <a:off x="1520026" y="1895856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5" name="Input snapshot 2: source 345"/>
          <p:cNvSpPr/>
          <p:nvPr/>
        </p:nvSpPr>
        <p:spPr>
          <a:xfrm>
            <a:off x="1557728" y="189585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6" name="Input snapshot 2: source 346"/>
          <p:cNvSpPr/>
          <p:nvPr/>
        </p:nvSpPr>
        <p:spPr>
          <a:xfrm>
            <a:off x="1595431" y="189585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7" name="Input snapshot 2: source 347"/>
          <p:cNvSpPr/>
          <p:nvPr/>
        </p:nvSpPr>
        <p:spPr>
          <a:xfrm>
            <a:off x="1633133" y="1895856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8" name="Input snapshot 2: source 348"/>
          <p:cNvSpPr/>
          <p:nvPr/>
        </p:nvSpPr>
        <p:spPr>
          <a:xfrm>
            <a:off x="1143000" y="193974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49" name="Input snapshot 2: source 349"/>
          <p:cNvSpPr/>
          <p:nvPr/>
        </p:nvSpPr>
        <p:spPr>
          <a:xfrm>
            <a:off x="1180703" y="193974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0" name="Input snapshot 2: source 350"/>
          <p:cNvSpPr/>
          <p:nvPr/>
        </p:nvSpPr>
        <p:spPr>
          <a:xfrm>
            <a:off x="1218405" y="193974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1" name="Input snapshot 2: source 351"/>
          <p:cNvSpPr/>
          <p:nvPr/>
        </p:nvSpPr>
        <p:spPr>
          <a:xfrm>
            <a:off x="1256108" y="193974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2" name="Input snapshot 2: source 352"/>
          <p:cNvSpPr/>
          <p:nvPr/>
        </p:nvSpPr>
        <p:spPr>
          <a:xfrm>
            <a:off x="1293810" y="1939747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3" name="Input snapshot 2: source 353"/>
          <p:cNvSpPr/>
          <p:nvPr/>
        </p:nvSpPr>
        <p:spPr>
          <a:xfrm>
            <a:off x="1331513" y="193974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4" name="Input snapshot 2: source 354"/>
          <p:cNvSpPr/>
          <p:nvPr/>
        </p:nvSpPr>
        <p:spPr>
          <a:xfrm>
            <a:off x="1369215" y="193974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5" name="Input snapshot 2: source 355"/>
          <p:cNvSpPr/>
          <p:nvPr/>
        </p:nvSpPr>
        <p:spPr>
          <a:xfrm>
            <a:off x="1406918" y="1939747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6" name="Input snapshot 2: source 356"/>
          <p:cNvSpPr/>
          <p:nvPr/>
        </p:nvSpPr>
        <p:spPr>
          <a:xfrm>
            <a:off x="1444620" y="193974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7" name="Input snapshot 2: source 357"/>
          <p:cNvSpPr/>
          <p:nvPr/>
        </p:nvSpPr>
        <p:spPr>
          <a:xfrm>
            <a:off x="1482323" y="193974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8" name="Input snapshot 2: source 358"/>
          <p:cNvSpPr/>
          <p:nvPr/>
        </p:nvSpPr>
        <p:spPr>
          <a:xfrm>
            <a:off x="1520026" y="1939747"/>
            <a:ext cx="38580" cy="44769"/>
          </a:xfrm>
          <a:prstGeom prst="rect">
            <a:avLst/>
          </a:prstGeom>
          <a:solidFill>
            <a:srgbClr val="D55E00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59" name="Input snapshot 2: source 359"/>
          <p:cNvSpPr/>
          <p:nvPr/>
        </p:nvSpPr>
        <p:spPr>
          <a:xfrm>
            <a:off x="1557728" y="193974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0" name="Input snapshot 2: source 360"/>
          <p:cNvSpPr/>
          <p:nvPr/>
        </p:nvSpPr>
        <p:spPr>
          <a:xfrm>
            <a:off x="1595431" y="193974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1" name="Input snapshot 2: source 361"/>
          <p:cNvSpPr/>
          <p:nvPr/>
        </p:nvSpPr>
        <p:spPr>
          <a:xfrm>
            <a:off x="1633133" y="1939747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2" name="Input snapshot 2: source 362"/>
          <p:cNvSpPr/>
          <p:nvPr/>
        </p:nvSpPr>
        <p:spPr>
          <a:xfrm>
            <a:off x="1143000" y="198363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3" name="Input snapshot 2: source 363"/>
          <p:cNvSpPr/>
          <p:nvPr/>
        </p:nvSpPr>
        <p:spPr>
          <a:xfrm>
            <a:off x="1180703" y="198363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4" name="Input snapshot 2: source 364"/>
          <p:cNvSpPr/>
          <p:nvPr/>
        </p:nvSpPr>
        <p:spPr>
          <a:xfrm>
            <a:off x="1218405" y="198363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5" name="Input snapshot 2: source 365"/>
          <p:cNvSpPr/>
          <p:nvPr/>
        </p:nvSpPr>
        <p:spPr>
          <a:xfrm>
            <a:off x="1256108" y="198363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6" name="Input snapshot 2: source 366"/>
          <p:cNvSpPr/>
          <p:nvPr/>
        </p:nvSpPr>
        <p:spPr>
          <a:xfrm>
            <a:off x="1293810" y="198363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7" name="Input snapshot 2: source 367"/>
          <p:cNvSpPr/>
          <p:nvPr/>
        </p:nvSpPr>
        <p:spPr>
          <a:xfrm>
            <a:off x="1331513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8" name="Input snapshot 2: source 368"/>
          <p:cNvSpPr/>
          <p:nvPr/>
        </p:nvSpPr>
        <p:spPr>
          <a:xfrm>
            <a:off x="1369215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69" name="Input snapshot 2: source 369"/>
          <p:cNvSpPr/>
          <p:nvPr/>
        </p:nvSpPr>
        <p:spPr>
          <a:xfrm>
            <a:off x="1406918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0" name="Input snapshot 2: source 370"/>
          <p:cNvSpPr/>
          <p:nvPr/>
        </p:nvSpPr>
        <p:spPr>
          <a:xfrm>
            <a:off x="1444620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1" name="Input snapshot 2: source 371"/>
          <p:cNvSpPr/>
          <p:nvPr/>
        </p:nvSpPr>
        <p:spPr>
          <a:xfrm>
            <a:off x="1482323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2" name="Input snapshot 2: source 372"/>
          <p:cNvSpPr/>
          <p:nvPr/>
        </p:nvSpPr>
        <p:spPr>
          <a:xfrm>
            <a:off x="1520026" y="198363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3" name="Input snapshot 2: source 373"/>
          <p:cNvSpPr/>
          <p:nvPr/>
        </p:nvSpPr>
        <p:spPr>
          <a:xfrm>
            <a:off x="1557728" y="198363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4" name="Input snapshot 2: source 374"/>
          <p:cNvSpPr/>
          <p:nvPr/>
        </p:nvSpPr>
        <p:spPr>
          <a:xfrm>
            <a:off x="1595431" y="198363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5" name="Input snapshot 2: source 375"/>
          <p:cNvSpPr/>
          <p:nvPr/>
        </p:nvSpPr>
        <p:spPr>
          <a:xfrm>
            <a:off x="1633133" y="198363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6" name="Input snapshot 2: source 376"/>
          <p:cNvSpPr/>
          <p:nvPr/>
        </p:nvSpPr>
        <p:spPr>
          <a:xfrm>
            <a:off x="1143000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7" name="Input snapshot 2: source 377"/>
          <p:cNvSpPr/>
          <p:nvPr/>
        </p:nvSpPr>
        <p:spPr>
          <a:xfrm>
            <a:off x="1180703" y="202752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8" name="Input snapshot 2: source 378"/>
          <p:cNvSpPr/>
          <p:nvPr/>
        </p:nvSpPr>
        <p:spPr>
          <a:xfrm>
            <a:off x="1218405" y="202752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79" name="Input snapshot 2: source 379"/>
          <p:cNvSpPr/>
          <p:nvPr/>
        </p:nvSpPr>
        <p:spPr>
          <a:xfrm>
            <a:off x="1256108" y="202752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0" name="Input snapshot 2: source 380"/>
          <p:cNvSpPr/>
          <p:nvPr/>
        </p:nvSpPr>
        <p:spPr>
          <a:xfrm>
            <a:off x="1293810" y="2027529"/>
            <a:ext cx="38580" cy="44769"/>
          </a:xfrm>
          <a:prstGeom prst="rect">
            <a:avLst/>
          </a:prstGeom>
          <a:solidFill>
            <a:srgbClr val="0072B2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1" name="Input snapshot 2: source 381"/>
          <p:cNvSpPr/>
          <p:nvPr/>
        </p:nvSpPr>
        <p:spPr>
          <a:xfrm>
            <a:off x="1331513" y="202752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2" name="Input snapshot 2: source 382"/>
          <p:cNvSpPr/>
          <p:nvPr/>
        </p:nvSpPr>
        <p:spPr>
          <a:xfrm>
            <a:off x="1369215" y="202752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3" name="Input snapshot 2: source 383"/>
          <p:cNvSpPr/>
          <p:nvPr/>
        </p:nvSpPr>
        <p:spPr>
          <a:xfrm>
            <a:off x="1406918" y="202752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4" name="Input snapshot 2: source 384"/>
          <p:cNvSpPr/>
          <p:nvPr/>
        </p:nvSpPr>
        <p:spPr>
          <a:xfrm>
            <a:off x="1444620" y="2027529"/>
            <a:ext cx="38580" cy="44769"/>
          </a:xfrm>
          <a:prstGeom prst="rect">
            <a:avLst/>
          </a:prstGeom>
          <a:solidFill>
            <a:srgbClr val="B7BEC5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5" name="Input snapshot 2: source 385"/>
          <p:cNvSpPr/>
          <p:nvPr/>
        </p:nvSpPr>
        <p:spPr>
          <a:xfrm>
            <a:off x="1482323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6" name="Input snapshot 2: source 386"/>
          <p:cNvSpPr/>
          <p:nvPr/>
        </p:nvSpPr>
        <p:spPr>
          <a:xfrm>
            <a:off x="1520026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7" name="Input snapshot 2: source 387"/>
          <p:cNvSpPr/>
          <p:nvPr/>
        </p:nvSpPr>
        <p:spPr>
          <a:xfrm>
            <a:off x="1557728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8" name="Input snapshot 2: source 388"/>
          <p:cNvSpPr/>
          <p:nvPr/>
        </p:nvSpPr>
        <p:spPr>
          <a:xfrm>
            <a:off x="1595431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89" name="Input snapshot 2: source 389"/>
          <p:cNvSpPr/>
          <p:nvPr/>
        </p:nvSpPr>
        <p:spPr>
          <a:xfrm>
            <a:off x="1633133" y="2027529"/>
            <a:ext cx="38580" cy="44769"/>
          </a:xfrm>
          <a:prstGeom prst="rect">
            <a:avLst/>
          </a:prstGeom>
          <a:solidFill>
            <a:srgbClr val="EFF2F4"/>
          </a:solidFill>
          <a:ln w="2092">
            <a:solidFill>
              <a:srgbClr val="C6D4E2"/>
            </a:solidFill>
            <a:prstDash val="solid"/>
          </a:ln>
        </p:spPr>
      </p:sp>
      <p:sp>
        <p:nvSpPr>
          <p:cNvPr id="390" name="Input snapshot 2: source 390"/>
          <p:cNvSpPr/>
          <p:nvPr/>
        </p:nvSpPr>
        <p:spPr>
          <a:xfrm>
            <a:off x="1143000" y="1676400"/>
            <a:ext cx="527836" cy="395021"/>
          </a:xfrm>
          <a:prstGeom prst="rect">
            <a:avLst/>
          </a:prstGeom>
          <a:solidFill>
            <a:srgbClr val="FFFFFF">
              <a:alpha val="0"/>
            </a:srgbClr>
          </a:solidFill>
          <a:ln w="4338">
            <a:solidFill>
              <a:srgbClr val="263238"/>
            </a:solidFill>
            <a:prstDash val="solid"/>
          </a:ln>
        </p:spPr>
      </p:sp>
      <p:sp>
        <p:nvSpPr>
          <p:cNvPr id="399" name="Compact vertical topology edge: source 399"/>
          <p:cNvSpPr/>
          <p:nvPr/>
        </p:nvSpPr>
        <p:spPr>
          <a:xfrm>
            <a:off x="1104900" y="2457450"/>
            <a:ext cx="95" cy="11430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0" name="Compact vertical topology edge: source 400"/>
          <p:cNvSpPr/>
          <p:nvPr/>
        </p:nvSpPr>
        <p:spPr>
          <a:xfrm>
            <a:off x="1104900" y="2571750"/>
            <a:ext cx="95" cy="11430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1" name="Compact vertical topology edge: source 401"/>
          <p:cNvSpPr/>
          <p:nvPr/>
        </p:nvSpPr>
        <p:spPr>
          <a:xfrm>
            <a:off x="1104900" y="2686050"/>
            <a:ext cx="95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2" name="Compact vertical topology edge: source 402"/>
          <p:cNvSpPr/>
          <p:nvPr/>
        </p:nvSpPr>
        <p:spPr>
          <a:xfrm flipV="1">
            <a:off x="917814" y="2819400"/>
            <a:ext cx="187086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3" name="Compact vertical topology edge: source 403"/>
          <p:cNvSpPr/>
          <p:nvPr/>
        </p:nvSpPr>
        <p:spPr>
          <a:xfrm flipV="1">
            <a:off x="779008" y="2952750"/>
            <a:ext cx="138806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4" name="Compact vertical topology edge: source 404"/>
          <p:cNvSpPr/>
          <p:nvPr/>
        </p:nvSpPr>
        <p:spPr>
          <a:xfrm flipV="1">
            <a:off x="688482" y="3086100"/>
            <a:ext cx="90526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5" name="Compact vertical topology edge: source 405"/>
          <p:cNvSpPr/>
          <p:nvPr/>
        </p:nvSpPr>
        <p:spPr>
          <a:xfrm flipV="1">
            <a:off x="561746" y="3219450"/>
            <a:ext cx="126736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6" name="Compact vertical topology edge: source 406"/>
          <p:cNvSpPr/>
          <p:nvPr/>
        </p:nvSpPr>
        <p:spPr>
          <a:xfrm flipV="1">
            <a:off x="501396" y="3352800"/>
            <a:ext cx="60350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7" name="Compact vertical topology edge: source 407"/>
          <p:cNvSpPr/>
          <p:nvPr/>
        </p:nvSpPr>
        <p:spPr>
          <a:xfrm flipV="1">
            <a:off x="465186" y="3486150"/>
            <a:ext cx="36210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8" name="Compact vertical topology edge: source 408"/>
          <p:cNvSpPr/>
          <p:nvPr/>
        </p:nvSpPr>
        <p:spPr>
          <a:xfrm>
            <a:off x="688482" y="3219450"/>
            <a:ext cx="205191" cy="13335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09" name="Compact vertical topology edge: source 409"/>
          <p:cNvSpPr/>
          <p:nvPr/>
        </p:nvSpPr>
        <p:spPr>
          <a:xfrm>
            <a:off x="893674" y="3352800"/>
            <a:ext cx="48280" cy="129931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10" name="Compact vertical topology edge: source 410"/>
          <p:cNvSpPr/>
          <p:nvPr/>
        </p:nvSpPr>
        <p:spPr>
          <a:xfrm>
            <a:off x="941954" y="3482731"/>
            <a:ext cx="48280" cy="136769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11" name="Compact vertical topology edge: source 411"/>
          <p:cNvSpPr/>
          <p:nvPr/>
        </p:nvSpPr>
        <p:spPr>
          <a:xfrm>
            <a:off x="1104900" y="2819400"/>
            <a:ext cx="241402" cy="154405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12" name="Compact vertical topology edge: source 412"/>
          <p:cNvSpPr/>
          <p:nvPr/>
        </p:nvSpPr>
        <p:spPr>
          <a:xfrm>
            <a:off x="1346302" y="2973805"/>
            <a:ext cx="168981" cy="149509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13" name="Compact vertical topology edge: source 413"/>
          <p:cNvSpPr/>
          <p:nvPr/>
        </p:nvSpPr>
        <p:spPr>
          <a:xfrm>
            <a:off x="1515283" y="3123314"/>
            <a:ext cx="95250" cy="152400"/>
          </a:xfrm>
          <a:prstGeom prst="line">
            <a:avLst/>
          </a:prstGeom>
          <a:solidFill>
            <a:srgbClr val="FFFFFF">
              <a:alpha val="0"/>
            </a:srgbClr>
          </a:solidFill>
          <a:ln w="16256">
            <a:solidFill>
              <a:srgbClr val="263238"/>
            </a:solidFill>
            <a:prstDash val="solid"/>
          </a:ln>
        </p:spPr>
      </p:sp>
      <p:sp>
        <p:nvSpPr>
          <p:cNvPr id="414" name="Compact vertical topology: source 414"/>
          <p:cNvSpPr/>
          <p:nvPr/>
        </p:nvSpPr>
        <p:spPr>
          <a:xfrm>
            <a:off x="1039590" y="2392140"/>
            <a:ext cx="130620" cy="130620"/>
          </a:xfrm>
          <a:prstGeom prst="diamond">
            <a:avLst/>
          </a:prstGeom>
          <a:solidFill>
            <a:srgbClr val="7B8790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15" name="Compact vertical topology: source 415"/>
          <p:cNvSpPr/>
          <p:nvPr/>
        </p:nvSpPr>
        <p:spPr>
          <a:xfrm>
            <a:off x="1062380" y="2529230"/>
            <a:ext cx="85039" cy="85039"/>
          </a:xfrm>
          <a:prstGeom prst="ellipse">
            <a:avLst/>
          </a:prstGeom>
          <a:solidFill>
            <a:srgbClr val="7B8790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16" name="Compact vertical topology: source 416"/>
          <p:cNvSpPr/>
          <p:nvPr/>
        </p:nvSpPr>
        <p:spPr>
          <a:xfrm>
            <a:off x="1062380" y="2643530"/>
            <a:ext cx="85039" cy="85039"/>
          </a:xfrm>
          <a:prstGeom prst="ellipse">
            <a:avLst/>
          </a:prstGeom>
          <a:solidFill>
            <a:srgbClr val="7B8790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17" name="Compact vertical topology: source 417"/>
          <p:cNvSpPr/>
          <p:nvPr/>
        </p:nvSpPr>
        <p:spPr>
          <a:xfrm>
            <a:off x="1039590" y="2754090"/>
            <a:ext cx="130620" cy="130620"/>
          </a:xfrm>
          <a:prstGeom prst="diamond">
            <a:avLst/>
          </a:prstGeom>
          <a:solidFill>
            <a:srgbClr val="7B8790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18" name="Compact vertical topology: source 418"/>
          <p:cNvSpPr/>
          <p:nvPr/>
        </p:nvSpPr>
        <p:spPr>
          <a:xfrm>
            <a:off x="875294" y="2910230"/>
            <a:ext cx="85039" cy="85039"/>
          </a:xfrm>
          <a:prstGeom prst="ellipse">
            <a:avLst/>
          </a:prstGeom>
          <a:solidFill>
            <a:srgbClr val="B7BEC5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19" name="Compact vertical topology: source 419"/>
          <p:cNvSpPr/>
          <p:nvPr/>
        </p:nvSpPr>
        <p:spPr>
          <a:xfrm>
            <a:off x="736488" y="3043580"/>
            <a:ext cx="85039" cy="85039"/>
          </a:xfrm>
          <a:prstGeom prst="ellipse">
            <a:avLst/>
          </a:prstGeom>
          <a:solidFill>
            <a:srgbClr val="B7BEC5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0" name="Compact vertical topology: source 420"/>
          <p:cNvSpPr/>
          <p:nvPr/>
        </p:nvSpPr>
        <p:spPr>
          <a:xfrm>
            <a:off x="623172" y="3154140"/>
            <a:ext cx="130620" cy="130620"/>
          </a:xfrm>
          <a:prstGeom prst="diamond">
            <a:avLst/>
          </a:prstGeom>
          <a:solidFill>
            <a:srgbClr val="B7BEC5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21" name="Compact vertical topology: source 421"/>
          <p:cNvSpPr/>
          <p:nvPr/>
        </p:nvSpPr>
        <p:spPr>
          <a:xfrm>
            <a:off x="519227" y="3310280"/>
            <a:ext cx="85039" cy="85039"/>
          </a:xfrm>
          <a:prstGeom prst="ellipse">
            <a:avLst/>
          </a:prstGeom>
          <a:solidFill>
            <a:srgbClr val="0072B2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2" name="Compact vertical topology: source 422"/>
          <p:cNvSpPr/>
          <p:nvPr/>
        </p:nvSpPr>
        <p:spPr>
          <a:xfrm>
            <a:off x="458876" y="3443630"/>
            <a:ext cx="85039" cy="85039"/>
          </a:xfrm>
          <a:prstGeom prst="ellipse">
            <a:avLst/>
          </a:prstGeom>
          <a:solidFill>
            <a:srgbClr val="0072B2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3" name="Compact vertical topology: source 423"/>
          <p:cNvSpPr/>
          <p:nvPr/>
        </p:nvSpPr>
        <p:spPr>
          <a:xfrm>
            <a:off x="399876" y="3554190"/>
            <a:ext cx="130620" cy="130620"/>
          </a:xfrm>
          <a:prstGeom prst="diamond">
            <a:avLst/>
          </a:prstGeom>
          <a:solidFill>
            <a:srgbClr val="0072B2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24" name="Compact vertical topology: source 424"/>
          <p:cNvSpPr/>
          <p:nvPr/>
        </p:nvSpPr>
        <p:spPr>
          <a:xfrm>
            <a:off x="851154" y="3310280"/>
            <a:ext cx="85039" cy="85039"/>
          </a:xfrm>
          <a:prstGeom prst="ellipse">
            <a:avLst/>
          </a:prstGeom>
          <a:solidFill>
            <a:srgbClr val="D55E00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5" name="Compact vertical topology: source 425"/>
          <p:cNvSpPr/>
          <p:nvPr/>
        </p:nvSpPr>
        <p:spPr>
          <a:xfrm>
            <a:off x="899434" y="3440211"/>
            <a:ext cx="85039" cy="85039"/>
          </a:xfrm>
          <a:prstGeom prst="ellipse">
            <a:avLst/>
          </a:prstGeom>
          <a:solidFill>
            <a:srgbClr val="D55E00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6" name="Compact vertical topology: source 426"/>
          <p:cNvSpPr/>
          <p:nvPr/>
        </p:nvSpPr>
        <p:spPr>
          <a:xfrm>
            <a:off x="924924" y="3554190"/>
            <a:ext cx="130620" cy="130620"/>
          </a:xfrm>
          <a:prstGeom prst="diamond">
            <a:avLst/>
          </a:prstGeom>
          <a:solidFill>
            <a:srgbClr val="D55E00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27" name="Compact vertical topology: source 427"/>
          <p:cNvSpPr/>
          <p:nvPr/>
        </p:nvSpPr>
        <p:spPr>
          <a:xfrm>
            <a:off x="1303782" y="2931286"/>
            <a:ext cx="85039" cy="85039"/>
          </a:xfrm>
          <a:prstGeom prst="ellipse">
            <a:avLst/>
          </a:prstGeom>
          <a:solidFill>
            <a:srgbClr val="009E73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8" name="Compact vertical topology: source 428"/>
          <p:cNvSpPr/>
          <p:nvPr/>
        </p:nvSpPr>
        <p:spPr>
          <a:xfrm>
            <a:off x="1472763" y="3080794"/>
            <a:ext cx="85039" cy="85039"/>
          </a:xfrm>
          <a:prstGeom prst="ellipse">
            <a:avLst/>
          </a:prstGeom>
          <a:solidFill>
            <a:srgbClr val="009E73"/>
          </a:solidFill>
          <a:ln w="6096">
            <a:solidFill>
              <a:srgbClr val="263238"/>
            </a:solidFill>
            <a:prstDash val="solid"/>
          </a:ln>
        </p:spPr>
      </p:sp>
      <p:sp>
        <p:nvSpPr>
          <p:cNvPr id="429" name="Compact vertical topology: source 429"/>
          <p:cNvSpPr/>
          <p:nvPr/>
        </p:nvSpPr>
        <p:spPr>
          <a:xfrm>
            <a:off x="1545223" y="3210404"/>
            <a:ext cx="130620" cy="130620"/>
          </a:xfrm>
          <a:prstGeom prst="diamond">
            <a:avLst/>
          </a:prstGeom>
          <a:solidFill>
            <a:srgbClr val="009E73"/>
          </a:solidFill>
          <a:ln w="8636">
            <a:solidFill>
              <a:srgbClr val="263238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238125" y="3762375"/>
            <a:ext cx="85725" cy="85725"/>
          </a:xfrm>
          <a:prstGeom prst="diamond">
            <a:avLst/>
          </a:prstGeom>
          <a:solidFill>
            <a:srgbClr val="7B8790"/>
          </a:solidFill>
          <a:ln w="13716">
            <a:solidFill>
              <a:srgbClr val="263238"/>
            </a:solidFill>
            <a:prstDash val="solid"/>
          </a:ln>
        </p:spPr>
      </p:sp>
      <p:sp>
        <p:nvSpPr>
          <p:cNvPr id="431" name="Text 429"/>
          <p:cNvSpPr/>
          <p:nvPr/>
        </p:nvSpPr>
        <p:spPr>
          <a:xfrm>
            <a:off x="371475" y="3714750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Critical</a:t>
            </a:r>
            <a:endParaRPr lang="en-US" sz="975" dirty="0"/>
          </a:p>
        </p:txBody>
      </p:sp>
      <p:sp>
        <p:nvSpPr>
          <p:cNvPr id="432" name="Shape 430"/>
          <p:cNvSpPr/>
          <p:nvPr/>
        </p:nvSpPr>
        <p:spPr>
          <a:xfrm>
            <a:off x="1143000" y="3762375"/>
            <a:ext cx="85725" cy="85725"/>
          </a:xfrm>
          <a:prstGeom prst="ellipse">
            <a:avLst/>
          </a:prstGeom>
          <a:solidFill>
            <a:srgbClr val="B7BEC5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33" name="Text 431"/>
          <p:cNvSpPr/>
          <p:nvPr/>
        </p:nvSpPr>
        <p:spPr>
          <a:xfrm>
            <a:off x="1285875" y="3714750"/>
            <a:ext cx="6286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Regular</a:t>
            </a:r>
            <a:endParaRPr lang="en-US" sz="975" dirty="0"/>
          </a:p>
        </p:txBody>
      </p:sp>
      <p:sp>
        <p:nvSpPr>
          <p:cNvPr id="446" name="TMTM linearization: source 446"/>
          <p:cNvSpPr/>
          <p:nvPr/>
        </p:nvSpPr>
        <p:spPr>
          <a:xfrm>
            <a:off x="2714701" y="1057275"/>
            <a:ext cx="2592324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447" name="TMTM linearization: source 447"/>
          <p:cNvSpPr/>
          <p:nvPr/>
        </p:nvSpPr>
        <p:spPr>
          <a:xfrm>
            <a:off x="2727241" y="988805"/>
            <a:ext cx="136940" cy="136940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48" name="TMTM linearization: source 448"/>
          <p:cNvSpPr/>
          <p:nvPr/>
        </p:nvSpPr>
        <p:spPr>
          <a:xfrm>
            <a:off x="2904239" y="1003783"/>
            <a:ext cx="106985" cy="106985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49" name="TMTM linearization: source 449"/>
          <p:cNvSpPr/>
          <p:nvPr/>
        </p:nvSpPr>
        <p:spPr>
          <a:xfrm>
            <a:off x="3066259" y="1003783"/>
            <a:ext cx="106985" cy="106985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0" name="TMTM linearization: source 450"/>
          <p:cNvSpPr/>
          <p:nvPr/>
        </p:nvSpPr>
        <p:spPr>
          <a:xfrm>
            <a:off x="3228280" y="1003783"/>
            <a:ext cx="106985" cy="106985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1" name="TMTM linearization: source 451"/>
          <p:cNvSpPr/>
          <p:nvPr/>
        </p:nvSpPr>
        <p:spPr>
          <a:xfrm>
            <a:off x="3375322" y="988805"/>
            <a:ext cx="136940" cy="136940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52" name="TMTM linearization: source 452"/>
          <p:cNvSpPr/>
          <p:nvPr/>
        </p:nvSpPr>
        <p:spPr>
          <a:xfrm>
            <a:off x="3552320" y="1003783"/>
            <a:ext cx="106985" cy="106985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3" name="TMTM linearization: source 453"/>
          <p:cNvSpPr/>
          <p:nvPr/>
        </p:nvSpPr>
        <p:spPr>
          <a:xfrm>
            <a:off x="3699362" y="988805"/>
            <a:ext cx="136940" cy="136940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54" name="TMTM linearization: source 454"/>
          <p:cNvSpPr/>
          <p:nvPr/>
        </p:nvSpPr>
        <p:spPr>
          <a:xfrm>
            <a:off x="3876361" y="1003783"/>
            <a:ext cx="106985" cy="106985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5" name="TMTM linearization: source 455"/>
          <p:cNvSpPr/>
          <p:nvPr/>
        </p:nvSpPr>
        <p:spPr>
          <a:xfrm>
            <a:off x="4023403" y="988805"/>
            <a:ext cx="136940" cy="136940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56" name="TMTM linearization: source 456"/>
          <p:cNvSpPr/>
          <p:nvPr/>
        </p:nvSpPr>
        <p:spPr>
          <a:xfrm>
            <a:off x="4200401" y="1003783"/>
            <a:ext cx="106985" cy="106985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7" name="TMTM linearization: source 457"/>
          <p:cNvSpPr/>
          <p:nvPr/>
        </p:nvSpPr>
        <p:spPr>
          <a:xfrm>
            <a:off x="4362421" y="1003783"/>
            <a:ext cx="106985" cy="106985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58" name="TMTM linearization: source 458"/>
          <p:cNvSpPr/>
          <p:nvPr/>
        </p:nvSpPr>
        <p:spPr>
          <a:xfrm>
            <a:off x="4509464" y="988805"/>
            <a:ext cx="136940" cy="136940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59" name="TMTM linearization: source 459"/>
          <p:cNvSpPr/>
          <p:nvPr/>
        </p:nvSpPr>
        <p:spPr>
          <a:xfrm>
            <a:off x="4686462" y="1003783"/>
            <a:ext cx="106985" cy="106985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60" name="TMTM linearization: source 460"/>
          <p:cNvSpPr/>
          <p:nvPr/>
        </p:nvSpPr>
        <p:spPr>
          <a:xfrm>
            <a:off x="4833505" y="988805"/>
            <a:ext cx="136940" cy="136940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61" name="TMTM linearization: source 461"/>
          <p:cNvSpPr/>
          <p:nvPr/>
        </p:nvSpPr>
        <p:spPr>
          <a:xfrm>
            <a:off x="5010502" y="1003783"/>
            <a:ext cx="106985" cy="106985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62" name="TMTM linearization: source 462"/>
          <p:cNvSpPr/>
          <p:nvPr/>
        </p:nvSpPr>
        <p:spPr>
          <a:xfrm>
            <a:off x="5172523" y="1003783"/>
            <a:ext cx="106985" cy="106985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63" name="TMTM linearization: source 463"/>
          <p:cNvSpPr/>
          <p:nvPr/>
        </p:nvSpPr>
        <p:spPr>
          <a:xfrm>
            <a:off x="2714701" y="1263015"/>
            <a:ext cx="165312" cy="17282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4" name="TMTM linearization: source 464"/>
          <p:cNvSpPr/>
          <p:nvPr/>
        </p:nvSpPr>
        <p:spPr>
          <a:xfrm>
            <a:off x="2876722" y="1263015"/>
            <a:ext cx="165312" cy="17282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5" name="TMTM linearization: source 465"/>
          <p:cNvSpPr/>
          <p:nvPr/>
        </p:nvSpPr>
        <p:spPr>
          <a:xfrm>
            <a:off x="3038742" y="1263015"/>
            <a:ext cx="165312" cy="17282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6" name="TMTM linearization: source 466"/>
          <p:cNvSpPr/>
          <p:nvPr/>
        </p:nvSpPr>
        <p:spPr>
          <a:xfrm>
            <a:off x="3200762" y="1263015"/>
            <a:ext cx="165312" cy="17282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7" name="TMTM linearization: source 467"/>
          <p:cNvSpPr/>
          <p:nvPr/>
        </p:nvSpPr>
        <p:spPr>
          <a:xfrm>
            <a:off x="3362782" y="1263015"/>
            <a:ext cx="165312" cy="17282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8" name="TMTM linearization: source 468"/>
          <p:cNvSpPr/>
          <p:nvPr/>
        </p:nvSpPr>
        <p:spPr>
          <a:xfrm>
            <a:off x="3524803" y="1263015"/>
            <a:ext cx="165312" cy="17282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69" name="TMTM linearization: source 469"/>
          <p:cNvSpPr/>
          <p:nvPr/>
        </p:nvSpPr>
        <p:spPr>
          <a:xfrm>
            <a:off x="3686823" y="1263015"/>
            <a:ext cx="165312" cy="17282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0" name="TMTM linearization: source 470"/>
          <p:cNvSpPr/>
          <p:nvPr/>
        </p:nvSpPr>
        <p:spPr>
          <a:xfrm>
            <a:off x="3848843" y="1263015"/>
            <a:ext cx="165312" cy="17282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1" name="TMTM linearization: source 471"/>
          <p:cNvSpPr/>
          <p:nvPr/>
        </p:nvSpPr>
        <p:spPr>
          <a:xfrm>
            <a:off x="4010863" y="1263015"/>
            <a:ext cx="165312" cy="17282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2" name="TMTM linearization: source 472"/>
          <p:cNvSpPr/>
          <p:nvPr/>
        </p:nvSpPr>
        <p:spPr>
          <a:xfrm>
            <a:off x="4172884" y="1263015"/>
            <a:ext cx="165312" cy="17282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3" name="TMTM linearization: source 473"/>
          <p:cNvSpPr/>
          <p:nvPr/>
        </p:nvSpPr>
        <p:spPr>
          <a:xfrm>
            <a:off x="4334904" y="1263015"/>
            <a:ext cx="165312" cy="17282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4" name="TMTM linearization: source 474"/>
          <p:cNvSpPr/>
          <p:nvPr/>
        </p:nvSpPr>
        <p:spPr>
          <a:xfrm>
            <a:off x="4496924" y="1263015"/>
            <a:ext cx="165312" cy="17282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5" name="TMTM linearization: source 475"/>
          <p:cNvSpPr/>
          <p:nvPr/>
        </p:nvSpPr>
        <p:spPr>
          <a:xfrm>
            <a:off x="4658944" y="1263015"/>
            <a:ext cx="165312" cy="17282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6" name="TMTM linearization: source 476"/>
          <p:cNvSpPr/>
          <p:nvPr/>
        </p:nvSpPr>
        <p:spPr>
          <a:xfrm>
            <a:off x="4820965" y="1263015"/>
            <a:ext cx="165312" cy="17282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7" name="TMTM linearization: source 477"/>
          <p:cNvSpPr/>
          <p:nvPr/>
        </p:nvSpPr>
        <p:spPr>
          <a:xfrm>
            <a:off x="4982985" y="1263015"/>
            <a:ext cx="165312" cy="17282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8" name="TMTM linearization: source 478"/>
          <p:cNvSpPr/>
          <p:nvPr/>
        </p:nvSpPr>
        <p:spPr>
          <a:xfrm>
            <a:off x="5145005" y="1263015"/>
            <a:ext cx="165312" cy="17282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479" name="TMTM linearization: source 479"/>
          <p:cNvSpPr/>
          <p:nvPr/>
        </p:nvSpPr>
        <p:spPr>
          <a:xfrm>
            <a:off x="2714701" y="1263015"/>
            <a:ext cx="2592324" cy="172822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483" name="TMTM temporal row 0: source 483"/>
          <p:cNvSpPr/>
          <p:nvPr/>
        </p:nvSpPr>
        <p:spPr>
          <a:xfrm>
            <a:off x="5884164" y="828675"/>
            <a:ext cx="2839212" cy="279806"/>
          </a:xfrm>
          <a:prstGeom prst="rect">
            <a:avLst/>
          </a:prstGeom>
          <a:solidFill>
            <a:srgbClr val="FFFFFF">
              <a:alpha val="0"/>
            </a:srgbClr>
          </a:solidFill>
          <a:ln w="8572">
            <a:solidFill>
              <a:srgbClr val="DFE4E8"/>
            </a:solidFill>
            <a:prstDash val="solid"/>
          </a:ln>
        </p:spPr>
      </p:sp>
      <p:sp>
        <p:nvSpPr>
          <p:cNvPr id="484" name="TMTM temporal row 0: source 484"/>
          <p:cNvSpPr/>
          <p:nvPr/>
        </p:nvSpPr>
        <p:spPr>
          <a:xfrm>
            <a:off x="5970575" y="976808"/>
            <a:ext cx="267462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485" name="TMTM temporal row 0: source 485"/>
          <p:cNvSpPr/>
          <p:nvPr/>
        </p:nvSpPr>
        <p:spPr>
          <a:xfrm>
            <a:off x="5997273" y="919925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86" name="TMTM temporal row 0: source 486"/>
          <p:cNvSpPr/>
          <p:nvPr/>
        </p:nvSpPr>
        <p:spPr>
          <a:xfrm>
            <a:off x="6176881" y="932368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87" name="TMTM temporal row 0: source 487"/>
          <p:cNvSpPr/>
          <p:nvPr/>
        </p:nvSpPr>
        <p:spPr>
          <a:xfrm>
            <a:off x="6344044" y="932368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88" name="TMTM temporal row 0: source 488"/>
          <p:cNvSpPr/>
          <p:nvPr/>
        </p:nvSpPr>
        <p:spPr>
          <a:xfrm>
            <a:off x="6511208" y="932368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89" name="TMTM temporal row 0: source 489"/>
          <p:cNvSpPr/>
          <p:nvPr/>
        </p:nvSpPr>
        <p:spPr>
          <a:xfrm>
            <a:off x="6665928" y="919925"/>
            <a:ext cx="113766" cy="113766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90" name="TMTM temporal row 0: source 490"/>
          <p:cNvSpPr/>
          <p:nvPr/>
        </p:nvSpPr>
        <p:spPr>
          <a:xfrm>
            <a:off x="6845536" y="932368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91" name="TMTM temporal row 0: source 491"/>
          <p:cNvSpPr/>
          <p:nvPr/>
        </p:nvSpPr>
        <p:spPr>
          <a:xfrm>
            <a:off x="7000256" y="919925"/>
            <a:ext cx="113766" cy="113766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92" name="TMTM temporal row 0: source 492"/>
          <p:cNvSpPr/>
          <p:nvPr/>
        </p:nvSpPr>
        <p:spPr>
          <a:xfrm>
            <a:off x="7179863" y="932368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93" name="TMTM temporal row 0: source 493"/>
          <p:cNvSpPr/>
          <p:nvPr/>
        </p:nvSpPr>
        <p:spPr>
          <a:xfrm>
            <a:off x="7334583" y="919925"/>
            <a:ext cx="113766" cy="113766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94" name="TMTM temporal row 0: source 494"/>
          <p:cNvSpPr/>
          <p:nvPr/>
        </p:nvSpPr>
        <p:spPr>
          <a:xfrm>
            <a:off x="7514191" y="932368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95" name="TMTM temporal row 0: source 495"/>
          <p:cNvSpPr/>
          <p:nvPr/>
        </p:nvSpPr>
        <p:spPr>
          <a:xfrm>
            <a:off x="7681354" y="932368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96" name="TMTM temporal row 0: source 496"/>
          <p:cNvSpPr/>
          <p:nvPr/>
        </p:nvSpPr>
        <p:spPr>
          <a:xfrm>
            <a:off x="7836075" y="919925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97" name="TMTM temporal row 0: source 497"/>
          <p:cNvSpPr/>
          <p:nvPr/>
        </p:nvSpPr>
        <p:spPr>
          <a:xfrm>
            <a:off x="8015682" y="932368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498" name="TMTM temporal row 0: source 498"/>
          <p:cNvSpPr/>
          <p:nvPr/>
        </p:nvSpPr>
        <p:spPr>
          <a:xfrm>
            <a:off x="8170402" y="919925"/>
            <a:ext cx="113766" cy="113766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499" name="TMTM temporal row 0: source 499"/>
          <p:cNvSpPr/>
          <p:nvPr/>
        </p:nvSpPr>
        <p:spPr>
          <a:xfrm>
            <a:off x="8350009" y="932368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00" name="TMTM temporal row 0: source 500"/>
          <p:cNvSpPr/>
          <p:nvPr/>
        </p:nvSpPr>
        <p:spPr>
          <a:xfrm>
            <a:off x="8517173" y="932368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01" name="TMTM temporal row 0: source 501"/>
          <p:cNvSpPr/>
          <p:nvPr/>
        </p:nvSpPr>
        <p:spPr>
          <a:xfrm>
            <a:off x="5970575" y="106321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2" name="TMTM temporal row 0: source 502"/>
          <p:cNvSpPr/>
          <p:nvPr/>
        </p:nvSpPr>
        <p:spPr>
          <a:xfrm>
            <a:off x="6137739" y="106321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3" name="TMTM temporal row 0: source 503"/>
          <p:cNvSpPr/>
          <p:nvPr/>
        </p:nvSpPr>
        <p:spPr>
          <a:xfrm>
            <a:off x="6304902" y="106321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4" name="TMTM temporal row 0: source 504"/>
          <p:cNvSpPr/>
          <p:nvPr/>
        </p:nvSpPr>
        <p:spPr>
          <a:xfrm>
            <a:off x="6472066" y="106321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5" name="TMTM temporal row 0: source 505"/>
          <p:cNvSpPr/>
          <p:nvPr/>
        </p:nvSpPr>
        <p:spPr>
          <a:xfrm>
            <a:off x="6639230" y="106321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6" name="TMTM temporal row 0: source 506"/>
          <p:cNvSpPr/>
          <p:nvPr/>
        </p:nvSpPr>
        <p:spPr>
          <a:xfrm>
            <a:off x="6806394" y="106321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7" name="TMTM temporal row 0: source 507"/>
          <p:cNvSpPr/>
          <p:nvPr/>
        </p:nvSpPr>
        <p:spPr>
          <a:xfrm>
            <a:off x="6973557" y="106321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8" name="TMTM temporal row 0: source 508"/>
          <p:cNvSpPr/>
          <p:nvPr/>
        </p:nvSpPr>
        <p:spPr>
          <a:xfrm>
            <a:off x="7140722" y="106321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09" name="TMTM temporal row 0: source 509"/>
          <p:cNvSpPr/>
          <p:nvPr/>
        </p:nvSpPr>
        <p:spPr>
          <a:xfrm>
            <a:off x="7307885" y="106321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0" name="TMTM temporal row 0: source 510"/>
          <p:cNvSpPr/>
          <p:nvPr/>
        </p:nvSpPr>
        <p:spPr>
          <a:xfrm>
            <a:off x="7475049" y="106321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1" name="TMTM temporal row 0: source 511"/>
          <p:cNvSpPr/>
          <p:nvPr/>
        </p:nvSpPr>
        <p:spPr>
          <a:xfrm>
            <a:off x="7642212" y="106321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2" name="TMTM temporal row 0: source 512"/>
          <p:cNvSpPr/>
          <p:nvPr/>
        </p:nvSpPr>
        <p:spPr>
          <a:xfrm>
            <a:off x="7809376" y="106321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3" name="TMTM temporal row 0: source 513"/>
          <p:cNvSpPr/>
          <p:nvPr/>
        </p:nvSpPr>
        <p:spPr>
          <a:xfrm>
            <a:off x="7976540" y="106321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4" name="TMTM temporal row 0: source 514"/>
          <p:cNvSpPr/>
          <p:nvPr/>
        </p:nvSpPr>
        <p:spPr>
          <a:xfrm>
            <a:off x="8143704" y="106321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5" name="TMTM temporal row 0: source 515"/>
          <p:cNvSpPr/>
          <p:nvPr/>
        </p:nvSpPr>
        <p:spPr>
          <a:xfrm>
            <a:off x="8310867" y="106321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6" name="TMTM temporal row 0: source 516"/>
          <p:cNvSpPr/>
          <p:nvPr/>
        </p:nvSpPr>
        <p:spPr>
          <a:xfrm>
            <a:off x="8478031" y="106321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17" name="TMTM temporal row 0: source 517"/>
          <p:cNvSpPr/>
          <p:nvPr/>
        </p:nvSpPr>
        <p:spPr>
          <a:xfrm>
            <a:off x="5970575" y="1063219"/>
            <a:ext cx="2674620" cy="69952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518" name="TMTM temporal row 1: source 518"/>
          <p:cNvSpPr/>
          <p:nvPr/>
        </p:nvSpPr>
        <p:spPr>
          <a:xfrm>
            <a:off x="5884164" y="1143000"/>
            <a:ext cx="2839212" cy="279806"/>
          </a:xfrm>
          <a:prstGeom prst="rect">
            <a:avLst/>
          </a:prstGeom>
          <a:solidFill>
            <a:srgbClr val="FFFFFF">
              <a:alpha val="0"/>
            </a:srgbClr>
          </a:solidFill>
          <a:ln w="8572">
            <a:solidFill>
              <a:srgbClr val="DFE4E8"/>
            </a:solidFill>
            <a:prstDash val="solid"/>
          </a:ln>
        </p:spPr>
      </p:sp>
      <p:sp>
        <p:nvSpPr>
          <p:cNvPr id="519" name="TMTM temporal row 1: source 519"/>
          <p:cNvSpPr/>
          <p:nvPr/>
        </p:nvSpPr>
        <p:spPr>
          <a:xfrm>
            <a:off x="5970575" y="1291133"/>
            <a:ext cx="267462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520" name="TMTM temporal row 1: source 520"/>
          <p:cNvSpPr/>
          <p:nvPr/>
        </p:nvSpPr>
        <p:spPr>
          <a:xfrm>
            <a:off x="5997273" y="1234250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21" name="TMTM temporal row 1: source 521"/>
          <p:cNvSpPr/>
          <p:nvPr/>
        </p:nvSpPr>
        <p:spPr>
          <a:xfrm>
            <a:off x="6176881" y="1246693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22" name="TMTM temporal row 1: source 522"/>
          <p:cNvSpPr/>
          <p:nvPr/>
        </p:nvSpPr>
        <p:spPr>
          <a:xfrm>
            <a:off x="6344044" y="1246693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23" name="TMTM temporal row 1: source 523"/>
          <p:cNvSpPr/>
          <p:nvPr/>
        </p:nvSpPr>
        <p:spPr>
          <a:xfrm>
            <a:off x="6511208" y="1246693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24" name="TMTM temporal row 1: source 524"/>
          <p:cNvSpPr/>
          <p:nvPr/>
        </p:nvSpPr>
        <p:spPr>
          <a:xfrm>
            <a:off x="6665928" y="1234250"/>
            <a:ext cx="113766" cy="113766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25" name="TMTM temporal row 1: source 525"/>
          <p:cNvSpPr/>
          <p:nvPr/>
        </p:nvSpPr>
        <p:spPr>
          <a:xfrm>
            <a:off x="6845536" y="1246693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26" name="TMTM temporal row 1: source 526"/>
          <p:cNvSpPr/>
          <p:nvPr/>
        </p:nvSpPr>
        <p:spPr>
          <a:xfrm>
            <a:off x="7000256" y="1234250"/>
            <a:ext cx="113766" cy="113766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27" name="TMTM temporal row 1: source 527"/>
          <p:cNvSpPr/>
          <p:nvPr/>
        </p:nvSpPr>
        <p:spPr>
          <a:xfrm>
            <a:off x="7179863" y="1246693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28" name="TMTM temporal row 1: source 528"/>
          <p:cNvSpPr/>
          <p:nvPr/>
        </p:nvSpPr>
        <p:spPr>
          <a:xfrm>
            <a:off x="7334583" y="1234250"/>
            <a:ext cx="113766" cy="113766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29" name="TMTM temporal row 1: source 529"/>
          <p:cNvSpPr/>
          <p:nvPr/>
        </p:nvSpPr>
        <p:spPr>
          <a:xfrm>
            <a:off x="7514191" y="1246693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30" name="TMTM temporal row 1: source 530"/>
          <p:cNvSpPr/>
          <p:nvPr/>
        </p:nvSpPr>
        <p:spPr>
          <a:xfrm>
            <a:off x="7681354" y="1246693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31" name="TMTM temporal row 1: source 531"/>
          <p:cNvSpPr/>
          <p:nvPr/>
        </p:nvSpPr>
        <p:spPr>
          <a:xfrm>
            <a:off x="7836075" y="1234250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32" name="TMTM temporal row 1: source 532"/>
          <p:cNvSpPr/>
          <p:nvPr/>
        </p:nvSpPr>
        <p:spPr>
          <a:xfrm>
            <a:off x="8015682" y="1246693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33" name="TMTM temporal row 1: source 533"/>
          <p:cNvSpPr/>
          <p:nvPr/>
        </p:nvSpPr>
        <p:spPr>
          <a:xfrm>
            <a:off x="8170402" y="1234250"/>
            <a:ext cx="113766" cy="113766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34" name="TMTM temporal row 1: source 534"/>
          <p:cNvSpPr/>
          <p:nvPr/>
        </p:nvSpPr>
        <p:spPr>
          <a:xfrm>
            <a:off x="8350009" y="1246693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35" name="TMTM temporal row 1: source 535"/>
          <p:cNvSpPr/>
          <p:nvPr/>
        </p:nvSpPr>
        <p:spPr>
          <a:xfrm>
            <a:off x="8517173" y="1246693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36" name="TMTM temporal row 1: source 536"/>
          <p:cNvSpPr/>
          <p:nvPr/>
        </p:nvSpPr>
        <p:spPr>
          <a:xfrm>
            <a:off x="5970575" y="1377544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37" name="TMTM temporal row 1: source 537"/>
          <p:cNvSpPr/>
          <p:nvPr/>
        </p:nvSpPr>
        <p:spPr>
          <a:xfrm>
            <a:off x="6137739" y="1377544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38" name="TMTM temporal row 1: source 538"/>
          <p:cNvSpPr/>
          <p:nvPr/>
        </p:nvSpPr>
        <p:spPr>
          <a:xfrm>
            <a:off x="6304902" y="1377544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39" name="TMTM temporal row 1: source 539"/>
          <p:cNvSpPr/>
          <p:nvPr/>
        </p:nvSpPr>
        <p:spPr>
          <a:xfrm>
            <a:off x="6472066" y="1377544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0" name="TMTM temporal row 1: source 540"/>
          <p:cNvSpPr/>
          <p:nvPr/>
        </p:nvSpPr>
        <p:spPr>
          <a:xfrm>
            <a:off x="6639230" y="1377544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1" name="TMTM temporal row 1: source 541"/>
          <p:cNvSpPr/>
          <p:nvPr/>
        </p:nvSpPr>
        <p:spPr>
          <a:xfrm>
            <a:off x="6806394" y="1377544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2" name="TMTM temporal row 1: source 542"/>
          <p:cNvSpPr/>
          <p:nvPr/>
        </p:nvSpPr>
        <p:spPr>
          <a:xfrm>
            <a:off x="6973557" y="1377544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3" name="TMTM temporal row 1: source 543"/>
          <p:cNvSpPr/>
          <p:nvPr/>
        </p:nvSpPr>
        <p:spPr>
          <a:xfrm>
            <a:off x="7140722" y="1377544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4" name="TMTM temporal row 1: source 544"/>
          <p:cNvSpPr/>
          <p:nvPr/>
        </p:nvSpPr>
        <p:spPr>
          <a:xfrm>
            <a:off x="7307885" y="1377544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5" name="TMTM temporal row 1: source 545"/>
          <p:cNvSpPr/>
          <p:nvPr/>
        </p:nvSpPr>
        <p:spPr>
          <a:xfrm>
            <a:off x="7475049" y="1377544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6" name="TMTM temporal row 1: source 546"/>
          <p:cNvSpPr/>
          <p:nvPr/>
        </p:nvSpPr>
        <p:spPr>
          <a:xfrm>
            <a:off x="7642212" y="1377544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7" name="TMTM temporal row 1: source 547"/>
          <p:cNvSpPr/>
          <p:nvPr/>
        </p:nvSpPr>
        <p:spPr>
          <a:xfrm>
            <a:off x="7809376" y="1377544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8" name="TMTM temporal row 1: source 548"/>
          <p:cNvSpPr/>
          <p:nvPr/>
        </p:nvSpPr>
        <p:spPr>
          <a:xfrm>
            <a:off x="7976540" y="1377544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49" name="TMTM temporal row 1: source 549"/>
          <p:cNvSpPr/>
          <p:nvPr/>
        </p:nvSpPr>
        <p:spPr>
          <a:xfrm>
            <a:off x="8143704" y="1377544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50" name="TMTM temporal row 1: source 550"/>
          <p:cNvSpPr/>
          <p:nvPr/>
        </p:nvSpPr>
        <p:spPr>
          <a:xfrm>
            <a:off x="8310867" y="1377544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51" name="TMTM temporal row 1: source 551"/>
          <p:cNvSpPr/>
          <p:nvPr/>
        </p:nvSpPr>
        <p:spPr>
          <a:xfrm>
            <a:off x="8478031" y="1377544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52" name="TMTM temporal row 1: source 552"/>
          <p:cNvSpPr/>
          <p:nvPr/>
        </p:nvSpPr>
        <p:spPr>
          <a:xfrm>
            <a:off x="5970575" y="1377544"/>
            <a:ext cx="2674620" cy="69952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553" name="TMTM temporal row 2: source 553"/>
          <p:cNvSpPr/>
          <p:nvPr/>
        </p:nvSpPr>
        <p:spPr>
          <a:xfrm>
            <a:off x="5884164" y="1457325"/>
            <a:ext cx="2839212" cy="279806"/>
          </a:xfrm>
          <a:prstGeom prst="rect">
            <a:avLst/>
          </a:prstGeom>
          <a:solidFill>
            <a:srgbClr val="FFFFFF">
              <a:alpha val="0"/>
            </a:srgbClr>
          </a:solidFill>
          <a:ln w="8572">
            <a:solidFill>
              <a:srgbClr val="DFE4E8"/>
            </a:solidFill>
            <a:prstDash val="solid"/>
          </a:ln>
        </p:spPr>
      </p:sp>
      <p:sp>
        <p:nvSpPr>
          <p:cNvPr id="554" name="TMTM temporal row 2: source 554"/>
          <p:cNvSpPr/>
          <p:nvPr/>
        </p:nvSpPr>
        <p:spPr>
          <a:xfrm>
            <a:off x="5970575" y="1605458"/>
            <a:ext cx="267462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555" name="TMTM temporal row 2: source 555"/>
          <p:cNvSpPr/>
          <p:nvPr/>
        </p:nvSpPr>
        <p:spPr>
          <a:xfrm>
            <a:off x="5997273" y="1548575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56" name="TMTM temporal row 2: source 556"/>
          <p:cNvSpPr/>
          <p:nvPr/>
        </p:nvSpPr>
        <p:spPr>
          <a:xfrm>
            <a:off x="6176881" y="1561018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57" name="TMTM temporal row 2: source 557"/>
          <p:cNvSpPr/>
          <p:nvPr/>
        </p:nvSpPr>
        <p:spPr>
          <a:xfrm>
            <a:off x="6344044" y="1561018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58" name="TMTM temporal row 2: source 558"/>
          <p:cNvSpPr/>
          <p:nvPr/>
        </p:nvSpPr>
        <p:spPr>
          <a:xfrm>
            <a:off x="6511208" y="1561018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59" name="TMTM temporal row 2: source 559"/>
          <p:cNvSpPr/>
          <p:nvPr/>
        </p:nvSpPr>
        <p:spPr>
          <a:xfrm>
            <a:off x="6665928" y="1548575"/>
            <a:ext cx="113766" cy="113766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60" name="TMTM temporal row 2: source 560"/>
          <p:cNvSpPr/>
          <p:nvPr/>
        </p:nvSpPr>
        <p:spPr>
          <a:xfrm>
            <a:off x="6845536" y="1561018"/>
            <a:ext cx="88880" cy="88880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61" name="TMTM temporal row 2: source 561"/>
          <p:cNvSpPr/>
          <p:nvPr/>
        </p:nvSpPr>
        <p:spPr>
          <a:xfrm>
            <a:off x="7000256" y="1548575"/>
            <a:ext cx="113766" cy="113766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62" name="TMTM temporal row 2: source 562"/>
          <p:cNvSpPr/>
          <p:nvPr/>
        </p:nvSpPr>
        <p:spPr>
          <a:xfrm>
            <a:off x="7179863" y="1561018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63" name="TMTM temporal row 2: source 563"/>
          <p:cNvSpPr/>
          <p:nvPr/>
        </p:nvSpPr>
        <p:spPr>
          <a:xfrm>
            <a:off x="7334583" y="1548575"/>
            <a:ext cx="113766" cy="113766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64" name="TMTM temporal row 2: source 564"/>
          <p:cNvSpPr/>
          <p:nvPr/>
        </p:nvSpPr>
        <p:spPr>
          <a:xfrm>
            <a:off x="7514191" y="1561018"/>
            <a:ext cx="88880" cy="88880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65" name="TMTM temporal row 2: source 565"/>
          <p:cNvSpPr/>
          <p:nvPr/>
        </p:nvSpPr>
        <p:spPr>
          <a:xfrm>
            <a:off x="7681354" y="1561018"/>
            <a:ext cx="88880" cy="88880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66" name="TMTM temporal row 2: source 566"/>
          <p:cNvSpPr/>
          <p:nvPr/>
        </p:nvSpPr>
        <p:spPr>
          <a:xfrm>
            <a:off x="7836075" y="1548575"/>
            <a:ext cx="113766" cy="113766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67" name="TMTM temporal row 2: source 567"/>
          <p:cNvSpPr/>
          <p:nvPr/>
        </p:nvSpPr>
        <p:spPr>
          <a:xfrm>
            <a:off x="8015682" y="1561018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68" name="TMTM temporal row 2: source 568"/>
          <p:cNvSpPr/>
          <p:nvPr/>
        </p:nvSpPr>
        <p:spPr>
          <a:xfrm>
            <a:off x="8170402" y="1548575"/>
            <a:ext cx="113766" cy="113766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569" name="TMTM temporal row 2: source 569"/>
          <p:cNvSpPr/>
          <p:nvPr/>
        </p:nvSpPr>
        <p:spPr>
          <a:xfrm>
            <a:off x="8350009" y="1561018"/>
            <a:ext cx="88880" cy="88880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70" name="TMTM temporal row 2: source 570"/>
          <p:cNvSpPr/>
          <p:nvPr/>
        </p:nvSpPr>
        <p:spPr>
          <a:xfrm>
            <a:off x="8517173" y="1561018"/>
            <a:ext cx="88880" cy="88880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571" name="TMTM temporal row 2: source 571"/>
          <p:cNvSpPr/>
          <p:nvPr/>
        </p:nvSpPr>
        <p:spPr>
          <a:xfrm>
            <a:off x="5970575" y="169186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2" name="TMTM temporal row 2: source 572"/>
          <p:cNvSpPr/>
          <p:nvPr/>
        </p:nvSpPr>
        <p:spPr>
          <a:xfrm>
            <a:off x="6137739" y="169186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3" name="TMTM temporal row 2: source 573"/>
          <p:cNvSpPr/>
          <p:nvPr/>
        </p:nvSpPr>
        <p:spPr>
          <a:xfrm>
            <a:off x="6304902" y="169186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4" name="TMTM temporal row 2: source 574"/>
          <p:cNvSpPr/>
          <p:nvPr/>
        </p:nvSpPr>
        <p:spPr>
          <a:xfrm>
            <a:off x="6472066" y="169186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5" name="TMTM temporal row 2: source 575"/>
          <p:cNvSpPr/>
          <p:nvPr/>
        </p:nvSpPr>
        <p:spPr>
          <a:xfrm>
            <a:off x="6639230" y="169186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6" name="TMTM temporal row 2: source 576"/>
          <p:cNvSpPr/>
          <p:nvPr/>
        </p:nvSpPr>
        <p:spPr>
          <a:xfrm>
            <a:off x="6806394" y="1691869"/>
            <a:ext cx="170456" cy="6995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7" name="TMTM temporal row 2: source 577"/>
          <p:cNvSpPr/>
          <p:nvPr/>
        </p:nvSpPr>
        <p:spPr>
          <a:xfrm>
            <a:off x="6973557" y="169186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8" name="TMTM temporal row 2: source 578"/>
          <p:cNvSpPr/>
          <p:nvPr/>
        </p:nvSpPr>
        <p:spPr>
          <a:xfrm>
            <a:off x="7140722" y="169186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79" name="TMTM temporal row 2: source 579"/>
          <p:cNvSpPr/>
          <p:nvPr/>
        </p:nvSpPr>
        <p:spPr>
          <a:xfrm>
            <a:off x="7307885" y="169186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0" name="TMTM temporal row 2: source 580"/>
          <p:cNvSpPr/>
          <p:nvPr/>
        </p:nvSpPr>
        <p:spPr>
          <a:xfrm>
            <a:off x="7475049" y="1691869"/>
            <a:ext cx="170456" cy="6995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1" name="TMTM temporal row 2: source 581"/>
          <p:cNvSpPr/>
          <p:nvPr/>
        </p:nvSpPr>
        <p:spPr>
          <a:xfrm>
            <a:off x="7642212" y="1691869"/>
            <a:ext cx="170456" cy="6995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2" name="TMTM temporal row 2: source 582"/>
          <p:cNvSpPr/>
          <p:nvPr/>
        </p:nvSpPr>
        <p:spPr>
          <a:xfrm>
            <a:off x="7809376" y="169186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3" name="TMTM temporal row 2: source 583"/>
          <p:cNvSpPr/>
          <p:nvPr/>
        </p:nvSpPr>
        <p:spPr>
          <a:xfrm>
            <a:off x="7976540" y="169186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4" name="TMTM temporal row 2: source 584"/>
          <p:cNvSpPr/>
          <p:nvPr/>
        </p:nvSpPr>
        <p:spPr>
          <a:xfrm>
            <a:off x="8143704" y="169186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5" name="TMTM temporal row 2: source 585"/>
          <p:cNvSpPr/>
          <p:nvPr/>
        </p:nvSpPr>
        <p:spPr>
          <a:xfrm>
            <a:off x="8310867" y="1691869"/>
            <a:ext cx="170456" cy="6995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6" name="TMTM temporal row 2: source 586"/>
          <p:cNvSpPr/>
          <p:nvPr/>
        </p:nvSpPr>
        <p:spPr>
          <a:xfrm>
            <a:off x="8478031" y="1691869"/>
            <a:ext cx="170456" cy="6995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587" name="TMTM temporal row 2: source 587"/>
          <p:cNvSpPr/>
          <p:nvPr/>
        </p:nvSpPr>
        <p:spPr>
          <a:xfrm>
            <a:off x="5970575" y="1691869"/>
            <a:ext cx="2674620" cy="69952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6639230" y="836905"/>
            <a:ext cx="823" cy="876300"/>
          </a:xfrm>
          <a:prstGeom prst="line">
            <a:avLst/>
          </a:prstGeom>
          <a:solidFill>
            <a:srgbClr val="FFFFFF">
              <a:alpha val="0"/>
            </a:srgbClr>
          </a:solidFill>
          <a:ln w="7430">
            <a:solidFill>
              <a:srgbClr val="C9D9E9"/>
            </a:solidFill>
            <a:prstDash val="dash"/>
          </a:ln>
        </p:spPr>
      </p:sp>
      <p:sp>
        <p:nvSpPr>
          <p:cNvPr id="481" name="Shape 479"/>
          <p:cNvSpPr/>
          <p:nvPr/>
        </p:nvSpPr>
        <p:spPr>
          <a:xfrm>
            <a:off x="7307885" y="836905"/>
            <a:ext cx="823" cy="876300"/>
          </a:xfrm>
          <a:prstGeom prst="line">
            <a:avLst/>
          </a:prstGeom>
          <a:solidFill>
            <a:srgbClr val="FFFFFF">
              <a:alpha val="0"/>
            </a:srgbClr>
          </a:solidFill>
          <a:ln w="7430">
            <a:solidFill>
              <a:srgbClr val="C9D9E9"/>
            </a:solidFill>
            <a:prstDash val="dash"/>
          </a:ln>
        </p:spPr>
      </p:sp>
      <p:sp>
        <p:nvSpPr>
          <p:cNvPr id="482" name="Shape 480"/>
          <p:cNvSpPr/>
          <p:nvPr/>
        </p:nvSpPr>
        <p:spPr>
          <a:xfrm>
            <a:off x="7976540" y="836905"/>
            <a:ext cx="823" cy="876300"/>
          </a:xfrm>
          <a:prstGeom prst="line">
            <a:avLst/>
          </a:prstGeom>
          <a:solidFill>
            <a:srgbClr val="FFFFFF">
              <a:alpha val="0"/>
            </a:srgbClr>
          </a:solidFill>
          <a:ln w="7430">
            <a:solidFill>
              <a:srgbClr val="C9D9E9"/>
            </a:solidFill>
            <a:prstDash val="dash"/>
          </a:ln>
        </p:spPr>
      </p:sp>
      <p:sp>
        <p:nvSpPr>
          <p:cNvPr id="600" name="ST-MTM spatial ordering: source 600"/>
          <p:cNvSpPr/>
          <p:nvPr/>
        </p:nvSpPr>
        <p:spPr>
          <a:xfrm flipV="1">
            <a:off x="2759050" y="3036303"/>
            <a:ext cx="435254" cy="450799"/>
          </a:xfrm>
          <a:prstGeom prst="line">
            <a:avLst/>
          </a:prstGeom>
          <a:solidFill>
            <a:srgbClr val="FFFFFF">
              <a:alpha val="0"/>
            </a:srgbClr>
          </a:solidFill>
          <a:ln w="13494">
            <a:solidFill>
              <a:srgbClr val="7B8790"/>
            </a:solidFill>
            <a:prstDash val="dash"/>
          </a:ln>
        </p:spPr>
      </p:sp>
      <p:sp>
        <p:nvSpPr>
          <p:cNvPr id="601" name="ST-MTM spatial ordering: source 601"/>
          <p:cNvSpPr/>
          <p:nvPr/>
        </p:nvSpPr>
        <p:spPr>
          <a:xfrm>
            <a:off x="3194304" y="3036303"/>
            <a:ext cx="435254" cy="505206"/>
          </a:xfrm>
          <a:prstGeom prst="line">
            <a:avLst/>
          </a:prstGeom>
          <a:solidFill>
            <a:srgbClr val="FFFFFF">
              <a:alpha val="0"/>
            </a:srgbClr>
          </a:solidFill>
          <a:ln w="13494">
            <a:solidFill>
              <a:srgbClr val="7B8790"/>
            </a:solidFill>
            <a:prstDash val="dash"/>
          </a:ln>
        </p:spPr>
      </p:sp>
      <p:sp>
        <p:nvSpPr>
          <p:cNvPr id="602" name="ST-MTM spatial ordering: source 602"/>
          <p:cNvSpPr/>
          <p:nvPr/>
        </p:nvSpPr>
        <p:spPr>
          <a:xfrm>
            <a:off x="2759050" y="3487102"/>
            <a:ext cx="870509" cy="54407"/>
          </a:xfrm>
          <a:prstGeom prst="line">
            <a:avLst/>
          </a:prstGeom>
          <a:solidFill>
            <a:srgbClr val="FFFFFF">
              <a:alpha val="0"/>
            </a:srgbClr>
          </a:solidFill>
          <a:ln w="13494">
            <a:solidFill>
              <a:srgbClr val="7B8790"/>
            </a:solidFill>
            <a:prstDash val="dash"/>
          </a:ln>
        </p:spPr>
      </p:sp>
      <p:sp>
        <p:nvSpPr>
          <p:cNvPr id="603" name="ST-MTM spatial ordering: source 603"/>
          <p:cNvSpPr/>
          <p:nvPr/>
        </p:nvSpPr>
        <p:spPr>
          <a:xfrm>
            <a:off x="2675496" y="3403549"/>
            <a:ext cx="167107" cy="167107"/>
          </a:xfrm>
          <a:prstGeom prst="ellipse">
            <a:avLst/>
          </a:prstGeom>
          <a:solidFill>
            <a:srgbClr val="0072B2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04" name="ST-MTM spatial ordering: source 604"/>
          <p:cNvSpPr/>
          <p:nvPr/>
        </p:nvSpPr>
        <p:spPr>
          <a:xfrm>
            <a:off x="3110751" y="2952750"/>
            <a:ext cx="167107" cy="167107"/>
          </a:xfrm>
          <a:prstGeom prst="ellipse">
            <a:avLst/>
          </a:prstGeom>
          <a:solidFill>
            <a:srgbClr val="D55E00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05" name="ST-MTM spatial ordering: source 605"/>
          <p:cNvSpPr/>
          <p:nvPr/>
        </p:nvSpPr>
        <p:spPr>
          <a:xfrm>
            <a:off x="3546005" y="3457956"/>
            <a:ext cx="167107" cy="167107"/>
          </a:xfrm>
          <a:prstGeom prst="ellipse">
            <a:avLst/>
          </a:prstGeom>
          <a:solidFill>
            <a:srgbClr val="009E73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06" name="ST-MTM skeleton: source 606"/>
          <p:cNvSpPr/>
          <p:nvPr/>
        </p:nvSpPr>
        <p:spPr>
          <a:xfrm>
            <a:off x="4170731" y="3018006"/>
            <a:ext cx="1103681" cy="777"/>
          </a:xfrm>
          <a:prstGeom prst="line">
            <a:avLst/>
          </a:prstGeom>
          <a:solidFill>
            <a:srgbClr val="FFFFFF">
              <a:alpha val="0"/>
            </a:srgbClr>
          </a:solidFill>
          <a:ln w="14357">
            <a:solidFill>
              <a:srgbClr val="263238"/>
            </a:solidFill>
            <a:prstDash val="solid"/>
          </a:ln>
        </p:spPr>
      </p:sp>
      <p:sp>
        <p:nvSpPr>
          <p:cNvPr id="607" name="ST-MTM skeleton: source 607"/>
          <p:cNvSpPr/>
          <p:nvPr/>
        </p:nvSpPr>
        <p:spPr>
          <a:xfrm>
            <a:off x="4183166" y="2952717"/>
            <a:ext cx="130576" cy="130576"/>
          </a:xfrm>
          <a:prstGeom prst="ellipse">
            <a:avLst/>
          </a:prstGeom>
          <a:solidFill>
            <a:srgbClr val="0072B2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08" name="ST-MTM skeleton: source 608"/>
          <p:cNvSpPr/>
          <p:nvPr/>
        </p:nvSpPr>
        <p:spPr>
          <a:xfrm>
            <a:off x="4248455" y="3111275"/>
            <a:ext cx="777" cy="279806"/>
          </a:xfrm>
          <a:prstGeom prst="line">
            <a:avLst/>
          </a:prstGeom>
          <a:solidFill>
            <a:srgbClr val="FFFFFF">
              <a:alpha val="0"/>
            </a:srgbClr>
          </a:solidFill>
          <a:ln w="8636">
            <a:solidFill>
              <a:srgbClr val="7692B1"/>
            </a:solidFill>
            <a:prstDash val="dash"/>
          </a:ln>
        </p:spPr>
      </p:sp>
      <p:sp>
        <p:nvSpPr>
          <p:cNvPr id="609" name="ST-MTM skeleton: source 609"/>
          <p:cNvSpPr/>
          <p:nvPr/>
        </p:nvSpPr>
        <p:spPr>
          <a:xfrm>
            <a:off x="4131869" y="3398853"/>
            <a:ext cx="233172" cy="240944"/>
          </a:xfrm>
          <a:prstGeom prst="rect">
            <a:avLst/>
          </a:prstGeom>
          <a:solidFill>
            <a:srgbClr val="0072B2"/>
          </a:solidFill>
          <a:ln w="3778">
            <a:solidFill>
              <a:srgbClr val="FFFFFF"/>
            </a:solidFill>
            <a:prstDash val="solid"/>
          </a:ln>
        </p:spPr>
      </p:sp>
      <p:sp>
        <p:nvSpPr>
          <p:cNvPr id="610" name="ST-MTM skeleton: source 610"/>
          <p:cNvSpPr/>
          <p:nvPr/>
        </p:nvSpPr>
        <p:spPr>
          <a:xfrm>
            <a:off x="4509607" y="2952717"/>
            <a:ext cx="130576" cy="130576"/>
          </a:xfrm>
          <a:prstGeom prst="ellipse">
            <a:avLst/>
          </a:prstGeom>
          <a:solidFill>
            <a:srgbClr val="D55E00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11" name="ST-MTM skeleton: source 611"/>
          <p:cNvSpPr/>
          <p:nvPr/>
        </p:nvSpPr>
        <p:spPr>
          <a:xfrm>
            <a:off x="4574896" y="3111275"/>
            <a:ext cx="777" cy="279806"/>
          </a:xfrm>
          <a:prstGeom prst="line">
            <a:avLst/>
          </a:prstGeom>
          <a:solidFill>
            <a:srgbClr val="FFFFFF">
              <a:alpha val="0"/>
            </a:srgbClr>
          </a:solidFill>
          <a:ln w="8636">
            <a:solidFill>
              <a:srgbClr val="7692B1"/>
            </a:solidFill>
            <a:prstDash val="dash"/>
          </a:ln>
        </p:spPr>
      </p:sp>
      <p:sp>
        <p:nvSpPr>
          <p:cNvPr id="612" name="ST-MTM skeleton: source 612"/>
          <p:cNvSpPr/>
          <p:nvPr/>
        </p:nvSpPr>
        <p:spPr>
          <a:xfrm>
            <a:off x="4458310" y="3398853"/>
            <a:ext cx="233172" cy="240944"/>
          </a:xfrm>
          <a:prstGeom prst="rect">
            <a:avLst/>
          </a:prstGeom>
          <a:solidFill>
            <a:srgbClr val="D55E00"/>
          </a:solidFill>
          <a:ln w="3778">
            <a:solidFill>
              <a:srgbClr val="FFFFFF"/>
            </a:solidFill>
            <a:prstDash val="solid"/>
          </a:ln>
        </p:spPr>
      </p:sp>
      <p:sp>
        <p:nvSpPr>
          <p:cNvPr id="613" name="ST-MTM skeleton: source 613"/>
          <p:cNvSpPr/>
          <p:nvPr/>
        </p:nvSpPr>
        <p:spPr>
          <a:xfrm>
            <a:off x="5100310" y="2952717"/>
            <a:ext cx="130576" cy="130576"/>
          </a:xfrm>
          <a:prstGeom prst="ellipse">
            <a:avLst/>
          </a:prstGeom>
          <a:solidFill>
            <a:srgbClr val="009E73"/>
          </a:solidFill>
          <a:ln w="13494">
            <a:solidFill>
              <a:srgbClr val="263238"/>
            </a:solidFill>
            <a:prstDash val="solid"/>
          </a:ln>
        </p:spPr>
      </p:sp>
      <p:sp>
        <p:nvSpPr>
          <p:cNvPr id="614" name="ST-MTM skeleton: source 614"/>
          <p:cNvSpPr/>
          <p:nvPr/>
        </p:nvSpPr>
        <p:spPr>
          <a:xfrm>
            <a:off x="5165598" y="3111275"/>
            <a:ext cx="777" cy="279806"/>
          </a:xfrm>
          <a:prstGeom prst="line">
            <a:avLst/>
          </a:prstGeom>
          <a:solidFill>
            <a:srgbClr val="FFFFFF">
              <a:alpha val="0"/>
            </a:srgbClr>
          </a:solidFill>
          <a:ln w="8636">
            <a:solidFill>
              <a:srgbClr val="7692B1"/>
            </a:solidFill>
            <a:prstDash val="dash"/>
          </a:ln>
        </p:spPr>
      </p:sp>
      <p:sp>
        <p:nvSpPr>
          <p:cNvPr id="615" name="ST-MTM skeleton: source 615"/>
          <p:cNvSpPr/>
          <p:nvPr/>
        </p:nvSpPr>
        <p:spPr>
          <a:xfrm>
            <a:off x="5049012" y="3398853"/>
            <a:ext cx="233172" cy="240944"/>
          </a:xfrm>
          <a:prstGeom prst="rect">
            <a:avLst/>
          </a:prstGeom>
          <a:solidFill>
            <a:srgbClr val="009E73"/>
          </a:solidFill>
          <a:ln w="3778">
            <a:solidFill>
              <a:srgbClr val="FFFFFF"/>
            </a:solidFill>
            <a:prstDash val="solid"/>
          </a:ln>
        </p:spPr>
      </p:sp>
      <p:sp>
        <p:nvSpPr>
          <p:cNvPr id="616" name="ST-MTM hierarchical filling: source 616"/>
          <p:cNvSpPr/>
          <p:nvPr/>
        </p:nvSpPr>
        <p:spPr>
          <a:xfrm>
            <a:off x="5691683" y="3195885"/>
            <a:ext cx="1473098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617" name="ST-MTM hierarchical filling: source 617"/>
          <p:cNvSpPr/>
          <p:nvPr/>
        </p:nvSpPr>
        <p:spPr>
          <a:xfrm>
            <a:off x="5669745" y="3143215"/>
            <a:ext cx="105339" cy="105339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18" name="ST-MTM hierarchical filling: source 618"/>
          <p:cNvSpPr/>
          <p:nvPr/>
        </p:nvSpPr>
        <p:spPr>
          <a:xfrm>
            <a:off x="5750415" y="3154737"/>
            <a:ext cx="82296" cy="82296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19" name="ST-MTM hierarchical filling: source 619"/>
          <p:cNvSpPr/>
          <p:nvPr/>
        </p:nvSpPr>
        <p:spPr>
          <a:xfrm>
            <a:off x="5816236" y="3143215"/>
            <a:ext cx="105339" cy="105339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20" name="ST-MTM hierarchical filling: source 620"/>
          <p:cNvSpPr/>
          <p:nvPr/>
        </p:nvSpPr>
        <p:spPr>
          <a:xfrm>
            <a:off x="5905100" y="3154737"/>
            <a:ext cx="82296" cy="82296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1" name="ST-MTM hierarchical filling: source 621"/>
          <p:cNvSpPr/>
          <p:nvPr/>
        </p:nvSpPr>
        <p:spPr>
          <a:xfrm>
            <a:off x="5967336" y="3143215"/>
            <a:ext cx="105339" cy="105339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22" name="ST-MTM hierarchical filling: source 622"/>
          <p:cNvSpPr/>
          <p:nvPr/>
        </p:nvSpPr>
        <p:spPr>
          <a:xfrm>
            <a:off x="6057737" y="3154737"/>
            <a:ext cx="82296" cy="82296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3" name="ST-MTM hierarchical filling: source 623"/>
          <p:cNvSpPr/>
          <p:nvPr/>
        </p:nvSpPr>
        <p:spPr>
          <a:xfrm>
            <a:off x="6134827" y="3143215"/>
            <a:ext cx="105339" cy="105339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24" name="ST-MTM hierarchical filling: source 624"/>
          <p:cNvSpPr/>
          <p:nvPr/>
        </p:nvSpPr>
        <p:spPr>
          <a:xfrm>
            <a:off x="6234960" y="3154737"/>
            <a:ext cx="82296" cy="82296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5" name="ST-MTM hierarchical filling: source 625"/>
          <p:cNvSpPr/>
          <p:nvPr/>
        </p:nvSpPr>
        <p:spPr>
          <a:xfrm>
            <a:off x="6332279" y="3154737"/>
            <a:ext cx="82296" cy="82296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6" name="ST-MTM hierarchical filling: source 626"/>
          <p:cNvSpPr/>
          <p:nvPr/>
        </p:nvSpPr>
        <p:spPr>
          <a:xfrm>
            <a:off x="6441377" y="3154737"/>
            <a:ext cx="82296" cy="82296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7" name="ST-MTM hierarchical filling: source 627"/>
          <p:cNvSpPr/>
          <p:nvPr/>
        </p:nvSpPr>
        <p:spPr>
          <a:xfrm>
            <a:off x="6554322" y="3143215"/>
            <a:ext cx="105339" cy="105339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28" name="ST-MTM hierarchical filling: source 628"/>
          <p:cNvSpPr/>
          <p:nvPr/>
        </p:nvSpPr>
        <p:spPr>
          <a:xfrm>
            <a:off x="6692358" y="3154737"/>
            <a:ext cx="82296" cy="82296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29" name="ST-MTM hierarchical filling: source 629"/>
          <p:cNvSpPr/>
          <p:nvPr/>
        </p:nvSpPr>
        <p:spPr>
          <a:xfrm>
            <a:off x="6798643" y="3143215"/>
            <a:ext cx="105339" cy="105339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30" name="ST-MTM hierarchical filling: source 630"/>
          <p:cNvSpPr/>
          <p:nvPr/>
        </p:nvSpPr>
        <p:spPr>
          <a:xfrm>
            <a:off x="6927971" y="3154737"/>
            <a:ext cx="82296" cy="82296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31" name="ST-MTM hierarchical filling: source 631"/>
          <p:cNvSpPr/>
          <p:nvPr/>
        </p:nvSpPr>
        <p:spPr>
          <a:xfrm>
            <a:off x="7022729" y="3154737"/>
            <a:ext cx="82296" cy="82296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32" name="ST-MTM hierarchical filling: source 632"/>
          <p:cNvSpPr/>
          <p:nvPr/>
        </p:nvSpPr>
        <p:spPr>
          <a:xfrm>
            <a:off x="7091877" y="3154737"/>
            <a:ext cx="82296" cy="82296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33" name="ST-MTM hierarchical filling: source 633"/>
          <p:cNvSpPr/>
          <p:nvPr/>
        </p:nvSpPr>
        <p:spPr>
          <a:xfrm>
            <a:off x="5691683" y="3348133"/>
            <a:ext cx="64756" cy="16459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4" name="ST-MTM hierarchical filling: source 634"/>
          <p:cNvSpPr/>
          <p:nvPr/>
        </p:nvSpPr>
        <p:spPr>
          <a:xfrm>
            <a:off x="5753147" y="3348133"/>
            <a:ext cx="80122" cy="16459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5" name="ST-MTM hierarchical filling: source 635"/>
          <p:cNvSpPr/>
          <p:nvPr/>
        </p:nvSpPr>
        <p:spPr>
          <a:xfrm>
            <a:off x="5829978" y="3348133"/>
            <a:ext cx="81147" cy="16459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6" name="ST-MTM hierarchical filling: source 636"/>
          <p:cNvSpPr/>
          <p:nvPr/>
        </p:nvSpPr>
        <p:spPr>
          <a:xfrm>
            <a:off x="5907833" y="3348133"/>
            <a:ext cx="80122" cy="164592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7" name="ST-MTM hierarchical filling: source 637"/>
          <p:cNvSpPr/>
          <p:nvPr/>
        </p:nvSpPr>
        <p:spPr>
          <a:xfrm>
            <a:off x="5984663" y="3348133"/>
            <a:ext cx="73976" cy="16459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8" name="ST-MTM hierarchical filling: source 638"/>
          <p:cNvSpPr/>
          <p:nvPr/>
        </p:nvSpPr>
        <p:spPr>
          <a:xfrm>
            <a:off x="6055348" y="3348133"/>
            <a:ext cx="90366" cy="16459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39" name="ST-MTM hierarchical filling: source 639"/>
          <p:cNvSpPr/>
          <p:nvPr/>
        </p:nvSpPr>
        <p:spPr>
          <a:xfrm>
            <a:off x="6142423" y="3348133"/>
            <a:ext cx="93440" cy="16459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0" name="ST-MTM hierarchical filling: source 640"/>
          <p:cNvSpPr/>
          <p:nvPr/>
        </p:nvSpPr>
        <p:spPr>
          <a:xfrm>
            <a:off x="6232570" y="3348133"/>
            <a:ext cx="90366" cy="164592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1" name="ST-MTM hierarchical filling: source 641"/>
          <p:cNvSpPr/>
          <p:nvPr/>
        </p:nvSpPr>
        <p:spPr>
          <a:xfrm>
            <a:off x="6319645" y="3348133"/>
            <a:ext cx="110855" cy="16459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2" name="ST-MTM hierarchical filling: source 642"/>
          <p:cNvSpPr/>
          <p:nvPr/>
        </p:nvSpPr>
        <p:spPr>
          <a:xfrm>
            <a:off x="6427208" y="3348133"/>
            <a:ext cx="113928" cy="164592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3" name="ST-MTM hierarchical filling: source 643"/>
          <p:cNvSpPr/>
          <p:nvPr/>
        </p:nvSpPr>
        <p:spPr>
          <a:xfrm>
            <a:off x="6537844" y="3348133"/>
            <a:ext cx="141587" cy="16459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4" name="ST-MTM hierarchical filling: source 644"/>
          <p:cNvSpPr/>
          <p:nvPr/>
        </p:nvSpPr>
        <p:spPr>
          <a:xfrm>
            <a:off x="6676139" y="3348133"/>
            <a:ext cx="118025" cy="16459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5" name="ST-MTM hierarchical filling: source 645"/>
          <p:cNvSpPr/>
          <p:nvPr/>
        </p:nvSpPr>
        <p:spPr>
          <a:xfrm>
            <a:off x="6790873" y="3348133"/>
            <a:ext cx="124172" cy="16459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6" name="ST-MTM hierarchical filling: source 646"/>
          <p:cNvSpPr/>
          <p:nvPr/>
        </p:nvSpPr>
        <p:spPr>
          <a:xfrm>
            <a:off x="6911752" y="3348133"/>
            <a:ext cx="118025" cy="164592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7" name="ST-MTM hierarchical filling: source 647"/>
          <p:cNvSpPr/>
          <p:nvPr/>
        </p:nvSpPr>
        <p:spPr>
          <a:xfrm>
            <a:off x="7026486" y="3348133"/>
            <a:ext cx="78073" cy="16459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8" name="ST-MTM hierarchical filling: source 648"/>
          <p:cNvSpPr/>
          <p:nvPr/>
        </p:nvSpPr>
        <p:spPr>
          <a:xfrm>
            <a:off x="7101268" y="3348133"/>
            <a:ext cx="66805" cy="164592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49" name="ST-MTM hierarchical filling: source 649"/>
          <p:cNvSpPr/>
          <p:nvPr/>
        </p:nvSpPr>
        <p:spPr>
          <a:xfrm>
            <a:off x="5691683" y="3348133"/>
            <a:ext cx="1473098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650" name="ST-MTM temporal row 0: source 650"/>
          <p:cNvSpPr/>
          <p:nvPr/>
        </p:nvSpPr>
        <p:spPr>
          <a:xfrm>
            <a:off x="7513320" y="2857500"/>
            <a:ext cx="1341425" cy="296266"/>
          </a:xfrm>
          <a:prstGeom prst="rect">
            <a:avLst/>
          </a:prstGeom>
          <a:solidFill>
            <a:srgbClr val="FFFFFF">
              <a:alpha val="0"/>
            </a:srgbClr>
          </a:solidFill>
          <a:ln w="7772">
            <a:solidFill>
              <a:srgbClr val="CCDDEC"/>
            </a:solidFill>
            <a:prstDash val="solid"/>
          </a:ln>
        </p:spPr>
      </p:sp>
      <p:sp>
        <p:nvSpPr>
          <p:cNvPr id="651" name="ST-MTM temporal row 0: source 651"/>
          <p:cNvSpPr/>
          <p:nvPr/>
        </p:nvSpPr>
        <p:spPr>
          <a:xfrm>
            <a:off x="7566812" y="2952140"/>
            <a:ext cx="123444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652" name="ST-MTM temporal row 0: source 652"/>
          <p:cNvSpPr/>
          <p:nvPr/>
        </p:nvSpPr>
        <p:spPr>
          <a:xfrm>
            <a:off x="7549903" y="290947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53" name="ST-MTM temporal row 0: source 653"/>
          <p:cNvSpPr/>
          <p:nvPr/>
        </p:nvSpPr>
        <p:spPr>
          <a:xfrm>
            <a:off x="7617181" y="291881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54" name="ST-MTM temporal row 0: source 654"/>
          <p:cNvSpPr/>
          <p:nvPr/>
        </p:nvSpPr>
        <p:spPr>
          <a:xfrm>
            <a:off x="7672660" y="2909479"/>
            <a:ext cx="85325" cy="85325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55" name="ST-MTM temporal row 0: source 655"/>
          <p:cNvSpPr/>
          <p:nvPr/>
        </p:nvSpPr>
        <p:spPr>
          <a:xfrm>
            <a:off x="7746805" y="291881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56" name="ST-MTM temporal row 0: source 656"/>
          <p:cNvSpPr/>
          <p:nvPr/>
        </p:nvSpPr>
        <p:spPr>
          <a:xfrm>
            <a:off x="7799281" y="2909479"/>
            <a:ext cx="85325" cy="85325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57" name="ST-MTM temporal row 0: source 657"/>
          <p:cNvSpPr/>
          <p:nvPr/>
        </p:nvSpPr>
        <p:spPr>
          <a:xfrm>
            <a:off x="7874713" y="291881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58" name="ST-MTM temporal row 0: source 658"/>
          <p:cNvSpPr/>
          <p:nvPr/>
        </p:nvSpPr>
        <p:spPr>
          <a:xfrm>
            <a:off x="7939636" y="2909479"/>
            <a:ext cx="85325" cy="85325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59" name="ST-MTM temporal row 0: source 659"/>
          <p:cNvSpPr/>
          <p:nvPr/>
        </p:nvSpPr>
        <p:spPr>
          <a:xfrm>
            <a:off x="8023224" y="291881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0" name="ST-MTM temporal row 0: source 660"/>
          <p:cNvSpPr/>
          <p:nvPr/>
        </p:nvSpPr>
        <p:spPr>
          <a:xfrm>
            <a:off x="8104776" y="291881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1" name="ST-MTM temporal row 0: source 661"/>
          <p:cNvSpPr/>
          <p:nvPr/>
        </p:nvSpPr>
        <p:spPr>
          <a:xfrm>
            <a:off x="8196200" y="291881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2" name="ST-MTM temporal row 0: source 662"/>
          <p:cNvSpPr/>
          <p:nvPr/>
        </p:nvSpPr>
        <p:spPr>
          <a:xfrm>
            <a:off x="8291168" y="290947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63" name="ST-MTM temporal row 0: source 663"/>
          <p:cNvSpPr/>
          <p:nvPr/>
        </p:nvSpPr>
        <p:spPr>
          <a:xfrm>
            <a:off x="8406519" y="291881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4" name="ST-MTM temporal row 0: source 664"/>
          <p:cNvSpPr/>
          <p:nvPr/>
        </p:nvSpPr>
        <p:spPr>
          <a:xfrm>
            <a:off x="8495907" y="2909479"/>
            <a:ext cx="85325" cy="85325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65" name="ST-MTM temporal row 0: source 665"/>
          <p:cNvSpPr/>
          <p:nvPr/>
        </p:nvSpPr>
        <p:spPr>
          <a:xfrm>
            <a:off x="8603960" y="291881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6" name="ST-MTM temporal row 0: source 666"/>
          <p:cNvSpPr/>
          <p:nvPr/>
        </p:nvSpPr>
        <p:spPr>
          <a:xfrm>
            <a:off x="8683366" y="291881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7" name="ST-MTM temporal row 0: source 667"/>
          <p:cNvSpPr/>
          <p:nvPr/>
        </p:nvSpPr>
        <p:spPr>
          <a:xfrm>
            <a:off x="8741311" y="291881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68" name="ST-MTM temporal row 0: source 668"/>
          <p:cNvSpPr/>
          <p:nvPr/>
        </p:nvSpPr>
        <p:spPr>
          <a:xfrm>
            <a:off x="7566812" y="3037729"/>
            <a:ext cx="5479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69" name="ST-MTM temporal row 0: source 669"/>
          <p:cNvSpPr/>
          <p:nvPr/>
        </p:nvSpPr>
        <p:spPr>
          <a:xfrm>
            <a:off x="7618318" y="303772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0" name="ST-MTM temporal row 0: source 670"/>
          <p:cNvSpPr/>
          <p:nvPr/>
        </p:nvSpPr>
        <p:spPr>
          <a:xfrm>
            <a:off x="7682702" y="3037729"/>
            <a:ext cx="68533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1" name="ST-MTM temporal row 0: source 671"/>
          <p:cNvSpPr/>
          <p:nvPr/>
        </p:nvSpPr>
        <p:spPr>
          <a:xfrm>
            <a:off x="7747944" y="303772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2" name="ST-MTM temporal row 0: source 672"/>
          <p:cNvSpPr/>
          <p:nvPr/>
        </p:nvSpPr>
        <p:spPr>
          <a:xfrm>
            <a:off x="7812327" y="3037729"/>
            <a:ext cx="62525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3" name="ST-MTM temporal row 0: source 673"/>
          <p:cNvSpPr/>
          <p:nvPr/>
        </p:nvSpPr>
        <p:spPr>
          <a:xfrm>
            <a:off x="7871560" y="303772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4" name="ST-MTM temporal row 0: source 674"/>
          <p:cNvSpPr/>
          <p:nvPr/>
        </p:nvSpPr>
        <p:spPr>
          <a:xfrm>
            <a:off x="7944527" y="3037729"/>
            <a:ext cx="78835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5" name="ST-MTM temporal row 0: source 675"/>
          <p:cNvSpPr/>
          <p:nvPr/>
        </p:nvSpPr>
        <p:spPr>
          <a:xfrm>
            <a:off x="8020069" y="303772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6" name="ST-MTM temporal row 0: source 676"/>
          <p:cNvSpPr/>
          <p:nvPr/>
        </p:nvSpPr>
        <p:spPr>
          <a:xfrm>
            <a:off x="8093038" y="3037729"/>
            <a:ext cx="93428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7" name="ST-MTM temporal row 0: source 677"/>
          <p:cNvSpPr/>
          <p:nvPr/>
        </p:nvSpPr>
        <p:spPr>
          <a:xfrm>
            <a:off x="8183174" y="3037729"/>
            <a:ext cx="96004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8" name="ST-MTM temporal row 0: source 678"/>
          <p:cNvSpPr/>
          <p:nvPr/>
        </p:nvSpPr>
        <p:spPr>
          <a:xfrm>
            <a:off x="8275885" y="3037729"/>
            <a:ext cx="119182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79" name="ST-MTM temporal row 0: source 679"/>
          <p:cNvSpPr/>
          <p:nvPr/>
        </p:nvSpPr>
        <p:spPr>
          <a:xfrm>
            <a:off x="8391776" y="303772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80" name="ST-MTM temporal row 0: source 680"/>
          <p:cNvSpPr/>
          <p:nvPr/>
        </p:nvSpPr>
        <p:spPr>
          <a:xfrm>
            <a:off x="8487921" y="3037729"/>
            <a:ext cx="104588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81" name="ST-MTM temporal row 0: source 681"/>
          <p:cNvSpPr/>
          <p:nvPr/>
        </p:nvSpPr>
        <p:spPr>
          <a:xfrm>
            <a:off x="8589217" y="303772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82" name="ST-MTM temporal row 0: source 682"/>
          <p:cNvSpPr/>
          <p:nvPr/>
        </p:nvSpPr>
        <p:spPr>
          <a:xfrm>
            <a:off x="8685363" y="3037729"/>
            <a:ext cx="6595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83" name="ST-MTM temporal row 0: source 683"/>
          <p:cNvSpPr/>
          <p:nvPr/>
        </p:nvSpPr>
        <p:spPr>
          <a:xfrm>
            <a:off x="8748029" y="3037729"/>
            <a:ext cx="56516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684" name="ST-MTM temporal row 0: source 684"/>
          <p:cNvSpPr/>
          <p:nvPr/>
        </p:nvSpPr>
        <p:spPr>
          <a:xfrm>
            <a:off x="7566812" y="3037729"/>
            <a:ext cx="1234440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685" name="ST-MTM temporal row 1: source 685"/>
          <p:cNvSpPr/>
          <p:nvPr/>
        </p:nvSpPr>
        <p:spPr>
          <a:xfrm>
            <a:off x="7513320" y="3181350"/>
            <a:ext cx="1341425" cy="296266"/>
          </a:xfrm>
          <a:prstGeom prst="rect">
            <a:avLst/>
          </a:prstGeom>
          <a:solidFill>
            <a:srgbClr val="FFFFFF">
              <a:alpha val="0"/>
            </a:srgbClr>
          </a:solidFill>
          <a:ln w="7772">
            <a:solidFill>
              <a:srgbClr val="CCDDEC"/>
            </a:solidFill>
            <a:prstDash val="solid"/>
          </a:ln>
        </p:spPr>
      </p:sp>
      <p:sp>
        <p:nvSpPr>
          <p:cNvPr id="686" name="ST-MTM temporal row 1: source 686"/>
          <p:cNvSpPr/>
          <p:nvPr/>
        </p:nvSpPr>
        <p:spPr>
          <a:xfrm>
            <a:off x="7566812" y="3275990"/>
            <a:ext cx="123444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687" name="ST-MTM temporal row 1: source 687"/>
          <p:cNvSpPr/>
          <p:nvPr/>
        </p:nvSpPr>
        <p:spPr>
          <a:xfrm>
            <a:off x="7549903" y="323332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88" name="ST-MTM temporal row 1: source 688"/>
          <p:cNvSpPr/>
          <p:nvPr/>
        </p:nvSpPr>
        <p:spPr>
          <a:xfrm>
            <a:off x="7617181" y="324266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89" name="ST-MTM temporal row 1: source 689"/>
          <p:cNvSpPr/>
          <p:nvPr/>
        </p:nvSpPr>
        <p:spPr>
          <a:xfrm>
            <a:off x="7672660" y="3233329"/>
            <a:ext cx="85325" cy="85325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90" name="ST-MTM temporal row 1: source 690"/>
          <p:cNvSpPr/>
          <p:nvPr/>
        </p:nvSpPr>
        <p:spPr>
          <a:xfrm>
            <a:off x="7746805" y="324266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1" name="ST-MTM temporal row 1: source 691"/>
          <p:cNvSpPr/>
          <p:nvPr/>
        </p:nvSpPr>
        <p:spPr>
          <a:xfrm>
            <a:off x="7799281" y="3233329"/>
            <a:ext cx="85325" cy="85325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92" name="ST-MTM temporal row 1: source 692"/>
          <p:cNvSpPr/>
          <p:nvPr/>
        </p:nvSpPr>
        <p:spPr>
          <a:xfrm>
            <a:off x="7874713" y="324266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3" name="ST-MTM temporal row 1: source 693"/>
          <p:cNvSpPr/>
          <p:nvPr/>
        </p:nvSpPr>
        <p:spPr>
          <a:xfrm>
            <a:off x="7939636" y="3233329"/>
            <a:ext cx="85325" cy="85325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94" name="ST-MTM temporal row 1: source 694"/>
          <p:cNvSpPr/>
          <p:nvPr/>
        </p:nvSpPr>
        <p:spPr>
          <a:xfrm>
            <a:off x="8023224" y="324266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5" name="ST-MTM temporal row 1: source 695"/>
          <p:cNvSpPr/>
          <p:nvPr/>
        </p:nvSpPr>
        <p:spPr>
          <a:xfrm>
            <a:off x="8104776" y="324266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6" name="ST-MTM temporal row 1: source 696"/>
          <p:cNvSpPr/>
          <p:nvPr/>
        </p:nvSpPr>
        <p:spPr>
          <a:xfrm>
            <a:off x="8196200" y="324266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7" name="ST-MTM temporal row 1: source 697"/>
          <p:cNvSpPr/>
          <p:nvPr/>
        </p:nvSpPr>
        <p:spPr>
          <a:xfrm>
            <a:off x="8291168" y="323332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698" name="ST-MTM temporal row 1: source 698"/>
          <p:cNvSpPr/>
          <p:nvPr/>
        </p:nvSpPr>
        <p:spPr>
          <a:xfrm>
            <a:off x="8406519" y="324266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699" name="ST-MTM temporal row 1: source 699"/>
          <p:cNvSpPr/>
          <p:nvPr/>
        </p:nvSpPr>
        <p:spPr>
          <a:xfrm>
            <a:off x="8495907" y="3233329"/>
            <a:ext cx="85325" cy="85325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00" name="ST-MTM temporal row 1: source 700"/>
          <p:cNvSpPr/>
          <p:nvPr/>
        </p:nvSpPr>
        <p:spPr>
          <a:xfrm>
            <a:off x="8603960" y="324266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01" name="ST-MTM temporal row 1: source 701"/>
          <p:cNvSpPr/>
          <p:nvPr/>
        </p:nvSpPr>
        <p:spPr>
          <a:xfrm>
            <a:off x="8683366" y="324266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02" name="ST-MTM temporal row 1: source 702"/>
          <p:cNvSpPr/>
          <p:nvPr/>
        </p:nvSpPr>
        <p:spPr>
          <a:xfrm>
            <a:off x="8741311" y="324266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03" name="ST-MTM temporal row 1: source 703"/>
          <p:cNvSpPr/>
          <p:nvPr/>
        </p:nvSpPr>
        <p:spPr>
          <a:xfrm>
            <a:off x="7566812" y="3361579"/>
            <a:ext cx="5479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4" name="ST-MTM temporal row 1: source 704"/>
          <p:cNvSpPr/>
          <p:nvPr/>
        </p:nvSpPr>
        <p:spPr>
          <a:xfrm>
            <a:off x="7618318" y="336157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5" name="ST-MTM temporal row 1: source 705"/>
          <p:cNvSpPr/>
          <p:nvPr/>
        </p:nvSpPr>
        <p:spPr>
          <a:xfrm>
            <a:off x="7682702" y="3361579"/>
            <a:ext cx="68533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6" name="ST-MTM temporal row 1: source 706"/>
          <p:cNvSpPr/>
          <p:nvPr/>
        </p:nvSpPr>
        <p:spPr>
          <a:xfrm>
            <a:off x="7747944" y="336157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7" name="ST-MTM temporal row 1: source 707"/>
          <p:cNvSpPr/>
          <p:nvPr/>
        </p:nvSpPr>
        <p:spPr>
          <a:xfrm>
            <a:off x="7812327" y="3361579"/>
            <a:ext cx="62525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8" name="ST-MTM temporal row 1: source 708"/>
          <p:cNvSpPr/>
          <p:nvPr/>
        </p:nvSpPr>
        <p:spPr>
          <a:xfrm>
            <a:off x="7871560" y="336157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09" name="ST-MTM temporal row 1: source 709"/>
          <p:cNvSpPr/>
          <p:nvPr/>
        </p:nvSpPr>
        <p:spPr>
          <a:xfrm>
            <a:off x="7944527" y="3361579"/>
            <a:ext cx="78835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0" name="ST-MTM temporal row 1: source 710"/>
          <p:cNvSpPr/>
          <p:nvPr/>
        </p:nvSpPr>
        <p:spPr>
          <a:xfrm>
            <a:off x="8020069" y="336157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1" name="ST-MTM temporal row 1: source 711"/>
          <p:cNvSpPr/>
          <p:nvPr/>
        </p:nvSpPr>
        <p:spPr>
          <a:xfrm>
            <a:off x="8093038" y="3361579"/>
            <a:ext cx="93428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2" name="ST-MTM temporal row 1: source 712"/>
          <p:cNvSpPr/>
          <p:nvPr/>
        </p:nvSpPr>
        <p:spPr>
          <a:xfrm>
            <a:off x="8183174" y="3361579"/>
            <a:ext cx="96004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3" name="ST-MTM temporal row 1: source 713"/>
          <p:cNvSpPr/>
          <p:nvPr/>
        </p:nvSpPr>
        <p:spPr>
          <a:xfrm>
            <a:off x="8275885" y="3361579"/>
            <a:ext cx="119182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4" name="ST-MTM temporal row 1: source 714"/>
          <p:cNvSpPr/>
          <p:nvPr/>
        </p:nvSpPr>
        <p:spPr>
          <a:xfrm>
            <a:off x="8391776" y="336157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5" name="ST-MTM temporal row 1: source 715"/>
          <p:cNvSpPr/>
          <p:nvPr/>
        </p:nvSpPr>
        <p:spPr>
          <a:xfrm>
            <a:off x="8487921" y="3361579"/>
            <a:ext cx="104588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6" name="ST-MTM temporal row 1: source 716"/>
          <p:cNvSpPr/>
          <p:nvPr/>
        </p:nvSpPr>
        <p:spPr>
          <a:xfrm>
            <a:off x="8589217" y="336157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7" name="ST-MTM temporal row 1: source 717"/>
          <p:cNvSpPr/>
          <p:nvPr/>
        </p:nvSpPr>
        <p:spPr>
          <a:xfrm>
            <a:off x="8685363" y="3361579"/>
            <a:ext cx="6595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8" name="ST-MTM temporal row 1: source 718"/>
          <p:cNvSpPr/>
          <p:nvPr/>
        </p:nvSpPr>
        <p:spPr>
          <a:xfrm>
            <a:off x="8748029" y="3361579"/>
            <a:ext cx="56516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19" name="ST-MTM temporal row 1: source 719"/>
          <p:cNvSpPr/>
          <p:nvPr/>
        </p:nvSpPr>
        <p:spPr>
          <a:xfrm>
            <a:off x="7566812" y="3361579"/>
            <a:ext cx="1234440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720" name="ST-MTM temporal row 2: source 720"/>
          <p:cNvSpPr/>
          <p:nvPr/>
        </p:nvSpPr>
        <p:spPr>
          <a:xfrm>
            <a:off x="7513320" y="3505200"/>
            <a:ext cx="1341425" cy="296266"/>
          </a:xfrm>
          <a:prstGeom prst="rect">
            <a:avLst/>
          </a:prstGeom>
          <a:solidFill>
            <a:srgbClr val="FFFFFF">
              <a:alpha val="0"/>
            </a:srgbClr>
          </a:solidFill>
          <a:ln w="7772">
            <a:solidFill>
              <a:srgbClr val="CCDDEC"/>
            </a:solidFill>
            <a:prstDash val="solid"/>
          </a:ln>
        </p:spPr>
      </p:sp>
      <p:sp>
        <p:nvSpPr>
          <p:cNvPr id="721" name="ST-MTM temporal row 2: source 721"/>
          <p:cNvSpPr/>
          <p:nvPr/>
        </p:nvSpPr>
        <p:spPr>
          <a:xfrm>
            <a:off x="7566812" y="3599840"/>
            <a:ext cx="1234440" cy="823"/>
          </a:xfrm>
          <a:prstGeom prst="line">
            <a:avLst/>
          </a:prstGeom>
          <a:solidFill>
            <a:srgbClr val="FFFFFF">
              <a:alpha val="0"/>
            </a:srgbClr>
          </a:solidFill>
          <a:ln w="8687">
            <a:solidFill>
              <a:srgbClr val="7B8790"/>
            </a:solidFill>
            <a:prstDash val="solid"/>
          </a:ln>
        </p:spPr>
      </p:sp>
      <p:sp>
        <p:nvSpPr>
          <p:cNvPr id="722" name="ST-MTM temporal row 2: source 722"/>
          <p:cNvSpPr/>
          <p:nvPr/>
        </p:nvSpPr>
        <p:spPr>
          <a:xfrm>
            <a:off x="7549903" y="355717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23" name="ST-MTM temporal row 2: source 723"/>
          <p:cNvSpPr/>
          <p:nvPr/>
        </p:nvSpPr>
        <p:spPr>
          <a:xfrm>
            <a:off x="7617181" y="356651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24" name="ST-MTM temporal row 2: source 724"/>
          <p:cNvSpPr/>
          <p:nvPr/>
        </p:nvSpPr>
        <p:spPr>
          <a:xfrm>
            <a:off x="7672660" y="3557179"/>
            <a:ext cx="85325" cy="85325"/>
          </a:xfrm>
          <a:prstGeom prst="diamond">
            <a:avLst/>
          </a:prstGeom>
          <a:solidFill>
            <a:srgbClr val="0072B2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25" name="ST-MTM temporal row 2: source 725"/>
          <p:cNvSpPr/>
          <p:nvPr/>
        </p:nvSpPr>
        <p:spPr>
          <a:xfrm>
            <a:off x="7746805" y="3566511"/>
            <a:ext cx="66659" cy="66659"/>
          </a:xfrm>
          <a:prstGeom prst="ellipse">
            <a:avLst/>
          </a:prstGeom>
          <a:solidFill>
            <a:srgbClr val="0072B2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26" name="ST-MTM temporal row 2: source 726"/>
          <p:cNvSpPr/>
          <p:nvPr/>
        </p:nvSpPr>
        <p:spPr>
          <a:xfrm>
            <a:off x="7799281" y="3557179"/>
            <a:ext cx="85325" cy="85325"/>
          </a:xfrm>
          <a:prstGeom prst="diamond">
            <a:avLst/>
          </a:prstGeom>
          <a:solidFill>
            <a:srgbClr val="B7BEC5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27" name="ST-MTM temporal row 2: source 727"/>
          <p:cNvSpPr/>
          <p:nvPr/>
        </p:nvSpPr>
        <p:spPr>
          <a:xfrm>
            <a:off x="7874713" y="356651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28" name="ST-MTM temporal row 2: source 728"/>
          <p:cNvSpPr/>
          <p:nvPr/>
        </p:nvSpPr>
        <p:spPr>
          <a:xfrm>
            <a:off x="7939636" y="3557179"/>
            <a:ext cx="85325" cy="85325"/>
          </a:xfrm>
          <a:prstGeom prst="diamond">
            <a:avLst/>
          </a:prstGeom>
          <a:solidFill>
            <a:srgbClr val="D55E0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29" name="ST-MTM temporal row 2: source 729"/>
          <p:cNvSpPr/>
          <p:nvPr/>
        </p:nvSpPr>
        <p:spPr>
          <a:xfrm>
            <a:off x="8023224" y="3566511"/>
            <a:ext cx="66659" cy="66659"/>
          </a:xfrm>
          <a:prstGeom prst="ellipse">
            <a:avLst/>
          </a:prstGeom>
          <a:solidFill>
            <a:srgbClr val="D55E0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0" name="ST-MTM temporal row 2: source 730"/>
          <p:cNvSpPr/>
          <p:nvPr/>
        </p:nvSpPr>
        <p:spPr>
          <a:xfrm>
            <a:off x="8104776" y="356651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1" name="ST-MTM temporal row 2: source 731"/>
          <p:cNvSpPr/>
          <p:nvPr/>
        </p:nvSpPr>
        <p:spPr>
          <a:xfrm>
            <a:off x="8196200" y="3566511"/>
            <a:ext cx="66659" cy="66659"/>
          </a:xfrm>
          <a:prstGeom prst="ellipse">
            <a:avLst/>
          </a:prstGeom>
          <a:solidFill>
            <a:srgbClr val="B7BEC5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2" name="ST-MTM temporal row 2: source 732"/>
          <p:cNvSpPr/>
          <p:nvPr/>
        </p:nvSpPr>
        <p:spPr>
          <a:xfrm>
            <a:off x="8291168" y="3557179"/>
            <a:ext cx="85325" cy="85325"/>
          </a:xfrm>
          <a:prstGeom prst="diamond">
            <a:avLst/>
          </a:prstGeom>
          <a:solidFill>
            <a:srgbClr val="7B8790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33" name="ST-MTM temporal row 2: source 733"/>
          <p:cNvSpPr/>
          <p:nvPr/>
        </p:nvSpPr>
        <p:spPr>
          <a:xfrm>
            <a:off x="8406519" y="356651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4" name="ST-MTM temporal row 2: source 734"/>
          <p:cNvSpPr/>
          <p:nvPr/>
        </p:nvSpPr>
        <p:spPr>
          <a:xfrm>
            <a:off x="8495907" y="3557179"/>
            <a:ext cx="85325" cy="85325"/>
          </a:xfrm>
          <a:prstGeom prst="diamond">
            <a:avLst/>
          </a:prstGeom>
          <a:solidFill>
            <a:srgbClr val="009E73"/>
          </a:solidFill>
          <a:ln w="9716">
            <a:solidFill>
              <a:srgbClr val="263238"/>
            </a:solidFill>
            <a:prstDash val="solid"/>
          </a:ln>
        </p:spPr>
      </p:sp>
      <p:sp>
        <p:nvSpPr>
          <p:cNvPr id="735" name="ST-MTM temporal row 2: source 735"/>
          <p:cNvSpPr/>
          <p:nvPr/>
        </p:nvSpPr>
        <p:spPr>
          <a:xfrm>
            <a:off x="8603960" y="3566511"/>
            <a:ext cx="66659" cy="66659"/>
          </a:xfrm>
          <a:prstGeom prst="ellipse">
            <a:avLst/>
          </a:prstGeom>
          <a:solidFill>
            <a:srgbClr val="009E73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6" name="ST-MTM temporal row 2: source 736"/>
          <p:cNvSpPr/>
          <p:nvPr/>
        </p:nvSpPr>
        <p:spPr>
          <a:xfrm>
            <a:off x="8683366" y="356651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7" name="ST-MTM temporal row 2: source 737"/>
          <p:cNvSpPr/>
          <p:nvPr/>
        </p:nvSpPr>
        <p:spPr>
          <a:xfrm>
            <a:off x="8741311" y="3566511"/>
            <a:ext cx="66659" cy="66659"/>
          </a:xfrm>
          <a:prstGeom prst="ellipse">
            <a:avLst/>
          </a:prstGeom>
          <a:solidFill>
            <a:srgbClr val="7B8790"/>
          </a:solidFill>
          <a:ln w="6858">
            <a:solidFill>
              <a:srgbClr val="263238"/>
            </a:solidFill>
            <a:prstDash val="solid"/>
          </a:ln>
        </p:spPr>
      </p:sp>
      <p:sp>
        <p:nvSpPr>
          <p:cNvPr id="738" name="ST-MTM temporal row 2: source 738"/>
          <p:cNvSpPr/>
          <p:nvPr/>
        </p:nvSpPr>
        <p:spPr>
          <a:xfrm>
            <a:off x="7566812" y="3685429"/>
            <a:ext cx="5479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39" name="ST-MTM temporal row 2: source 739"/>
          <p:cNvSpPr/>
          <p:nvPr/>
        </p:nvSpPr>
        <p:spPr>
          <a:xfrm>
            <a:off x="7618318" y="368542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0" name="ST-MTM temporal row 2: source 740"/>
          <p:cNvSpPr/>
          <p:nvPr/>
        </p:nvSpPr>
        <p:spPr>
          <a:xfrm>
            <a:off x="7682702" y="3685429"/>
            <a:ext cx="68533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1" name="ST-MTM temporal row 2: source 741"/>
          <p:cNvSpPr/>
          <p:nvPr/>
        </p:nvSpPr>
        <p:spPr>
          <a:xfrm>
            <a:off x="7747944" y="3685429"/>
            <a:ext cx="67675" cy="90526"/>
          </a:xfrm>
          <a:prstGeom prst="rect">
            <a:avLst/>
          </a:prstGeom>
          <a:solidFill>
            <a:srgbClr val="0072B2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2" name="ST-MTM temporal row 2: source 742"/>
          <p:cNvSpPr/>
          <p:nvPr/>
        </p:nvSpPr>
        <p:spPr>
          <a:xfrm>
            <a:off x="7812327" y="3685429"/>
            <a:ext cx="62525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3" name="ST-MTM temporal row 2: source 743"/>
          <p:cNvSpPr/>
          <p:nvPr/>
        </p:nvSpPr>
        <p:spPr>
          <a:xfrm>
            <a:off x="7871560" y="368542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4" name="ST-MTM temporal row 2: source 744"/>
          <p:cNvSpPr/>
          <p:nvPr/>
        </p:nvSpPr>
        <p:spPr>
          <a:xfrm>
            <a:off x="7944527" y="3685429"/>
            <a:ext cx="78835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5" name="ST-MTM temporal row 2: source 745"/>
          <p:cNvSpPr/>
          <p:nvPr/>
        </p:nvSpPr>
        <p:spPr>
          <a:xfrm>
            <a:off x="8020069" y="3685429"/>
            <a:ext cx="76260" cy="90526"/>
          </a:xfrm>
          <a:prstGeom prst="rect">
            <a:avLst/>
          </a:prstGeom>
          <a:solidFill>
            <a:srgbClr val="D55E0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6" name="ST-MTM temporal row 2: source 746"/>
          <p:cNvSpPr/>
          <p:nvPr/>
        </p:nvSpPr>
        <p:spPr>
          <a:xfrm>
            <a:off x="8093038" y="3685429"/>
            <a:ext cx="93428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7" name="ST-MTM temporal row 2: source 747"/>
          <p:cNvSpPr/>
          <p:nvPr/>
        </p:nvSpPr>
        <p:spPr>
          <a:xfrm>
            <a:off x="8183174" y="3685429"/>
            <a:ext cx="96004" cy="90526"/>
          </a:xfrm>
          <a:prstGeom prst="rect">
            <a:avLst/>
          </a:prstGeom>
          <a:solidFill>
            <a:srgbClr val="B7BEC5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8" name="ST-MTM temporal row 2: source 748"/>
          <p:cNvSpPr/>
          <p:nvPr/>
        </p:nvSpPr>
        <p:spPr>
          <a:xfrm>
            <a:off x="8275885" y="3685429"/>
            <a:ext cx="119182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49" name="ST-MTM temporal row 2: source 749"/>
          <p:cNvSpPr/>
          <p:nvPr/>
        </p:nvSpPr>
        <p:spPr>
          <a:xfrm>
            <a:off x="8391776" y="368542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50" name="ST-MTM temporal row 2: source 750"/>
          <p:cNvSpPr/>
          <p:nvPr/>
        </p:nvSpPr>
        <p:spPr>
          <a:xfrm>
            <a:off x="8487921" y="3685429"/>
            <a:ext cx="104588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51" name="ST-MTM temporal row 2: source 751"/>
          <p:cNvSpPr/>
          <p:nvPr/>
        </p:nvSpPr>
        <p:spPr>
          <a:xfrm>
            <a:off x="8589217" y="3685429"/>
            <a:ext cx="99437" cy="90526"/>
          </a:xfrm>
          <a:prstGeom prst="rect">
            <a:avLst/>
          </a:prstGeom>
          <a:solidFill>
            <a:srgbClr val="009E73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52" name="ST-MTM temporal row 2: source 752"/>
          <p:cNvSpPr/>
          <p:nvPr/>
        </p:nvSpPr>
        <p:spPr>
          <a:xfrm>
            <a:off x="8685363" y="3685429"/>
            <a:ext cx="65958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53" name="ST-MTM temporal row 2: source 753"/>
          <p:cNvSpPr/>
          <p:nvPr/>
        </p:nvSpPr>
        <p:spPr>
          <a:xfrm>
            <a:off x="8748029" y="3685429"/>
            <a:ext cx="56516" cy="90526"/>
          </a:xfrm>
          <a:prstGeom prst="rect">
            <a:avLst/>
          </a:prstGeom>
          <a:solidFill>
            <a:srgbClr val="7B8790"/>
          </a:solidFill>
          <a:ln w="3772">
            <a:solidFill>
              <a:srgbClr val="FFFFFF"/>
            </a:solidFill>
            <a:prstDash val="solid"/>
          </a:ln>
        </p:spPr>
      </p:sp>
      <p:sp>
        <p:nvSpPr>
          <p:cNvPr id="754" name="ST-MTM temporal row 2: source 754"/>
          <p:cNvSpPr/>
          <p:nvPr/>
        </p:nvSpPr>
        <p:spPr>
          <a:xfrm>
            <a:off x="7566812" y="3685429"/>
            <a:ext cx="1234440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8801">
            <a:solidFill>
              <a:srgbClr val="263238"/>
            </a:solidFill>
            <a:prstDash val="solid"/>
          </a:ln>
        </p:spPr>
      </p:sp>
      <p:sp>
        <p:nvSpPr>
          <p:cNvPr id="11000" name="Centroid 1">
            <a:extLst>
              <a:ext uri="{FF2B5EF4-FFF2-40B4-BE49-F238E27FC236}">
                <ns2:creationId id="{F07B54FB-EB0B-45C3-86DD-B1AAA1E730F7}"/>
              </a:ext>
            </a:extLst>
          </p:cNvPr>
          <p:cNvSpPr>
            <a:spLocks noGrp="1"/>
          </p:cNvSpPr>
          <p:nvPr/>
        </p:nvSpPr>
        <p:spPr>
          <a:xfrm>
            <a:off x="2600325" y="3600450"/>
            <a:ext cx="26670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G_A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01" name="Centroid 2">
            <a:extLst>
              <a:ext uri="{FF2B5EF4-FFF2-40B4-BE49-F238E27FC236}">
                <ns2:creationId id="{D5BC90EF-5C58-4CCD-96CB-43780D74607E}"/>
              </a:ext>
            </a:extLst>
          </p:cNvPr>
          <p:cNvSpPr>
            <a:spLocks noGrp="1"/>
          </p:cNvSpPr>
          <p:nvPr/>
        </p:nvSpPr>
        <p:spPr>
          <a:xfrm>
            <a:off x="3067050" y="2771775"/>
            <a:ext cx="26670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G_B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02" name="Centroid 3">
            <a:extLst>
              <a:ext uri="{FF2B5EF4-FFF2-40B4-BE49-F238E27FC236}">
                <ns2:creationId id="{53BA0AE7-7D5B-4E51-93B4-055859798847}"/>
              </a:ext>
            </a:extLst>
          </p:cNvPr>
          <p:cNvSpPr>
            <a:spLocks noGrp="1"/>
          </p:cNvSpPr>
          <p:nvPr/>
        </p:nvSpPr>
        <p:spPr>
          <a:xfrm>
            <a:off x="3590925" y="3638550"/>
            <a:ext cx="26670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G_C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03" name="Distance 1–2">
            <a:extLst>
              <a:ext uri="{FF2B5EF4-FFF2-40B4-BE49-F238E27FC236}">
                <ns2:creationId id="{A729EF3D-E55D-4776-B41D-342390E3CB98}"/>
              </a:ext>
            </a:extLst>
          </p:cNvPr>
          <p:cNvSpPr>
            <a:spLocks noGrp="1"/>
          </p:cNvSpPr>
          <p:nvPr/>
        </p:nvSpPr>
        <p:spPr>
          <a:xfrm>
            <a:off x="2847975" y="3181350"/>
            <a:ext cx="266700" cy="161925"/>
          </a:xfrm>
          <a:prstGeom prst="rect">
            <a:avLst/>
          </a:prstGeom>
          <a:solidFill>
            <a:srgbClr val="F7F9FA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d_AB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04" name="Distance 2–3">
            <a:extLst>
              <a:ext uri="{FF2B5EF4-FFF2-40B4-BE49-F238E27FC236}">
                <ns2:creationId id="{768B69FD-F9FC-430F-8C7A-CACF1040FD36}"/>
              </a:ext>
            </a:extLst>
          </p:cNvPr>
          <p:cNvSpPr>
            <a:spLocks noGrp="1"/>
          </p:cNvSpPr>
          <p:nvPr/>
        </p:nvSpPr>
        <p:spPr>
          <a:xfrm>
            <a:off x="3276600" y="3209925"/>
            <a:ext cx="266700" cy="161925"/>
          </a:xfrm>
          <a:prstGeom prst="rect">
            <a:avLst/>
          </a:prstGeom>
          <a:solidFill>
            <a:srgbClr val="F7F9FA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d_BC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05" name="Distance 1–3">
            <a:extLst>
              <a:ext uri="{FF2B5EF4-FFF2-40B4-BE49-F238E27FC236}">
                <ns2:creationId id="{EAF936F1-72B0-49E5-8BA5-0756666AF281}"/>
              </a:ext>
            </a:extLst>
          </p:cNvPr>
          <p:cNvSpPr>
            <a:spLocks noGrp="1"/>
          </p:cNvSpPr>
          <p:nvPr/>
        </p:nvSpPr>
        <p:spPr>
          <a:xfrm>
            <a:off x="3057525" y="3429000"/>
            <a:ext cx="266700" cy="161925"/>
          </a:xfrm>
          <a:prstGeom prst="rect">
            <a:avLst/>
          </a:prstGeom>
          <a:solidFill>
            <a:srgbClr val="F7F9FA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d_AC</a:t>
            </a:r>
            <a:r>
              <a:rPr sz="702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WPS 演示</Application>
  <PresentationFormat>On-screen Show (16:9)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Arial</vt:lpstr>
      <vt:lpstr>Arial</vt:lpstr>
      <vt:lpstr>MS PGothic</vt:lpstr>
      <vt:lpstr>苹方-简</vt:lpstr>
      <vt:lpstr>Arial Unicode MS</vt:lpstr>
      <vt:lpstr>微软雅黑</vt:lpstr>
      <vt:lpstr>方正雅意黑 GB18030L2</vt:lpstr>
      <vt:lpstr>宋体</vt:lpstr>
      <vt:lpstr>等线</vt:lpstr>
      <vt:lpstr>汉仪中等线KW</vt:lpstr>
      <vt:lpstr>汉仪书宋二KW</vt:lpstr>
      <vt:lpstr>Calibri</vt:lpstr>
      <vt:lpstr>Helvetica Neue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Time-varying 2D scalar field → augmented merge tree → TMTM/ST-MTM</dc:title>
  <dc:creator>OpenAI</dc:creator>
  <dc:subject>Editable shape-only PowerPoint: TMTM vs ST-MTM</dc:subject>
  <cp:lastModifiedBy>Iris</cp:lastModifiedBy>
  <cp:revision>2</cp:revision>
  <dcterms:created xsi:type="dcterms:W3CDTF">2026-10-21T01:42:27Z</dcterms:created>
  <dcterms:modified xsi:type="dcterms:W3CDTF">2026-10-21T01:42:27Z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CD2F05D89413478D8318D86AAEEBBF2C_42</vt:lpwstr>
  </property>
  <property fmtid="{D5CDD505-2E9C-101B-9397-08002B2CF9AE}" pid="3" name="KSOProductBuildVer">
    <vt:lpwstr>2052-12.1.26046.26046</vt:lpwstr>
  </property>
</Properties>
</file>