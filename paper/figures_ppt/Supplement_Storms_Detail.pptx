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c8fa51e7a14654" /><Relationship Type="http://schemas.openxmlformats.org/officeDocument/2006/relationships/extended-properties" Target="/docProps/app.xml" Id="Rdbcd2a2e61f14c35" /><Relationship Type="http://schemas.openxmlformats.org/officeDocument/2006/relationships/officeDocument" Target="/ppt/presentation.xml" Id="R7ec567103d4047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6b17c45d0f4676"/>
  </p:sldMasterIdLst>
  <p:notesMasterIdLst>
    <p:notesMasterId xmlns:r="http://schemas.openxmlformats.org/officeDocument/2006/relationships" r:id="R25cf838bab604274"/>
  </p:notesMasterIdLst>
  <p:sldIdLst>
    <p:sldId xmlns:r="http://schemas.openxmlformats.org/officeDocument/2006/relationships" id="256" r:id="R58d9009610144749"/>
  </p:sldIdLst>
  <p:sldSz cx="12801600" cy="57912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9aa8c27fb74116" /><Relationship Type="http://schemas.openxmlformats.org/officeDocument/2006/relationships/slideMaster" Target="/ppt/slideMasters/slideMaster1.xml" Id="Re76b17c45d0f4676" /><Relationship Type="http://schemas.openxmlformats.org/officeDocument/2006/relationships/notesMaster" Target="/ppt/notesMasters/notesMaster1.xml" Id="R25cf838bab604274" /><Relationship Type="http://schemas.openxmlformats.org/officeDocument/2006/relationships/presProps" Target="/ppt/presProps.xml" Id="R20192176d442437a" /><Relationship Type="http://schemas.openxmlformats.org/officeDocument/2006/relationships/tableStyles" Target="/ppt/tableStyles.xml" Id="R7315b18e55fd49bb" /><Relationship Type="http://schemas.openxmlformats.org/officeDocument/2006/relationships/slide" Target="/ppt/slides/slide1.xml" Id="R58d90096101447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140cbf289047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72cf685d1a44fd" /><Relationship Type="http://schemas.openxmlformats.org/officeDocument/2006/relationships/notesMaster" Target="/ppt/notesMasters/notesMaster1.xml" Id="R7d083a24884649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{"source": "saved real_case_studies/evidence", "case": "era5", "selection": {"t": 48, "witness": [3, 4, 0], "node": 1937, "bound": 6.699526531238625, "tracks": [60, 38, 56], "persistent_three_frames": false, "H": 0.08448388930010664, "gain": 0.0803319508751224, "errorP": 0.08866528420845578, "errorR": 0.008333333333333375, "delta": 12.557165664888316, "rule": "Retained interior witness frame 48 from fig_witness.py; selected before this presentation revision; not chosen by proxy accuracy.", "snapshots": [47, 48, 49], "window": [43, 54]}, "identity": "computed positive-overlap Hungarian scalar-feature assignment; not physical entity truth", "baseline_vertical_semantics": "TMTM full native sample-rank domain; ST-MTM full shared discretized native domain; RG fixed physical directional reference domain. Baselines are not geographical coordinates.", "rendering": "exact saved anchors over native scalar maps; 3D display map is subsampled; no scientific values recomputed"}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aae786bdd4462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b79bb52dc3405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1cca350eab49c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57b3068f49426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bb7634f25245f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af5d0fceb742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AB0BC6-C7F8-45E9-B9DD-AEF5CF8BFC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2302933"/>
            <a:ext cx="10241280" cy="880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8412158-7056-40E4-BD7A-53FC9DF81B3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20240" y="3352800"/>
            <a:ext cx="8961120" cy="677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91F01E0-E52C-4C89-8F59-71EB73E334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2540000"/>
            <a:ext cx="1024128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4B6C3E-F6A8-475F-AA8D-60A7CA8248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474133"/>
            <a:ext cx="11361420" cy="745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D3AEB25-A448-407C-9EE6-0E7AA07D12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693333"/>
            <a:ext cx="1136142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5EB5CBB-7CF3-49DC-8CB7-E81643F41E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474133"/>
            <a:ext cx="11361420" cy="745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6CA8223-BB99-470F-B5E2-69787D7239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693333"/>
            <a:ext cx="528066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C3382BC-2647-4B00-8E6F-FD36B50B496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00850" y="1693333"/>
            <a:ext cx="528066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83FC24D-7510-4EE7-83A6-164A91702D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474133"/>
            <a:ext cx="11361420" cy="745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4A09139-626C-417E-A8CD-FFDA6E8B1A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693333"/>
            <a:ext cx="528066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fcc4b06411481d" /><Relationship Type="http://schemas.openxmlformats.org/officeDocument/2006/relationships/slideLayout" Target="/ppt/slideLayouts/slideLayout1.xml" Id="R34f68daaf2f949ab" /><Relationship Type="http://schemas.openxmlformats.org/officeDocument/2006/relationships/slideLayout" Target="/ppt/slideLayouts/slideLayout2.xml" Id="Rc374581df10d480d" /><Relationship Type="http://schemas.openxmlformats.org/officeDocument/2006/relationships/slideLayout" Target="/ppt/slideLayouts/slideLayout3.xml" Id="R1fce9e5ef64a4640" /><Relationship Type="http://schemas.openxmlformats.org/officeDocument/2006/relationships/slideLayout" Target="/ppt/slideLayouts/slideLayout4.xml" Id="R9323b468c6a04ff4" /><Relationship Type="http://schemas.openxmlformats.org/officeDocument/2006/relationships/slideLayout" Target="/ppt/slideLayouts/slideLayout5.xml" Id="R25cddcbe01d5466f" /><Relationship Type="http://schemas.openxmlformats.org/officeDocument/2006/relationships/slideLayout" Target="/ppt/slideLayouts/slideLayout6.xml" Id="Rd2196588f4e347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f68daaf2f949ab"/>
    <p:sldLayoutId xmlns:r="http://schemas.openxmlformats.org/officeDocument/2006/relationships" id="2147483650" r:id="Rc374581df10d480d"/>
    <p:sldLayoutId xmlns:r="http://schemas.openxmlformats.org/officeDocument/2006/relationships" id="2147483651" r:id="R1fce9e5ef64a4640"/>
    <p:sldLayoutId xmlns:r="http://schemas.openxmlformats.org/officeDocument/2006/relationships" id="2147483652" r:id="R9323b468c6a04ff4"/>
    <p:sldLayoutId xmlns:r="http://schemas.openxmlformats.org/officeDocument/2006/relationships" id="2147483653" r:id="R25cddcbe01d5466f"/>
    <p:sldLayoutId xmlns:r="http://schemas.openxmlformats.org/officeDocument/2006/relationships" id="2147483654" r:id="Rd2196588f4e347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d87f235dfa44d2" /><Relationship Type="http://schemas.openxmlformats.org/officeDocument/2006/relationships/image" Target="/ppt/media/image.png" Id="R1a5ec81f6c504985" /><Relationship Type="http://schemas.openxmlformats.org/officeDocument/2006/relationships/image" Target="/ppt/media/image2.png" Id="Rc0892686815f42d4" /><Relationship Type="http://schemas.openxmlformats.org/officeDocument/2006/relationships/image" Target="/ppt/media/image3.png" Id="R7dcf195f01954252" /><Relationship Type="http://schemas.openxmlformats.org/officeDocument/2006/relationships/image" Target="/ppt/media/image4.png" Id="R1692aaa8ff1648e0" /><Relationship Type="http://schemas.openxmlformats.org/officeDocument/2006/relationships/image" Target="/ppt/media/image5.png" Id="Rff6bc661ca274681" /><Relationship Type="http://schemas.openxmlformats.org/officeDocument/2006/relationships/image" Target="/ppt/media/image6.png" Id="R750d0710c8eb4c18" /><Relationship Type="http://schemas.openxmlformats.org/officeDocument/2006/relationships/image" Target="/ppt/media/image7.png" Id="Rd7d93235cf594b21" /><Relationship Type="http://schemas.openxmlformats.org/officeDocument/2006/relationships/image" Target="/ppt/media/image8.png" Id="R3afe9d4a00714f9e" /><Relationship Type="http://schemas.openxmlformats.org/officeDocument/2006/relationships/image" Target="/ppt/media/image9.png" Id="R416e45bcf1ef4eb7" /><Relationship Type="http://schemas.openxmlformats.org/officeDocument/2006/relationships/image" Target="/ppt/media/image10.png" Id="Rbf6cc8f870e148e5" /><Relationship Type="http://schemas.openxmlformats.org/officeDocument/2006/relationships/image" Target="/ppt/media/image11.png" Id="R9f0414ac609c492a" /><Relationship Type="http://schemas.openxmlformats.org/officeDocument/2006/relationships/image" Target="/ppt/media/image12.png" Id="R4be7fd9517114d3c" /><Relationship Type="http://schemas.openxmlformats.org/officeDocument/2006/relationships/notesSlide" Target="/ppt/notesSlides/notesSlide1.xml" Id="R90390d65fc154de4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_001">
            <a:extLst xmlns:a="http://schemas.openxmlformats.org/drawingml/2006/main">
              <a:ext uri="{FF2B5EF4-FFF2-40B4-BE49-F238E27FC236}">
                <a16:creationId xmlns:a16="http://schemas.microsoft.com/office/drawing/2014/main" id="{13E6C005-82FA-47D5-AD32-11A72730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85725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(a) Full sequence (118 frames); vertical guide: f48</a:t>
            </a:r>
          </a:p>
        </p:txBody>
      </p:sp>
      <p:sp>
        <p:nvSpPr>
          <p:cNvPr id="3" name="text_002">
            <a:extLst xmlns:a="http://schemas.openxmlformats.org/drawingml/2006/main">
              <a:ext uri="{FF2B5EF4-FFF2-40B4-BE49-F238E27FC236}">
                <a16:creationId xmlns:a16="http://schemas.microsoft.com/office/drawing/2014/main" id="{70762B1D-96E4-4C03-92CC-530E99C7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85725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(b) Local window: exact anchors</a:t>
            </a:r>
          </a:p>
        </p:txBody>
      </p:sp>
      <p:sp>
        <p:nvSpPr>
          <p:cNvPr id="4" name="text_003">
            <a:extLst xmlns:a="http://schemas.openxmlformats.org/drawingml/2006/main">
              <a:ext uri="{FF2B5EF4-FFF2-40B4-BE49-F238E27FC236}">
                <a16:creationId xmlns:a16="http://schemas.microsoft.com/office/drawing/2014/main" id="{FB798AAA-139B-482A-9EA5-AA9BE287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504825"/>
            <a:ext cx="1057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TMTM</a:t>
            </a:r>
          </a:p>
        </p:txBody>
      </p:sp>
      <p:sp>
        <p:nvSpPr>
          <p:cNvPr id="5" name="text_004">
            <a:extLst xmlns:a="http://schemas.openxmlformats.org/drawingml/2006/main">
              <a:ext uri="{FF2B5EF4-FFF2-40B4-BE49-F238E27FC236}">
                <a16:creationId xmlns:a16="http://schemas.microsoft.com/office/drawing/2014/main" id="{1A8831AF-8276-49D1-B463-5C2988D6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800100"/>
            <a:ext cx="1076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native rank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81BB83-672D-4D96-9C39-982D0F5773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5ec81f6c504985"/>
          <a:stretch xmlns:a="http://schemas.openxmlformats.org/drawingml/2006/main"/>
        </p:blipFill>
        <p:spPr>
          <a:xfrm xmlns:a="http://schemas.openxmlformats.org/drawingml/2006/main">
            <a:off x="1457325" y="457200"/>
            <a:ext cx="5886450" cy="666750"/>
          </a:xfrm>
          <a:prstGeom xmlns:a="http://schemas.openxmlformats.org/drawingml/2006/main" prst="rect">
            <a:avLst/>
          </a:prstGeom>
        </p:spPr>
      </p:pic>
      <p:sp>
        <p:nvSpPr>
          <p:cNvPr id="7" name="line_006">
            <a:extLst xmlns:a="http://schemas.openxmlformats.org/drawingml/2006/main">
              <a:ext uri="{FF2B5EF4-FFF2-40B4-BE49-F238E27FC236}">
                <a16:creationId xmlns:a16="http://schemas.microsoft.com/office/drawing/2014/main" id="{68112268-6F22-4A9D-96EA-ACB5783B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756" y="457200"/>
            <a:ext cx="95" cy="666750"/>
          </a:xfrm>
          <a:custGeom xmlns:a="http://schemas.openxmlformats.org/drawingml/2006/main">
            <a:pathLst>
              <a:path w="9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3238"/>
            </a:solidFill>
            <a:prstDash val="dash"/>
          </a:ln>
        </p:spPr>
      </p:sp>
      <p:sp>
        <p:nvSpPr>
          <p:cNvPr id="8" name="rect_007">
            <a:extLst xmlns:a="http://schemas.openxmlformats.org/drawingml/2006/main">
              <a:ext uri="{FF2B5EF4-FFF2-40B4-BE49-F238E27FC236}">
                <a16:creationId xmlns:a16="http://schemas.microsoft.com/office/drawing/2014/main" id="{38F5F7CE-B2A2-4598-9E45-77F55862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57200"/>
            <a:ext cx="5886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7B8790"/>
            </a:solidFill>
            <a:prstDash val="solid"/>
          </a:ln>
        </p:spPr>
      </p:sp>
      <p:sp>
        <p:nvSpPr>
          <p:cNvPr id="9" name="text_008">
            <a:extLst xmlns:a="http://schemas.openxmlformats.org/drawingml/2006/main">
              <a:ext uri="{FF2B5EF4-FFF2-40B4-BE49-F238E27FC236}">
                <a16:creationId xmlns:a16="http://schemas.microsoft.com/office/drawing/2014/main" id="{1F61148C-E704-4B14-A79D-0FE585D2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028700"/>
            <a:ext cx="314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" name="text_009">
            <a:extLst xmlns:a="http://schemas.openxmlformats.org/drawingml/2006/main">
              <a:ext uri="{FF2B5EF4-FFF2-40B4-BE49-F238E27FC236}">
                <a16:creationId xmlns:a16="http://schemas.microsoft.com/office/drawing/2014/main" id="{98121604-1815-46EE-881A-392D3748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1950"/>
            <a:ext cx="314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text_010">
            <a:extLst xmlns:a="http://schemas.openxmlformats.org/drawingml/2006/main">
              <a:ext uri="{FF2B5EF4-FFF2-40B4-BE49-F238E27FC236}">
                <a16:creationId xmlns:a16="http://schemas.microsoft.com/office/drawing/2014/main" id="{6D159DB8-5359-40F4-802D-DF69F183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768" y="1152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text_011">
            <a:extLst xmlns:a="http://schemas.openxmlformats.org/drawingml/2006/main">
              <a:ext uri="{FF2B5EF4-FFF2-40B4-BE49-F238E27FC236}">
                <a16:creationId xmlns:a16="http://schemas.microsoft.com/office/drawing/2014/main" id="{37611A96-5397-42C0-8590-D85750AA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8332" y="1152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117</a:t>
            </a:r>
          </a:p>
        </p:txBody>
      </p:sp>
      <p:sp>
        <p:nvSpPr>
          <p:cNvPr id="13" name="era5_TMTM_60_exact_anchor">
            <a:extLst xmlns:a="http://schemas.openxmlformats.org/drawingml/2006/main">
              <a:ext uri="{FF2B5EF4-FFF2-40B4-BE49-F238E27FC236}">
                <a16:creationId xmlns:a16="http://schemas.microsoft.com/office/drawing/2014/main" id="{E4765FFE-2FDA-4A0B-85B3-536BA7CF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656" y="76414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72B2"/>
            </a:solidFill>
            <a:prstDash val="solid"/>
          </a:ln>
        </p:spPr>
      </p:sp>
      <p:sp>
        <p:nvSpPr>
          <p:cNvPr id="14" name="era5_TMTM_38_exact_anchor">
            <a:extLst xmlns:a="http://schemas.openxmlformats.org/drawingml/2006/main">
              <a:ext uri="{FF2B5EF4-FFF2-40B4-BE49-F238E27FC236}">
                <a16:creationId xmlns:a16="http://schemas.microsoft.com/office/drawing/2014/main" id="{2A0604B7-29F2-4465-97EF-55E2714F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656" y="72052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D55E00"/>
            </a:solidFill>
            <a:prstDash val="solid"/>
          </a:ln>
        </p:spPr>
      </p:sp>
      <p:sp>
        <p:nvSpPr>
          <p:cNvPr id="15" name="era5_TMTM_56_exact_anchor">
            <a:extLst xmlns:a="http://schemas.openxmlformats.org/drawingml/2006/main">
              <a:ext uri="{FF2B5EF4-FFF2-40B4-BE49-F238E27FC236}">
                <a16:creationId xmlns:a16="http://schemas.microsoft.com/office/drawing/2014/main" id="{CF8224EF-1D45-4BD6-B117-C3BFAF6F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656" y="8822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9E73"/>
            </a:solidFill>
            <a:prstDash val="solid"/>
          </a:ln>
        </p:spPr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01FD89-BD33-498B-82B0-2038CD84B7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892686815f42d4"/>
          <a:stretch xmlns:a="http://schemas.openxmlformats.org/drawingml/2006/main"/>
        </p:blipFill>
        <p:spPr>
          <a:xfrm xmlns:a="http://schemas.openxmlformats.org/drawingml/2006/main">
            <a:off x="8439150" y="457200"/>
            <a:ext cx="3771900" cy="666750"/>
          </a:xfrm>
          <a:prstGeom xmlns:a="http://schemas.openxmlformats.org/drawingml/2006/main" prst="rect">
            <a:avLst/>
          </a:prstGeom>
        </p:spPr>
      </p:pic>
      <p:sp>
        <p:nvSpPr>
          <p:cNvPr id="17" name="line_016">
            <a:extLst xmlns:a="http://schemas.openxmlformats.org/drawingml/2006/main">
              <a:ext uri="{FF2B5EF4-FFF2-40B4-BE49-F238E27FC236}">
                <a16:creationId xmlns:a16="http://schemas.microsoft.com/office/drawing/2014/main" id="{9EE0E876-8657-406C-92DB-C64756AB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57200"/>
            <a:ext cx="95" cy="666750"/>
          </a:xfrm>
          <a:custGeom xmlns:a="http://schemas.openxmlformats.org/drawingml/2006/main">
            <a:pathLst>
              <a:path w="9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3238"/>
            </a:solidFill>
            <a:prstDash val="dash"/>
          </a:ln>
        </p:spPr>
      </p:sp>
      <p:sp>
        <p:nvSpPr>
          <p:cNvPr id="18" name="rect_017">
            <a:extLst xmlns:a="http://schemas.openxmlformats.org/drawingml/2006/main">
              <a:ext uri="{FF2B5EF4-FFF2-40B4-BE49-F238E27FC236}">
                <a16:creationId xmlns:a16="http://schemas.microsoft.com/office/drawing/2014/main" id="{14EAEC9D-138B-48AE-9DC2-96C23CFB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57200"/>
            <a:ext cx="377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7B8790"/>
            </a:solidFill>
            <a:prstDash val="solid"/>
          </a:ln>
        </p:spPr>
      </p:sp>
      <p:sp>
        <p:nvSpPr>
          <p:cNvPr id="19" name="text_018">
            <a:extLst xmlns:a="http://schemas.openxmlformats.org/drawingml/2006/main">
              <a:ext uri="{FF2B5EF4-FFF2-40B4-BE49-F238E27FC236}">
                <a16:creationId xmlns:a16="http://schemas.microsoft.com/office/drawing/2014/main" id="{CDB221D4-4900-469D-B35D-327161BE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1028700"/>
            <a:ext cx="314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0.26</a:t>
            </a:r>
          </a:p>
        </p:txBody>
      </p:sp>
      <p:sp>
        <p:nvSpPr>
          <p:cNvPr id="20" name="text_019">
            <a:extLst xmlns:a="http://schemas.openxmlformats.org/drawingml/2006/main">
              <a:ext uri="{FF2B5EF4-FFF2-40B4-BE49-F238E27FC236}">
                <a16:creationId xmlns:a16="http://schemas.microsoft.com/office/drawing/2014/main" id="{6AF4D378-872E-43C3-A649-E21B8592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61950"/>
            <a:ext cx="314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0.74</a:t>
            </a:r>
          </a:p>
        </p:txBody>
      </p:sp>
      <p:sp>
        <p:nvSpPr>
          <p:cNvPr id="21" name="text_020">
            <a:extLst xmlns:a="http://schemas.openxmlformats.org/drawingml/2006/main">
              <a:ext uri="{FF2B5EF4-FFF2-40B4-BE49-F238E27FC236}">
                <a16:creationId xmlns:a16="http://schemas.microsoft.com/office/drawing/2014/main" id="{4E524183-BAC0-48B8-99FE-2198E117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152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  <p:sp>
        <p:nvSpPr>
          <p:cNvPr id="22" name="text_021">
            <a:extLst xmlns:a="http://schemas.openxmlformats.org/drawingml/2006/main">
              <a:ext uri="{FF2B5EF4-FFF2-40B4-BE49-F238E27FC236}">
                <a16:creationId xmlns:a16="http://schemas.microsoft.com/office/drawing/2014/main" id="{E82EFC27-229B-4985-9694-30242CC4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1152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53</a:t>
            </a:r>
          </a:p>
        </p:txBody>
      </p:sp>
      <p:sp>
        <p:nvSpPr>
          <p:cNvPr id="23" name="path_022">
            <a:extLst xmlns:a="http://schemas.openxmlformats.org/drawingml/2006/main">
              <a:ext uri="{FF2B5EF4-FFF2-40B4-BE49-F238E27FC236}">
                <a16:creationId xmlns:a16="http://schemas.microsoft.com/office/drawing/2014/main" id="{E82B7851-C19E-425E-878F-A863672D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794321"/>
            <a:ext cx="1714500" cy="80102"/>
          </a:xfrm>
          <a:custGeom xmlns:a="http://schemas.openxmlformats.org/drawingml/2006/main">
            <a:pathLst>
              <a:path w="1714500" h="80102">
                <a:moveTo>
                  <a:pt x="0" y="15559"/>
                </a:moveTo>
                <a:lnTo>
                  <a:pt x="342900" y="28237"/>
                </a:lnTo>
                <a:lnTo>
                  <a:pt x="685800" y="0"/>
                </a:lnTo>
                <a:lnTo>
                  <a:pt x="1028700" y="64543"/>
                </a:lnTo>
                <a:lnTo>
                  <a:pt x="1371600" y="67424"/>
                </a:lnTo>
                <a:lnTo>
                  <a:pt x="1714500" y="80102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4" name="era5_TMTM_track_60_trace">
            <a:extLst xmlns:a="http://schemas.openxmlformats.org/drawingml/2006/main">
              <a:ext uri="{FF2B5EF4-FFF2-40B4-BE49-F238E27FC236}">
                <a16:creationId xmlns:a16="http://schemas.microsoft.com/office/drawing/2014/main" id="{5B2FFC91-A903-4D33-BE75-F48F4561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794321"/>
            <a:ext cx="1714500" cy="80102"/>
          </a:xfrm>
          <a:custGeom xmlns:a="http://schemas.openxmlformats.org/drawingml/2006/main">
            <a:pathLst>
              <a:path w="1714500" h="80102">
                <a:moveTo>
                  <a:pt x="0" y="15559"/>
                </a:moveTo>
                <a:lnTo>
                  <a:pt x="342900" y="28237"/>
                </a:lnTo>
                <a:lnTo>
                  <a:pt x="685800" y="0"/>
                </a:lnTo>
                <a:lnTo>
                  <a:pt x="1028700" y="64543"/>
                </a:lnTo>
                <a:lnTo>
                  <a:pt x="1371600" y="67424"/>
                </a:lnTo>
                <a:lnTo>
                  <a:pt x="1714500" y="80102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072B2"/>
            </a:solidFill>
            <a:prstDash val="solid"/>
          </a:ln>
        </p:spPr>
      </p:sp>
      <p:sp>
        <p:nvSpPr>
          <p:cNvPr id="25" name="era5_TMTM_60_exact_anchor">
            <a:extLst xmlns:a="http://schemas.openxmlformats.org/drawingml/2006/main">
              <a:ext uri="{FF2B5EF4-FFF2-40B4-BE49-F238E27FC236}">
                <a16:creationId xmlns:a16="http://schemas.microsoft.com/office/drawing/2014/main" id="{B5254989-64B8-458E-BD1A-37804018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7178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72B2"/>
            </a:solidFill>
            <a:prstDash val="solid"/>
          </a:ln>
        </p:spPr>
      </p:sp>
      <p:sp>
        <p:nvSpPr>
          <p:cNvPr id="26" name="line_025">
            <a:extLst xmlns:a="http://schemas.openxmlformats.org/drawingml/2006/main">
              <a:ext uri="{FF2B5EF4-FFF2-40B4-BE49-F238E27FC236}">
                <a16:creationId xmlns:a16="http://schemas.microsoft.com/office/drawing/2014/main" id="{384AB596-A084-4B40-822A-1609B103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600075"/>
            <a:ext cx="1943100" cy="209805"/>
          </a:xfrm>
          <a:custGeom xmlns:a="http://schemas.openxmlformats.org/drawingml/2006/main">
            <a:pathLst>
              <a:path w="1943100" h="209805">
                <a:moveTo>
                  <a:pt x="0" y="209805"/>
                </a:moveTo>
                <a:lnTo>
                  <a:pt x="1943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72B2"/>
            </a:solidFill>
            <a:prstDash val="solid"/>
          </a:ln>
        </p:spPr>
      </p:sp>
      <p:sp>
        <p:nvSpPr>
          <p:cNvPr id="27" name="text_026">
            <a:extLst xmlns:a="http://schemas.openxmlformats.org/drawingml/2006/main">
              <a:ext uri="{FF2B5EF4-FFF2-40B4-BE49-F238E27FC236}">
                <a16:creationId xmlns:a16="http://schemas.microsoft.com/office/drawing/2014/main" id="{0E1896B9-E5E5-43B5-964B-BB82CE5A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5048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8" name="path_027">
            <a:extLst xmlns:a="http://schemas.openxmlformats.org/drawingml/2006/main">
              <a:ext uri="{FF2B5EF4-FFF2-40B4-BE49-F238E27FC236}">
                <a16:creationId xmlns:a16="http://schemas.microsoft.com/office/drawing/2014/main" id="{3FECAB3C-F0EB-4168-8D22-8A255550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68117"/>
            <a:ext cx="3429000" cy="164815"/>
          </a:xfrm>
          <a:custGeom xmlns:a="http://schemas.openxmlformats.org/drawingml/2006/main">
            <a:pathLst>
              <a:path w="3429000" h="164815">
                <a:moveTo>
                  <a:pt x="0" y="164815"/>
                </a:moveTo>
                <a:lnTo>
                  <a:pt x="342900" y="150408"/>
                </a:lnTo>
                <a:lnTo>
                  <a:pt x="685800" y="123323"/>
                </a:lnTo>
                <a:lnTo>
                  <a:pt x="1028700" y="108916"/>
                </a:lnTo>
                <a:lnTo>
                  <a:pt x="1371600" y="85865"/>
                </a:lnTo>
                <a:lnTo>
                  <a:pt x="1714500" y="51288"/>
                </a:lnTo>
                <a:lnTo>
                  <a:pt x="2057400" y="36882"/>
                </a:lnTo>
                <a:lnTo>
                  <a:pt x="2400300" y="9797"/>
                </a:lnTo>
                <a:lnTo>
                  <a:pt x="2743200" y="0"/>
                </a:lnTo>
                <a:lnTo>
                  <a:pt x="3086100" y="29966"/>
                </a:lnTo>
                <a:lnTo>
                  <a:pt x="3429000" y="6108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9" name="era5_TMTM_track_38_trace">
            <a:extLst xmlns:a="http://schemas.openxmlformats.org/drawingml/2006/main">
              <a:ext uri="{FF2B5EF4-FFF2-40B4-BE49-F238E27FC236}">
                <a16:creationId xmlns:a16="http://schemas.microsoft.com/office/drawing/2014/main" id="{82CD4045-4767-4D66-95C0-4ADFCF54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68117"/>
            <a:ext cx="3429000" cy="164815"/>
          </a:xfrm>
          <a:custGeom xmlns:a="http://schemas.openxmlformats.org/drawingml/2006/main">
            <a:pathLst>
              <a:path w="3429000" h="164815">
                <a:moveTo>
                  <a:pt x="0" y="164815"/>
                </a:moveTo>
                <a:lnTo>
                  <a:pt x="342900" y="150408"/>
                </a:lnTo>
                <a:lnTo>
                  <a:pt x="685800" y="123323"/>
                </a:lnTo>
                <a:lnTo>
                  <a:pt x="1028700" y="108916"/>
                </a:lnTo>
                <a:lnTo>
                  <a:pt x="1371600" y="85865"/>
                </a:lnTo>
                <a:lnTo>
                  <a:pt x="1714500" y="51288"/>
                </a:lnTo>
                <a:lnTo>
                  <a:pt x="2057400" y="36882"/>
                </a:lnTo>
                <a:lnTo>
                  <a:pt x="2400300" y="9797"/>
                </a:lnTo>
                <a:lnTo>
                  <a:pt x="2743200" y="0"/>
                </a:lnTo>
                <a:lnTo>
                  <a:pt x="3086100" y="29966"/>
                </a:lnTo>
                <a:lnTo>
                  <a:pt x="3429000" y="6108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D55E00"/>
            </a:solidFill>
            <a:prstDash val="solid"/>
          </a:ln>
        </p:spPr>
      </p:sp>
      <p:sp>
        <p:nvSpPr>
          <p:cNvPr id="30" name="era5_TMTM_38_exact_anchor">
            <a:extLst xmlns:a="http://schemas.openxmlformats.org/drawingml/2006/main">
              <a:ext uri="{FF2B5EF4-FFF2-40B4-BE49-F238E27FC236}">
                <a16:creationId xmlns:a16="http://schemas.microsoft.com/office/drawing/2014/main" id="{B1BDA46F-089F-4EE8-8CA1-2FF17326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8130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D55E00"/>
            </a:solidFill>
            <a:prstDash val="solid"/>
          </a:ln>
        </p:spPr>
      </p:sp>
      <p:sp>
        <p:nvSpPr>
          <p:cNvPr id="31" name="line_030">
            <a:extLst xmlns:a="http://schemas.openxmlformats.org/drawingml/2006/main">
              <a:ext uri="{FF2B5EF4-FFF2-40B4-BE49-F238E27FC236}">
                <a16:creationId xmlns:a16="http://schemas.microsoft.com/office/drawing/2014/main" id="{98AC4FAC-046A-4564-8914-C96E6B50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719405"/>
            <a:ext cx="1943100" cy="39420"/>
          </a:xfrm>
          <a:custGeom xmlns:a="http://schemas.openxmlformats.org/drawingml/2006/main">
            <a:pathLst>
              <a:path w="1943100" h="39420">
                <a:moveTo>
                  <a:pt x="0" y="0"/>
                </a:moveTo>
                <a:lnTo>
                  <a:pt x="1943100" y="3942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D55E00"/>
            </a:solidFill>
            <a:prstDash val="solid"/>
          </a:ln>
        </p:spPr>
      </p:sp>
      <p:sp>
        <p:nvSpPr>
          <p:cNvPr id="32" name="text_031">
            <a:extLst xmlns:a="http://schemas.openxmlformats.org/drawingml/2006/main">
              <a:ext uri="{FF2B5EF4-FFF2-40B4-BE49-F238E27FC236}">
                <a16:creationId xmlns:a16="http://schemas.microsoft.com/office/drawing/2014/main" id="{A0C4BD34-56FF-45C9-BF93-752CAF9E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66357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3" name="path_032">
            <a:extLst xmlns:a="http://schemas.openxmlformats.org/drawingml/2006/main">
              <a:ext uri="{FF2B5EF4-FFF2-40B4-BE49-F238E27FC236}">
                <a16:creationId xmlns:a16="http://schemas.microsoft.com/office/drawing/2014/main" id="{6AEF2159-BC7E-4268-A0FD-BEEF4BF9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26929"/>
            <a:ext cx="685800" cy="527868"/>
          </a:xfrm>
          <a:custGeom xmlns:a="http://schemas.openxmlformats.org/drawingml/2006/main">
            <a:pathLst>
              <a:path w="685800" h="527868">
                <a:moveTo>
                  <a:pt x="0" y="506546"/>
                </a:moveTo>
                <a:lnTo>
                  <a:pt x="342900" y="527868"/>
                </a:lnTo>
                <a:lnTo>
                  <a:pt x="685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34" name="era5_TMTM_track_56_trace">
            <a:extLst xmlns:a="http://schemas.openxmlformats.org/drawingml/2006/main">
              <a:ext uri="{FF2B5EF4-FFF2-40B4-BE49-F238E27FC236}">
                <a16:creationId xmlns:a16="http://schemas.microsoft.com/office/drawing/2014/main" id="{D7AFCCD5-BDF1-4A13-B32B-4D1BBD40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26929"/>
            <a:ext cx="685800" cy="527868"/>
          </a:xfrm>
          <a:custGeom xmlns:a="http://schemas.openxmlformats.org/drawingml/2006/main">
            <a:pathLst>
              <a:path w="685800" h="527868">
                <a:moveTo>
                  <a:pt x="0" y="506546"/>
                </a:moveTo>
                <a:lnTo>
                  <a:pt x="342900" y="527868"/>
                </a:lnTo>
                <a:lnTo>
                  <a:pt x="685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09E73"/>
            </a:solidFill>
            <a:prstDash val="solid"/>
          </a:ln>
        </p:spPr>
      </p:sp>
      <p:sp>
        <p:nvSpPr>
          <p:cNvPr id="35" name="era5_TMTM_56_exact_anchor">
            <a:extLst xmlns:a="http://schemas.openxmlformats.org/drawingml/2006/main">
              <a:ext uri="{FF2B5EF4-FFF2-40B4-BE49-F238E27FC236}">
                <a16:creationId xmlns:a16="http://schemas.microsoft.com/office/drawing/2014/main" id="{A549FBD3-D612-40E1-8B28-97F68721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01669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9E73"/>
            </a:solidFill>
            <a:prstDash val="solid"/>
          </a:ln>
        </p:spPr>
      </p:sp>
      <p:sp>
        <p:nvSpPr>
          <p:cNvPr id="36" name="line_035">
            <a:extLst xmlns:a="http://schemas.openxmlformats.org/drawingml/2006/main">
              <a:ext uri="{FF2B5EF4-FFF2-40B4-BE49-F238E27FC236}">
                <a16:creationId xmlns:a16="http://schemas.microsoft.com/office/drawing/2014/main" id="{F043A2A4-4E38-45F5-AE61-6AFEDDC3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917575"/>
            <a:ext cx="1943100" cy="137222"/>
          </a:xfrm>
          <a:custGeom xmlns:a="http://schemas.openxmlformats.org/drawingml/2006/main">
            <a:pathLst>
              <a:path w="1943100" h="137222">
                <a:moveTo>
                  <a:pt x="0" y="137222"/>
                </a:moveTo>
                <a:lnTo>
                  <a:pt x="1943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9E73"/>
            </a:solidFill>
            <a:prstDash val="solid"/>
          </a:ln>
        </p:spPr>
      </p:sp>
      <p:sp>
        <p:nvSpPr>
          <p:cNvPr id="37" name="text_036">
            <a:extLst xmlns:a="http://schemas.openxmlformats.org/drawingml/2006/main">
              <a:ext uri="{FF2B5EF4-FFF2-40B4-BE49-F238E27FC236}">
                <a16:creationId xmlns:a16="http://schemas.microsoft.com/office/drawing/2014/main" id="{B144697D-4A7B-46C3-8D14-FE4646D3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8223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8" name="rect_037">
            <a:extLst xmlns:a="http://schemas.openxmlformats.org/drawingml/2006/main">
              <a:ext uri="{FF2B5EF4-FFF2-40B4-BE49-F238E27FC236}">
                <a16:creationId xmlns:a16="http://schemas.microsoft.com/office/drawing/2014/main" id="{3ACFD53A-DEE1-4686-A69E-9A5EBC2F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387" y="457200"/>
            <a:ext cx="548737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63238"/>
            </a:solidFill>
            <a:prstDash val="solid"/>
          </a:ln>
        </p:spPr>
      </p:sp>
      <p:sp>
        <p:nvSpPr>
          <p:cNvPr id="39" name="text_038">
            <a:extLst xmlns:a="http://schemas.openxmlformats.org/drawingml/2006/main">
              <a:ext uri="{FF2B5EF4-FFF2-40B4-BE49-F238E27FC236}">
                <a16:creationId xmlns:a16="http://schemas.microsoft.com/office/drawing/2014/main" id="{5BCED866-9CC4-466C-8C17-D1F6FC37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390650"/>
            <a:ext cx="1057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ST-MTM</a:t>
            </a:r>
          </a:p>
        </p:txBody>
      </p:sp>
      <p:sp>
        <p:nvSpPr>
          <p:cNvPr id="40" name="text_039">
            <a:extLst xmlns:a="http://schemas.openxmlformats.org/drawingml/2006/main">
              <a:ext uri="{FF2B5EF4-FFF2-40B4-BE49-F238E27FC236}">
                <a16:creationId xmlns:a16="http://schemas.microsoft.com/office/drawing/2014/main" id="{EF7DE28B-35A3-4641-9DB3-2BA39D54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685925"/>
            <a:ext cx="1076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native rank</a:t>
            </a:r>
          </a:p>
        </p:txBody>
      </p:sp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4C4B29C-5EBA-4620-9D13-A9F9416EDB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cf195f01954252"/>
          <a:stretch xmlns:a="http://schemas.openxmlformats.org/drawingml/2006/main"/>
        </p:blipFill>
        <p:spPr>
          <a:xfrm xmlns:a="http://schemas.openxmlformats.org/drawingml/2006/main">
            <a:off x="1457325" y="1343025"/>
            <a:ext cx="5886450" cy="666750"/>
          </a:xfrm>
          <a:prstGeom xmlns:a="http://schemas.openxmlformats.org/drawingml/2006/main" prst="rect">
            <a:avLst/>
          </a:prstGeom>
        </p:spPr>
      </p:pic>
      <p:sp>
        <p:nvSpPr>
          <p:cNvPr id="42" name="line_041">
            <a:extLst xmlns:a="http://schemas.openxmlformats.org/drawingml/2006/main">
              <a:ext uri="{FF2B5EF4-FFF2-40B4-BE49-F238E27FC236}">
                <a16:creationId xmlns:a16="http://schemas.microsoft.com/office/drawing/2014/main" id="{EFF522AC-423D-4BD4-925B-C43FF1BD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756" y="1343025"/>
            <a:ext cx="95" cy="666750"/>
          </a:xfrm>
          <a:custGeom xmlns:a="http://schemas.openxmlformats.org/drawingml/2006/main">
            <a:pathLst>
              <a:path w="9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3238"/>
            </a:solidFill>
            <a:prstDash val="dash"/>
          </a:ln>
        </p:spPr>
      </p:sp>
      <p:sp>
        <p:nvSpPr>
          <p:cNvPr id="43" name="rect_042">
            <a:extLst xmlns:a="http://schemas.openxmlformats.org/drawingml/2006/main">
              <a:ext uri="{FF2B5EF4-FFF2-40B4-BE49-F238E27FC236}">
                <a16:creationId xmlns:a16="http://schemas.microsoft.com/office/drawing/2014/main" id="{E9CDF87F-007F-4CF4-88D9-4CA75E07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343025"/>
            <a:ext cx="5886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7B8790"/>
            </a:solidFill>
            <a:prstDash val="solid"/>
          </a:ln>
        </p:spPr>
      </p:sp>
      <p:sp>
        <p:nvSpPr>
          <p:cNvPr id="44" name="text_043">
            <a:extLst xmlns:a="http://schemas.openxmlformats.org/drawingml/2006/main">
              <a:ext uri="{FF2B5EF4-FFF2-40B4-BE49-F238E27FC236}">
                <a16:creationId xmlns:a16="http://schemas.microsoft.com/office/drawing/2014/main" id="{42CDA123-D030-4602-B431-A859095D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14525"/>
            <a:ext cx="314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5" name="text_044">
            <a:extLst xmlns:a="http://schemas.openxmlformats.org/drawingml/2006/main">
              <a:ext uri="{FF2B5EF4-FFF2-40B4-BE49-F238E27FC236}">
                <a16:creationId xmlns:a16="http://schemas.microsoft.com/office/drawing/2014/main" id="{79332D5D-1F7C-4AA5-8138-F7242068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247775"/>
            <a:ext cx="314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6" name="text_045">
            <a:extLst xmlns:a="http://schemas.openxmlformats.org/drawingml/2006/main">
              <a:ext uri="{FF2B5EF4-FFF2-40B4-BE49-F238E27FC236}">
                <a16:creationId xmlns:a16="http://schemas.microsoft.com/office/drawing/2014/main" id="{1E1C99C9-8C0D-4AE8-9492-FE67AE43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768" y="20383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7" name="text_046">
            <a:extLst xmlns:a="http://schemas.openxmlformats.org/drawingml/2006/main">
              <a:ext uri="{FF2B5EF4-FFF2-40B4-BE49-F238E27FC236}">
                <a16:creationId xmlns:a16="http://schemas.microsoft.com/office/drawing/2014/main" id="{D3E2F8E6-9216-43FD-9C08-AA7DE948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8332" y="20383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117</a:t>
            </a:r>
          </a:p>
        </p:txBody>
      </p:sp>
      <p:sp>
        <p:nvSpPr>
          <p:cNvPr id="48" name="era5_ST-MTM_60_exact_anchor">
            <a:extLst xmlns:a="http://schemas.openxmlformats.org/drawingml/2006/main">
              <a:ext uri="{FF2B5EF4-FFF2-40B4-BE49-F238E27FC236}">
                <a16:creationId xmlns:a16="http://schemas.microsoft.com/office/drawing/2014/main" id="{4B8FBED8-F082-4F4B-AF74-48AC6072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656" y="158383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72B2"/>
            </a:solidFill>
            <a:prstDash val="solid"/>
          </a:ln>
        </p:spPr>
      </p:sp>
      <p:sp>
        <p:nvSpPr>
          <p:cNvPr id="49" name="era5_ST-MTM_38_exact_anchor">
            <a:extLst xmlns:a="http://schemas.openxmlformats.org/drawingml/2006/main">
              <a:ext uri="{FF2B5EF4-FFF2-40B4-BE49-F238E27FC236}">
                <a16:creationId xmlns:a16="http://schemas.microsoft.com/office/drawing/2014/main" id="{1C2DC80E-EA13-4091-956A-5B67D2E6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656" y="146774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D55E00"/>
            </a:solidFill>
            <a:prstDash val="solid"/>
          </a:ln>
        </p:spPr>
      </p:sp>
      <p:sp>
        <p:nvSpPr>
          <p:cNvPr id="50" name="era5_ST-MTM_56_exact_anchor">
            <a:extLst xmlns:a="http://schemas.openxmlformats.org/drawingml/2006/main">
              <a:ext uri="{FF2B5EF4-FFF2-40B4-BE49-F238E27FC236}">
                <a16:creationId xmlns:a16="http://schemas.microsoft.com/office/drawing/2014/main" id="{0951BDB7-F329-4EE1-94AB-FB0BF468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656" y="142997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9E73"/>
            </a:solidFill>
            <a:prstDash val="solid"/>
          </a:ln>
        </p:spPr>
      </p:sp>
      <p:pic>
        <p:nvPic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2E8E3D5-24F6-4FDB-A442-0B93B645EF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92aaa8ff1648e0"/>
          <a:stretch xmlns:a="http://schemas.openxmlformats.org/drawingml/2006/main"/>
        </p:blipFill>
        <p:spPr>
          <a:xfrm xmlns:a="http://schemas.openxmlformats.org/drawingml/2006/main">
            <a:off x="8439150" y="1343025"/>
            <a:ext cx="3771900" cy="666750"/>
          </a:xfrm>
          <a:prstGeom xmlns:a="http://schemas.openxmlformats.org/drawingml/2006/main" prst="rect">
            <a:avLst/>
          </a:prstGeom>
        </p:spPr>
      </p:pic>
      <p:sp>
        <p:nvSpPr>
          <p:cNvPr id="52" name="line_051">
            <a:extLst xmlns:a="http://schemas.openxmlformats.org/drawingml/2006/main">
              <a:ext uri="{FF2B5EF4-FFF2-40B4-BE49-F238E27FC236}">
                <a16:creationId xmlns:a16="http://schemas.microsoft.com/office/drawing/2014/main" id="{189BB3E7-6508-4D75-8B4F-234361C4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343025"/>
            <a:ext cx="95" cy="666750"/>
          </a:xfrm>
          <a:custGeom xmlns:a="http://schemas.openxmlformats.org/drawingml/2006/main">
            <a:pathLst>
              <a:path w="9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3238"/>
            </a:solidFill>
            <a:prstDash val="dash"/>
          </a:ln>
        </p:spPr>
      </p:sp>
      <p:sp>
        <p:nvSpPr>
          <p:cNvPr id="53" name="rect_052">
            <a:extLst xmlns:a="http://schemas.openxmlformats.org/drawingml/2006/main">
              <a:ext uri="{FF2B5EF4-FFF2-40B4-BE49-F238E27FC236}">
                <a16:creationId xmlns:a16="http://schemas.microsoft.com/office/drawing/2014/main" id="{4ED73B9D-22F1-4A82-84B4-D5389763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343025"/>
            <a:ext cx="377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7B8790"/>
            </a:solidFill>
            <a:prstDash val="solid"/>
          </a:ln>
        </p:spPr>
      </p:sp>
      <p:sp>
        <p:nvSpPr>
          <p:cNvPr id="54" name="text_053">
            <a:extLst xmlns:a="http://schemas.openxmlformats.org/drawingml/2006/main">
              <a:ext uri="{FF2B5EF4-FFF2-40B4-BE49-F238E27FC236}">
                <a16:creationId xmlns:a16="http://schemas.microsoft.com/office/drawing/2014/main" id="{FE679EEB-6B86-44D7-A6B1-2A45C8CA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1914525"/>
            <a:ext cx="314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0.46</a:t>
            </a:r>
          </a:p>
        </p:txBody>
      </p:sp>
      <p:sp>
        <p:nvSpPr>
          <p:cNvPr id="55" name="text_054">
            <a:extLst xmlns:a="http://schemas.openxmlformats.org/drawingml/2006/main">
              <a:ext uri="{FF2B5EF4-FFF2-40B4-BE49-F238E27FC236}">
                <a16:creationId xmlns:a16="http://schemas.microsoft.com/office/drawing/2014/main" id="{FFAFC84F-FF52-49CB-821C-AD32283A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1247775"/>
            <a:ext cx="314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0.87</a:t>
            </a:r>
          </a:p>
        </p:txBody>
      </p:sp>
      <p:sp>
        <p:nvSpPr>
          <p:cNvPr id="56" name="text_055">
            <a:extLst xmlns:a="http://schemas.openxmlformats.org/drawingml/2006/main">
              <a:ext uri="{FF2B5EF4-FFF2-40B4-BE49-F238E27FC236}">
                <a16:creationId xmlns:a16="http://schemas.microsoft.com/office/drawing/2014/main" id="{D00AB701-0643-494C-A02B-27D534B6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383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  <p:sp>
        <p:nvSpPr>
          <p:cNvPr id="57" name="text_056">
            <a:extLst xmlns:a="http://schemas.openxmlformats.org/drawingml/2006/main">
              <a:ext uri="{FF2B5EF4-FFF2-40B4-BE49-F238E27FC236}">
                <a16:creationId xmlns:a16="http://schemas.microsoft.com/office/drawing/2014/main" id="{DFF20AFE-2771-46DE-B4DC-D0D97C4C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20383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53</a:t>
            </a:r>
          </a:p>
        </p:txBody>
      </p:sp>
      <p:sp>
        <p:nvSpPr>
          <p:cNvPr id="58" name="path_057">
            <a:extLst xmlns:a="http://schemas.openxmlformats.org/drawingml/2006/main">
              <a:ext uri="{FF2B5EF4-FFF2-40B4-BE49-F238E27FC236}">
                <a16:creationId xmlns:a16="http://schemas.microsoft.com/office/drawing/2014/main" id="{DDDF15BA-9F06-48B8-ACF9-DF1CE155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810494"/>
            <a:ext cx="1714500" cy="119021"/>
          </a:xfrm>
          <a:custGeom xmlns:a="http://schemas.openxmlformats.org/drawingml/2006/main">
            <a:pathLst>
              <a:path w="1714500" h="119021">
                <a:moveTo>
                  <a:pt x="0" y="0"/>
                </a:moveTo>
                <a:lnTo>
                  <a:pt x="342900" y="32104"/>
                </a:lnTo>
                <a:lnTo>
                  <a:pt x="685800" y="74388"/>
                </a:lnTo>
                <a:lnTo>
                  <a:pt x="1028700" y="97487"/>
                </a:lnTo>
                <a:lnTo>
                  <a:pt x="1371600" y="116280"/>
                </a:lnTo>
                <a:lnTo>
                  <a:pt x="1714500" y="11902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59" name="era5_ST-MTM_track_60_trace">
            <a:extLst xmlns:a="http://schemas.openxmlformats.org/drawingml/2006/main">
              <a:ext uri="{FF2B5EF4-FFF2-40B4-BE49-F238E27FC236}">
                <a16:creationId xmlns:a16="http://schemas.microsoft.com/office/drawing/2014/main" id="{8821B92B-5CB1-46F4-B3CF-B094D17E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810494"/>
            <a:ext cx="1714500" cy="119021"/>
          </a:xfrm>
          <a:custGeom xmlns:a="http://schemas.openxmlformats.org/drawingml/2006/main">
            <a:pathLst>
              <a:path w="1714500" h="119021">
                <a:moveTo>
                  <a:pt x="0" y="0"/>
                </a:moveTo>
                <a:lnTo>
                  <a:pt x="342900" y="32104"/>
                </a:lnTo>
                <a:lnTo>
                  <a:pt x="685800" y="74388"/>
                </a:lnTo>
                <a:lnTo>
                  <a:pt x="1028700" y="97487"/>
                </a:lnTo>
                <a:lnTo>
                  <a:pt x="1371600" y="116280"/>
                </a:lnTo>
                <a:lnTo>
                  <a:pt x="1714500" y="119021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072B2"/>
            </a:solidFill>
            <a:prstDash val="solid"/>
          </a:ln>
        </p:spPr>
      </p:sp>
      <p:sp>
        <p:nvSpPr>
          <p:cNvPr id="60" name="era5_ST-MTM_60_exact_anchor">
            <a:extLst xmlns:a="http://schemas.openxmlformats.org/drawingml/2006/main">
              <a:ext uri="{FF2B5EF4-FFF2-40B4-BE49-F238E27FC236}">
                <a16:creationId xmlns:a16="http://schemas.microsoft.com/office/drawing/2014/main" id="{DE26DBC5-B45C-4061-B8E8-5EE2125D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77239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72B2"/>
            </a:solidFill>
            <a:prstDash val="solid"/>
          </a:ln>
        </p:spPr>
      </p:sp>
      <p:sp>
        <p:nvSpPr>
          <p:cNvPr id="61" name="line_060">
            <a:extLst xmlns:a="http://schemas.openxmlformats.org/drawingml/2006/main">
              <a:ext uri="{FF2B5EF4-FFF2-40B4-BE49-F238E27FC236}">
                <a16:creationId xmlns:a16="http://schemas.microsoft.com/office/drawing/2014/main" id="{A207F691-46A0-415D-A6EA-6D76A428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85900"/>
            <a:ext cx="1943100" cy="324594"/>
          </a:xfrm>
          <a:custGeom xmlns:a="http://schemas.openxmlformats.org/drawingml/2006/main">
            <a:pathLst>
              <a:path w="1943100" h="324594">
                <a:moveTo>
                  <a:pt x="0" y="324594"/>
                </a:moveTo>
                <a:lnTo>
                  <a:pt x="1943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72B2"/>
            </a:solidFill>
            <a:prstDash val="solid"/>
          </a:ln>
        </p:spPr>
      </p:sp>
      <p:sp>
        <p:nvSpPr>
          <p:cNvPr id="62" name="text_061">
            <a:extLst xmlns:a="http://schemas.openxmlformats.org/drawingml/2006/main">
              <a:ext uri="{FF2B5EF4-FFF2-40B4-BE49-F238E27FC236}">
                <a16:creationId xmlns:a16="http://schemas.microsoft.com/office/drawing/2014/main" id="{043101EB-EF6D-4AD8-AD9A-67136A05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13906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3" name="path_062">
            <a:extLst xmlns:a="http://schemas.openxmlformats.org/drawingml/2006/main">
              <a:ext uri="{FF2B5EF4-FFF2-40B4-BE49-F238E27FC236}">
                <a16:creationId xmlns:a16="http://schemas.microsoft.com/office/drawing/2014/main" id="{C0DABB15-FC87-4670-AFC5-2958803B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484753"/>
            <a:ext cx="3429000" cy="55987"/>
          </a:xfrm>
          <a:custGeom xmlns:a="http://schemas.openxmlformats.org/drawingml/2006/main">
            <a:pathLst>
              <a:path w="3429000" h="55987">
                <a:moveTo>
                  <a:pt x="0" y="49331"/>
                </a:moveTo>
                <a:lnTo>
                  <a:pt x="342900" y="48156"/>
                </a:lnTo>
                <a:lnTo>
                  <a:pt x="685800" y="18401"/>
                </a:lnTo>
                <a:lnTo>
                  <a:pt x="1028700" y="27798"/>
                </a:lnTo>
                <a:lnTo>
                  <a:pt x="1371600" y="55987"/>
                </a:lnTo>
                <a:lnTo>
                  <a:pt x="1714500" y="46590"/>
                </a:lnTo>
                <a:lnTo>
                  <a:pt x="2057400" y="51680"/>
                </a:lnTo>
                <a:lnTo>
                  <a:pt x="2400300" y="5873"/>
                </a:lnTo>
                <a:lnTo>
                  <a:pt x="2743200" y="0"/>
                </a:lnTo>
                <a:lnTo>
                  <a:pt x="3086100" y="2741"/>
                </a:lnTo>
                <a:lnTo>
                  <a:pt x="3429000" y="44633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64" name="era5_ST-MTM_track_38_trace">
            <a:extLst xmlns:a="http://schemas.openxmlformats.org/drawingml/2006/main">
              <a:ext uri="{FF2B5EF4-FFF2-40B4-BE49-F238E27FC236}">
                <a16:creationId xmlns:a16="http://schemas.microsoft.com/office/drawing/2014/main" id="{A57722F9-6100-4932-A0FC-235939E7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484753"/>
            <a:ext cx="3429000" cy="55987"/>
          </a:xfrm>
          <a:custGeom xmlns:a="http://schemas.openxmlformats.org/drawingml/2006/main">
            <a:pathLst>
              <a:path w="3429000" h="55987">
                <a:moveTo>
                  <a:pt x="0" y="49331"/>
                </a:moveTo>
                <a:lnTo>
                  <a:pt x="342900" y="48156"/>
                </a:lnTo>
                <a:lnTo>
                  <a:pt x="685800" y="18401"/>
                </a:lnTo>
                <a:lnTo>
                  <a:pt x="1028700" y="27798"/>
                </a:lnTo>
                <a:lnTo>
                  <a:pt x="1371600" y="55987"/>
                </a:lnTo>
                <a:lnTo>
                  <a:pt x="1714500" y="46590"/>
                </a:lnTo>
                <a:lnTo>
                  <a:pt x="2057400" y="51680"/>
                </a:lnTo>
                <a:lnTo>
                  <a:pt x="2400300" y="5873"/>
                </a:lnTo>
                <a:lnTo>
                  <a:pt x="2743200" y="0"/>
                </a:lnTo>
                <a:lnTo>
                  <a:pt x="3086100" y="2741"/>
                </a:lnTo>
                <a:lnTo>
                  <a:pt x="3429000" y="44633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D55E00"/>
            </a:solidFill>
            <a:prstDash val="solid"/>
          </a:ln>
        </p:spPr>
      </p:sp>
      <p:sp>
        <p:nvSpPr>
          <p:cNvPr id="65" name="era5_ST-MTM_38_exact_anchor">
            <a:extLst xmlns:a="http://schemas.openxmlformats.org/drawingml/2006/main">
              <a:ext uri="{FF2B5EF4-FFF2-40B4-BE49-F238E27FC236}">
                <a16:creationId xmlns:a16="http://schemas.microsoft.com/office/drawing/2014/main" id="{FA8D08DD-FB85-4286-808E-5C476B6C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49324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D55E00"/>
            </a:solidFill>
            <a:prstDash val="solid"/>
          </a:ln>
        </p:spPr>
      </p:sp>
      <p:sp>
        <p:nvSpPr>
          <p:cNvPr id="66" name="line_065">
            <a:extLst xmlns:a="http://schemas.openxmlformats.org/drawingml/2006/main">
              <a:ext uri="{FF2B5EF4-FFF2-40B4-BE49-F238E27FC236}">
                <a16:creationId xmlns:a16="http://schemas.microsoft.com/office/drawing/2014/main" id="{843B7A76-27E8-4EBA-A801-85EB79AF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531344"/>
            <a:ext cx="1943100" cy="113306"/>
          </a:xfrm>
          <a:custGeom xmlns:a="http://schemas.openxmlformats.org/drawingml/2006/main">
            <a:pathLst>
              <a:path w="1943100" h="113306">
                <a:moveTo>
                  <a:pt x="0" y="0"/>
                </a:moveTo>
                <a:lnTo>
                  <a:pt x="1943100" y="113306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D55E00"/>
            </a:solidFill>
            <a:prstDash val="solid"/>
          </a:ln>
        </p:spPr>
      </p:sp>
      <p:sp>
        <p:nvSpPr>
          <p:cNvPr id="67" name="text_066">
            <a:extLst xmlns:a="http://schemas.openxmlformats.org/drawingml/2006/main">
              <a:ext uri="{FF2B5EF4-FFF2-40B4-BE49-F238E27FC236}">
                <a16:creationId xmlns:a16="http://schemas.microsoft.com/office/drawing/2014/main" id="{AE4E4216-EFE1-4D72-ABD5-9016D1FC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15494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68" name="path_067">
            <a:extLst xmlns:a="http://schemas.openxmlformats.org/drawingml/2006/main">
              <a:ext uri="{FF2B5EF4-FFF2-40B4-BE49-F238E27FC236}">
                <a16:creationId xmlns:a16="http://schemas.microsoft.com/office/drawing/2014/main" id="{97ADE4EF-A0E7-4352-B46F-7FBE32E0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423286"/>
            <a:ext cx="685800" cy="17227"/>
          </a:xfrm>
          <a:custGeom xmlns:a="http://schemas.openxmlformats.org/drawingml/2006/main">
            <a:pathLst>
              <a:path w="685800" h="17227">
                <a:moveTo>
                  <a:pt x="0" y="7830"/>
                </a:moveTo>
                <a:lnTo>
                  <a:pt x="342900" y="17227"/>
                </a:lnTo>
                <a:lnTo>
                  <a:pt x="685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69" name="era5_ST-MTM_track_56_trace">
            <a:extLst xmlns:a="http://schemas.openxmlformats.org/drawingml/2006/main">
              <a:ext uri="{FF2B5EF4-FFF2-40B4-BE49-F238E27FC236}">
                <a16:creationId xmlns:a16="http://schemas.microsoft.com/office/drawing/2014/main" id="{293501FB-2B8D-49DD-B0F9-85F6732B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423286"/>
            <a:ext cx="685800" cy="17227"/>
          </a:xfrm>
          <a:custGeom xmlns:a="http://schemas.openxmlformats.org/drawingml/2006/main">
            <a:pathLst>
              <a:path w="685800" h="17227">
                <a:moveTo>
                  <a:pt x="0" y="7830"/>
                </a:moveTo>
                <a:lnTo>
                  <a:pt x="342900" y="17227"/>
                </a:lnTo>
                <a:lnTo>
                  <a:pt x="685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09E73"/>
            </a:solidFill>
            <a:prstDash val="solid"/>
          </a:ln>
        </p:spPr>
      </p:sp>
      <p:sp>
        <p:nvSpPr>
          <p:cNvPr id="70" name="era5_ST-MTM_56_exact_anchor">
            <a:extLst xmlns:a="http://schemas.openxmlformats.org/drawingml/2006/main">
              <a:ext uri="{FF2B5EF4-FFF2-40B4-BE49-F238E27FC236}">
                <a16:creationId xmlns:a16="http://schemas.microsoft.com/office/drawing/2014/main" id="{716641F0-D9DB-4859-BE07-91F914E9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40241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9E73"/>
            </a:solidFill>
            <a:prstDash val="solid"/>
          </a:ln>
        </p:spPr>
      </p:sp>
      <p:sp>
        <p:nvSpPr>
          <p:cNvPr id="71" name="line_070">
            <a:extLst xmlns:a="http://schemas.openxmlformats.org/drawingml/2006/main">
              <a:ext uri="{FF2B5EF4-FFF2-40B4-BE49-F238E27FC236}">
                <a16:creationId xmlns:a16="http://schemas.microsoft.com/office/drawing/2014/main" id="{B55A8412-415C-4E0B-9E18-24568CF0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40512"/>
            <a:ext cx="1943100" cy="362888"/>
          </a:xfrm>
          <a:custGeom xmlns:a="http://schemas.openxmlformats.org/drawingml/2006/main">
            <a:pathLst>
              <a:path w="1943100" h="362888">
                <a:moveTo>
                  <a:pt x="0" y="0"/>
                </a:moveTo>
                <a:lnTo>
                  <a:pt x="1943100" y="3628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9E73"/>
            </a:solidFill>
            <a:prstDash val="solid"/>
          </a:ln>
        </p:spPr>
      </p:sp>
      <p:sp>
        <p:nvSpPr>
          <p:cNvPr id="72" name="text_071">
            <a:extLst xmlns:a="http://schemas.openxmlformats.org/drawingml/2006/main">
              <a:ext uri="{FF2B5EF4-FFF2-40B4-BE49-F238E27FC236}">
                <a16:creationId xmlns:a16="http://schemas.microsoft.com/office/drawing/2014/main" id="{610193EE-BBD5-4280-9ECF-1017E7B6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17081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73" name="rect_072">
            <a:extLst xmlns:a="http://schemas.openxmlformats.org/drawingml/2006/main">
              <a:ext uri="{FF2B5EF4-FFF2-40B4-BE49-F238E27FC236}">
                <a16:creationId xmlns:a16="http://schemas.microsoft.com/office/drawing/2014/main" id="{25E29908-96F3-408B-B935-686DA3B3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387" y="1343025"/>
            <a:ext cx="548737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63238"/>
            </a:solidFill>
            <a:prstDash val="solid"/>
          </a:ln>
        </p:spPr>
      </p:sp>
      <p:sp>
        <p:nvSpPr>
          <p:cNvPr id="74" name="text_073">
            <a:extLst xmlns:a="http://schemas.openxmlformats.org/drawingml/2006/main">
              <a:ext uri="{FF2B5EF4-FFF2-40B4-BE49-F238E27FC236}">
                <a16:creationId xmlns:a16="http://schemas.microsoft.com/office/drawing/2014/main" id="{BDFE122A-3351-4DF4-AE22-03763344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2276475"/>
            <a:ext cx="1057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RG-P</a:t>
            </a:r>
          </a:p>
        </p:txBody>
      </p:sp>
      <p:sp>
        <p:nvSpPr>
          <p:cNvPr id="75" name="text_074">
            <a:extLst xmlns:a="http://schemas.openxmlformats.org/drawingml/2006/main">
              <a:ext uri="{FF2B5EF4-FFF2-40B4-BE49-F238E27FC236}">
                <a16:creationId xmlns:a16="http://schemas.microsoft.com/office/drawing/2014/main" id="{48CA2E0D-76DE-4CB7-BE01-398442D4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2571750"/>
            <a:ext cx="1076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fixed q axis</a:t>
            </a:r>
          </a:p>
        </p:txBody>
      </p:sp>
      <p:pic>
        <p:nvPic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270269D-325C-466C-9C7E-56E5FF8D77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6bc661ca274681"/>
          <a:stretch xmlns:a="http://schemas.openxmlformats.org/drawingml/2006/main"/>
        </p:blipFill>
        <p:spPr>
          <a:xfrm xmlns:a="http://schemas.openxmlformats.org/drawingml/2006/main">
            <a:off x="1457325" y="2228850"/>
            <a:ext cx="5886450" cy="666750"/>
          </a:xfrm>
          <a:prstGeom xmlns:a="http://schemas.openxmlformats.org/drawingml/2006/main" prst="rect">
            <a:avLst/>
          </a:prstGeom>
        </p:spPr>
      </p:pic>
      <p:sp>
        <p:nvSpPr>
          <p:cNvPr id="77" name="line_076">
            <a:extLst xmlns:a="http://schemas.openxmlformats.org/drawingml/2006/main">
              <a:ext uri="{FF2B5EF4-FFF2-40B4-BE49-F238E27FC236}">
                <a16:creationId xmlns:a16="http://schemas.microsoft.com/office/drawing/2014/main" id="{6452A1EE-5BA0-45E1-83FC-7498D65A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756" y="2228850"/>
            <a:ext cx="95" cy="666750"/>
          </a:xfrm>
          <a:custGeom xmlns:a="http://schemas.openxmlformats.org/drawingml/2006/main">
            <a:pathLst>
              <a:path w="9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3238"/>
            </a:solidFill>
            <a:prstDash val="dash"/>
          </a:ln>
        </p:spPr>
      </p:sp>
      <p:sp>
        <p:nvSpPr>
          <p:cNvPr id="78" name="rect_077">
            <a:extLst xmlns:a="http://schemas.openxmlformats.org/drawingml/2006/main">
              <a:ext uri="{FF2B5EF4-FFF2-40B4-BE49-F238E27FC236}">
                <a16:creationId xmlns:a16="http://schemas.microsoft.com/office/drawing/2014/main" id="{A1B9750A-F6D1-4157-A9ED-AB6E3F59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228850"/>
            <a:ext cx="5886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7B8790"/>
            </a:solidFill>
            <a:prstDash val="solid"/>
          </a:ln>
        </p:spPr>
      </p:sp>
      <p:sp>
        <p:nvSpPr>
          <p:cNvPr id="79" name="text_078">
            <a:extLst xmlns:a="http://schemas.openxmlformats.org/drawingml/2006/main">
              <a:ext uri="{FF2B5EF4-FFF2-40B4-BE49-F238E27FC236}">
                <a16:creationId xmlns:a16="http://schemas.microsoft.com/office/drawing/2014/main" id="{20AD6959-D5B4-4F27-91F8-FCD6B2AE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00350"/>
            <a:ext cx="314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0" name="text_079">
            <a:extLst xmlns:a="http://schemas.openxmlformats.org/drawingml/2006/main">
              <a:ext uri="{FF2B5EF4-FFF2-40B4-BE49-F238E27FC236}">
                <a16:creationId xmlns:a16="http://schemas.microsoft.com/office/drawing/2014/main" id="{2E3B16E9-7670-41D4-8285-B15CF079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33600"/>
            <a:ext cx="314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1" name="text_080">
            <a:extLst xmlns:a="http://schemas.openxmlformats.org/drawingml/2006/main">
              <a:ext uri="{FF2B5EF4-FFF2-40B4-BE49-F238E27FC236}">
                <a16:creationId xmlns:a16="http://schemas.microsoft.com/office/drawing/2014/main" id="{B466F1B0-AFB9-42CF-8A32-20E9D478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768" y="29241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2" name="text_081">
            <a:extLst xmlns:a="http://schemas.openxmlformats.org/drawingml/2006/main">
              <a:ext uri="{FF2B5EF4-FFF2-40B4-BE49-F238E27FC236}">
                <a16:creationId xmlns:a16="http://schemas.microsoft.com/office/drawing/2014/main" id="{21F93945-A59A-41D6-883C-AE9C1ADC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8332" y="29241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117</a:t>
            </a:r>
          </a:p>
        </p:txBody>
      </p:sp>
      <p:sp>
        <p:nvSpPr>
          <p:cNvPr id="83" name="era5_P_60_exact_anchor">
            <a:extLst xmlns:a="http://schemas.openxmlformats.org/drawingml/2006/main">
              <a:ext uri="{FF2B5EF4-FFF2-40B4-BE49-F238E27FC236}">
                <a16:creationId xmlns:a16="http://schemas.microsoft.com/office/drawing/2014/main" id="{D1AB62E2-99A4-4226-86CA-CD572E3B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656" y="272417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72B2"/>
            </a:solidFill>
            <a:prstDash val="solid"/>
          </a:ln>
        </p:spPr>
      </p:sp>
      <p:sp>
        <p:nvSpPr>
          <p:cNvPr id="84" name="era5_P_38_exact_anchor">
            <a:extLst xmlns:a="http://schemas.openxmlformats.org/drawingml/2006/main">
              <a:ext uri="{FF2B5EF4-FFF2-40B4-BE49-F238E27FC236}">
                <a16:creationId xmlns:a16="http://schemas.microsoft.com/office/drawing/2014/main" id="{D97BDF16-F50B-4061-9307-E52041CC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656" y="240524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D55E00"/>
            </a:solidFill>
            <a:prstDash val="solid"/>
          </a:ln>
        </p:spPr>
      </p:sp>
      <p:sp>
        <p:nvSpPr>
          <p:cNvPr id="85" name="era5_P_56_exact_anchor">
            <a:extLst xmlns:a="http://schemas.openxmlformats.org/drawingml/2006/main">
              <a:ext uri="{FF2B5EF4-FFF2-40B4-BE49-F238E27FC236}">
                <a16:creationId xmlns:a16="http://schemas.microsoft.com/office/drawing/2014/main" id="{FB126A33-C657-4D1B-AB28-8350A7C8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656" y="239631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9E73"/>
            </a:solidFill>
            <a:prstDash val="solid"/>
          </a:ln>
        </p:spPr>
      </p:sp>
      <p:pic>
        <p:nvPic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628F631-C56D-44E5-960D-812C2734D9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0d0710c8eb4c18"/>
          <a:stretch xmlns:a="http://schemas.openxmlformats.org/drawingml/2006/main"/>
        </p:blipFill>
        <p:spPr>
          <a:xfrm xmlns:a="http://schemas.openxmlformats.org/drawingml/2006/main">
            <a:off x="8439150" y="2228850"/>
            <a:ext cx="3771900" cy="666750"/>
          </a:xfrm>
          <a:prstGeom xmlns:a="http://schemas.openxmlformats.org/drawingml/2006/main" prst="rect">
            <a:avLst/>
          </a:prstGeom>
        </p:spPr>
      </p:pic>
      <p:sp>
        <p:nvSpPr>
          <p:cNvPr id="87" name="line_086">
            <a:extLst xmlns:a="http://schemas.openxmlformats.org/drawingml/2006/main">
              <a:ext uri="{FF2B5EF4-FFF2-40B4-BE49-F238E27FC236}">
                <a16:creationId xmlns:a16="http://schemas.microsoft.com/office/drawing/2014/main" id="{5A2B9DB6-2DAC-4397-BAC4-E0756C38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228850"/>
            <a:ext cx="95" cy="666750"/>
          </a:xfrm>
          <a:custGeom xmlns:a="http://schemas.openxmlformats.org/drawingml/2006/main">
            <a:pathLst>
              <a:path w="9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3238"/>
            </a:solidFill>
            <a:prstDash val="dash"/>
          </a:ln>
        </p:spPr>
      </p:sp>
      <p:sp>
        <p:nvSpPr>
          <p:cNvPr id="88" name="rect_087">
            <a:extLst xmlns:a="http://schemas.openxmlformats.org/drawingml/2006/main">
              <a:ext uri="{FF2B5EF4-FFF2-40B4-BE49-F238E27FC236}">
                <a16:creationId xmlns:a16="http://schemas.microsoft.com/office/drawing/2014/main" id="{0F82161E-7BEB-45D6-8402-F5F85816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28850"/>
            <a:ext cx="377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7B8790"/>
            </a:solidFill>
            <a:prstDash val="solid"/>
          </a:ln>
        </p:spPr>
      </p:sp>
      <p:sp>
        <p:nvSpPr>
          <p:cNvPr id="89" name="text_088">
            <a:extLst xmlns:a="http://schemas.openxmlformats.org/drawingml/2006/main">
              <a:ext uri="{FF2B5EF4-FFF2-40B4-BE49-F238E27FC236}">
                <a16:creationId xmlns:a16="http://schemas.microsoft.com/office/drawing/2014/main" id="{A5DDDDE0-C698-4FF6-BEB6-6DE33FB7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800350"/>
            <a:ext cx="314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0.13</a:t>
            </a:r>
          </a:p>
        </p:txBody>
      </p:sp>
      <p:sp>
        <p:nvSpPr>
          <p:cNvPr id="90" name="text_089">
            <a:extLst xmlns:a="http://schemas.openxmlformats.org/drawingml/2006/main">
              <a:ext uri="{FF2B5EF4-FFF2-40B4-BE49-F238E27FC236}">
                <a16:creationId xmlns:a16="http://schemas.microsoft.com/office/drawing/2014/main" id="{A537A8A0-58DB-46A9-91D5-73608BD2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133600"/>
            <a:ext cx="314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0.97</a:t>
            </a:r>
          </a:p>
        </p:txBody>
      </p:sp>
      <p:sp>
        <p:nvSpPr>
          <p:cNvPr id="91" name="text_090">
            <a:extLst xmlns:a="http://schemas.openxmlformats.org/drawingml/2006/main">
              <a:ext uri="{FF2B5EF4-FFF2-40B4-BE49-F238E27FC236}">
                <a16:creationId xmlns:a16="http://schemas.microsoft.com/office/drawing/2014/main" id="{8ABBD73C-32B7-4F16-B8CE-E7E48FFF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241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  <p:sp>
        <p:nvSpPr>
          <p:cNvPr id="92" name="text_091">
            <a:extLst xmlns:a="http://schemas.openxmlformats.org/drawingml/2006/main">
              <a:ext uri="{FF2B5EF4-FFF2-40B4-BE49-F238E27FC236}">
                <a16:creationId xmlns:a16="http://schemas.microsoft.com/office/drawing/2014/main" id="{55D51828-B747-441D-8D4C-F296B25D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29241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53</a:t>
            </a:r>
          </a:p>
        </p:txBody>
      </p:sp>
      <p:sp>
        <p:nvSpPr>
          <p:cNvPr id="93" name="path_092">
            <a:extLst xmlns:a="http://schemas.openxmlformats.org/drawingml/2006/main">
              <a:ext uri="{FF2B5EF4-FFF2-40B4-BE49-F238E27FC236}">
                <a16:creationId xmlns:a16="http://schemas.microsoft.com/office/drawing/2014/main" id="{0F08D06F-2A59-4781-A2C3-5A636638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827321"/>
            <a:ext cx="1714500" cy="28579"/>
          </a:xfrm>
          <a:custGeom xmlns:a="http://schemas.openxmlformats.org/drawingml/2006/main">
            <a:pathLst>
              <a:path w="1714500" h="28579">
                <a:moveTo>
                  <a:pt x="0" y="12936"/>
                </a:moveTo>
                <a:lnTo>
                  <a:pt x="342900" y="28579"/>
                </a:lnTo>
                <a:lnTo>
                  <a:pt x="685800" y="0"/>
                </a:lnTo>
                <a:lnTo>
                  <a:pt x="1028700" y="303"/>
                </a:lnTo>
                <a:lnTo>
                  <a:pt x="1371600" y="303"/>
                </a:lnTo>
                <a:lnTo>
                  <a:pt x="1714500" y="83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94" name="era5_P_track_60_trace">
            <a:extLst xmlns:a="http://schemas.openxmlformats.org/drawingml/2006/main">
              <a:ext uri="{FF2B5EF4-FFF2-40B4-BE49-F238E27FC236}">
                <a16:creationId xmlns:a16="http://schemas.microsoft.com/office/drawing/2014/main" id="{128D0559-E3E5-4F5F-AEB6-CADBDF13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827321"/>
            <a:ext cx="1714500" cy="28579"/>
          </a:xfrm>
          <a:custGeom xmlns:a="http://schemas.openxmlformats.org/drawingml/2006/main">
            <a:pathLst>
              <a:path w="1714500" h="28579">
                <a:moveTo>
                  <a:pt x="0" y="12936"/>
                </a:moveTo>
                <a:lnTo>
                  <a:pt x="342900" y="28579"/>
                </a:lnTo>
                <a:lnTo>
                  <a:pt x="685800" y="0"/>
                </a:lnTo>
                <a:lnTo>
                  <a:pt x="1028700" y="303"/>
                </a:lnTo>
                <a:lnTo>
                  <a:pt x="1371600" y="303"/>
                </a:lnTo>
                <a:lnTo>
                  <a:pt x="1714500" y="83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072B2"/>
            </a:solidFill>
            <a:prstDash val="solid"/>
          </a:ln>
        </p:spPr>
      </p:sp>
      <p:sp>
        <p:nvSpPr>
          <p:cNvPr id="95" name="era5_P_true_reference_60">
            <a:extLst xmlns:a="http://schemas.openxmlformats.org/drawingml/2006/main">
              <a:ext uri="{FF2B5EF4-FFF2-40B4-BE49-F238E27FC236}">
                <a16:creationId xmlns:a16="http://schemas.microsoft.com/office/drawing/2014/main" id="{0B6113A4-3089-457D-8E78-68E3123C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817411"/>
            <a:ext cx="1714500" cy="32730"/>
          </a:xfrm>
          <a:custGeom xmlns:a="http://schemas.openxmlformats.org/drawingml/2006/main">
            <a:pathLst>
              <a:path w="1714500" h="32730">
                <a:moveTo>
                  <a:pt x="0" y="16213"/>
                </a:moveTo>
                <a:lnTo>
                  <a:pt x="342900" y="32730"/>
                </a:lnTo>
                <a:lnTo>
                  <a:pt x="685800" y="16516"/>
                </a:lnTo>
                <a:lnTo>
                  <a:pt x="1028700" y="16819"/>
                </a:lnTo>
                <a:lnTo>
                  <a:pt x="1371600" y="16819"/>
                </a:lnTo>
                <a:lnTo>
                  <a:pt x="1714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0072B2"/>
            </a:solidFill>
            <a:prstDash val="dash"/>
          </a:ln>
        </p:spPr>
      </p:sp>
      <p:sp>
        <p:nvSpPr>
          <p:cNvPr id="96" name="era5_P_60_exact_anchor">
            <a:extLst xmlns:a="http://schemas.openxmlformats.org/drawingml/2006/main">
              <a:ext uri="{FF2B5EF4-FFF2-40B4-BE49-F238E27FC236}">
                <a16:creationId xmlns:a16="http://schemas.microsoft.com/office/drawing/2014/main" id="{A4537DA6-8686-49B9-8602-063C34A5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0215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72B2"/>
            </a:solidFill>
            <a:prstDash val="solid"/>
          </a:ln>
        </p:spPr>
      </p:sp>
      <p:sp>
        <p:nvSpPr>
          <p:cNvPr id="97" name="line_096">
            <a:extLst xmlns:a="http://schemas.openxmlformats.org/drawingml/2006/main">
              <a:ext uri="{FF2B5EF4-FFF2-40B4-BE49-F238E27FC236}">
                <a16:creationId xmlns:a16="http://schemas.microsoft.com/office/drawing/2014/main" id="{693E1D1F-3580-4081-A185-9DC9DD50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371725"/>
            <a:ext cx="1943100" cy="468532"/>
          </a:xfrm>
          <a:custGeom xmlns:a="http://schemas.openxmlformats.org/drawingml/2006/main">
            <a:pathLst>
              <a:path w="1943100" h="468532">
                <a:moveTo>
                  <a:pt x="0" y="468532"/>
                </a:moveTo>
                <a:lnTo>
                  <a:pt x="1943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72B2"/>
            </a:solidFill>
            <a:prstDash val="solid"/>
          </a:ln>
        </p:spPr>
      </p:sp>
      <p:sp>
        <p:nvSpPr>
          <p:cNvPr id="98" name="text_097">
            <a:extLst xmlns:a="http://schemas.openxmlformats.org/drawingml/2006/main">
              <a:ext uri="{FF2B5EF4-FFF2-40B4-BE49-F238E27FC236}">
                <a16:creationId xmlns:a16="http://schemas.microsoft.com/office/drawing/2014/main" id="{CFB90296-BB67-4E5E-B574-247EC7DE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227647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9" name="path_098">
            <a:extLst xmlns:a="http://schemas.openxmlformats.org/drawingml/2006/main">
              <a:ext uri="{FF2B5EF4-FFF2-40B4-BE49-F238E27FC236}">
                <a16:creationId xmlns:a16="http://schemas.microsoft.com/office/drawing/2014/main" id="{799C5049-CF7E-4EDE-80C3-233D0856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75186"/>
            <a:ext cx="3429000" cy="470159"/>
          </a:xfrm>
          <a:custGeom xmlns:a="http://schemas.openxmlformats.org/drawingml/2006/main">
            <a:pathLst>
              <a:path w="3429000" h="470159">
                <a:moveTo>
                  <a:pt x="0" y="470159"/>
                </a:moveTo>
                <a:lnTo>
                  <a:pt x="342900" y="405306"/>
                </a:lnTo>
                <a:lnTo>
                  <a:pt x="685800" y="327515"/>
                </a:lnTo>
                <a:lnTo>
                  <a:pt x="1028700" y="324542"/>
                </a:lnTo>
                <a:lnTo>
                  <a:pt x="1371600" y="284901"/>
                </a:lnTo>
                <a:lnTo>
                  <a:pt x="1714500" y="185854"/>
                </a:lnTo>
                <a:lnTo>
                  <a:pt x="2057400" y="150225"/>
                </a:lnTo>
                <a:lnTo>
                  <a:pt x="2400300" y="32124"/>
                </a:lnTo>
                <a:lnTo>
                  <a:pt x="2743200" y="0"/>
                </a:lnTo>
                <a:lnTo>
                  <a:pt x="3086100" y="3303"/>
                </a:lnTo>
                <a:lnTo>
                  <a:pt x="3429000" y="2034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00" name="era5_P_track_38_trace">
            <a:extLst xmlns:a="http://schemas.openxmlformats.org/drawingml/2006/main">
              <a:ext uri="{FF2B5EF4-FFF2-40B4-BE49-F238E27FC236}">
                <a16:creationId xmlns:a16="http://schemas.microsoft.com/office/drawing/2014/main" id="{74F9755F-553F-4685-9F92-9A670605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75186"/>
            <a:ext cx="3429000" cy="470159"/>
          </a:xfrm>
          <a:custGeom xmlns:a="http://schemas.openxmlformats.org/drawingml/2006/main">
            <a:pathLst>
              <a:path w="3429000" h="470159">
                <a:moveTo>
                  <a:pt x="0" y="470159"/>
                </a:moveTo>
                <a:lnTo>
                  <a:pt x="342900" y="405306"/>
                </a:lnTo>
                <a:lnTo>
                  <a:pt x="685800" y="327515"/>
                </a:lnTo>
                <a:lnTo>
                  <a:pt x="1028700" y="324542"/>
                </a:lnTo>
                <a:lnTo>
                  <a:pt x="1371600" y="284901"/>
                </a:lnTo>
                <a:lnTo>
                  <a:pt x="1714500" y="185854"/>
                </a:lnTo>
                <a:lnTo>
                  <a:pt x="2057400" y="150225"/>
                </a:lnTo>
                <a:lnTo>
                  <a:pt x="2400300" y="32124"/>
                </a:lnTo>
                <a:lnTo>
                  <a:pt x="2743200" y="0"/>
                </a:lnTo>
                <a:lnTo>
                  <a:pt x="3086100" y="3303"/>
                </a:lnTo>
                <a:lnTo>
                  <a:pt x="3429000" y="20347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D55E00"/>
            </a:solidFill>
            <a:prstDash val="solid"/>
          </a:ln>
        </p:spPr>
      </p:sp>
      <p:sp>
        <p:nvSpPr>
          <p:cNvPr id="101" name="era5_P_true_reference_38">
            <a:extLst xmlns:a="http://schemas.openxmlformats.org/drawingml/2006/main">
              <a:ext uri="{FF2B5EF4-FFF2-40B4-BE49-F238E27FC236}">
                <a16:creationId xmlns:a16="http://schemas.microsoft.com/office/drawing/2014/main" id="{D1063734-2DE1-4EA2-A1A4-3985C8B6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68579"/>
            <a:ext cx="3429000" cy="483372"/>
          </a:xfrm>
          <a:custGeom xmlns:a="http://schemas.openxmlformats.org/drawingml/2006/main">
            <a:pathLst>
              <a:path w="3429000" h="483372">
                <a:moveTo>
                  <a:pt x="0" y="483372"/>
                </a:moveTo>
                <a:lnTo>
                  <a:pt x="342900" y="418519"/>
                </a:lnTo>
                <a:lnTo>
                  <a:pt x="685800" y="370182"/>
                </a:lnTo>
                <a:lnTo>
                  <a:pt x="1028700" y="337755"/>
                </a:lnTo>
                <a:lnTo>
                  <a:pt x="1371600" y="273204"/>
                </a:lnTo>
                <a:lnTo>
                  <a:pt x="1714500" y="128798"/>
                </a:lnTo>
                <a:lnTo>
                  <a:pt x="2057400" y="80461"/>
                </a:lnTo>
                <a:lnTo>
                  <a:pt x="2400300" y="32124"/>
                </a:lnTo>
                <a:lnTo>
                  <a:pt x="2743200" y="0"/>
                </a:lnTo>
                <a:lnTo>
                  <a:pt x="3086100" y="16516"/>
                </a:lnTo>
                <a:lnTo>
                  <a:pt x="3429000" y="16213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5E00"/>
            </a:solidFill>
            <a:prstDash val="dash"/>
          </a:ln>
        </p:spPr>
      </p:sp>
      <p:sp>
        <p:nvSpPr>
          <p:cNvPr id="102" name="era5_P_38_exact_anchor">
            <a:extLst xmlns:a="http://schemas.openxmlformats.org/drawingml/2006/main">
              <a:ext uri="{FF2B5EF4-FFF2-40B4-BE49-F238E27FC236}">
                <a16:creationId xmlns:a16="http://schemas.microsoft.com/office/drawing/2014/main" id="{DEA70B06-4E56-4D6B-83F9-2B28B10C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2294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D55E00"/>
            </a:solidFill>
            <a:prstDash val="solid"/>
          </a:ln>
        </p:spPr>
      </p:sp>
      <p:sp>
        <p:nvSpPr>
          <p:cNvPr id="103" name="line_102">
            <a:extLst xmlns:a="http://schemas.openxmlformats.org/drawingml/2006/main">
              <a:ext uri="{FF2B5EF4-FFF2-40B4-BE49-F238E27FC236}">
                <a16:creationId xmlns:a16="http://schemas.microsoft.com/office/drawing/2014/main" id="{9CD37D40-5F54-4E12-ACFD-7EEC5C74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461040"/>
            <a:ext cx="1943100" cy="69435"/>
          </a:xfrm>
          <a:custGeom xmlns:a="http://schemas.openxmlformats.org/drawingml/2006/main">
            <a:pathLst>
              <a:path w="1943100" h="69435">
                <a:moveTo>
                  <a:pt x="0" y="0"/>
                </a:moveTo>
                <a:lnTo>
                  <a:pt x="1943100" y="6943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D55E00"/>
            </a:solidFill>
            <a:prstDash val="solid"/>
          </a:ln>
        </p:spPr>
      </p:sp>
      <p:sp>
        <p:nvSpPr>
          <p:cNvPr id="104" name="text_103">
            <a:extLst xmlns:a="http://schemas.openxmlformats.org/drawingml/2006/main">
              <a:ext uri="{FF2B5EF4-FFF2-40B4-BE49-F238E27FC236}">
                <a16:creationId xmlns:a16="http://schemas.microsoft.com/office/drawing/2014/main" id="{F16E87A1-B8AF-4FA6-8A6B-EB0BEF9C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24352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5" name="path_104">
            <a:extLst xmlns:a="http://schemas.openxmlformats.org/drawingml/2006/main">
              <a:ext uri="{FF2B5EF4-FFF2-40B4-BE49-F238E27FC236}">
                <a16:creationId xmlns:a16="http://schemas.microsoft.com/office/drawing/2014/main" id="{713D3CBB-5B8B-45D4-B231-4CB634F8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14927"/>
            <a:ext cx="685800" cy="120224"/>
          </a:xfrm>
          <a:custGeom xmlns:a="http://schemas.openxmlformats.org/drawingml/2006/main">
            <a:pathLst>
              <a:path w="685800" h="120224">
                <a:moveTo>
                  <a:pt x="0" y="120224"/>
                </a:moveTo>
                <a:lnTo>
                  <a:pt x="342900" y="35505"/>
                </a:lnTo>
                <a:lnTo>
                  <a:pt x="685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06" name="era5_P_track_56_trace">
            <a:extLst xmlns:a="http://schemas.openxmlformats.org/drawingml/2006/main">
              <a:ext uri="{FF2B5EF4-FFF2-40B4-BE49-F238E27FC236}">
                <a16:creationId xmlns:a16="http://schemas.microsoft.com/office/drawing/2014/main" id="{02F6DFC5-347C-40A7-90BD-830081A4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14927"/>
            <a:ext cx="685800" cy="120224"/>
          </a:xfrm>
          <a:custGeom xmlns:a="http://schemas.openxmlformats.org/drawingml/2006/main">
            <a:pathLst>
              <a:path w="685800" h="120224">
                <a:moveTo>
                  <a:pt x="0" y="120224"/>
                </a:moveTo>
                <a:lnTo>
                  <a:pt x="342900" y="35505"/>
                </a:lnTo>
                <a:lnTo>
                  <a:pt x="685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09E73"/>
            </a:solidFill>
            <a:prstDash val="solid"/>
          </a:ln>
        </p:spPr>
      </p:sp>
      <p:sp>
        <p:nvSpPr>
          <p:cNvPr id="107" name="era5_P_true_reference_56">
            <a:extLst xmlns:a="http://schemas.openxmlformats.org/drawingml/2006/main">
              <a:ext uri="{FF2B5EF4-FFF2-40B4-BE49-F238E27FC236}">
                <a16:creationId xmlns:a16="http://schemas.microsoft.com/office/drawing/2014/main" id="{A084C094-2AEE-42BF-A0FF-CF3E86E7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504510"/>
            <a:ext cx="685800" cy="48943"/>
          </a:xfrm>
          <a:custGeom xmlns:a="http://schemas.openxmlformats.org/drawingml/2006/main">
            <a:pathLst>
              <a:path w="685800" h="48943">
                <a:moveTo>
                  <a:pt x="0" y="48943"/>
                </a:moveTo>
                <a:lnTo>
                  <a:pt x="342900" y="16213"/>
                </a:lnTo>
                <a:lnTo>
                  <a:pt x="685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009E73"/>
            </a:solidFill>
            <a:prstDash val="dash"/>
          </a:ln>
        </p:spPr>
      </p:sp>
      <p:sp>
        <p:nvSpPr>
          <p:cNvPr id="108" name="era5_P_56_exact_anchor">
            <a:extLst xmlns:a="http://schemas.openxmlformats.org/drawingml/2006/main">
              <a:ext uri="{FF2B5EF4-FFF2-40B4-BE49-F238E27FC236}">
                <a16:creationId xmlns:a16="http://schemas.microsoft.com/office/drawing/2014/main" id="{308825ED-60B4-49BD-A758-662EBBB8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1233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9E73"/>
            </a:solidFill>
            <a:prstDash val="solid"/>
          </a:ln>
        </p:spPr>
      </p:sp>
      <p:sp>
        <p:nvSpPr>
          <p:cNvPr id="109" name="line_108">
            <a:extLst xmlns:a="http://schemas.openxmlformats.org/drawingml/2006/main">
              <a:ext uri="{FF2B5EF4-FFF2-40B4-BE49-F238E27FC236}">
                <a16:creationId xmlns:a16="http://schemas.microsoft.com/office/drawing/2014/main" id="{593A8136-BE9A-4A47-8C47-3B6DCB76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450432"/>
            <a:ext cx="1943100" cy="238793"/>
          </a:xfrm>
          <a:custGeom xmlns:a="http://schemas.openxmlformats.org/drawingml/2006/main">
            <a:pathLst>
              <a:path w="1943100" h="238793">
                <a:moveTo>
                  <a:pt x="0" y="0"/>
                </a:moveTo>
                <a:lnTo>
                  <a:pt x="1943100" y="23879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9E73"/>
            </a:solidFill>
            <a:prstDash val="solid"/>
          </a:ln>
        </p:spPr>
      </p:sp>
      <p:sp>
        <p:nvSpPr>
          <p:cNvPr id="110" name="text_109">
            <a:extLst xmlns:a="http://schemas.openxmlformats.org/drawingml/2006/main">
              <a:ext uri="{FF2B5EF4-FFF2-40B4-BE49-F238E27FC236}">
                <a16:creationId xmlns:a16="http://schemas.microsoft.com/office/drawing/2014/main" id="{6521B183-CCAB-4967-824D-E181D27D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259397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11" name="rect_110">
            <a:extLst xmlns:a="http://schemas.openxmlformats.org/drawingml/2006/main">
              <a:ext uri="{FF2B5EF4-FFF2-40B4-BE49-F238E27FC236}">
                <a16:creationId xmlns:a16="http://schemas.microsoft.com/office/drawing/2014/main" id="{9B7948A2-6305-4CDC-A1EA-1742EF48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387" y="2228850"/>
            <a:ext cx="548737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63238"/>
            </a:solidFill>
            <a:prstDash val="solid"/>
          </a:ln>
        </p:spPr>
      </p:sp>
      <p:sp>
        <p:nvSpPr>
          <p:cNvPr id="112" name="text_111">
            <a:extLst xmlns:a="http://schemas.openxmlformats.org/drawingml/2006/main">
              <a:ext uri="{FF2B5EF4-FFF2-40B4-BE49-F238E27FC236}">
                <a16:creationId xmlns:a16="http://schemas.microsoft.com/office/drawing/2014/main" id="{D7FA4779-B118-4AE7-B756-6B8746E3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3162300"/>
            <a:ext cx="1057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RG-R20</a:t>
            </a:r>
          </a:p>
        </p:txBody>
      </p:sp>
      <p:sp>
        <p:nvSpPr>
          <p:cNvPr id="113" name="text_112">
            <a:extLst xmlns:a="http://schemas.openxmlformats.org/drawingml/2006/main">
              <a:ext uri="{FF2B5EF4-FFF2-40B4-BE49-F238E27FC236}">
                <a16:creationId xmlns:a16="http://schemas.microsoft.com/office/drawing/2014/main" id="{3D40856B-BD2F-4716-AA50-E20A4DB3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3457575"/>
            <a:ext cx="1076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fixed q axis</a:t>
            </a:r>
          </a:p>
        </p:txBody>
      </p:sp>
      <p:pic>
        <p:nvPic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6AAA571-3B20-4F45-8A8F-8E766A2116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d93235cf594b21"/>
          <a:stretch xmlns:a="http://schemas.openxmlformats.org/drawingml/2006/main"/>
        </p:blipFill>
        <p:spPr>
          <a:xfrm xmlns:a="http://schemas.openxmlformats.org/drawingml/2006/main">
            <a:off x="1457325" y="3114675"/>
            <a:ext cx="5886450" cy="666750"/>
          </a:xfrm>
          <a:prstGeom xmlns:a="http://schemas.openxmlformats.org/drawingml/2006/main" prst="rect">
            <a:avLst/>
          </a:prstGeom>
        </p:spPr>
      </p:pic>
      <p:sp>
        <p:nvSpPr>
          <p:cNvPr id="115" name="line_114">
            <a:extLst xmlns:a="http://schemas.openxmlformats.org/drawingml/2006/main">
              <a:ext uri="{FF2B5EF4-FFF2-40B4-BE49-F238E27FC236}">
                <a16:creationId xmlns:a16="http://schemas.microsoft.com/office/drawing/2014/main" id="{A8612EC1-3359-48A1-B482-65CAC24F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756" y="3114675"/>
            <a:ext cx="95" cy="666750"/>
          </a:xfrm>
          <a:custGeom xmlns:a="http://schemas.openxmlformats.org/drawingml/2006/main">
            <a:pathLst>
              <a:path w="9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3238"/>
            </a:solidFill>
            <a:prstDash val="dash"/>
          </a:ln>
        </p:spPr>
      </p:sp>
      <p:sp>
        <p:nvSpPr>
          <p:cNvPr id="116" name="rect_115">
            <a:extLst xmlns:a="http://schemas.openxmlformats.org/drawingml/2006/main">
              <a:ext uri="{FF2B5EF4-FFF2-40B4-BE49-F238E27FC236}">
                <a16:creationId xmlns:a16="http://schemas.microsoft.com/office/drawing/2014/main" id="{B950CA28-5D23-4247-82ED-96C9CCDD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114675"/>
            <a:ext cx="5886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7B8790"/>
            </a:solidFill>
            <a:prstDash val="solid"/>
          </a:ln>
        </p:spPr>
      </p:sp>
      <p:sp>
        <p:nvSpPr>
          <p:cNvPr id="117" name="text_116">
            <a:extLst xmlns:a="http://schemas.openxmlformats.org/drawingml/2006/main">
              <a:ext uri="{FF2B5EF4-FFF2-40B4-BE49-F238E27FC236}">
                <a16:creationId xmlns:a16="http://schemas.microsoft.com/office/drawing/2014/main" id="{273EB809-79F8-4333-BC9F-203B6401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86175"/>
            <a:ext cx="314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8" name="text_117">
            <a:extLst xmlns:a="http://schemas.openxmlformats.org/drawingml/2006/main">
              <a:ext uri="{FF2B5EF4-FFF2-40B4-BE49-F238E27FC236}">
                <a16:creationId xmlns:a16="http://schemas.microsoft.com/office/drawing/2014/main" id="{278E86A8-6FBA-44BF-B740-FD0ADE95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19425"/>
            <a:ext cx="314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9" name="text_118">
            <a:extLst xmlns:a="http://schemas.openxmlformats.org/drawingml/2006/main">
              <a:ext uri="{FF2B5EF4-FFF2-40B4-BE49-F238E27FC236}">
                <a16:creationId xmlns:a16="http://schemas.microsoft.com/office/drawing/2014/main" id="{102AFF4B-5CEE-4ACA-9B5E-BE39F375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768" y="3810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0" name="text_119">
            <a:extLst xmlns:a="http://schemas.openxmlformats.org/drawingml/2006/main">
              <a:ext uri="{FF2B5EF4-FFF2-40B4-BE49-F238E27FC236}">
                <a16:creationId xmlns:a16="http://schemas.microsoft.com/office/drawing/2014/main" id="{2C70B72F-FF6D-4A6B-89E1-8F5685C2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8332" y="3810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117</a:t>
            </a:r>
          </a:p>
        </p:txBody>
      </p:sp>
      <p:sp>
        <p:nvSpPr>
          <p:cNvPr id="121" name="era5_R_60_exact_anchor">
            <a:extLst xmlns:a="http://schemas.openxmlformats.org/drawingml/2006/main">
              <a:ext uri="{FF2B5EF4-FFF2-40B4-BE49-F238E27FC236}">
                <a16:creationId xmlns:a16="http://schemas.microsoft.com/office/drawing/2014/main" id="{2AE92580-9542-42DF-A637-415A9F4D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656" y="3609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72B2"/>
            </a:solidFill>
            <a:prstDash val="solid"/>
          </a:ln>
        </p:spPr>
      </p:sp>
      <p:sp>
        <p:nvSpPr>
          <p:cNvPr id="122" name="era5_R_38_exact_anchor">
            <a:extLst xmlns:a="http://schemas.openxmlformats.org/drawingml/2006/main">
              <a:ext uri="{FF2B5EF4-FFF2-40B4-BE49-F238E27FC236}">
                <a16:creationId xmlns:a16="http://schemas.microsoft.com/office/drawing/2014/main" id="{6D5DACCF-FB67-4614-831B-091B9EA0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656" y="323492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D55E00"/>
            </a:solidFill>
            <a:prstDash val="solid"/>
          </a:ln>
        </p:spPr>
      </p:sp>
      <p:sp>
        <p:nvSpPr>
          <p:cNvPr id="123" name="era5_R_56_exact_anchor">
            <a:extLst xmlns:a="http://schemas.openxmlformats.org/drawingml/2006/main">
              <a:ext uri="{FF2B5EF4-FFF2-40B4-BE49-F238E27FC236}">
                <a16:creationId xmlns:a16="http://schemas.microsoft.com/office/drawing/2014/main" id="{F9796F55-6389-4537-822B-BE70CFF1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656" y="333828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9E73"/>
            </a:solidFill>
            <a:prstDash val="solid"/>
          </a:ln>
        </p:spPr>
      </p:sp>
      <p:pic>
        <p:nvPic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8177D09-A241-434E-95D1-454E17EA06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fe9d4a00714f9e"/>
          <a:stretch xmlns:a="http://schemas.openxmlformats.org/drawingml/2006/main"/>
        </p:blipFill>
        <p:spPr>
          <a:xfrm xmlns:a="http://schemas.openxmlformats.org/drawingml/2006/main">
            <a:off x="8439150" y="3114675"/>
            <a:ext cx="3771900" cy="666750"/>
          </a:xfrm>
          <a:prstGeom xmlns:a="http://schemas.openxmlformats.org/drawingml/2006/main" prst="rect">
            <a:avLst/>
          </a:prstGeom>
        </p:spPr>
      </p:pic>
      <p:sp>
        <p:nvSpPr>
          <p:cNvPr id="125" name="line_124">
            <a:extLst xmlns:a="http://schemas.openxmlformats.org/drawingml/2006/main">
              <a:ext uri="{FF2B5EF4-FFF2-40B4-BE49-F238E27FC236}">
                <a16:creationId xmlns:a16="http://schemas.microsoft.com/office/drawing/2014/main" id="{94DBDAB4-9E5F-40E2-9803-EE76AAF9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114675"/>
            <a:ext cx="95" cy="666750"/>
          </a:xfrm>
          <a:custGeom xmlns:a="http://schemas.openxmlformats.org/drawingml/2006/main">
            <a:pathLst>
              <a:path w="9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3238"/>
            </a:solidFill>
            <a:prstDash val="dash"/>
          </a:ln>
        </p:spPr>
      </p:sp>
      <p:sp>
        <p:nvSpPr>
          <p:cNvPr id="126" name="rect_125">
            <a:extLst xmlns:a="http://schemas.openxmlformats.org/drawingml/2006/main">
              <a:ext uri="{FF2B5EF4-FFF2-40B4-BE49-F238E27FC236}">
                <a16:creationId xmlns:a16="http://schemas.microsoft.com/office/drawing/2014/main" id="{8D285F1C-AE98-4F01-9AB7-6AF1E92E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14675"/>
            <a:ext cx="377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7B8790"/>
            </a:solidFill>
            <a:prstDash val="solid"/>
          </a:ln>
        </p:spPr>
      </p:sp>
      <p:sp>
        <p:nvSpPr>
          <p:cNvPr id="127" name="text_126">
            <a:extLst xmlns:a="http://schemas.openxmlformats.org/drawingml/2006/main">
              <a:ext uri="{FF2B5EF4-FFF2-40B4-BE49-F238E27FC236}">
                <a16:creationId xmlns:a16="http://schemas.microsoft.com/office/drawing/2014/main" id="{7C77614E-2C38-4C72-B1AE-3A9FD7F5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686175"/>
            <a:ext cx="314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0.13</a:t>
            </a:r>
          </a:p>
        </p:txBody>
      </p:sp>
      <p:sp>
        <p:nvSpPr>
          <p:cNvPr id="128" name="text_127">
            <a:extLst xmlns:a="http://schemas.openxmlformats.org/drawingml/2006/main">
              <a:ext uri="{FF2B5EF4-FFF2-40B4-BE49-F238E27FC236}">
                <a16:creationId xmlns:a16="http://schemas.microsoft.com/office/drawing/2014/main" id="{98B0DF18-EF45-48DE-A995-9F7317B3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019425"/>
            <a:ext cx="314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0.97</a:t>
            </a:r>
          </a:p>
        </p:txBody>
      </p:sp>
      <p:sp>
        <p:nvSpPr>
          <p:cNvPr id="129" name="text_128">
            <a:extLst xmlns:a="http://schemas.openxmlformats.org/drawingml/2006/main">
              <a:ext uri="{FF2B5EF4-FFF2-40B4-BE49-F238E27FC236}">
                <a16:creationId xmlns:a16="http://schemas.microsoft.com/office/drawing/2014/main" id="{243C4C43-33A6-405A-86F9-CBBFBD33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10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  <p:sp>
        <p:nvSpPr>
          <p:cNvPr id="130" name="text_129">
            <a:extLst xmlns:a="http://schemas.openxmlformats.org/drawingml/2006/main">
              <a:ext uri="{FF2B5EF4-FFF2-40B4-BE49-F238E27FC236}">
                <a16:creationId xmlns:a16="http://schemas.microsoft.com/office/drawing/2014/main" id="{D4AE0D22-0EE1-4CBF-B69A-B7DD5353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3810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53</a:t>
            </a:r>
          </a:p>
        </p:txBody>
      </p:sp>
      <p:sp>
        <p:nvSpPr>
          <p:cNvPr id="131" name="path_130">
            <a:extLst xmlns:a="http://schemas.openxmlformats.org/drawingml/2006/main">
              <a:ext uri="{FF2B5EF4-FFF2-40B4-BE49-F238E27FC236}">
                <a16:creationId xmlns:a16="http://schemas.microsoft.com/office/drawing/2014/main" id="{E98F9CA8-7625-40EE-AB10-DC25641E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712278"/>
            <a:ext cx="1714500" cy="29384"/>
          </a:xfrm>
          <a:custGeom xmlns:a="http://schemas.openxmlformats.org/drawingml/2006/main">
            <a:pathLst>
              <a:path w="1714500" h="29384">
                <a:moveTo>
                  <a:pt x="0" y="12891"/>
                </a:moveTo>
                <a:lnTo>
                  <a:pt x="342900" y="29384"/>
                </a:lnTo>
                <a:lnTo>
                  <a:pt x="685800" y="0"/>
                </a:lnTo>
                <a:lnTo>
                  <a:pt x="1028700" y="302"/>
                </a:lnTo>
                <a:lnTo>
                  <a:pt x="1371600" y="302"/>
                </a:lnTo>
                <a:lnTo>
                  <a:pt x="1714500" y="82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32" name="era5_R_track_60_trace">
            <a:extLst xmlns:a="http://schemas.openxmlformats.org/drawingml/2006/main">
              <a:ext uri="{FF2B5EF4-FFF2-40B4-BE49-F238E27FC236}">
                <a16:creationId xmlns:a16="http://schemas.microsoft.com/office/drawing/2014/main" id="{ED22C1F1-90D1-4213-B938-9B2F0DAB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712278"/>
            <a:ext cx="1714500" cy="29384"/>
          </a:xfrm>
          <a:custGeom xmlns:a="http://schemas.openxmlformats.org/drawingml/2006/main">
            <a:pathLst>
              <a:path w="1714500" h="29384">
                <a:moveTo>
                  <a:pt x="0" y="12891"/>
                </a:moveTo>
                <a:lnTo>
                  <a:pt x="342900" y="29384"/>
                </a:lnTo>
                <a:lnTo>
                  <a:pt x="685800" y="0"/>
                </a:lnTo>
                <a:lnTo>
                  <a:pt x="1028700" y="302"/>
                </a:lnTo>
                <a:lnTo>
                  <a:pt x="1371600" y="302"/>
                </a:lnTo>
                <a:lnTo>
                  <a:pt x="1714500" y="829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072B2"/>
            </a:solidFill>
            <a:prstDash val="solid"/>
          </a:ln>
        </p:spPr>
      </p:sp>
      <p:sp>
        <p:nvSpPr>
          <p:cNvPr id="133" name="era5_R_true_reference_60">
            <a:extLst xmlns:a="http://schemas.openxmlformats.org/drawingml/2006/main">
              <a:ext uri="{FF2B5EF4-FFF2-40B4-BE49-F238E27FC236}">
                <a16:creationId xmlns:a16="http://schemas.microsoft.com/office/drawing/2014/main" id="{CC735B66-B9F0-47F4-B602-3508ACBF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702383"/>
            <a:ext cx="1714500" cy="32682"/>
          </a:xfrm>
          <a:custGeom xmlns:a="http://schemas.openxmlformats.org/drawingml/2006/main">
            <a:pathLst>
              <a:path w="1714500" h="32682">
                <a:moveTo>
                  <a:pt x="0" y="16190"/>
                </a:moveTo>
                <a:lnTo>
                  <a:pt x="342900" y="32682"/>
                </a:lnTo>
                <a:lnTo>
                  <a:pt x="685800" y="16492"/>
                </a:lnTo>
                <a:lnTo>
                  <a:pt x="1028700" y="16795"/>
                </a:lnTo>
                <a:lnTo>
                  <a:pt x="1371600" y="16795"/>
                </a:lnTo>
                <a:lnTo>
                  <a:pt x="1714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0072B2"/>
            </a:solidFill>
            <a:prstDash val="dash"/>
          </a:ln>
        </p:spPr>
      </p:sp>
      <p:sp>
        <p:nvSpPr>
          <p:cNvPr id="134" name="era5_R_60_exact_anchor">
            <a:extLst xmlns:a="http://schemas.openxmlformats.org/drawingml/2006/main">
              <a:ext uri="{FF2B5EF4-FFF2-40B4-BE49-F238E27FC236}">
                <a16:creationId xmlns:a16="http://schemas.microsoft.com/office/drawing/2014/main" id="{83F70843-47AE-4989-8B1F-DFB7F208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8707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72B2"/>
            </a:solidFill>
            <a:prstDash val="solid"/>
          </a:ln>
        </p:spPr>
      </p:sp>
      <p:sp>
        <p:nvSpPr>
          <p:cNvPr id="135" name="line_134">
            <a:extLst xmlns:a="http://schemas.openxmlformats.org/drawingml/2006/main">
              <a:ext uri="{FF2B5EF4-FFF2-40B4-BE49-F238E27FC236}">
                <a16:creationId xmlns:a16="http://schemas.microsoft.com/office/drawing/2014/main" id="{195186CB-272A-4798-9ACA-9FF274CD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257550"/>
            <a:ext cx="1943100" cy="467620"/>
          </a:xfrm>
          <a:custGeom xmlns:a="http://schemas.openxmlformats.org/drawingml/2006/main">
            <a:pathLst>
              <a:path w="1943100" h="467620">
                <a:moveTo>
                  <a:pt x="0" y="467620"/>
                </a:moveTo>
                <a:lnTo>
                  <a:pt x="1943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72B2"/>
            </a:solidFill>
            <a:prstDash val="solid"/>
          </a:ln>
        </p:spPr>
      </p:sp>
      <p:sp>
        <p:nvSpPr>
          <p:cNvPr id="136" name="text_135">
            <a:extLst xmlns:a="http://schemas.openxmlformats.org/drawingml/2006/main">
              <a:ext uri="{FF2B5EF4-FFF2-40B4-BE49-F238E27FC236}">
                <a16:creationId xmlns:a16="http://schemas.microsoft.com/office/drawing/2014/main" id="{AC8C6F5F-25D1-4998-82FB-92DA03D3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31623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37" name="path_136">
            <a:extLst xmlns:a="http://schemas.openxmlformats.org/drawingml/2006/main">
              <a:ext uri="{FF2B5EF4-FFF2-40B4-BE49-F238E27FC236}">
                <a16:creationId xmlns:a16="http://schemas.microsoft.com/office/drawing/2014/main" id="{7874CC42-AF0C-423C-AD80-CD6A6684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60944"/>
            <a:ext cx="3429000" cy="469478"/>
          </a:xfrm>
          <a:custGeom xmlns:a="http://schemas.openxmlformats.org/drawingml/2006/main">
            <a:pathLst>
              <a:path w="3429000" h="469478">
                <a:moveTo>
                  <a:pt x="0" y="469478"/>
                </a:moveTo>
                <a:lnTo>
                  <a:pt x="342900" y="404718"/>
                </a:lnTo>
                <a:lnTo>
                  <a:pt x="685800" y="327040"/>
                </a:lnTo>
                <a:lnTo>
                  <a:pt x="1028700" y="324071"/>
                </a:lnTo>
                <a:lnTo>
                  <a:pt x="1371600" y="284488"/>
                </a:lnTo>
                <a:lnTo>
                  <a:pt x="1714500" y="118924"/>
                </a:lnTo>
                <a:lnTo>
                  <a:pt x="2057400" y="67151"/>
                </a:lnTo>
                <a:lnTo>
                  <a:pt x="2400300" y="27015"/>
                </a:lnTo>
                <a:lnTo>
                  <a:pt x="2743200" y="0"/>
                </a:lnTo>
                <a:lnTo>
                  <a:pt x="3086100" y="3298"/>
                </a:lnTo>
                <a:lnTo>
                  <a:pt x="3429000" y="2031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38" name="era5_R_track_38_trace">
            <a:extLst xmlns:a="http://schemas.openxmlformats.org/drawingml/2006/main">
              <a:ext uri="{FF2B5EF4-FFF2-40B4-BE49-F238E27FC236}">
                <a16:creationId xmlns:a16="http://schemas.microsoft.com/office/drawing/2014/main" id="{04224464-9944-4C1C-A17E-7AC45DC7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60944"/>
            <a:ext cx="3429000" cy="469478"/>
          </a:xfrm>
          <a:custGeom xmlns:a="http://schemas.openxmlformats.org/drawingml/2006/main">
            <a:pathLst>
              <a:path w="3429000" h="469478">
                <a:moveTo>
                  <a:pt x="0" y="469478"/>
                </a:moveTo>
                <a:lnTo>
                  <a:pt x="342900" y="404718"/>
                </a:lnTo>
                <a:lnTo>
                  <a:pt x="685800" y="327040"/>
                </a:lnTo>
                <a:lnTo>
                  <a:pt x="1028700" y="324071"/>
                </a:lnTo>
                <a:lnTo>
                  <a:pt x="1371600" y="284488"/>
                </a:lnTo>
                <a:lnTo>
                  <a:pt x="1714500" y="118924"/>
                </a:lnTo>
                <a:lnTo>
                  <a:pt x="2057400" y="67151"/>
                </a:lnTo>
                <a:lnTo>
                  <a:pt x="2400300" y="27015"/>
                </a:lnTo>
                <a:lnTo>
                  <a:pt x="2743200" y="0"/>
                </a:lnTo>
                <a:lnTo>
                  <a:pt x="3086100" y="3298"/>
                </a:lnTo>
                <a:lnTo>
                  <a:pt x="3429000" y="20317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D55E00"/>
            </a:solidFill>
            <a:prstDash val="solid"/>
          </a:ln>
        </p:spPr>
      </p:sp>
      <p:sp>
        <p:nvSpPr>
          <p:cNvPr id="139" name="era5_R_true_reference_38">
            <a:extLst xmlns:a="http://schemas.openxmlformats.org/drawingml/2006/main">
              <a:ext uri="{FF2B5EF4-FFF2-40B4-BE49-F238E27FC236}">
                <a16:creationId xmlns:a16="http://schemas.microsoft.com/office/drawing/2014/main" id="{AF745E5A-7BC9-4A67-9A1D-2D1ACA44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54347"/>
            <a:ext cx="3429000" cy="482672"/>
          </a:xfrm>
          <a:custGeom xmlns:a="http://schemas.openxmlformats.org/drawingml/2006/main">
            <a:pathLst>
              <a:path w="3429000" h="482672">
                <a:moveTo>
                  <a:pt x="0" y="482672"/>
                </a:moveTo>
                <a:lnTo>
                  <a:pt x="342900" y="417912"/>
                </a:lnTo>
                <a:lnTo>
                  <a:pt x="685800" y="369645"/>
                </a:lnTo>
                <a:lnTo>
                  <a:pt x="1028700" y="337265"/>
                </a:lnTo>
                <a:lnTo>
                  <a:pt x="1371600" y="272808"/>
                </a:lnTo>
                <a:lnTo>
                  <a:pt x="1714500" y="128612"/>
                </a:lnTo>
                <a:lnTo>
                  <a:pt x="2057400" y="80344"/>
                </a:lnTo>
                <a:lnTo>
                  <a:pt x="2400300" y="32077"/>
                </a:lnTo>
                <a:lnTo>
                  <a:pt x="2743200" y="0"/>
                </a:lnTo>
                <a:lnTo>
                  <a:pt x="3086100" y="16492"/>
                </a:lnTo>
                <a:lnTo>
                  <a:pt x="3429000" y="1619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5E00"/>
            </a:solidFill>
            <a:prstDash val="dash"/>
          </a:ln>
        </p:spPr>
      </p:sp>
      <p:sp>
        <p:nvSpPr>
          <p:cNvPr id="140" name="era5_R_38_exact_anchor">
            <a:extLst xmlns:a="http://schemas.openxmlformats.org/drawingml/2006/main">
              <a:ext uri="{FF2B5EF4-FFF2-40B4-BE49-F238E27FC236}">
                <a16:creationId xmlns:a16="http://schemas.microsoft.com/office/drawing/2014/main" id="{D5778588-F312-4836-BA53-955D0DEC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4176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D55E00"/>
            </a:solidFill>
            <a:prstDash val="solid"/>
          </a:ln>
        </p:spPr>
      </p:sp>
      <p:sp>
        <p:nvSpPr>
          <p:cNvPr id="141" name="line_140">
            <a:extLst xmlns:a="http://schemas.openxmlformats.org/drawingml/2006/main">
              <a:ext uri="{FF2B5EF4-FFF2-40B4-BE49-F238E27FC236}">
                <a16:creationId xmlns:a16="http://schemas.microsoft.com/office/drawing/2014/main" id="{7F9F4E3C-81DF-44DF-858F-B05F79E4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279868"/>
            <a:ext cx="1943100" cy="136432"/>
          </a:xfrm>
          <a:custGeom xmlns:a="http://schemas.openxmlformats.org/drawingml/2006/main">
            <a:pathLst>
              <a:path w="1943100" h="136432">
                <a:moveTo>
                  <a:pt x="0" y="0"/>
                </a:moveTo>
                <a:lnTo>
                  <a:pt x="1943100" y="136432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D55E00"/>
            </a:solidFill>
            <a:prstDash val="solid"/>
          </a:ln>
        </p:spPr>
      </p:sp>
      <p:sp>
        <p:nvSpPr>
          <p:cNvPr id="142" name="text_141">
            <a:extLst xmlns:a="http://schemas.openxmlformats.org/drawingml/2006/main">
              <a:ext uri="{FF2B5EF4-FFF2-40B4-BE49-F238E27FC236}">
                <a16:creationId xmlns:a16="http://schemas.microsoft.com/office/drawing/2014/main" id="{2393AD78-6E16-4158-9E52-71852BA9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33210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3" name="path_142">
            <a:extLst xmlns:a="http://schemas.openxmlformats.org/drawingml/2006/main">
              <a:ext uri="{FF2B5EF4-FFF2-40B4-BE49-F238E27FC236}">
                <a16:creationId xmlns:a16="http://schemas.microsoft.com/office/drawing/2014/main" id="{4D167911-2957-41E3-8F88-F1D48129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394961"/>
            <a:ext cx="685800" cy="25571"/>
          </a:xfrm>
          <a:custGeom xmlns:a="http://schemas.openxmlformats.org/drawingml/2006/main">
            <a:pathLst>
              <a:path w="685800" h="25571">
                <a:moveTo>
                  <a:pt x="0" y="25571"/>
                </a:moveTo>
                <a:lnTo>
                  <a:pt x="342900" y="7631"/>
                </a:lnTo>
                <a:lnTo>
                  <a:pt x="685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44" name="era5_R_track_56_trace">
            <a:extLst xmlns:a="http://schemas.openxmlformats.org/drawingml/2006/main">
              <a:ext uri="{FF2B5EF4-FFF2-40B4-BE49-F238E27FC236}">
                <a16:creationId xmlns:a16="http://schemas.microsoft.com/office/drawing/2014/main" id="{869EC017-B75F-4134-A189-F6393C3E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394961"/>
            <a:ext cx="685800" cy="25571"/>
          </a:xfrm>
          <a:custGeom xmlns:a="http://schemas.openxmlformats.org/drawingml/2006/main">
            <a:pathLst>
              <a:path w="685800" h="25571">
                <a:moveTo>
                  <a:pt x="0" y="25571"/>
                </a:moveTo>
                <a:lnTo>
                  <a:pt x="342900" y="7631"/>
                </a:lnTo>
                <a:lnTo>
                  <a:pt x="685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09E73"/>
            </a:solidFill>
            <a:prstDash val="solid"/>
          </a:ln>
        </p:spPr>
      </p:sp>
      <p:sp>
        <p:nvSpPr>
          <p:cNvPr id="145" name="era5_R_true_reference_56">
            <a:extLst xmlns:a="http://schemas.openxmlformats.org/drawingml/2006/main">
              <a:ext uri="{FF2B5EF4-FFF2-40B4-BE49-F238E27FC236}">
                <a16:creationId xmlns:a16="http://schemas.microsoft.com/office/drawing/2014/main" id="{34515A8E-D5E5-47D0-95A8-96E80471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389936"/>
            <a:ext cx="685800" cy="48872"/>
          </a:xfrm>
          <a:custGeom xmlns:a="http://schemas.openxmlformats.org/drawingml/2006/main">
            <a:pathLst>
              <a:path w="685800" h="48872">
                <a:moveTo>
                  <a:pt x="0" y="48872"/>
                </a:moveTo>
                <a:lnTo>
                  <a:pt x="342900" y="16190"/>
                </a:lnTo>
                <a:lnTo>
                  <a:pt x="685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009E73"/>
            </a:solidFill>
            <a:prstDash val="dash"/>
          </a:ln>
        </p:spPr>
      </p:sp>
      <p:sp>
        <p:nvSpPr>
          <p:cNvPr id="146" name="era5_R_56_exact_anchor">
            <a:extLst xmlns:a="http://schemas.openxmlformats.org/drawingml/2006/main">
              <a:ext uri="{FF2B5EF4-FFF2-40B4-BE49-F238E27FC236}">
                <a16:creationId xmlns:a16="http://schemas.microsoft.com/office/drawing/2014/main" id="{E91E0149-CF36-4B3E-9F3C-A0554861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6449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9E73"/>
            </a:solidFill>
            <a:prstDash val="solid"/>
          </a:ln>
        </p:spPr>
      </p:sp>
      <p:sp>
        <p:nvSpPr>
          <p:cNvPr id="147" name="line_146">
            <a:extLst xmlns:a="http://schemas.openxmlformats.org/drawingml/2006/main">
              <a:ext uri="{FF2B5EF4-FFF2-40B4-BE49-F238E27FC236}">
                <a16:creationId xmlns:a16="http://schemas.microsoft.com/office/drawing/2014/main" id="{D8B004D7-C472-42CF-ABF7-FD168842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402592"/>
            <a:ext cx="1943100" cy="172458"/>
          </a:xfrm>
          <a:custGeom xmlns:a="http://schemas.openxmlformats.org/drawingml/2006/main">
            <a:pathLst>
              <a:path w="1943100" h="172458">
                <a:moveTo>
                  <a:pt x="0" y="0"/>
                </a:moveTo>
                <a:lnTo>
                  <a:pt x="1943100" y="17245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9E73"/>
            </a:solidFill>
            <a:prstDash val="solid"/>
          </a:ln>
        </p:spPr>
      </p:sp>
      <p:sp>
        <p:nvSpPr>
          <p:cNvPr id="148" name="text_147">
            <a:extLst xmlns:a="http://schemas.openxmlformats.org/drawingml/2006/main">
              <a:ext uri="{FF2B5EF4-FFF2-40B4-BE49-F238E27FC236}">
                <a16:creationId xmlns:a16="http://schemas.microsoft.com/office/drawing/2014/main" id="{ECE85A47-AADE-42E6-BF78-C62E9647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34798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49" name="rect_148">
            <a:extLst xmlns:a="http://schemas.openxmlformats.org/drawingml/2006/main">
              <a:ext uri="{FF2B5EF4-FFF2-40B4-BE49-F238E27FC236}">
                <a16:creationId xmlns:a16="http://schemas.microsoft.com/office/drawing/2014/main" id="{E5ACE26D-CAA9-4E26-A0C5-756070AE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387" y="3114675"/>
            <a:ext cx="548737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63238"/>
            </a:solidFill>
            <a:prstDash val="solid"/>
          </a:ln>
        </p:spPr>
      </p:sp>
      <p:pic>
        <p:nvPic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8743572B-9BF7-4A4E-9709-91F42E9C93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6e45bcf1ef4eb7"/>
          <a:stretch xmlns:a="http://schemas.openxmlformats.org/drawingml/2006/main"/>
        </p:blipFill>
        <p:spPr>
          <a:xfrm xmlns:a="http://schemas.openxmlformats.org/drawingml/2006/main">
            <a:off x="742950" y="4371975"/>
            <a:ext cx="1162050" cy="1123950"/>
          </a:xfrm>
          <a:prstGeom xmlns:a="http://schemas.openxmlformats.org/drawingml/2006/main" prst="rect">
            <a:avLst/>
          </a:prstGeom>
        </p:spPr>
      </p:pic>
      <p:sp>
        <p:nvSpPr>
          <p:cNvPr id="151" name="line_150">
            <a:extLst xmlns:a="http://schemas.openxmlformats.org/drawingml/2006/main">
              <a:ext uri="{FF2B5EF4-FFF2-40B4-BE49-F238E27FC236}">
                <a16:creationId xmlns:a16="http://schemas.microsoft.com/office/drawing/2014/main" id="{AE5CD854-9614-42F4-96B9-AE5B5A6D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83" y="5316093"/>
            <a:ext cx="224748" cy="4348"/>
          </a:xfrm>
          <a:custGeom xmlns:a="http://schemas.openxmlformats.org/drawingml/2006/main">
            <a:pathLst>
              <a:path w="224748" h="4348">
                <a:moveTo>
                  <a:pt x="0" y="0"/>
                </a:moveTo>
                <a:lnTo>
                  <a:pt x="224748" y="4348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263238"/>
            </a:solidFill>
            <a:prstDash val="solid"/>
          </a:ln>
        </p:spPr>
      </p:sp>
      <p:sp>
        <p:nvSpPr>
          <p:cNvPr id="152" name="line_151">
            <a:extLst xmlns:a="http://schemas.openxmlformats.org/drawingml/2006/main">
              <a:ext uri="{FF2B5EF4-FFF2-40B4-BE49-F238E27FC236}">
                <a16:creationId xmlns:a16="http://schemas.microsoft.com/office/drawing/2014/main" id="{2683ECBC-921B-4B5C-ACD5-C55E95E5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444" y="5290766"/>
            <a:ext cx="56587" cy="29675"/>
          </a:xfrm>
          <a:custGeom xmlns:a="http://schemas.openxmlformats.org/drawingml/2006/main">
            <a:pathLst>
              <a:path w="56587" h="29675">
                <a:moveTo>
                  <a:pt x="0" y="0"/>
                </a:moveTo>
                <a:lnTo>
                  <a:pt x="56587" y="29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3238"/>
            </a:solidFill>
            <a:prstDash val="solid"/>
          </a:ln>
        </p:spPr>
      </p:sp>
      <p:sp>
        <p:nvSpPr>
          <p:cNvPr id="153" name="line_152">
            <a:extLst xmlns:a="http://schemas.openxmlformats.org/drawingml/2006/main">
              <a:ext uri="{FF2B5EF4-FFF2-40B4-BE49-F238E27FC236}">
                <a16:creationId xmlns:a16="http://schemas.microsoft.com/office/drawing/2014/main" id="{3F96F523-81A2-4AB8-9814-08EC9DCC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39" y="5320441"/>
            <a:ext cx="57692" cy="27464"/>
          </a:xfrm>
          <a:custGeom xmlns:a="http://schemas.openxmlformats.org/drawingml/2006/main">
            <a:pathLst>
              <a:path w="57692" h="27464">
                <a:moveTo>
                  <a:pt x="0" y="27464"/>
                </a:moveTo>
                <a:lnTo>
                  <a:pt x="576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3238"/>
            </a:solidFill>
            <a:prstDash val="solid"/>
          </a:ln>
        </p:spPr>
      </p:sp>
      <p:sp>
        <p:nvSpPr>
          <p:cNvPr id="154" name="text_153">
            <a:extLst xmlns:a="http://schemas.openxmlformats.org/drawingml/2006/main">
              <a:ext uri="{FF2B5EF4-FFF2-40B4-BE49-F238E27FC236}">
                <a16:creationId xmlns:a16="http://schemas.microsoft.com/office/drawing/2014/main" id="{7DC482D3-A491-43F3-A4A8-0BB21F10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606" y="5196616"/>
            <a:ext cx="228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55" name="era5_space_38_t47">
            <a:extLst xmlns:a="http://schemas.openxmlformats.org/drawingml/2006/main">
              <a:ext uri="{FF2B5EF4-FFF2-40B4-BE49-F238E27FC236}">
                <a16:creationId xmlns:a16="http://schemas.microsoft.com/office/drawing/2014/main" id="{708F8638-7F1F-40E4-BCFB-CF7E0818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022" y="4571864"/>
            <a:ext cx="81915" cy="819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D55E00"/>
            </a:solidFill>
            <a:prstDash val="solid"/>
          </a:ln>
        </p:spPr>
      </p:sp>
      <p:sp>
        <p:nvSpPr>
          <p:cNvPr id="156" name="text_155">
            <a:extLst xmlns:a="http://schemas.openxmlformats.org/drawingml/2006/main">
              <a:ext uri="{FF2B5EF4-FFF2-40B4-BE49-F238E27FC236}">
                <a16:creationId xmlns:a16="http://schemas.microsoft.com/office/drawing/2014/main" id="{DEC3CCBB-9FE7-4A2B-8FC9-9089578B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704" y="4393746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57" name="era5_space_56_t47">
            <a:extLst xmlns:a="http://schemas.openxmlformats.org/drawingml/2006/main">
              <a:ext uri="{FF2B5EF4-FFF2-40B4-BE49-F238E27FC236}">
                <a16:creationId xmlns:a16="http://schemas.microsoft.com/office/drawing/2014/main" id="{59EF1F25-A9A3-4CA8-801F-A5A93700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271" y="4915930"/>
            <a:ext cx="81915" cy="819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9E73"/>
            </a:solidFill>
            <a:prstDash val="solid"/>
          </a:ln>
        </p:spPr>
      </p:sp>
      <p:sp>
        <p:nvSpPr>
          <p:cNvPr id="158" name="text_157">
            <a:extLst xmlns:a="http://schemas.openxmlformats.org/drawingml/2006/main">
              <a:ext uri="{FF2B5EF4-FFF2-40B4-BE49-F238E27FC236}">
                <a16:creationId xmlns:a16="http://schemas.microsoft.com/office/drawing/2014/main" id="{6003D836-DE5D-4CBE-B966-C341287F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953" y="4737813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59" name="text_158">
            <a:extLst xmlns:a="http://schemas.openxmlformats.org/drawingml/2006/main">
              <a:ext uri="{FF2B5EF4-FFF2-40B4-BE49-F238E27FC236}">
                <a16:creationId xmlns:a16="http://schemas.microsoft.com/office/drawing/2014/main" id="{F2B78CFA-1BD0-4EA9-A7C9-BB5C1E1F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133850"/>
            <a:ext cx="2362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(c) f47  1999-12-10 12:00</a:t>
            </a:r>
          </a:p>
        </p:txBody>
      </p:sp>
      <p:pic>
        <p:nvPic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6E50BD43-ABF4-4C1E-B516-CCDA2ABBC4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6cc8f870e148e5"/>
          <a:stretch xmlns:a="http://schemas.openxmlformats.org/drawingml/2006/main"/>
        </p:blipFill>
        <p:spPr>
          <a:xfrm xmlns:a="http://schemas.openxmlformats.org/drawingml/2006/main">
            <a:off x="3267075" y="4371975"/>
            <a:ext cx="1162050" cy="1123950"/>
          </a:xfrm>
          <a:prstGeom xmlns:a="http://schemas.openxmlformats.org/drawingml/2006/main" prst="rect">
            <a:avLst/>
          </a:prstGeom>
        </p:spPr>
      </p:pic>
      <p:sp>
        <p:nvSpPr>
          <p:cNvPr id="161" name="line_160">
            <a:extLst xmlns:a="http://schemas.openxmlformats.org/drawingml/2006/main">
              <a:ext uri="{FF2B5EF4-FFF2-40B4-BE49-F238E27FC236}">
                <a16:creationId xmlns:a16="http://schemas.microsoft.com/office/drawing/2014/main" id="{EDDA4719-6822-4787-BEF5-E8D14903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408" y="5316093"/>
            <a:ext cx="224748" cy="4348"/>
          </a:xfrm>
          <a:custGeom xmlns:a="http://schemas.openxmlformats.org/drawingml/2006/main">
            <a:pathLst>
              <a:path w="224748" h="4348">
                <a:moveTo>
                  <a:pt x="0" y="0"/>
                </a:moveTo>
                <a:lnTo>
                  <a:pt x="224748" y="4348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263238"/>
            </a:solidFill>
            <a:prstDash val="solid"/>
          </a:ln>
        </p:spPr>
      </p:sp>
      <p:sp>
        <p:nvSpPr>
          <p:cNvPr id="162" name="line_161">
            <a:extLst xmlns:a="http://schemas.openxmlformats.org/drawingml/2006/main">
              <a:ext uri="{FF2B5EF4-FFF2-40B4-BE49-F238E27FC236}">
                <a16:creationId xmlns:a16="http://schemas.microsoft.com/office/drawing/2014/main" id="{94E7CFFD-80EA-4DD4-8844-E7F364EE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0569" y="5290766"/>
            <a:ext cx="56587" cy="29675"/>
          </a:xfrm>
          <a:custGeom xmlns:a="http://schemas.openxmlformats.org/drawingml/2006/main">
            <a:pathLst>
              <a:path w="56587" h="29675">
                <a:moveTo>
                  <a:pt x="0" y="0"/>
                </a:moveTo>
                <a:lnTo>
                  <a:pt x="56587" y="29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3238"/>
            </a:solidFill>
            <a:prstDash val="solid"/>
          </a:ln>
        </p:spPr>
      </p:sp>
      <p:sp>
        <p:nvSpPr>
          <p:cNvPr id="163" name="line_162">
            <a:extLst xmlns:a="http://schemas.openxmlformats.org/drawingml/2006/main">
              <a:ext uri="{FF2B5EF4-FFF2-40B4-BE49-F238E27FC236}">
                <a16:creationId xmlns:a16="http://schemas.microsoft.com/office/drawing/2014/main" id="{AE1BE1C7-63C8-4484-8B1A-DD6DAA06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464" y="5320441"/>
            <a:ext cx="57692" cy="27464"/>
          </a:xfrm>
          <a:custGeom xmlns:a="http://schemas.openxmlformats.org/drawingml/2006/main">
            <a:pathLst>
              <a:path w="57692" h="27464">
                <a:moveTo>
                  <a:pt x="0" y="27464"/>
                </a:moveTo>
                <a:lnTo>
                  <a:pt x="576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3238"/>
            </a:solidFill>
            <a:prstDash val="solid"/>
          </a:ln>
        </p:spPr>
      </p:sp>
      <p:sp>
        <p:nvSpPr>
          <p:cNvPr id="164" name="text_163">
            <a:extLst xmlns:a="http://schemas.openxmlformats.org/drawingml/2006/main">
              <a:ext uri="{FF2B5EF4-FFF2-40B4-BE49-F238E27FC236}">
                <a16:creationId xmlns:a16="http://schemas.microsoft.com/office/drawing/2014/main" id="{DF4C2D26-74AB-4AD5-946D-FC4B74D7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731" y="5196616"/>
            <a:ext cx="228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65" name="era5_space_60_t48">
            <a:extLst xmlns:a="http://schemas.openxmlformats.org/drawingml/2006/main">
              <a:ext uri="{FF2B5EF4-FFF2-40B4-BE49-F238E27FC236}">
                <a16:creationId xmlns:a16="http://schemas.microsoft.com/office/drawing/2014/main" id="{B8DECE26-5914-45F3-A985-0A4C64F1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628" y="4571864"/>
            <a:ext cx="81915" cy="819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72B2"/>
            </a:solidFill>
            <a:prstDash val="solid"/>
          </a:ln>
        </p:spPr>
      </p:sp>
      <p:sp>
        <p:nvSpPr>
          <p:cNvPr id="166" name="text_165">
            <a:extLst xmlns:a="http://schemas.openxmlformats.org/drawingml/2006/main">
              <a:ext uri="{FF2B5EF4-FFF2-40B4-BE49-F238E27FC236}">
                <a16:creationId xmlns:a16="http://schemas.microsoft.com/office/drawing/2014/main" id="{549F7BA5-B5C4-4659-9A75-71394539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1311" y="4393746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67" name="era5_space_38_t48">
            <a:extLst xmlns:a="http://schemas.openxmlformats.org/drawingml/2006/main">
              <a:ext uri="{FF2B5EF4-FFF2-40B4-BE49-F238E27FC236}">
                <a16:creationId xmlns:a16="http://schemas.microsoft.com/office/drawing/2014/main" id="{25AB9AC4-8B6B-46BA-A62E-4273E98F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5906" y="4457175"/>
            <a:ext cx="81915" cy="819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D55E00"/>
            </a:solidFill>
            <a:prstDash val="solid"/>
          </a:ln>
        </p:spPr>
      </p:sp>
      <p:sp>
        <p:nvSpPr>
          <p:cNvPr id="168" name="text_167">
            <a:extLst xmlns:a="http://schemas.openxmlformats.org/drawingml/2006/main">
              <a:ext uri="{FF2B5EF4-FFF2-40B4-BE49-F238E27FC236}">
                <a16:creationId xmlns:a16="http://schemas.microsoft.com/office/drawing/2014/main" id="{9983E539-BA39-4451-A0D8-715806FD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2588" y="4555283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69" name="era5_space_56_t48">
            <a:extLst xmlns:a="http://schemas.openxmlformats.org/drawingml/2006/main">
              <a:ext uri="{FF2B5EF4-FFF2-40B4-BE49-F238E27FC236}">
                <a16:creationId xmlns:a16="http://schemas.microsoft.com/office/drawing/2014/main" id="{644FC2E9-33C1-4474-8FB4-D08449B8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5898" y="4938868"/>
            <a:ext cx="81915" cy="819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9E73"/>
            </a:solidFill>
            <a:prstDash val="solid"/>
          </a:ln>
        </p:spPr>
      </p:sp>
      <p:sp>
        <p:nvSpPr>
          <p:cNvPr id="170" name="text_169">
            <a:extLst xmlns:a="http://schemas.openxmlformats.org/drawingml/2006/main">
              <a:ext uri="{FF2B5EF4-FFF2-40B4-BE49-F238E27FC236}">
                <a16:creationId xmlns:a16="http://schemas.microsoft.com/office/drawing/2014/main" id="{B90E73D2-223A-4623-8024-9F48BEBF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2580" y="4760751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1" name="text_170">
            <a:extLst xmlns:a="http://schemas.openxmlformats.org/drawingml/2006/main">
              <a:ext uri="{FF2B5EF4-FFF2-40B4-BE49-F238E27FC236}">
                <a16:creationId xmlns:a16="http://schemas.microsoft.com/office/drawing/2014/main" id="{A73A3F82-4948-464C-B7A8-732D9A3B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133850"/>
            <a:ext cx="2362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f48  1999-12-11 00:00</a:t>
            </a:r>
          </a:p>
        </p:txBody>
      </p:sp>
      <p:pic>
        <p:nvPic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9D141954-3A66-4F5A-B834-3A30B20687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0414ac609c492a"/>
          <a:stretch xmlns:a="http://schemas.openxmlformats.org/drawingml/2006/main"/>
        </p:blipFill>
        <p:spPr>
          <a:xfrm xmlns:a="http://schemas.openxmlformats.org/drawingml/2006/main">
            <a:off x="5791200" y="4371975"/>
            <a:ext cx="1162050" cy="1123950"/>
          </a:xfrm>
          <a:prstGeom xmlns:a="http://schemas.openxmlformats.org/drawingml/2006/main" prst="rect">
            <a:avLst/>
          </a:prstGeom>
        </p:spPr>
      </p:pic>
      <p:sp>
        <p:nvSpPr>
          <p:cNvPr id="173" name="line_172">
            <a:extLst xmlns:a="http://schemas.openxmlformats.org/drawingml/2006/main">
              <a:ext uri="{FF2B5EF4-FFF2-40B4-BE49-F238E27FC236}">
                <a16:creationId xmlns:a16="http://schemas.microsoft.com/office/drawing/2014/main" id="{51122440-A893-4450-9B75-1A1A5C87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533" y="5316093"/>
            <a:ext cx="224748" cy="4348"/>
          </a:xfrm>
          <a:custGeom xmlns:a="http://schemas.openxmlformats.org/drawingml/2006/main">
            <a:pathLst>
              <a:path w="224748" h="4348">
                <a:moveTo>
                  <a:pt x="0" y="0"/>
                </a:moveTo>
                <a:lnTo>
                  <a:pt x="224748" y="4348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263238"/>
            </a:solidFill>
            <a:prstDash val="solid"/>
          </a:ln>
        </p:spPr>
      </p:sp>
      <p:sp>
        <p:nvSpPr>
          <p:cNvPr id="174" name="line_173">
            <a:extLst xmlns:a="http://schemas.openxmlformats.org/drawingml/2006/main">
              <a:ext uri="{FF2B5EF4-FFF2-40B4-BE49-F238E27FC236}">
                <a16:creationId xmlns:a16="http://schemas.microsoft.com/office/drawing/2014/main" id="{079FD0F9-510C-4E22-81B8-B3D5BD98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694" y="5290766"/>
            <a:ext cx="56587" cy="29675"/>
          </a:xfrm>
          <a:custGeom xmlns:a="http://schemas.openxmlformats.org/drawingml/2006/main">
            <a:pathLst>
              <a:path w="56587" h="29675">
                <a:moveTo>
                  <a:pt x="0" y="0"/>
                </a:moveTo>
                <a:lnTo>
                  <a:pt x="56587" y="29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3238"/>
            </a:solidFill>
            <a:prstDash val="solid"/>
          </a:ln>
        </p:spPr>
      </p:sp>
      <p:sp>
        <p:nvSpPr>
          <p:cNvPr id="175" name="line_174">
            <a:extLst xmlns:a="http://schemas.openxmlformats.org/drawingml/2006/main">
              <a:ext uri="{FF2B5EF4-FFF2-40B4-BE49-F238E27FC236}">
                <a16:creationId xmlns:a16="http://schemas.microsoft.com/office/drawing/2014/main" id="{1C6C7800-E9E9-4146-95D2-52779607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589" y="5320441"/>
            <a:ext cx="57692" cy="27464"/>
          </a:xfrm>
          <a:custGeom xmlns:a="http://schemas.openxmlformats.org/drawingml/2006/main">
            <a:pathLst>
              <a:path w="57692" h="27464">
                <a:moveTo>
                  <a:pt x="0" y="27464"/>
                </a:moveTo>
                <a:lnTo>
                  <a:pt x="576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3238"/>
            </a:solidFill>
            <a:prstDash val="solid"/>
          </a:ln>
        </p:spPr>
      </p:sp>
      <p:sp>
        <p:nvSpPr>
          <p:cNvPr id="176" name="text_175">
            <a:extLst xmlns:a="http://schemas.openxmlformats.org/drawingml/2006/main">
              <a:ext uri="{FF2B5EF4-FFF2-40B4-BE49-F238E27FC236}">
                <a16:creationId xmlns:a16="http://schemas.microsoft.com/office/drawing/2014/main" id="{DFED43ED-6A83-47DF-B2B5-D5120CDE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856" y="5196616"/>
            <a:ext cx="228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77" name="era5_space_60_t49">
            <a:extLst xmlns:a="http://schemas.openxmlformats.org/drawingml/2006/main">
              <a:ext uri="{FF2B5EF4-FFF2-40B4-BE49-F238E27FC236}">
                <a16:creationId xmlns:a16="http://schemas.microsoft.com/office/drawing/2014/main" id="{244ACFC4-C8D0-42CE-B802-9E5C6380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5002" y="4548926"/>
            <a:ext cx="81915" cy="819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72B2"/>
            </a:solidFill>
            <a:prstDash val="solid"/>
          </a:ln>
        </p:spPr>
      </p:sp>
      <p:sp>
        <p:nvSpPr>
          <p:cNvPr id="178" name="text_177">
            <a:extLst xmlns:a="http://schemas.openxmlformats.org/drawingml/2006/main">
              <a:ext uri="{FF2B5EF4-FFF2-40B4-BE49-F238E27FC236}">
                <a16:creationId xmlns:a16="http://schemas.microsoft.com/office/drawing/2014/main" id="{BB319078-14E8-4E36-95E6-1A12716B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1685" y="4370809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79" name="era5_space_38_t49">
            <a:extLst xmlns:a="http://schemas.openxmlformats.org/drawingml/2006/main">
              <a:ext uri="{FF2B5EF4-FFF2-40B4-BE49-F238E27FC236}">
                <a16:creationId xmlns:a16="http://schemas.microsoft.com/office/drawing/2014/main" id="{35EC4A5C-7D62-4DF4-A0A7-8E8E0FC2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284" y="4434237"/>
            <a:ext cx="81915" cy="819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D55E00"/>
            </a:solidFill>
            <a:prstDash val="solid"/>
          </a:ln>
        </p:spPr>
      </p:sp>
      <p:sp>
        <p:nvSpPr>
          <p:cNvPr id="180" name="text_179">
            <a:extLst xmlns:a="http://schemas.openxmlformats.org/drawingml/2006/main">
              <a:ext uri="{FF2B5EF4-FFF2-40B4-BE49-F238E27FC236}">
                <a16:creationId xmlns:a16="http://schemas.microsoft.com/office/drawing/2014/main" id="{893A3ACE-A183-4F5C-95F3-50FF054E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216" y="453234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81" name="era5_space_56_t49">
            <a:extLst xmlns:a="http://schemas.openxmlformats.org/drawingml/2006/main">
              <a:ext uri="{FF2B5EF4-FFF2-40B4-BE49-F238E27FC236}">
                <a16:creationId xmlns:a16="http://schemas.microsoft.com/office/drawing/2014/main" id="{2F0A0CF8-1B36-4CD1-A810-FAB885A5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774" y="4938868"/>
            <a:ext cx="81915" cy="819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9E73"/>
            </a:solidFill>
            <a:prstDash val="solid"/>
          </a:ln>
        </p:spPr>
      </p:sp>
      <p:sp>
        <p:nvSpPr>
          <p:cNvPr id="182" name="text_181">
            <a:extLst xmlns:a="http://schemas.openxmlformats.org/drawingml/2006/main">
              <a:ext uri="{FF2B5EF4-FFF2-40B4-BE49-F238E27FC236}">
                <a16:creationId xmlns:a16="http://schemas.microsoft.com/office/drawing/2014/main" id="{75F442F7-E23E-4577-AF8B-FDE60937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456" y="4760751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83" name="text_182">
            <a:extLst xmlns:a="http://schemas.openxmlformats.org/drawingml/2006/main">
              <a:ext uri="{FF2B5EF4-FFF2-40B4-BE49-F238E27FC236}">
                <a16:creationId xmlns:a16="http://schemas.microsoft.com/office/drawing/2014/main" id="{49D99021-3375-47B9-ADD2-00AA410C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133850"/>
            <a:ext cx="2362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f49  1999-12-11 12:00</a:t>
            </a:r>
          </a:p>
        </p:txBody>
      </p:sp>
      <p:sp>
        <p:nvSpPr>
          <p:cNvPr id="184" name="text_183">
            <a:extLst xmlns:a="http://schemas.openxmlformats.org/drawingml/2006/main">
              <a:ext uri="{FF2B5EF4-FFF2-40B4-BE49-F238E27FC236}">
                <a16:creationId xmlns:a16="http://schemas.microsoft.com/office/drawing/2014/main" id="{517F9640-2CED-4ACF-AF51-6657331A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019550"/>
            <a:ext cx="466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A/B/C IDs: 60, 38, 56</a:t>
            </a:r>
          </a:p>
        </p:txBody>
      </p:sp>
      <p:sp>
        <p:nvSpPr>
          <p:cNvPr id="185" name="text_184">
            <a:extLst xmlns:a="http://schemas.openxmlformats.org/drawingml/2006/main">
              <a:ext uri="{FF2B5EF4-FFF2-40B4-BE49-F238E27FC236}">
                <a16:creationId xmlns:a16="http://schemas.microsoft.com/office/drawing/2014/main" id="{EFC7FECA-78D0-4E12-B7C8-1A7933C6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362450"/>
            <a:ext cx="466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f48: max displacement (% L)</a:t>
            </a:r>
          </a:p>
        </p:txBody>
      </p:sp>
      <p:sp>
        <p:nvSpPr>
          <p:cNvPr id="186" name="text_185">
            <a:extLst xmlns:a="http://schemas.openxmlformats.org/drawingml/2006/main">
              <a:ext uri="{FF2B5EF4-FFF2-40B4-BE49-F238E27FC236}">
                <a16:creationId xmlns:a16="http://schemas.microsoft.com/office/drawing/2014/main" id="{B3BE07BE-9359-449D-BD1A-3CBDF7E5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638675"/>
            <a:ext cx="466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P 8.87 → R 0.83</a:t>
            </a:r>
          </a:p>
        </p:txBody>
      </p:sp>
      <p:sp>
        <p:nvSpPr>
          <p:cNvPr id="187" name="text_186">
            <a:extLst xmlns:a="http://schemas.openxmlformats.org/drawingml/2006/main">
              <a:ext uri="{FF2B5EF4-FFF2-40B4-BE49-F238E27FC236}">
                <a16:creationId xmlns:a16="http://schemas.microsoft.com/office/drawing/2014/main" id="{4726A142-DB09-4529-88C7-71C8BD5B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953000"/>
            <a:ext cx="466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Hierarchy 8.45% L; NMLE 13.21%</a:t>
            </a:r>
          </a:p>
        </p:txBody>
      </p:sp>
      <p:pic>
        <p:nvPic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09FC6A21-7107-40D5-B579-BC4A015C77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e7fd9517114d3c"/>
          <a:stretch xmlns:a="http://schemas.openxmlformats.org/drawingml/2006/main"/>
        </p:blipFill>
        <p:spPr>
          <a:xfrm xmlns:a="http://schemas.openxmlformats.org/drawingml/2006/main">
            <a:off x="7896225" y="5457825"/>
            <a:ext cx="3905250" cy="95250"/>
          </a:xfrm>
          <a:prstGeom xmlns:a="http://schemas.openxmlformats.org/drawingml/2006/main" prst="rect">
            <a:avLst/>
          </a:prstGeom>
        </p:spPr>
      </p:pic>
      <p:sp>
        <p:nvSpPr>
          <p:cNvPr id="189" name="text_188">
            <a:extLst xmlns:a="http://schemas.openxmlformats.org/drawingml/2006/main">
              <a:ext uri="{FF2B5EF4-FFF2-40B4-BE49-F238E27FC236}">
                <a16:creationId xmlns:a16="http://schemas.microsoft.com/office/drawing/2014/main" id="{B3318EE9-ACB0-4F8B-B720-C0B07243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572125"/>
            <a:ext cx="809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952.06</a:t>
            </a:r>
          </a:p>
        </p:txBody>
      </p:sp>
      <p:sp>
        <p:nvSpPr>
          <p:cNvPr id="190" name="text_189">
            <a:extLst xmlns:a="http://schemas.openxmlformats.org/drawingml/2006/main">
              <a:ext uri="{FF2B5EF4-FFF2-40B4-BE49-F238E27FC236}">
                <a16:creationId xmlns:a16="http://schemas.microsoft.com/office/drawing/2014/main" id="{8BFA9EE2-65A9-4ADA-8A72-35F6D24F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55721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1046.84</a:t>
            </a:r>
          </a:p>
        </p:txBody>
      </p:sp>
      <p:sp>
        <p:nvSpPr>
          <p:cNvPr id="191" name="text_190">
            <a:extLst xmlns:a="http://schemas.openxmlformats.org/drawingml/2006/main">
              <a:ext uri="{FF2B5EF4-FFF2-40B4-BE49-F238E27FC236}">
                <a16:creationId xmlns:a16="http://schemas.microsoft.com/office/drawing/2014/main" id="{0DF3F145-B946-417F-B1B7-53D31BDB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21970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pressure (hPa)</a:t>
            </a:r>
          </a:p>
        </p:txBody>
      </p:sp>
    </p:spTree>
    <p:extLst>
      <p:ext uri="{BB962C8B-B14F-4D97-AF65-F5344CB8AC3E}">
        <p14:creationId xmlns:p14="http://schemas.microsoft.com/office/powerpoint/2010/main" val="9672979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2026-10-19T02:13:21.2540000Z</dcterms:created>
  <dcterms:modified xsi:type="dcterms:W3CDTF">2026-10-19T02:13:21.2540000Z</dcterms:modified>
</coreProperties>
</file>